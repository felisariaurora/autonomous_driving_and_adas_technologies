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4"/>
  </p:sldMasterIdLst>
  <p:notesMasterIdLst>
    <p:notesMasterId r:id="rId28"/>
  </p:notesMasterIdLst>
  <p:sldIdLst>
    <p:sldId id="256" r:id="rId5"/>
    <p:sldId id="312" r:id="rId6"/>
    <p:sldId id="259" r:id="rId7"/>
    <p:sldId id="316" r:id="rId8"/>
    <p:sldId id="313" r:id="rId9"/>
    <p:sldId id="257" r:id="rId10"/>
    <p:sldId id="258" r:id="rId11"/>
    <p:sldId id="322" r:id="rId12"/>
    <p:sldId id="323" r:id="rId13"/>
    <p:sldId id="324" r:id="rId14"/>
    <p:sldId id="263" r:id="rId15"/>
    <p:sldId id="327" r:id="rId16"/>
    <p:sldId id="264" r:id="rId17"/>
    <p:sldId id="273" r:id="rId18"/>
    <p:sldId id="328" r:id="rId19"/>
    <p:sldId id="261" r:id="rId20"/>
    <p:sldId id="267" r:id="rId21"/>
    <p:sldId id="274" r:id="rId22"/>
    <p:sldId id="320" r:id="rId23"/>
    <p:sldId id="265" r:id="rId24"/>
    <p:sldId id="272" r:id="rId25"/>
    <p:sldId id="321" r:id="rId26"/>
    <p:sldId id="290" r:id="rId27"/>
  </p:sldIdLst>
  <p:sldSz cx="9144000" cy="5143500" type="screen16x9"/>
  <p:notesSz cx="6858000" cy="9144000"/>
  <p:embeddedFontLst>
    <p:embeddedFont>
      <p:font typeface="Anton" pitchFamily="2" charset="0"/>
      <p:regular r:id="rId29"/>
    </p:embeddedFont>
    <p:embeddedFont>
      <p:font typeface="Changa One" panose="020B0604020202020204" charset="0"/>
      <p:regular r:id="rId30"/>
      <p:italic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F7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1204C1-044F-5A4C-ACE7-737A27767DAC}" v="10" dt="2026-02-25T11:34:17.817"/>
    <p1510:client id="{EFE65199-15BA-4ED1-9140-E47B9821D9C4}" v="671" dt="2026-02-25T14:34:51.073"/>
  </p1510:revLst>
</p1510:revInfo>
</file>

<file path=ppt/tableStyles.xml><?xml version="1.0" encoding="utf-8"?>
<a:tblStyleLst xmlns:a="http://schemas.openxmlformats.org/drawingml/2006/main" def="{8E55BC96-9954-4E57-862E-3481F0B1CFB0}">
  <a:tblStyle styleId="{8E55BC96-9954-4E57-862E-3481F0B1CF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3583"/>
  </p:normalViewPr>
  <p:slideViewPr>
    <p:cSldViewPr snapToGrid="0">
      <p:cViewPr varScale="1">
        <p:scale>
          <a:sx n="137" d="100"/>
          <a:sy n="137" d="100"/>
        </p:scale>
        <p:origin x="103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1.fntdata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6" name="Google Shape;46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7" name="Google Shape;46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2">
          <a:extLst>
            <a:ext uri="{FF2B5EF4-FFF2-40B4-BE49-F238E27FC236}">
              <a16:creationId xmlns:a16="http://schemas.microsoft.com/office/drawing/2014/main" id="{95AE9A3A-2AE6-3AEF-1A9C-2BDE4BBBF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3" name="Google Shape;4893;g8b385fd27f_2_4:notes">
            <a:extLst>
              <a:ext uri="{FF2B5EF4-FFF2-40B4-BE49-F238E27FC236}">
                <a16:creationId xmlns:a16="http://schemas.microsoft.com/office/drawing/2014/main" id="{CB78C5B8-FB32-12CE-BA29-9ECF756202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4" name="Google Shape;4894;g8b385fd27f_2_4:notes">
            <a:extLst>
              <a:ext uri="{FF2B5EF4-FFF2-40B4-BE49-F238E27FC236}">
                <a16:creationId xmlns:a16="http://schemas.microsoft.com/office/drawing/2014/main" id="{E931C9EF-77A8-61B4-4821-8C3E46965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1979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2" name="Google Shape;5012;ga1242414e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3" name="Google Shape;5013;ga1242414e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1">
          <a:extLst>
            <a:ext uri="{FF2B5EF4-FFF2-40B4-BE49-F238E27FC236}">
              <a16:creationId xmlns:a16="http://schemas.microsoft.com/office/drawing/2014/main" id="{82480A56-2673-20BD-FF48-65C4AED44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2" name="Google Shape;5012;ga1242414e1_0_4:notes">
            <a:extLst>
              <a:ext uri="{FF2B5EF4-FFF2-40B4-BE49-F238E27FC236}">
                <a16:creationId xmlns:a16="http://schemas.microsoft.com/office/drawing/2014/main" id="{BECF855A-5D95-A6F4-DF3D-D1B8458E74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3" name="Google Shape;5013;ga1242414e1_0_4:notes">
            <a:extLst>
              <a:ext uri="{FF2B5EF4-FFF2-40B4-BE49-F238E27FC236}">
                <a16:creationId xmlns:a16="http://schemas.microsoft.com/office/drawing/2014/main" id="{4116A6CD-AB42-D5B7-A7D0-F9AE2CC23D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1117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2">
          <a:extLst>
            <a:ext uri="{FF2B5EF4-FFF2-40B4-BE49-F238E27FC236}">
              <a16:creationId xmlns:a16="http://schemas.microsoft.com/office/drawing/2014/main" id="{0CE16D8F-2245-D85A-A649-90339DF6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3" name="Google Shape;4893;g8b385fd27f_2_4:notes">
            <a:extLst>
              <a:ext uri="{FF2B5EF4-FFF2-40B4-BE49-F238E27FC236}">
                <a16:creationId xmlns:a16="http://schemas.microsoft.com/office/drawing/2014/main" id="{012E7C6F-4674-540D-5A90-AE48AAEF1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4" name="Google Shape;4894;g8b385fd27f_2_4:notes">
            <a:extLst>
              <a:ext uri="{FF2B5EF4-FFF2-40B4-BE49-F238E27FC236}">
                <a16:creationId xmlns:a16="http://schemas.microsoft.com/office/drawing/2014/main" id="{12E3E49E-6942-2024-E3B3-1449E51E2B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7530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" name="Google Shape;4884;g8b385fd2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5" name="Google Shape;4885;g8b385fd2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3" name="Google Shape;4893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4" name="Google Shape;4894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8">
          <a:extLst>
            <a:ext uri="{FF2B5EF4-FFF2-40B4-BE49-F238E27FC236}">
              <a16:creationId xmlns:a16="http://schemas.microsoft.com/office/drawing/2014/main" id="{EF6B9BA1-BB47-E00D-955F-2C99FA57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9" name="Google Shape;5419;g8b385fd27f_2_93:notes">
            <a:extLst>
              <a:ext uri="{FF2B5EF4-FFF2-40B4-BE49-F238E27FC236}">
                <a16:creationId xmlns:a16="http://schemas.microsoft.com/office/drawing/2014/main" id="{51FFB6FB-7741-A92B-FDFF-0489BFE3CB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0" name="Google Shape;5420;g8b385fd27f_2_93:notes">
            <a:extLst>
              <a:ext uri="{FF2B5EF4-FFF2-40B4-BE49-F238E27FC236}">
                <a16:creationId xmlns:a16="http://schemas.microsoft.com/office/drawing/2014/main" id="{C950B3D0-35BA-06AB-00EB-5A0857759E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7728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8">
          <a:extLst>
            <a:ext uri="{FF2B5EF4-FFF2-40B4-BE49-F238E27FC236}">
              <a16:creationId xmlns:a16="http://schemas.microsoft.com/office/drawing/2014/main" id="{5C0778A9-6210-4B90-E75B-C3CC3888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9" name="Google Shape;5419;g8b385fd27f_2_93:notes">
            <a:extLst>
              <a:ext uri="{FF2B5EF4-FFF2-40B4-BE49-F238E27FC236}">
                <a16:creationId xmlns:a16="http://schemas.microsoft.com/office/drawing/2014/main" id="{B01017C9-1862-FAB5-2FD1-DB628B772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0" name="Google Shape;5420;g8b385fd27f_2_93:notes">
            <a:extLst>
              <a:ext uri="{FF2B5EF4-FFF2-40B4-BE49-F238E27FC236}">
                <a16:creationId xmlns:a16="http://schemas.microsoft.com/office/drawing/2014/main" id="{06FEE73B-97D8-6DDC-957D-7A34C38CF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0376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0">
          <a:extLst>
            <a:ext uri="{FF2B5EF4-FFF2-40B4-BE49-F238E27FC236}">
              <a16:creationId xmlns:a16="http://schemas.microsoft.com/office/drawing/2014/main" id="{ED717EDE-F9D5-0656-9FEF-A5A9E2A1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1" name="Google Shape;5881;ga1242414e1_0_31:notes">
            <a:extLst>
              <a:ext uri="{FF2B5EF4-FFF2-40B4-BE49-F238E27FC236}">
                <a16:creationId xmlns:a16="http://schemas.microsoft.com/office/drawing/2014/main" id="{8A6EB87F-861F-5A86-983D-B1F8C4CACE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2" name="Google Shape;5882;ga1242414e1_0_31:notes">
            <a:extLst>
              <a:ext uri="{FF2B5EF4-FFF2-40B4-BE49-F238E27FC236}">
                <a16:creationId xmlns:a16="http://schemas.microsoft.com/office/drawing/2014/main" id="{FB007CA6-233D-7B77-48FA-653DA0049C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6271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1" name="Google Shape;5881;ga1242414e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2" name="Google Shape;5882;ga1242414e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0">
          <a:extLst>
            <a:ext uri="{FF2B5EF4-FFF2-40B4-BE49-F238E27FC236}">
              <a16:creationId xmlns:a16="http://schemas.microsoft.com/office/drawing/2014/main" id="{69330E5D-392D-D781-43D6-884597C9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1" name="Google Shape;5881;ga1242414e1_0_31:notes">
            <a:extLst>
              <a:ext uri="{FF2B5EF4-FFF2-40B4-BE49-F238E27FC236}">
                <a16:creationId xmlns:a16="http://schemas.microsoft.com/office/drawing/2014/main" id="{231201EA-56CC-1615-7B7A-0827D7E20B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2" name="Google Shape;5882;ga1242414e1_0_31:notes">
            <a:extLst>
              <a:ext uri="{FF2B5EF4-FFF2-40B4-BE49-F238E27FC236}">
                <a16:creationId xmlns:a16="http://schemas.microsoft.com/office/drawing/2014/main" id="{A521A803-6127-20A3-7F72-57717F5CD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028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9" name="Google Shape;5979;ga1242414e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0" name="Google Shape;5980;ga1242414e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7" name="Google Shape;7437;g8b385fd27f_2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8" name="Google Shape;7438;g8b385fd27f_2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1">
          <a:extLst>
            <a:ext uri="{FF2B5EF4-FFF2-40B4-BE49-F238E27FC236}">
              <a16:creationId xmlns:a16="http://schemas.microsoft.com/office/drawing/2014/main" id="{CCCB55EF-760F-0900-6F29-EB9B9920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2" name="Google Shape;5512;ga1242414e1_0_308:notes">
            <a:extLst>
              <a:ext uri="{FF2B5EF4-FFF2-40B4-BE49-F238E27FC236}">
                <a16:creationId xmlns:a16="http://schemas.microsoft.com/office/drawing/2014/main" id="{CC456F5F-69E0-B979-2C4D-DDA23B339E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3" name="Google Shape;5513;ga1242414e1_0_308:notes">
            <a:extLst>
              <a:ext uri="{FF2B5EF4-FFF2-40B4-BE49-F238E27FC236}">
                <a16:creationId xmlns:a16="http://schemas.microsoft.com/office/drawing/2014/main" id="{00238033-F550-460B-679F-DF5B0C768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8196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2" name="Google Shape;5512;ga1242414e1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3" name="Google Shape;5513;ga1242414e1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6" name="Google Shape;6396;ga1242414e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7" name="Google Shape;6397;ga1242414e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4" name="Google Shape;7714;ga1242414e1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5" name="Google Shape;7715;ga1242414e1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3">
          <a:extLst>
            <a:ext uri="{FF2B5EF4-FFF2-40B4-BE49-F238E27FC236}">
              <a16:creationId xmlns:a16="http://schemas.microsoft.com/office/drawing/2014/main" id="{EBA345D8-784B-9CCE-B505-204AAE85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4" name="Google Shape;7714;ga1242414e1_0_312:notes">
            <a:extLst>
              <a:ext uri="{FF2B5EF4-FFF2-40B4-BE49-F238E27FC236}">
                <a16:creationId xmlns:a16="http://schemas.microsoft.com/office/drawing/2014/main" id="{03959B14-5FA2-A94F-6925-B4EE476D3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5" name="Google Shape;7715;ga1242414e1_0_312:notes">
            <a:extLst>
              <a:ext uri="{FF2B5EF4-FFF2-40B4-BE49-F238E27FC236}">
                <a16:creationId xmlns:a16="http://schemas.microsoft.com/office/drawing/2014/main" id="{CB0C39F9-5F61-5746-E3E4-4D4162E2F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351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6" name="Google Shape;6176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7" name="Google Shape;6177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5" name="Google Shape;7295;ga1242414e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6" name="Google Shape;7296;ga1242414e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4">
          <a:extLst>
            <a:ext uri="{FF2B5EF4-FFF2-40B4-BE49-F238E27FC236}">
              <a16:creationId xmlns:a16="http://schemas.microsoft.com/office/drawing/2014/main" id="{F7439A9B-D755-DD1C-BC97-F7AD332E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5" name="Google Shape;7295;ga1242414e1_0_80:notes">
            <a:extLst>
              <a:ext uri="{FF2B5EF4-FFF2-40B4-BE49-F238E27FC236}">
                <a16:creationId xmlns:a16="http://schemas.microsoft.com/office/drawing/2014/main" id="{B2355147-52C4-C86E-8DF4-DE9BD66B5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6" name="Google Shape;7296;ga1242414e1_0_80:notes">
            <a:extLst>
              <a:ext uri="{FF2B5EF4-FFF2-40B4-BE49-F238E27FC236}">
                <a16:creationId xmlns:a16="http://schemas.microsoft.com/office/drawing/2014/main" id="{AE87B397-A276-05D8-EB93-56A3F9090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9786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5" name="Google Shape;9975;g8b385fd27f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6" name="Google Shape;9976;g8b385fd27f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100" y="646783"/>
            <a:ext cx="6381000" cy="202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100" y="2675958"/>
            <a:ext cx="4218000" cy="393900"/>
          </a:xfrm>
          <a:prstGeom prst="rect">
            <a:avLst/>
          </a:prstGeom>
          <a:solidFill>
            <a:srgbClr val="00BDA5">
              <a:alpha val="50309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648699"/>
            <a:ext cx="9143981" cy="494801"/>
            <a:chOff x="0" y="4648699"/>
            <a:chExt cx="9143981" cy="494801"/>
          </a:xfrm>
        </p:grpSpPr>
        <p:sp>
          <p:nvSpPr>
            <p:cNvPr id="12" name="Google Shape;12;p2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920301" y="5071842"/>
              <a:ext cx="652280" cy="71658"/>
            </a:xfrm>
            <a:custGeom>
              <a:avLst/>
              <a:gdLst/>
              <a:ahLst/>
              <a:cxnLst/>
              <a:rect l="l" t="t" r="r" b="b"/>
              <a:pathLst>
                <a:path w="5664" h="686" extrusionOk="0">
                  <a:moveTo>
                    <a:pt x="153" y="1"/>
                  </a:moveTo>
                  <a:lnTo>
                    <a:pt x="0" y="686"/>
                  </a:lnTo>
                  <a:lnTo>
                    <a:pt x="5663" y="686"/>
                  </a:lnTo>
                  <a:lnTo>
                    <a:pt x="55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954619" y="4945347"/>
              <a:ext cx="583528" cy="58078"/>
            </a:xfrm>
            <a:custGeom>
              <a:avLst/>
              <a:gdLst/>
              <a:ahLst/>
              <a:cxnLst/>
              <a:rect l="l" t="t" r="r" b="b"/>
              <a:pathLst>
                <a:path w="5067" h="556" extrusionOk="0">
                  <a:moveTo>
                    <a:pt x="123" y="0"/>
                  </a:moveTo>
                  <a:lnTo>
                    <a:pt x="1" y="556"/>
                  </a:lnTo>
                  <a:lnTo>
                    <a:pt x="5066" y="556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82373" y="4842459"/>
              <a:ext cx="527444" cy="47319"/>
            </a:xfrm>
            <a:custGeom>
              <a:avLst/>
              <a:gdLst/>
              <a:ahLst/>
              <a:cxnLst/>
              <a:rect l="l" t="t" r="r" b="b"/>
              <a:pathLst>
                <a:path w="4580" h="453" extrusionOk="0">
                  <a:moveTo>
                    <a:pt x="105" y="0"/>
                  </a:moveTo>
                  <a:lnTo>
                    <a:pt x="1" y="453"/>
                  </a:lnTo>
                  <a:lnTo>
                    <a:pt x="4580" y="453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05405" y="4756387"/>
              <a:ext cx="481610" cy="40112"/>
            </a:xfrm>
            <a:custGeom>
              <a:avLst/>
              <a:gdLst/>
              <a:ahLst/>
              <a:cxnLst/>
              <a:rect l="l" t="t" r="r" b="b"/>
              <a:pathLst>
                <a:path w="4182" h="384" extrusionOk="0">
                  <a:moveTo>
                    <a:pt x="89" y="0"/>
                  </a:moveTo>
                  <a:lnTo>
                    <a:pt x="0" y="384"/>
                  </a:lnTo>
                  <a:lnTo>
                    <a:pt x="4181" y="384"/>
                  </a:lnTo>
                  <a:lnTo>
                    <a:pt x="40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024752" y="4684000"/>
              <a:ext cx="442685" cy="33635"/>
            </a:xfrm>
            <a:custGeom>
              <a:avLst/>
              <a:gdLst/>
              <a:ahLst/>
              <a:cxnLst/>
              <a:rect l="l" t="t" r="r" b="b"/>
              <a:pathLst>
                <a:path w="3844" h="322" extrusionOk="0">
                  <a:moveTo>
                    <a:pt x="73" y="0"/>
                  </a:moveTo>
                  <a:lnTo>
                    <a:pt x="1" y="322"/>
                  </a:lnTo>
                  <a:lnTo>
                    <a:pt x="3844" y="322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>
              <a:off x="37553" y="4848410"/>
              <a:ext cx="9104869" cy="16152"/>
              <a:chOff x="37553" y="4958838"/>
              <a:chExt cx="9104869" cy="16152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296291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" name="Google Shape;45;p2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46" name="Google Shape;46;p2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60;p2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61;p2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" name="Google Shape;62;p2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63;p2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64;p2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65;p2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7" name="Google Shape;67;p2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68" name="Google Shape;68;p2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70;p2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71;p2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2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2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2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80;p2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;p2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;p2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88;p2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9" name="Google Shape;89;p2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90" name="Google Shape;90;p2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2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2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2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106;p2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" name="Google Shape;107;p2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108;p2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109;p2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" name="Google Shape;110;p2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1" name="Google Shape;111;p2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3"/>
          <p:cNvGrpSpPr/>
          <p:nvPr/>
        </p:nvGrpSpPr>
        <p:grpSpPr>
          <a:xfrm>
            <a:off x="0" y="4648699"/>
            <a:ext cx="9143981" cy="494801"/>
            <a:chOff x="0" y="4648699"/>
            <a:chExt cx="9143981" cy="494801"/>
          </a:xfrm>
        </p:grpSpPr>
        <p:sp>
          <p:nvSpPr>
            <p:cNvPr id="115" name="Google Shape;115;p3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920301" y="5071842"/>
              <a:ext cx="652280" cy="71658"/>
            </a:xfrm>
            <a:custGeom>
              <a:avLst/>
              <a:gdLst/>
              <a:ahLst/>
              <a:cxnLst/>
              <a:rect l="l" t="t" r="r" b="b"/>
              <a:pathLst>
                <a:path w="5664" h="686" extrusionOk="0">
                  <a:moveTo>
                    <a:pt x="153" y="1"/>
                  </a:moveTo>
                  <a:lnTo>
                    <a:pt x="0" y="686"/>
                  </a:lnTo>
                  <a:lnTo>
                    <a:pt x="5663" y="686"/>
                  </a:lnTo>
                  <a:lnTo>
                    <a:pt x="55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954619" y="4945347"/>
              <a:ext cx="583528" cy="58078"/>
            </a:xfrm>
            <a:custGeom>
              <a:avLst/>
              <a:gdLst/>
              <a:ahLst/>
              <a:cxnLst/>
              <a:rect l="l" t="t" r="r" b="b"/>
              <a:pathLst>
                <a:path w="5067" h="556" extrusionOk="0">
                  <a:moveTo>
                    <a:pt x="123" y="0"/>
                  </a:moveTo>
                  <a:lnTo>
                    <a:pt x="1" y="556"/>
                  </a:lnTo>
                  <a:lnTo>
                    <a:pt x="5066" y="556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982373" y="4842459"/>
              <a:ext cx="527444" cy="47319"/>
            </a:xfrm>
            <a:custGeom>
              <a:avLst/>
              <a:gdLst/>
              <a:ahLst/>
              <a:cxnLst/>
              <a:rect l="l" t="t" r="r" b="b"/>
              <a:pathLst>
                <a:path w="4580" h="453" extrusionOk="0">
                  <a:moveTo>
                    <a:pt x="105" y="0"/>
                  </a:moveTo>
                  <a:lnTo>
                    <a:pt x="1" y="453"/>
                  </a:lnTo>
                  <a:lnTo>
                    <a:pt x="4580" y="453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2005405" y="4756387"/>
              <a:ext cx="481610" cy="40112"/>
            </a:xfrm>
            <a:custGeom>
              <a:avLst/>
              <a:gdLst/>
              <a:ahLst/>
              <a:cxnLst/>
              <a:rect l="l" t="t" r="r" b="b"/>
              <a:pathLst>
                <a:path w="4182" h="384" extrusionOk="0">
                  <a:moveTo>
                    <a:pt x="89" y="0"/>
                  </a:moveTo>
                  <a:lnTo>
                    <a:pt x="0" y="384"/>
                  </a:lnTo>
                  <a:lnTo>
                    <a:pt x="4181" y="384"/>
                  </a:lnTo>
                  <a:lnTo>
                    <a:pt x="40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2024752" y="4684000"/>
              <a:ext cx="442685" cy="33635"/>
            </a:xfrm>
            <a:custGeom>
              <a:avLst/>
              <a:gdLst/>
              <a:ahLst/>
              <a:cxnLst/>
              <a:rect l="l" t="t" r="r" b="b"/>
              <a:pathLst>
                <a:path w="3844" h="322" extrusionOk="0">
                  <a:moveTo>
                    <a:pt x="73" y="0"/>
                  </a:moveTo>
                  <a:lnTo>
                    <a:pt x="1" y="322"/>
                  </a:lnTo>
                  <a:lnTo>
                    <a:pt x="3844" y="322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" name="Google Shape;122;p3"/>
            <p:cNvGrpSpPr/>
            <p:nvPr/>
          </p:nvGrpSpPr>
          <p:grpSpPr>
            <a:xfrm>
              <a:off x="37553" y="4848410"/>
              <a:ext cx="9104869" cy="16152"/>
              <a:chOff x="37553" y="4958838"/>
              <a:chExt cx="9104869" cy="16152"/>
            </a:xfrm>
          </p:grpSpPr>
          <p:sp>
            <p:nvSpPr>
              <p:cNvPr id="123" name="Google Shape;123;p3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3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3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3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3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3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3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3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2296291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8" name="Google Shape;148;p3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49" name="Google Shape;149;p3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150;p3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" name="Google Shape;151;p3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" name="Google Shape;152;p3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3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154;p3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155;p3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3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157;p3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158;p3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3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" name="Google Shape;160;p3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" name="Google Shape;161;p3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" name="Google Shape;162;p3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" name="Google Shape;163;p3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164;p3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3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166;p3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167;p3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168;p3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169;p3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0" name="Google Shape;170;p3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71" name="Google Shape;171;p3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3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3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3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3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3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3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3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3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80;p3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3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3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3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3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3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93" name="Google Shape;193;p3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3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3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3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3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3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3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200;p3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201;p3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3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203;p3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204;p3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205;p3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206;p3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07;p3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08;p3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3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3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3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3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3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4" name="Google Shape;214;p3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6" name="Google Shape;216;p3"/>
          <p:cNvGrpSpPr/>
          <p:nvPr/>
        </p:nvGrpSpPr>
        <p:grpSpPr>
          <a:xfrm rot="10800000" flipH="1">
            <a:off x="-415614" y="-539118"/>
            <a:ext cx="2667086" cy="1376262"/>
            <a:chOff x="4082343" y="2181468"/>
            <a:chExt cx="2251465" cy="1161795"/>
          </a:xfrm>
        </p:grpSpPr>
        <p:sp>
          <p:nvSpPr>
            <p:cNvPr id="217" name="Google Shape;217;p3"/>
            <p:cNvSpPr/>
            <p:nvPr/>
          </p:nvSpPr>
          <p:spPr>
            <a:xfrm>
              <a:off x="4082343" y="2181468"/>
              <a:ext cx="2251465" cy="1161795"/>
            </a:xfrm>
            <a:custGeom>
              <a:avLst/>
              <a:gdLst/>
              <a:ahLst/>
              <a:cxnLst/>
              <a:rect l="l" t="t" r="r" b="b"/>
              <a:pathLst>
                <a:path w="23350" h="12049" extrusionOk="0">
                  <a:moveTo>
                    <a:pt x="1" y="1"/>
                  </a:moveTo>
                  <a:lnTo>
                    <a:pt x="1" y="4150"/>
                  </a:lnTo>
                  <a:lnTo>
                    <a:pt x="17885" y="4150"/>
                  </a:lnTo>
                  <a:cubicBezTo>
                    <a:pt x="18491" y="4150"/>
                    <a:pt x="19000" y="4560"/>
                    <a:pt x="19153" y="5116"/>
                  </a:cubicBezTo>
                  <a:cubicBezTo>
                    <a:pt x="19184" y="5227"/>
                    <a:pt x="19203" y="11925"/>
                    <a:pt x="19203" y="12048"/>
                  </a:cubicBezTo>
                  <a:lnTo>
                    <a:pt x="23349" y="12048"/>
                  </a:lnTo>
                  <a:cubicBezTo>
                    <a:pt x="23349" y="11668"/>
                    <a:pt x="23311" y="4721"/>
                    <a:pt x="23238" y="4364"/>
                  </a:cubicBezTo>
                  <a:cubicBezTo>
                    <a:pt x="22728" y="1878"/>
                    <a:pt x="20521" y="1"/>
                    <a:pt x="17885" y="1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6125222" y="3188976"/>
              <a:ext cx="15620" cy="61807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1" y="1"/>
                  </a:moveTo>
                  <a:lnTo>
                    <a:pt x="1" y="641"/>
                  </a:lnTo>
                  <a:lnTo>
                    <a:pt x="162" y="64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6125222" y="3066038"/>
              <a:ext cx="15620" cy="61710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1" y="0"/>
                  </a:moveTo>
                  <a:lnTo>
                    <a:pt x="1" y="639"/>
                  </a:lnTo>
                  <a:lnTo>
                    <a:pt x="162" y="639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6125222" y="2942908"/>
              <a:ext cx="15620" cy="61807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1" y="1"/>
                  </a:moveTo>
                  <a:lnTo>
                    <a:pt x="1" y="641"/>
                  </a:lnTo>
                  <a:lnTo>
                    <a:pt x="162" y="64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6125222" y="2819971"/>
              <a:ext cx="15620" cy="61710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1" y="0"/>
                  </a:moveTo>
                  <a:lnTo>
                    <a:pt x="1" y="639"/>
                  </a:lnTo>
                  <a:lnTo>
                    <a:pt x="162" y="639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6125222" y="2696840"/>
              <a:ext cx="15620" cy="61807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1" y="1"/>
                  </a:moveTo>
                  <a:lnTo>
                    <a:pt x="1" y="641"/>
                  </a:lnTo>
                  <a:lnTo>
                    <a:pt x="162" y="64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6098995" y="2573421"/>
              <a:ext cx="34037" cy="63350"/>
            </a:xfrm>
            <a:custGeom>
              <a:avLst/>
              <a:gdLst/>
              <a:ahLst/>
              <a:cxnLst/>
              <a:rect l="l" t="t" r="r" b="b"/>
              <a:pathLst>
                <a:path w="353" h="657" extrusionOk="0">
                  <a:moveTo>
                    <a:pt x="146" y="0"/>
                  </a:moveTo>
                  <a:lnTo>
                    <a:pt x="1" y="66"/>
                  </a:lnTo>
                  <a:cubicBezTo>
                    <a:pt x="85" y="253"/>
                    <a:pt x="151" y="453"/>
                    <a:pt x="197" y="656"/>
                  </a:cubicBezTo>
                  <a:lnTo>
                    <a:pt x="353" y="621"/>
                  </a:lnTo>
                  <a:cubicBezTo>
                    <a:pt x="303" y="407"/>
                    <a:pt x="234" y="20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6031404" y="2470346"/>
              <a:ext cx="51104" cy="57082"/>
            </a:xfrm>
            <a:custGeom>
              <a:avLst/>
              <a:gdLst/>
              <a:ahLst/>
              <a:cxnLst/>
              <a:rect l="l" t="t" r="r" b="b"/>
              <a:pathLst>
                <a:path w="530" h="592" extrusionOk="0">
                  <a:moveTo>
                    <a:pt x="111" y="1"/>
                  </a:moveTo>
                  <a:lnTo>
                    <a:pt x="1" y="116"/>
                  </a:lnTo>
                  <a:cubicBezTo>
                    <a:pt x="146" y="261"/>
                    <a:pt x="281" y="422"/>
                    <a:pt x="399" y="591"/>
                  </a:cubicBezTo>
                  <a:lnTo>
                    <a:pt x="530" y="503"/>
                  </a:lnTo>
                  <a:cubicBezTo>
                    <a:pt x="407" y="323"/>
                    <a:pt x="265" y="154"/>
                    <a:pt x="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5932090" y="2400537"/>
              <a:ext cx="61325" cy="43004"/>
            </a:xfrm>
            <a:custGeom>
              <a:avLst/>
              <a:gdLst/>
              <a:ahLst/>
              <a:cxnLst/>
              <a:rect l="l" t="t" r="r" b="b"/>
              <a:pathLst>
                <a:path w="636" h="446" extrusionOk="0">
                  <a:moveTo>
                    <a:pt x="65" y="0"/>
                  </a:moveTo>
                  <a:lnTo>
                    <a:pt x="0" y="146"/>
                  </a:lnTo>
                  <a:cubicBezTo>
                    <a:pt x="191" y="230"/>
                    <a:pt x="375" y="330"/>
                    <a:pt x="548" y="445"/>
                  </a:cubicBezTo>
                  <a:lnTo>
                    <a:pt x="635" y="311"/>
                  </a:lnTo>
                  <a:cubicBezTo>
                    <a:pt x="456" y="192"/>
                    <a:pt x="264" y="85"/>
                    <a:pt x="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5815613" y="2373925"/>
              <a:ext cx="62964" cy="22659"/>
            </a:xfrm>
            <a:custGeom>
              <a:avLst/>
              <a:gdLst/>
              <a:ahLst/>
              <a:cxnLst/>
              <a:rect l="l" t="t" r="r" b="b"/>
              <a:pathLst>
                <a:path w="653" h="235" extrusionOk="0">
                  <a:moveTo>
                    <a:pt x="4" y="0"/>
                  </a:moveTo>
                  <a:lnTo>
                    <a:pt x="0" y="161"/>
                  </a:lnTo>
                  <a:cubicBezTo>
                    <a:pt x="207" y="166"/>
                    <a:pt x="414" y="192"/>
                    <a:pt x="618" y="235"/>
                  </a:cubicBezTo>
                  <a:lnTo>
                    <a:pt x="653" y="77"/>
                  </a:lnTo>
                  <a:cubicBezTo>
                    <a:pt x="437" y="31"/>
                    <a:pt x="223" y="5"/>
                    <a:pt x="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5692580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5569546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5446512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5323479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5200445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5077411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4954378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4830959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4708021" y="2373925"/>
              <a:ext cx="61710" cy="15235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4584891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4461954" y="2373925"/>
              <a:ext cx="61710" cy="15235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4338824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4215791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4132290" y="2373925"/>
              <a:ext cx="22274" cy="15235"/>
            </a:xfrm>
            <a:custGeom>
              <a:avLst/>
              <a:gdLst/>
              <a:ahLst/>
              <a:cxnLst/>
              <a:rect l="l" t="t" r="r" b="b"/>
              <a:pathLst>
                <a:path w="23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231" y="157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" name="Google Shape;241;p3"/>
          <p:cNvSpPr txBox="1">
            <a:spLocks noGrp="1"/>
          </p:cNvSpPr>
          <p:nvPr>
            <p:ph type="title"/>
          </p:nvPr>
        </p:nvSpPr>
        <p:spPr>
          <a:xfrm>
            <a:off x="713100" y="1898900"/>
            <a:ext cx="4213200" cy="8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2" name="Google Shape;242;p3"/>
          <p:cNvSpPr txBox="1">
            <a:spLocks noGrp="1"/>
          </p:cNvSpPr>
          <p:nvPr>
            <p:ph type="title" idx="2" hasCustomPrompt="1"/>
          </p:nvPr>
        </p:nvSpPr>
        <p:spPr>
          <a:xfrm>
            <a:off x="713100" y="1185401"/>
            <a:ext cx="10614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43" name="Google Shape;243;p3"/>
          <p:cNvSpPr txBox="1">
            <a:spLocks noGrp="1"/>
          </p:cNvSpPr>
          <p:nvPr>
            <p:ph type="subTitle" idx="1"/>
          </p:nvPr>
        </p:nvSpPr>
        <p:spPr>
          <a:xfrm>
            <a:off x="713100" y="2899163"/>
            <a:ext cx="4213200" cy="393900"/>
          </a:xfrm>
          <a:prstGeom prst="rect">
            <a:avLst/>
          </a:prstGeom>
          <a:solidFill>
            <a:srgbClr val="00BDA5">
              <a:alpha val="50309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5"/>
          <p:cNvSpPr txBox="1">
            <a:spLocks noGrp="1"/>
          </p:cNvSpPr>
          <p:nvPr>
            <p:ph type="subTitle" idx="1"/>
          </p:nvPr>
        </p:nvSpPr>
        <p:spPr>
          <a:xfrm>
            <a:off x="4998022" y="2815175"/>
            <a:ext cx="2407200" cy="7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5" name="Google Shape;425;p5"/>
          <p:cNvSpPr txBox="1">
            <a:spLocks noGrp="1"/>
          </p:cNvSpPr>
          <p:nvPr>
            <p:ph type="subTitle" idx="2"/>
          </p:nvPr>
        </p:nvSpPr>
        <p:spPr>
          <a:xfrm>
            <a:off x="1738775" y="2822975"/>
            <a:ext cx="2407200" cy="7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6" name="Google Shape;426;p5"/>
          <p:cNvSpPr txBox="1">
            <a:spLocks noGrp="1"/>
          </p:cNvSpPr>
          <p:nvPr>
            <p:ph type="subTitle" idx="3"/>
          </p:nvPr>
        </p:nvSpPr>
        <p:spPr>
          <a:xfrm>
            <a:off x="4998018" y="2362825"/>
            <a:ext cx="24072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5"/>
          <p:cNvSpPr txBox="1">
            <a:spLocks noGrp="1"/>
          </p:cNvSpPr>
          <p:nvPr>
            <p:ph type="subTitle" idx="4"/>
          </p:nvPr>
        </p:nvSpPr>
        <p:spPr>
          <a:xfrm>
            <a:off x="1738775" y="2368757"/>
            <a:ext cx="24072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28" name="Google Shape;428;p5"/>
          <p:cNvGrpSpPr/>
          <p:nvPr/>
        </p:nvGrpSpPr>
        <p:grpSpPr>
          <a:xfrm flipH="1">
            <a:off x="0" y="4648699"/>
            <a:ext cx="9143981" cy="494801"/>
            <a:chOff x="0" y="4648699"/>
            <a:chExt cx="9143981" cy="494801"/>
          </a:xfrm>
        </p:grpSpPr>
        <p:sp>
          <p:nvSpPr>
            <p:cNvPr id="429" name="Google Shape;429;p5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1920301" y="5071842"/>
              <a:ext cx="652280" cy="71658"/>
            </a:xfrm>
            <a:custGeom>
              <a:avLst/>
              <a:gdLst/>
              <a:ahLst/>
              <a:cxnLst/>
              <a:rect l="l" t="t" r="r" b="b"/>
              <a:pathLst>
                <a:path w="5664" h="686" extrusionOk="0">
                  <a:moveTo>
                    <a:pt x="153" y="1"/>
                  </a:moveTo>
                  <a:lnTo>
                    <a:pt x="0" y="686"/>
                  </a:lnTo>
                  <a:lnTo>
                    <a:pt x="5663" y="686"/>
                  </a:lnTo>
                  <a:lnTo>
                    <a:pt x="55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1954619" y="4945347"/>
              <a:ext cx="583528" cy="58078"/>
            </a:xfrm>
            <a:custGeom>
              <a:avLst/>
              <a:gdLst/>
              <a:ahLst/>
              <a:cxnLst/>
              <a:rect l="l" t="t" r="r" b="b"/>
              <a:pathLst>
                <a:path w="5067" h="556" extrusionOk="0">
                  <a:moveTo>
                    <a:pt x="123" y="0"/>
                  </a:moveTo>
                  <a:lnTo>
                    <a:pt x="1" y="556"/>
                  </a:lnTo>
                  <a:lnTo>
                    <a:pt x="5066" y="556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1982373" y="4842459"/>
              <a:ext cx="527444" cy="47319"/>
            </a:xfrm>
            <a:custGeom>
              <a:avLst/>
              <a:gdLst/>
              <a:ahLst/>
              <a:cxnLst/>
              <a:rect l="l" t="t" r="r" b="b"/>
              <a:pathLst>
                <a:path w="4580" h="453" extrusionOk="0">
                  <a:moveTo>
                    <a:pt x="105" y="0"/>
                  </a:moveTo>
                  <a:lnTo>
                    <a:pt x="1" y="453"/>
                  </a:lnTo>
                  <a:lnTo>
                    <a:pt x="4580" y="453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2005405" y="4756387"/>
              <a:ext cx="481610" cy="40112"/>
            </a:xfrm>
            <a:custGeom>
              <a:avLst/>
              <a:gdLst/>
              <a:ahLst/>
              <a:cxnLst/>
              <a:rect l="l" t="t" r="r" b="b"/>
              <a:pathLst>
                <a:path w="4182" h="384" extrusionOk="0">
                  <a:moveTo>
                    <a:pt x="89" y="0"/>
                  </a:moveTo>
                  <a:lnTo>
                    <a:pt x="0" y="384"/>
                  </a:lnTo>
                  <a:lnTo>
                    <a:pt x="4181" y="384"/>
                  </a:lnTo>
                  <a:lnTo>
                    <a:pt x="40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2024752" y="4684000"/>
              <a:ext cx="442685" cy="33635"/>
            </a:xfrm>
            <a:custGeom>
              <a:avLst/>
              <a:gdLst/>
              <a:ahLst/>
              <a:cxnLst/>
              <a:rect l="l" t="t" r="r" b="b"/>
              <a:pathLst>
                <a:path w="3844" h="322" extrusionOk="0">
                  <a:moveTo>
                    <a:pt x="73" y="0"/>
                  </a:moveTo>
                  <a:lnTo>
                    <a:pt x="1" y="322"/>
                  </a:lnTo>
                  <a:lnTo>
                    <a:pt x="3844" y="322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6" name="Google Shape;436;p5"/>
            <p:cNvGrpSpPr/>
            <p:nvPr/>
          </p:nvGrpSpPr>
          <p:grpSpPr>
            <a:xfrm>
              <a:off x="37553" y="4848410"/>
              <a:ext cx="9104869" cy="16152"/>
              <a:chOff x="37553" y="4958838"/>
              <a:chExt cx="9104869" cy="16152"/>
            </a:xfrm>
          </p:grpSpPr>
          <p:sp>
            <p:nvSpPr>
              <p:cNvPr id="437" name="Google Shape;437;p5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5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5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5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5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5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5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5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5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5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5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5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5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5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5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5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5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5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5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5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5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5"/>
              <p:cNvSpPr/>
              <p:nvPr/>
            </p:nvSpPr>
            <p:spPr>
              <a:xfrm>
                <a:off x="2296291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5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5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5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62" name="Google Shape;462;p5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463" name="Google Shape;463;p5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5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5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" name="Google Shape;466;p5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" name="Google Shape;467;p5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" name="Google Shape;468;p5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" name="Google Shape;469;p5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" name="Google Shape;470;p5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471;p5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" name="Google Shape;472;p5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" name="Google Shape;473;p5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4" name="Google Shape;474;p5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5" name="Google Shape;475;p5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6" name="Google Shape;476;p5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7" name="Google Shape;477;p5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8" name="Google Shape;478;p5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5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0" name="Google Shape;480;p5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5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5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5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4" name="Google Shape;484;p5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485" name="Google Shape;485;p5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5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5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" name="Google Shape;488;p5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489;p5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0" name="Google Shape;490;p5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491;p5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5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493;p5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5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5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6" name="Google Shape;496;p5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7" name="Google Shape;497;p5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8" name="Google Shape;498;p5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5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0" name="Google Shape;500;p5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1" name="Google Shape;501;p5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2" name="Google Shape;502;p5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3" name="Google Shape;503;p5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5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5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06" name="Google Shape;506;p5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507" name="Google Shape;507;p5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8" name="Google Shape;508;p5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509;p5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510;p5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1" name="Google Shape;511;p5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2" name="Google Shape;512;p5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513;p5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514;p5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5" name="Google Shape;515;p5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6" name="Google Shape;516;p5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7" name="Google Shape;517;p5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8" name="Google Shape;518;p5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" name="Google Shape;519;p5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" name="Google Shape;520;p5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" name="Google Shape;521;p5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5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" name="Google Shape;523;p5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524;p5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5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5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5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28" name="Google Shape;528;p5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5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0" name="Google Shape;530;p5"/>
          <p:cNvGrpSpPr/>
          <p:nvPr/>
        </p:nvGrpSpPr>
        <p:grpSpPr>
          <a:xfrm rot="-5400000" flipH="1">
            <a:off x="7580585" y="948993"/>
            <a:ext cx="2533799" cy="593028"/>
            <a:chOff x="4082343" y="3678604"/>
            <a:chExt cx="2251465" cy="526949"/>
          </a:xfrm>
        </p:grpSpPr>
        <p:sp>
          <p:nvSpPr>
            <p:cNvPr id="531" name="Google Shape;531;p5"/>
            <p:cNvSpPr/>
            <p:nvPr/>
          </p:nvSpPr>
          <p:spPr>
            <a:xfrm>
              <a:off x="4082343" y="3678604"/>
              <a:ext cx="2251465" cy="526949"/>
            </a:xfrm>
            <a:custGeom>
              <a:avLst/>
              <a:gdLst/>
              <a:ahLst/>
              <a:cxnLst/>
              <a:rect l="l" t="t" r="r" b="b"/>
              <a:pathLst>
                <a:path w="23350" h="5465" extrusionOk="0">
                  <a:moveTo>
                    <a:pt x="1" y="0"/>
                  </a:moveTo>
                  <a:lnTo>
                    <a:pt x="1" y="4146"/>
                  </a:lnTo>
                  <a:lnTo>
                    <a:pt x="17885" y="4146"/>
                  </a:lnTo>
                  <a:cubicBezTo>
                    <a:pt x="18613" y="4146"/>
                    <a:pt x="19203" y="4740"/>
                    <a:pt x="19203" y="5465"/>
                  </a:cubicBezTo>
                  <a:lnTo>
                    <a:pt x="23349" y="5465"/>
                  </a:lnTo>
                  <a:cubicBezTo>
                    <a:pt x="23349" y="2453"/>
                    <a:pt x="20900" y="0"/>
                    <a:pt x="17885" y="0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6098995" y="4070557"/>
              <a:ext cx="34037" cy="63253"/>
            </a:xfrm>
            <a:custGeom>
              <a:avLst/>
              <a:gdLst/>
              <a:ahLst/>
              <a:cxnLst/>
              <a:rect l="l" t="t" r="r" b="b"/>
              <a:pathLst>
                <a:path w="353" h="656" extrusionOk="0">
                  <a:moveTo>
                    <a:pt x="146" y="1"/>
                  </a:moveTo>
                  <a:lnTo>
                    <a:pt x="1" y="66"/>
                  </a:lnTo>
                  <a:cubicBezTo>
                    <a:pt x="85" y="254"/>
                    <a:pt x="151" y="453"/>
                    <a:pt x="197" y="656"/>
                  </a:cubicBezTo>
                  <a:lnTo>
                    <a:pt x="353" y="618"/>
                  </a:lnTo>
                  <a:cubicBezTo>
                    <a:pt x="303" y="407"/>
                    <a:pt x="234" y="200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6031404" y="3967483"/>
              <a:ext cx="51104" cy="56986"/>
            </a:xfrm>
            <a:custGeom>
              <a:avLst/>
              <a:gdLst/>
              <a:ahLst/>
              <a:cxnLst/>
              <a:rect l="l" t="t" r="r" b="b"/>
              <a:pathLst>
                <a:path w="530" h="591" extrusionOk="0">
                  <a:moveTo>
                    <a:pt x="111" y="0"/>
                  </a:moveTo>
                  <a:lnTo>
                    <a:pt x="1" y="115"/>
                  </a:lnTo>
                  <a:cubicBezTo>
                    <a:pt x="146" y="262"/>
                    <a:pt x="281" y="418"/>
                    <a:pt x="399" y="591"/>
                  </a:cubicBezTo>
                  <a:lnTo>
                    <a:pt x="530" y="499"/>
                  </a:lnTo>
                  <a:cubicBezTo>
                    <a:pt x="407" y="322"/>
                    <a:pt x="265" y="154"/>
                    <a:pt x="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5932090" y="3897673"/>
              <a:ext cx="61325" cy="42908"/>
            </a:xfrm>
            <a:custGeom>
              <a:avLst/>
              <a:gdLst/>
              <a:ahLst/>
              <a:cxnLst/>
              <a:rect l="l" t="t" r="r" b="b"/>
              <a:pathLst>
                <a:path w="636" h="445" extrusionOk="0">
                  <a:moveTo>
                    <a:pt x="65" y="1"/>
                  </a:moveTo>
                  <a:lnTo>
                    <a:pt x="0" y="146"/>
                  </a:lnTo>
                  <a:cubicBezTo>
                    <a:pt x="191" y="227"/>
                    <a:pt x="375" y="326"/>
                    <a:pt x="548" y="445"/>
                  </a:cubicBezTo>
                  <a:lnTo>
                    <a:pt x="635" y="311"/>
                  </a:lnTo>
                  <a:cubicBezTo>
                    <a:pt x="456" y="188"/>
                    <a:pt x="264" y="84"/>
                    <a:pt x="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5815613" y="3871061"/>
              <a:ext cx="62964" cy="22659"/>
            </a:xfrm>
            <a:custGeom>
              <a:avLst/>
              <a:gdLst/>
              <a:ahLst/>
              <a:cxnLst/>
              <a:rect l="l" t="t" r="r" b="b"/>
              <a:pathLst>
                <a:path w="653" h="235" extrusionOk="0">
                  <a:moveTo>
                    <a:pt x="4" y="1"/>
                  </a:moveTo>
                  <a:lnTo>
                    <a:pt x="0" y="158"/>
                  </a:lnTo>
                  <a:cubicBezTo>
                    <a:pt x="207" y="165"/>
                    <a:pt x="414" y="188"/>
                    <a:pt x="618" y="234"/>
                  </a:cubicBezTo>
                  <a:lnTo>
                    <a:pt x="653" y="77"/>
                  </a:lnTo>
                  <a:cubicBezTo>
                    <a:pt x="437" y="31"/>
                    <a:pt x="223" y="4"/>
                    <a:pt x="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5692580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5569546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5446512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5323479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5200445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5077411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4954378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4830959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4708021" y="3870772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4584891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4461954" y="3870772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5"/>
            <p:cNvSpPr/>
            <p:nvPr/>
          </p:nvSpPr>
          <p:spPr>
            <a:xfrm>
              <a:off x="4338824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5"/>
            <p:cNvSpPr/>
            <p:nvPr/>
          </p:nvSpPr>
          <p:spPr>
            <a:xfrm>
              <a:off x="4215791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4132290" y="3870772"/>
              <a:ext cx="22274" cy="15620"/>
            </a:xfrm>
            <a:custGeom>
              <a:avLst/>
              <a:gdLst/>
              <a:ahLst/>
              <a:cxnLst/>
              <a:rect l="l" t="t" r="r" b="b"/>
              <a:pathLst>
                <a:path w="23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231" y="161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" name="Google Shape;550;p5"/>
          <p:cNvGrpSpPr/>
          <p:nvPr/>
        </p:nvGrpSpPr>
        <p:grpSpPr>
          <a:xfrm>
            <a:off x="-1531022" y="-539655"/>
            <a:ext cx="2244135" cy="1945438"/>
            <a:chOff x="-1189075" y="1978163"/>
            <a:chExt cx="2079250" cy="1802500"/>
          </a:xfrm>
        </p:grpSpPr>
        <p:sp>
          <p:nvSpPr>
            <p:cNvPr id="551" name="Google Shape;551;p5"/>
            <p:cNvSpPr/>
            <p:nvPr/>
          </p:nvSpPr>
          <p:spPr>
            <a:xfrm>
              <a:off x="-1189075" y="1978163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-1095400" y="2085688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555" name="Google Shape;555;p6"/>
          <p:cNvGrpSpPr/>
          <p:nvPr/>
        </p:nvGrpSpPr>
        <p:grpSpPr>
          <a:xfrm rot="-5400000" flipH="1">
            <a:off x="7589110" y="913243"/>
            <a:ext cx="2533799" cy="593028"/>
            <a:chOff x="4082343" y="3678604"/>
            <a:chExt cx="2251465" cy="526949"/>
          </a:xfrm>
        </p:grpSpPr>
        <p:sp>
          <p:nvSpPr>
            <p:cNvPr id="556" name="Google Shape;556;p6"/>
            <p:cNvSpPr/>
            <p:nvPr/>
          </p:nvSpPr>
          <p:spPr>
            <a:xfrm>
              <a:off x="4082343" y="3678604"/>
              <a:ext cx="2251465" cy="526949"/>
            </a:xfrm>
            <a:custGeom>
              <a:avLst/>
              <a:gdLst/>
              <a:ahLst/>
              <a:cxnLst/>
              <a:rect l="l" t="t" r="r" b="b"/>
              <a:pathLst>
                <a:path w="23350" h="5465" extrusionOk="0">
                  <a:moveTo>
                    <a:pt x="1" y="0"/>
                  </a:moveTo>
                  <a:lnTo>
                    <a:pt x="1" y="4146"/>
                  </a:lnTo>
                  <a:lnTo>
                    <a:pt x="17885" y="4146"/>
                  </a:lnTo>
                  <a:cubicBezTo>
                    <a:pt x="18613" y="4146"/>
                    <a:pt x="19203" y="4740"/>
                    <a:pt x="19203" y="5465"/>
                  </a:cubicBezTo>
                  <a:lnTo>
                    <a:pt x="23349" y="5465"/>
                  </a:lnTo>
                  <a:cubicBezTo>
                    <a:pt x="23349" y="2453"/>
                    <a:pt x="20900" y="0"/>
                    <a:pt x="17885" y="0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6098995" y="4070557"/>
              <a:ext cx="34037" cy="63253"/>
            </a:xfrm>
            <a:custGeom>
              <a:avLst/>
              <a:gdLst/>
              <a:ahLst/>
              <a:cxnLst/>
              <a:rect l="l" t="t" r="r" b="b"/>
              <a:pathLst>
                <a:path w="353" h="656" extrusionOk="0">
                  <a:moveTo>
                    <a:pt x="146" y="1"/>
                  </a:moveTo>
                  <a:lnTo>
                    <a:pt x="1" y="66"/>
                  </a:lnTo>
                  <a:cubicBezTo>
                    <a:pt x="85" y="254"/>
                    <a:pt x="151" y="453"/>
                    <a:pt x="197" y="656"/>
                  </a:cubicBezTo>
                  <a:lnTo>
                    <a:pt x="353" y="618"/>
                  </a:lnTo>
                  <a:cubicBezTo>
                    <a:pt x="303" y="407"/>
                    <a:pt x="234" y="200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6"/>
            <p:cNvSpPr/>
            <p:nvPr/>
          </p:nvSpPr>
          <p:spPr>
            <a:xfrm>
              <a:off x="6031404" y="3967483"/>
              <a:ext cx="51104" cy="56986"/>
            </a:xfrm>
            <a:custGeom>
              <a:avLst/>
              <a:gdLst/>
              <a:ahLst/>
              <a:cxnLst/>
              <a:rect l="l" t="t" r="r" b="b"/>
              <a:pathLst>
                <a:path w="530" h="591" extrusionOk="0">
                  <a:moveTo>
                    <a:pt x="111" y="0"/>
                  </a:moveTo>
                  <a:lnTo>
                    <a:pt x="1" y="115"/>
                  </a:lnTo>
                  <a:cubicBezTo>
                    <a:pt x="146" y="262"/>
                    <a:pt x="281" y="418"/>
                    <a:pt x="399" y="591"/>
                  </a:cubicBezTo>
                  <a:lnTo>
                    <a:pt x="530" y="499"/>
                  </a:lnTo>
                  <a:cubicBezTo>
                    <a:pt x="407" y="322"/>
                    <a:pt x="265" y="154"/>
                    <a:pt x="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6"/>
            <p:cNvSpPr/>
            <p:nvPr/>
          </p:nvSpPr>
          <p:spPr>
            <a:xfrm>
              <a:off x="5932090" y="3897673"/>
              <a:ext cx="61325" cy="42908"/>
            </a:xfrm>
            <a:custGeom>
              <a:avLst/>
              <a:gdLst/>
              <a:ahLst/>
              <a:cxnLst/>
              <a:rect l="l" t="t" r="r" b="b"/>
              <a:pathLst>
                <a:path w="636" h="445" extrusionOk="0">
                  <a:moveTo>
                    <a:pt x="65" y="1"/>
                  </a:moveTo>
                  <a:lnTo>
                    <a:pt x="0" y="146"/>
                  </a:lnTo>
                  <a:cubicBezTo>
                    <a:pt x="191" y="227"/>
                    <a:pt x="375" y="326"/>
                    <a:pt x="548" y="445"/>
                  </a:cubicBezTo>
                  <a:lnTo>
                    <a:pt x="635" y="311"/>
                  </a:lnTo>
                  <a:cubicBezTo>
                    <a:pt x="456" y="188"/>
                    <a:pt x="264" y="84"/>
                    <a:pt x="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6"/>
            <p:cNvSpPr/>
            <p:nvPr/>
          </p:nvSpPr>
          <p:spPr>
            <a:xfrm>
              <a:off x="5815613" y="3871061"/>
              <a:ext cx="62964" cy="22659"/>
            </a:xfrm>
            <a:custGeom>
              <a:avLst/>
              <a:gdLst/>
              <a:ahLst/>
              <a:cxnLst/>
              <a:rect l="l" t="t" r="r" b="b"/>
              <a:pathLst>
                <a:path w="653" h="235" extrusionOk="0">
                  <a:moveTo>
                    <a:pt x="4" y="1"/>
                  </a:moveTo>
                  <a:lnTo>
                    <a:pt x="0" y="158"/>
                  </a:lnTo>
                  <a:cubicBezTo>
                    <a:pt x="207" y="165"/>
                    <a:pt x="414" y="188"/>
                    <a:pt x="618" y="234"/>
                  </a:cubicBezTo>
                  <a:lnTo>
                    <a:pt x="653" y="77"/>
                  </a:lnTo>
                  <a:cubicBezTo>
                    <a:pt x="437" y="31"/>
                    <a:pt x="223" y="4"/>
                    <a:pt x="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6"/>
            <p:cNvSpPr/>
            <p:nvPr/>
          </p:nvSpPr>
          <p:spPr>
            <a:xfrm>
              <a:off x="5692580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6"/>
            <p:cNvSpPr/>
            <p:nvPr/>
          </p:nvSpPr>
          <p:spPr>
            <a:xfrm>
              <a:off x="5569546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6"/>
            <p:cNvSpPr/>
            <p:nvPr/>
          </p:nvSpPr>
          <p:spPr>
            <a:xfrm>
              <a:off x="5446512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6"/>
            <p:cNvSpPr/>
            <p:nvPr/>
          </p:nvSpPr>
          <p:spPr>
            <a:xfrm>
              <a:off x="5323479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5200445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5077411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4954378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4830959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4708021" y="3870772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4584891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6"/>
            <p:cNvSpPr/>
            <p:nvPr/>
          </p:nvSpPr>
          <p:spPr>
            <a:xfrm>
              <a:off x="4461954" y="3870772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6"/>
            <p:cNvSpPr/>
            <p:nvPr/>
          </p:nvSpPr>
          <p:spPr>
            <a:xfrm>
              <a:off x="4338824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4215791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4132290" y="3870772"/>
              <a:ext cx="22274" cy="15620"/>
            </a:xfrm>
            <a:custGeom>
              <a:avLst/>
              <a:gdLst/>
              <a:ahLst/>
              <a:cxnLst/>
              <a:rect l="l" t="t" r="r" b="b"/>
              <a:pathLst>
                <a:path w="23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231" y="161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5" name="Google Shape;575;p6"/>
          <p:cNvGrpSpPr/>
          <p:nvPr/>
        </p:nvGrpSpPr>
        <p:grpSpPr>
          <a:xfrm rot="10800000" flipH="1">
            <a:off x="-752639" y="-836268"/>
            <a:ext cx="2667086" cy="1376262"/>
            <a:chOff x="4082343" y="2181468"/>
            <a:chExt cx="2251465" cy="1161795"/>
          </a:xfrm>
        </p:grpSpPr>
        <p:sp>
          <p:nvSpPr>
            <p:cNvPr id="576" name="Google Shape;576;p6"/>
            <p:cNvSpPr/>
            <p:nvPr/>
          </p:nvSpPr>
          <p:spPr>
            <a:xfrm>
              <a:off x="4082343" y="2181468"/>
              <a:ext cx="2251465" cy="1161795"/>
            </a:xfrm>
            <a:custGeom>
              <a:avLst/>
              <a:gdLst/>
              <a:ahLst/>
              <a:cxnLst/>
              <a:rect l="l" t="t" r="r" b="b"/>
              <a:pathLst>
                <a:path w="23350" h="12049" extrusionOk="0">
                  <a:moveTo>
                    <a:pt x="1" y="1"/>
                  </a:moveTo>
                  <a:lnTo>
                    <a:pt x="1" y="4150"/>
                  </a:lnTo>
                  <a:lnTo>
                    <a:pt x="17885" y="4150"/>
                  </a:lnTo>
                  <a:cubicBezTo>
                    <a:pt x="18491" y="4150"/>
                    <a:pt x="19000" y="4560"/>
                    <a:pt x="19153" y="5116"/>
                  </a:cubicBezTo>
                  <a:cubicBezTo>
                    <a:pt x="19184" y="5227"/>
                    <a:pt x="19203" y="11925"/>
                    <a:pt x="19203" y="12048"/>
                  </a:cubicBezTo>
                  <a:lnTo>
                    <a:pt x="23349" y="12048"/>
                  </a:lnTo>
                  <a:cubicBezTo>
                    <a:pt x="23349" y="11668"/>
                    <a:pt x="23311" y="4721"/>
                    <a:pt x="23238" y="4364"/>
                  </a:cubicBezTo>
                  <a:cubicBezTo>
                    <a:pt x="22728" y="1878"/>
                    <a:pt x="20521" y="1"/>
                    <a:pt x="17885" y="1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6125222" y="3188976"/>
              <a:ext cx="15620" cy="61807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1" y="1"/>
                  </a:moveTo>
                  <a:lnTo>
                    <a:pt x="1" y="641"/>
                  </a:lnTo>
                  <a:lnTo>
                    <a:pt x="162" y="64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6125222" y="3066038"/>
              <a:ext cx="15620" cy="61710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1" y="0"/>
                  </a:moveTo>
                  <a:lnTo>
                    <a:pt x="1" y="639"/>
                  </a:lnTo>
                  <a:lnTo>
                    <a:pt x="162" y="639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6125222" y="2942908"/>
              <a:ext cx="15620" cy="61807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1" y="1"/>
                  </a:moveTo>
                  <a:lnTo>
                    <a:pt x="1" y="641"/>
                  </a:lnTo>
                  <a:lnTo>
                    <a:pt x="162" y="64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6125222" y="2819971"/>
              <a:ext cx="15620" cy="61710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1" y="0"/>
                  </a:moveTo>
                  <a:lnTo>
                    <a:pt x="1" y="639"/>
                  </a:lnTo>
                  <a:lnTo>
                    <a:pt x="162" y="639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6125222" y="2696840"/>
              <a:ext cx="15620" cy="61807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1" y="1"/>
                  </a:moveTo>
                  <a:lnTo>
                    <a:pt x="1" y="641"/>
                  </a:lnTo>
                  <a:lnTo>
                    <a:pt x="162" y="64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6098995" y="2573421"/>
              <a:ext cx="34037" cy="63350"/>
            </a:xfrm>
            <a:custGeom>
              <a:avLst/>
              <a:gdLst/>
              <a:ahLst/>
              <a:cxnLst/>
              <a:rect l="l" t="t" r="r" b="b"/>
              <a:pathLst>
                <a:path w="353" h="657" extrusionOk="0">
                  <a:moveTo>
                    <a:pt x="146" y="0"/>
                  </a:moveTo>
                  <a:lnTo>
                    <a:pt x="1" y="66"/>
                  </a:lnTo>
                  <a:cubicBezTo>
                    <a:pt x="85" y="253"/>
                    <a:pt x="151" y="453"/>
                    <a:pt x="197" y="656"/>
                  </a:cubicBezTo>
                  <a:lnTo>
                    <a:pt x="353" y="621"/>
                  </a:lnTo>
                  <a:cubicBezTo>
                    <a:pt x="303" y="407"/>
                    <a:pt x="234" y="20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6031404" y="2470346"/>
              <a:ext cx="51104" cy="57082"/>
            </a:xfrm>
            <a:custGeom>
              <a:avLst/>
              <a:gdLst/>
              <a:ahLst/>
              <a:cxnLst/>
              <a:rect l="l" t="t" r="r" b="b"/>
              <a:pathLst>
                <a:path w="530" h="592" extrusionOk="0">
                  <a:moveTo>
                    <a:pt x="111" y="1"/>
                  </a:moveTo>
                  <a:lnTo>
                    <a:pt x="1" y="116"/>
                  </a:lnTo>
                  <a:cubicBezTo>
                    <a:pt x="146" y="261"/>
                    <a:pt x="281" y="422"/>
                    <a:pt x="399" y="591"/>
                  </a:cubicBezTo>
                  <a:lnTo>
                    <a:pt x="530" y="503"/>
                  </a:lnTo>
                  <a:cubicBezTo>
                    <a:pt x="407" y="323"/>
                    <a:pt x="265" y="154"/>
                    <a:pt x="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5932090" y="2400537"/>
              <a:ext cx="61325" cy="43004"/>
            </a:xfrm>
            <a:custGeom>
              <a:avLst/>
              <a:gdLst/>
              <a:ahLst/>
              <a:cxnLst/>
              <a:rect l="l" t="t" r="r" b="b"/>
              <a:pathLst>
                <a:path w="636" h="446" extrusionOk="0">
                  <a:moveTo>
                    <a:pt x="65" y="0"/>
                  </a:moveTo>
                  <a:lnTo>
                    <a:pt x="0" y="146"/>
                  </a:lnTo>
                  <a:cubicBezTo>
                    <a:pt x="191" y="230"/>
                    <a:pt x="375" y="330"/>
                    <a:pt x="548" y="445"/>
                  </a:cubicBezTo>
                  <a:lnTo>
                    <a:pt x="635" y="311"/>
                  </a:lnTo>
                  <a:cubicBezTo>
                    <a:pt x="456" y="192"/>
                    <a:pt x="264" y="85"/>
                    <a:pt x="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5815613" y="2373925"/>
              <a:ext cx="62964" cy="22659"/>
            </a:xfrm>
            <a:custGeom>
              <a:avLst/>
              <a:gdLst/>
              <a:ahLst/>
              <a:cxnLst/>
              <a:rect l="l" t="t" r="r" b="b"/>
              <a:pathLst>
                <a:path w="653" h="235" extrusionOk="0">
                  <a:moveTo>
                    <a:pt x="4" y="0"/>
                  </a:moveTo>
                  <a:lnTo>
                    <a:pt x="0" y="161"/>
                  </a:lnTo>
                  <a:cubicBezTo>
                    <a:pt x="207" y="166"/>
                    <a:pt x="414" y="192"/>
                    <a:pt x="618" y="235"/>
                  </a:cubicBezTo>
                  <a:lnTo>
                    <a:pt x="653" y="77"/>
                  </a:lnTo>
                  <a:cubicBezTo>
                    <a:pt x="437" y="31"/>
                    <a:pt x="223" y="5"/>
                    <a:pt x="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5692580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5569546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5446512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5323479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5200445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5077411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4954378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4830959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4708021" y="2373925"/>
              <a:ext cx="61710" cy="15235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4584891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4461954" y="2373925"/>
              <a:ext cx="61710" cy="15235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4338824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4215791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4132290" y="2373925"/>
              <a:ext cx="22274" cy="15235"/>
            </a:xfrm>
            <a:custGeom>
              <a:avLst/>
              <a:gdLst/>
              <a:ahLst/>
              <a:cxnLst/>
              <a:rect l="l" t="t" r="r" b="b"/>
              <a:pathLst>
                <a:path w="23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231" y="157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0" name="Google Shape;600;p6"/>
          <p:cNvGrpSpPr/>
          <p:nvPr/>
        </p:nvGrpSpPr>
        <p:grpSpPr>
          <a:xfrm>
            <a:off x="0" y="4648699"/>
            <a:ext cx="9143981" cy="494800"/>
            <a:chOff x="0" y="4648699"/>
            <a:chExt cx="9143981" cy="494800"/>
          </a:xfrm>
        </p:grpSpPr>
        <p:sp>
          <p:nvSpPr>
            <p:cNvPr id="601" name="Google Shape;601;p6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3" name="Google Shape;603;p6"/>
            <p:cNvGrpSpPr/>
            <p:nvPr/>
          </p:nvGrpSpPr>
          <p:grpSpPr>
            <a:xfrm>
              <a:off x="37553" y="4771963"/>
              <a:ext cx="9104869" cy="16152"/>
              <a:chOff x="37553" y="4958838"/>
              <a:chExt cx="9104869" cy="16152"/>
            </a:xfrm>
          </p:grpSpPr>
          <p:sp>
            <p:nvSpPr>
              <p:cNvPr id="604" name="Google Shape;604;p6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6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6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6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6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6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6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6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6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6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6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6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6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6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6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6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6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6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6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6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6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6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6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6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8" name="Google Shape;628;p6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629" name="Google Shape;629;p6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6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6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6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6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6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6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6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6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6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6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6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6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6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6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6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6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6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6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6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6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0" name="Google Shape;650;p6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651" name="Google Shape;651;p6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6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6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6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6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6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6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6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9" name="Google Shape;659;p6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660;p6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6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6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6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6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6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6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7" name="Google Shape;667;p6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6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6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670;p6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1" name="Google Shape;671;p6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72" name="Google Shape;672;p6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673" name="Google Shape;673;p6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4" name="Google Shape;674;p6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5" name="Google Shape;675;p6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676;p6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6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6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6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6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6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6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6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684;p6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685;p6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6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6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6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6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6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6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6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6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94" name="Google Shape;694;p6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6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6" name="Google Shape;696;p6"/>
            <p:cNvSpPr/>
            <p:nvPr/>
          </p:nvSpPr>
          <p:spPr>
            <a:xfrm>
              <a:off x="2327029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2230779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2123504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9"/>
          <p:cNvSpPr txBox="1">
            <a:spLocks noGrp="1"/>
          </p:cNvSpPr>
          <p:nvPr>
            <p:ph type="title"/>
          </p:nvPr>
        </p:nvSpPr>
        <p:spPr>
          <a:xfrm>
            <a:off x="713212" y="1238225"/>
            <a:ext cx="4296900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67" name="Google Shape;967;p9"/>
          <p:cNvSpPr txBox="1">
            <a:spLocks noGrp="1"/>
          </p:cNvSpPr>
          <p:nvPr>
            <p:ph type="subTitle" idx="1"/>
          </p:nvPr>
        </p:nvSpPr>
        <p:spPr>
          <a:xfrm>
            <a:off x="713100" y="2280079"/>
            <a:ext cx="4296900" cy="7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>
            <a:endParaRPr/>
          </a:p>
        </p:txBody>
      </p:sp>
      <p:grpSp>
        <p:nvGrpSpPr>
          <p:cNvPr id="968" name="Google Shape;968;p9"/>
          <p:cNvGrpSpPr/>
          <p:nvPr/>
        </p:nvGrpSpPr>
        <p:grpSpPr>
          <a:xfrm>
            <a:off x="0" y="4648699"/>
            <a:ext cx="9143981" cy="494801"/>
            <a:chOff x="0" y="4648699"/>
            <a:chExt cx="9143981" cy="494801"/>
          </a:xfrm>
        </p:grpSpPr>
        <p:sp>
          <p:nvSpPr>
            <p:cNvPr id="969" name="Google Shape;969;p9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1920301" y="5071842"/>
              <a:ext cx="652280" cy="71658"/>
            </a:xfrm>
            <a:custGeom>
              <a:avLst/>
              <a:gdLst/>
              <a:ahLst/>
              <a:cxnLst/>
              <a:rect l="l" t="t" r="r" b="b"/>
              <a:pathLst>
                <a:path w="5664" h="686" extrusionOk="0">
                  <a:moveTo>
                    <a:pt x="153" y="1"/>
                  </a:moveTo>
                  <a:lnTo>
                    <a:pt x="0" y="686"/>
                  </a:lnTo>
                  <a:lnTo>
                    <a:pt x="5663" y="686"/>
                  </a:lnTo>
                  <a:lnTo>
                    <a:pt x="55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1954619" y="4945347"/>
              <a:ext cx="583528" cy="58078"/>
            </a:xfrm>
            <a:custGeom>
              <a:avLst/>
              <a:gdLst/>
              <a:ahLst/>
              <a:cxnLst/>
              <a:rect l="l" t="t" r="r" b="b"/>
              <a:pathLst>
                <a:path w="5067" h="556" extrusionOk="0">
                  <a:moveTo>
                    <a:pt x="123" y="0"/>
                  </a:moveTo>
                  <a:lnTo>
                    <a:pt x="1" y="556"/>
                  </a:lnTo>
                  <a:lnTo>
                    <a:pt x="5066" y="556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1982373" y="4842459"/>
              <a:ext cx="527444" cy="47319"/>
            </a:xfrm>
            <a:custGeom>
              <a:avLst/>
              <a:gdLst/>
              <a:ahLst/>
              <a:cxnLst/>
              <a:rect l="l" t="t" r="r" b="b"/>
              <a:pathLst>
                <a:path w="4580" h="453" extrusionOk="0">
                  <a:moveTo>
                    <a:pt x="105" y="0"/>
                  </a:moveTo>
                  <a:lnTo>
                    <a:pt x="1" y="453"/>
                  </a:lnTo>
                  <a:lnTo>
                    <a:pt x="4580" y="453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9"/>
            <p:cNvSpPr/>
            <p:nvPr/>
          </p:nvSpPr>
          <p:spPr>
            <a:xfrm>
              <a:off x="2005405" y="4756387"/>
              <a:ext cx="481610" cy="40112"/>
            </a:xfrm>
            <a:custGeom>
              <a:avLst/>
              <a:gdLst/>
              <a:ahLst/>
              <a:cxnLst/>
              <a:rect l="l" t="t" r="r" b="b"/>
              <a:pathLst>
                <a:path w="4182" h="384" extrusionOk="0">
                  <a:moveTo>
                    <a:pt x="89" y="0"/>
                  </a:moveTo>
                  <a:lnTo>
                    <a:pt x="0" y="384"/>
                  </a:lnTo>
                  <a:lnTo>
                    <a:pt x="4181" y="384"/>
                  </a:lnTo>
                  <a:lnTo>
                    <a:pt x="40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9"/>
            <p:cNvSpPr/>
            <p:nvPr/>
          </p:nvSpPr>
          <p:spPr>
            <a:xfrm>
              <a:off x="2024752" y="4684000"/>
              <a:ext cx="442685" cy="33635"/>
            </a:xfrm>
            <a:custGeom>
              <a:avLst/>
              <a:gdLst/>
              <a:ahLst/>
              <a:cxnLst/>
              <a:rect l="l" t="t" r="r" b="b"/>
              <a:pathLst>
                <a:path w="3844" h="322" extrusionOk="0">
                  <a:moveTo>
                    <a:pt x="73" y="0"/>
                  </a:moveTo>
                  <a:lnTo>
                    <a:pt x="1" y="322"/>
                  </a:lnTo>
                  <a:lnTo>
                    <a:pt x="3844" y="322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6" name="Google Shape;976;p9"/>
            <p:cNvGrpSpPr/>
            <p:nvPr/>
          </p:nvGrpSpPr>
          <p:grpSpPr>
            <a:xfrm>
              <a:off x="37553" y="4848410"/>
              <a:ext cx="9104869" cy="16152"/>
              <a:chOff x="37553" y="4958838"/>
              <a:chExt cx="9104869" cy="16152"/>
            </a:xfrm>
          </p:grpSpPr>
          <p:sp>
            <p:nvSpPr>
              <p:cNvPr id="977" name="Google Shape;977;p9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9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9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9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9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9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9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9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9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9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9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9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9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9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9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9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9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9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9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9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9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9"/>
              <p:cNvSpPr/>
              <p:nvPr/>
            </p:nvSpPr>
            <p:spPr>
              <a:xfrm>
                <a:off x="2296291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9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9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9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2" name="Google Shape;1002;p9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003" name="Google Shape;1003;p9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4" name="Google Shape;1004;p9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5" name="Google Shape;1005;p9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6" name="Google Shape;1006;p9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7" name="Google Shape;1007;p9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8" name="Google Shape;1008;p9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9" name="Google Shape;1009;p9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0" name="Google Shape;1010;p9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1" name="Google Shape;1011;p9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2" name="Google Shape;1012;p9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3" name="Google Shape;1013;p9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4" name="Google Shape;1014;p9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5" name="Google Shape;1015;p9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6" name="Google Shape;1016;p9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7" name="Google Shape;1017;p9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8" name="Google Shape;1018;p9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9" name="Google Shape;1019;p9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0" name="Google Shape;1020;p9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9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2" name="Google Shape;1022;p9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3" name="Google Shape;1023;p9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24" name="Google Shape;1024;p9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025" name="Google Shape;1025;p9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6" name="Google Shape;1026;p9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7" name="Google Shape;1027;p9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8" name="Google Shape;1028;p9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9" name="Google Shape;1029;p9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0" name="Google Shape;1030;p9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1" name="Google Shape;1031;p9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2" name="Google Shape;1032;p9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3" name="Google Shape;1033;p9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4" name="Google Shape;1034;p9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5" name="Google Shape;1035;p9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6" name="Google Shape;1036;p9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7" name="Google Shape;1037;p9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9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9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9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1" name="Google Shape;1041;p9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9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9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4" name="Google Shape;1044;p9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5" name="Google Shape;1045;p9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46" name="Google Shape;1046;p9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047" name="Google Shape;1047;p9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" name="Google Shape;1048;p9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9" name="Google Shape;1049;p9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0" name="Google Shape;1050;p9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1" name="Google Shape;1051;p9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2" name="Google Shape;1052;p9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3" name="Google Shape;1053;p9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4" name="Google Shape;1054;p9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5" name="Google Shape;1055;p9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6" name="Google Shape;1056;p9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7" name="Google Shape;1057;p9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8" name="Google Shape;1058;p9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9" name="Google Shape;1059;p9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0" name="Google Shape;1060;p9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1" name="Google Shape;1061;p9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2" name="Google Shape;1062;p9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3" name="Google Shape;1063;p9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4" name="Google Shape;1064;p9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5" name="Google Shape;1065;p9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6" name="Google Shape;1066;p9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7" name="Google Shape;1067;p9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68" name="Google Shape;1068;p9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9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1"/>
          <p:cNvSpPr txBox="1">
            <a:spLocks noGrp="1"/>
          </p:cNvSpPr>
          <p:nvPr>
            <p:ph type="title" hasCustomPrompt="1"/>
          </p:nvPr>
        </p:nvSpPr>
        <p:spPr>
          <a:xfrm>
            <a:off x="2020625" y="1749380"/>
            <a:ext cx="5102700" cy="9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5" name="Google Shape;1075;p11"/>
          <p:cNvSpPr txBox="1">
            <a:spLocks noGrp="1"/>
          </p:cNvSpPr>
          <p:nvPr>
            <p:ph type="subTitle" idx="1"/>
          </p:nvPr>
        </p:nvSpPr>
        <p:spPr>
          <a:xfrm>
            <a:off x="2020625" y="2809875"/>
            <a:ext cx="5102700" cy="393900"/>
          </a:xfrm>
          <a:prstGeom prst="rect">
            <a:avLst/>
          </a:prstGeom>
          <a:solidFill>
            <a:srgbClr val="00BDA5">
              <a:alpha val="50309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76" name="Google Shape;1076;p11"/>
          <p:cNvGrpSpPr/>
          <p:nvPr/>
        </p:nvGrpSpPr>
        <p:grpSpPr>
          <a:xfrm>
            <a:off x="0" y="4648699"/>
            <a:ext cx="9143981" cy="494801"/>
            <a:chOff x="0" y="4648699"/>
            <a:chExt cx="9143981" cy="494801"/>
          </a:xfrm>
        </p:grpSpPr>
        <p:sp>
          <p:nvSpPr>
            <p:cNvPr id="1077" name="Google Shape;1077;p11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1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1"/>
            <p:cNvSpPr/>
            <p:nvPr/>
          </p:nvSpPr>
          <p:spPr>
            <a:xfrm>
              <a:off x="1920301" y="5071842"/>
              <a:ext cx="652280" cy="71658"/>
            </a:xfrm>
            <a:custGeom>
              <a:avLst/>
              <a:gdLst/>
              <a:ahLst/>
              <a:cxnLst/>
              <a:rect l="l" t="t" r="r" b="b"/>
              <a:pathLst>
                <a:path w="5664" h="686" extrusionOk="0">
                  <a:moveTo>
                    <a:pt x="153" y="1"/>
                  </a:moveTo>
                  <a:lnTo>
                    <a:pt x="0" y="686"/>
                  </a:lnTo>
                  <a:lnTo>
                    <a:pt x="5663" y="686"/>
                  </a:lnTo>
                  <a:lnTo>
                    <a:pt x="55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1"/>
            <p:cNvSpPr/>
            <p:nvPr/>
          </p:nvSpPr>
          <p:spPr>
            <a:xfrm>
              <a:off x="1954619" y="4945347"/>
              <a:ext cx="583528" cy="58078"/>
            </a:xfrm>
            <a:custGeom>
              <a:avLst/>
              <a:gdLst/>
              <a:ahLst/>
              <a:cxnLst/>
              <a:rect l="l" t="t" r="r" b="b"/>
              <a:pathLst>
                <a:path w="5067" h="556" extrusionOk="0">
                  <a:moveTo>
                    <a:pt x="123" y="0"/>
                  </a:moveTo>
                  <a:lnTo>
                    <a:pt x="1" y="556"/>
                  </a:lnTo>
                  <a:lnTo>
                    <a:pt x="5066" y="556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1"/>
            <p:cNvSpPr/>
            <p:nvPr/>
          </p:nvSpPr>
          <p:spPr>
            <a:xfrm>
              <a:off x="1982373" y="4842459"/>
              <a:ext cx="527444" cy="47319"/>
            </a:xfrm>
            <a:custGeom>
              <a:avLst/>
              <a:gdLst/>
              <a:ahLst/>
              <a:cxnLst/>
              <a:rect l="l" t="t" r="r" b="b"/>
              <a:pathLst>
                <a:path w="4580" h="453" extrusionOk="0">
                  <a:moveTo>
                    <a:pt x="105" y="0"/>
                  </a:moveTo>
                  <a:lnTo>
                    <a:pt x="1" y="453"/>
                  </a:lnTo>
                  <a:lnTo>
                    <a:pt x="4580" y="453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1"/>
            <p:cNvSpPr/>
            <p:nvPr/>
          </p:nvSpPr>
          <p:spPr>
            <a:xfrm>
              <a:off x="2005405" y="4756387"/>
              <a:ext cx="481610" cy="40112"/>
            </a:xfrm>
            <a:custGeom>
              <a:avLst/>
              <a:gdLst/>
              <a:ahLst/>
              <a:cxnLst/>
              <a:rect l="l" t="t" r="r" b="b"/>
              <a:pathLst>
                <a:path w="4182" h="384" extrusionOk="0">
                  <a:moveTo>
                    <a:pt x="89" y="0"/>
                  </a:moveTo>
                  <a:lnTo>
                    <a:pt x="0" y="384"/>
                  </a:lnTo>
                  <a:lnTo>
                    <a:pt x="4181" y="384"/>
                  </a:lnTo>
                  <a:lnTo>
                    <a:pt x="40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1"/>
            <p:cNvSpPr/>
            <p:nvPr/>
          </p:nvSpPr>
          <p:spPr>
            <a:xfrm>
              <a:off x="2024752" y="4684000"/>
              <a:ext cx="442685" cy="33635"/>
            </a:xfrm>
            <a:custGeom>
              <a:avLst/>
              <a:gdLst/>
              <a:ahLst/>
              <a:cxnLst/>
              <a:rect l="l" t="t" r="r" b="b"/>
              <a:pathLst>
                <a:path w="3844" h="322" extrusionOk="0">
                  <a:moveTo>
                    <a:pt x="73" y="0"/>
                  </a:moveTo>
                  <a:lnTo>
                    <a:pt x="1" y="322"/>
                  </a:lnTo>
                  <a:lnTo>
                    <a:pt x="3844" y="322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4" name="Google Shape;1084;p11"/>
            <p:cNvGrpSpPr/>
            <p:nvPr/>
          </p:nvGrpSpPr>
          <p:grpSpPr>
            <a:xfrm>
              <a:off x="37553" y="4848410"/>
              <a:ext cx="9104869" cy="16152"/>
              <a:chOff x="37553" y="4958838"/>
              <a:chExt cx="9104869" cy="16152"/>
            </a:xfrm>
          </p:grpSpPr>
          <p:sp>
            <p:nvSpPr>
              <p:cNvPr id="1085" name="Google Shape;1085;p11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11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11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11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11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11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11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11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11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11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11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11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11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11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11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11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11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11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11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11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11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11"/>
              <p:cNvSpPr/>
              <p:nvPr/>
            </p:nvSpPr>
            <p:spPr>
              <a:xfrm>
                <a:off x="2296291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11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11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11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0" name="Google Shape;1110;p11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111" name="Google Shape;1111;p11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2" name="Google Shape;1112;p11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3" name="Google Shape;1113;p11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4" name="Google Shape;1114;p11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5" name="Google Shape;1115;p11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6" name="Google Shape;1116;p11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7" name="Google Shape;1117;p11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8" name="Google Shape;1118;p11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9" name="Google Shape;1119;p11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0" name="Google Shape;1120;p11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1" name="Google Shape;1121;p11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2" name="Google Shape;1122;p11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3" name="Google Shape;1123;p11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4" name="Google Shape;1124;p11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5" name="Google Shape;1125;p11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6" name="Google Shape;1126;p11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7" name="Google Shape;1127;p11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8" name="Google Shape;1128;p11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9" name="Google Shape;1129;p11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0" name="Google Shape;1130;p11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1" name="Google Shape;1131;p11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32" name="Google Shape;1132;p11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133" name="Google Shape;1133;p11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4" name="Google Shape;1134;p11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11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6" name="Google Shape;1136;p11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7" name="Google Shape;1137;p11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8" name="Google Shape;1138;p11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9" name="Google Shape;1139;p11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0" name="Google Shape;1140;p11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1" name="Google Shape;1141;p11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2" name="Google Shape;1142;p11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3" name="Google Shape;1143;p11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4" name="Google Shape;1144;p11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5" name="Google Shape;1145;p11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6" name="Google Shape;1146;p11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7" name="Google Shape;1147;p11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8" name="Google Shape;1148;p11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9" name="Google Shape;1149;p11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0" name="Google Shape;1150;p11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1" name="Google Shape;1151;p11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2" name="Google Shape;1152;p11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3" name="Google Shape;1153;p11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54" name="Google Shape;1154;p11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155" name="Google Shape;1155;p11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6" name="Google Shape;1156;p11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7" name="Google Shape;1157;p11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8" name="Google Shape;1158;p11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9" name="Google Shape;1159;p11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0" name="Google Shape;1160;p11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11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11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11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11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11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11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11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8" name="Google Shape;1168;p11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9" name="Google Shape;1169;p11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0" name="Google Shape;1170;p11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11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2" name="Google Shape;1172;p11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3" name="Google Shape;1173;p11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4" name="Google Shape;1174;p11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5" name="Google Shape;1175;p11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76" name="Google Shape;1176;p11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11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1" name="Google Shape;1181;p13"/>
          <p:cNvSpPr txBox="1">
            <a:spLocks noGrp="1"/>
          </p:cNvSpPr>
          <p:nvPr>
            <p:ph type="subTitle" idx="1"/>
          </p:nvPr>
        </p:nvSpPr>
        <p:spPr>
          <a:xfrm>
            <a:off x="2154913" y="231453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82" name="Google Shape;1182;p13"/>
          <p:cNvSpPr txBox="1">
            <a:spLocks noGrp="1"/>
          </p:cNvSpPr>
          <p:nvPr>
            <p:ph type="title" idx="2" hasCustomPrompt="1"/>
          </p:nvPr>
        </p:nvSpPr>
        <p:spPr>
          <a:xfrm>
            <a:off x="2154925" y="1370651"/>
            <a:ext cx="21441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83" name="Google Shape;1183;p13"/>
          <p:cNvSpPr txBox="1">
            <a:spLocks noGrp="1"/>
          </p:cNvSpPr>
          <p:nvPr>
            <p:ph type="subTitle" idx="3"/>
          </p:nvPr>
        </p:nvSpPr>
        <p:spPr>
          <a:xfrm>
            <a:off x="4844798" y="2314543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84" name="Google Shape;1184;p13"/>
          <p:cNvSpPr txBox="1">
            <a:spLocks noGrp="1"/>
          </p:cNvSpPr>
          <p:nvPr>
            <p:ph type="title" idx="4" hasCustomPrompt="1"/>
          </p:nvPr>
        </p:nvSpPr>
        <p:spPr>
          <a:xfrm>
            <a:off x="4844775" y="1370588"/>
            <a:ext cx="21441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85" name="Google Shape;1185;p13"/>
          <p:cNvSpPr txBox="1">
            <a:spLocks noGrp="1"/>
          </p:cNvSpPr>
          <p:nvPr>
            <p:ph type="subTitle" idx="5"/>
          </p:nvPr>
        </p:nvSpPr>
        <p:spPr>
          <a:xfrm>
            <a:off x="2154913" y="3899668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86" name="Google Shape;1186;p13"/>
          <p:cNvSpPr txBox="1">
            <a:spLocks noGrp="1"/>
          </p:cNvSpPr>
          <p:nvPr>
            <p:ph type="title" idx="6" hasCustomPrompt="1"/>
          </p:nvPr>
        </p:nvSpPr>
        <p:spPr>
          <a:xfrm>
            <a:off x="2154925" y="2955915"/>
            <a:ext cx="21441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87" name="Google Shape;1187;p13"/>
          <p:cNvSpPr txBox="1">
            <a:spLocks noGrp="1"/>
          </p:cNvSpPr>
          <p:nvPr>
            <p:ph type="subTitle" idx="7"/>
          </p:nvPr>
        </p:nvSpPr>
        <p:spPr>
          <a:xfrm>
            <a:off x="4844775" y="3899670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88" name="Google Shape;1188;p13"/>
          <p:cNvSpPr txBox="1">
            <a:spLocks noGrp="1"/>
          </p:cNvSpPr>
          <p:nvPr>
            <p:ph type="title" idx="8" hasCustomPrompt="1"/>
          </p:nvPr>
        </p:nvSpPr>
        <p:spPr>
          <a:xfrm>
            <a:off x="4844785" y="2955922"/>
            <a:ext cx="21441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89" name="Google Shape;1189;p13"/>
          <p:cNvSpPr txBox="1">
            <a:spLocks noGrp="1"/>
          </p:cNvSpPr>
          <p:nvPr>
            <p:ph type="subTitle" idx="9"/>
          </p:nvPr>
        </p:nvSpPr>
        <p:spPr>
          <a:xfrm>
            <a:off x="2154925" y="19151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0" name="Google Shape;1190;p13"/>
          <p:cNvSpPr txBox="1">
            <a:spLocks noGrp="1"/>
          </p:cNvSpPr>
          <p:nvPr>
            <p:ph type="subTitle" idx="13"/>
          </p:nvPr>
        </p:nvSpPr>
        <p:spPr>
          <a:xfrm>
            <a:off x="4844752" y="19151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1" name="Google Shape;1191;p13"/>
          <p:cNvSpPr txBox="1">
            <a:spLocks noGrp="1"/>
          </p:cNvSpPr>
          <p:nvPr>
            <p:ph type="subTitle" idx="14"/>
          </p:nvPr>
        </p:nvSpPr>
        <p:spPr>
          <a:xfrm>
            <a:off x="2155050" y="3500300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2" name="Google Shape;1192;p13"/>
          <p:cNvSpPr txBox="1">
            <a:spLocks noGrp="1"/>
          </p:cNvSpPr>
          <p:nvPr>
            <p:ph type="subTitle" idx="15"/>
          </p:nvPr>
        </p:nvSpPr>
        <p:spPr>
          <a:xfrm>
            <a:off x="4844877" y="3500300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93" name="Google Shape;1193;p13"/>
          <p:cNvGrpSpPr/>
          <p:nvPr/>
        </p:nvGrpSpPr>
        <p:grpSpPr>
          <a:xfrm>
            <a:off x="0" y="4648699"/>
            <a:ext cx="9143981" cy="494800"/>
            <a:chOff x="0" y="4648699"/>
            <a:chExt cx="9143981" cy="494800"/>
          </a:xfrm>
        </p:grpSpPr>
        <p:sp>
          <p:nvSpPr>
            <p:cNvPr id="1194" name="Google Shape;1194;p13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3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6" name="Google Shape;1196;p13"/>
            <p:cNvGrpSpPr/>
            <p:nvPr/>
          </p:nvGrpSpPr>
          <p:grpSpPr>
            <a:xfrm>
              <a:off x="37553" y="4771963"/>
              <a:ext cx="9104869" cy="16152"/>
              <a:chOff x="37553" y="4958838"/>
              <a:chExt cx="9104869" cy="16152"/>
            </a:xfrm>
          </p:grpSpPr>
          <p:sp>
            <p:nvSpPr>
              <p:cNvPr id="1197" name="Google Shape;1197;p13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13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13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13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13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13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13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13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13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13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13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13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13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13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13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13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13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13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13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13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13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13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13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13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21" name="Google Shape;1221;p13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222" name="Google Shape;1222;p13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3" name="Google Shape;1223;p13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4" name="Google Shape;1224;p13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5" name="Google Shape;1225;p13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6" name="Google Shape;1226;p13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7" name="Google Shape;1227;p13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8" name="Google Shape;1228;p13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9" name="Google Shape;1229;p13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0" name="Google Shape;1230;p13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1" name="Google Shape;1231;p13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2" name="Google Shape;1232;p13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3" name="Google Shape;1233;p13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4" name="Google Shape;1234;p13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5" name="Google Shape;1235;p13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6" name="Google Shape;1236;p13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7" name="Google Shape;1237;p13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8" name="Google Shape;1238;p13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9" name="Google Shape;1239;p13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13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1" name="Google Shape;1241;p13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2" name="Google Shape;1242;p13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43" name="Google Shape;1243;p13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244" name="Google Shape;1244;p13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5" name="Google Shape;1245;p13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6" name="Google Shape;1246;p13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13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13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13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0" name="Google Shape;1250;p13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1" name="Google Shape;1251;p13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2" name="Google Shape;1252;p13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3" name="Google Shape;1253;p13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4" name="Google Shape;1254;p13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5" name="Google Shape;1255;p13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6" name="Google Shape;1256;p13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7" name="Google Shape;1257;p13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8" name="Google Shape;1258;p13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9" name="Google Shape;1259;p13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0" name="Google Shape;1260;p13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1" name="Google Shape;1261;p13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2" name="Google Shape;1262;p13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3" name="Google Shape;1263;p13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4" name="Google Shape;1264;p13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65" name="Google Shape;1265;p13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266" name="Google Shape;1266;p13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7" name="Google Shape;1267;p13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8" name="Google Shape;1268;p13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9" name="Google Shape;1269;p13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0" name="Google Shape;1270;p13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1" name="Google Shape;1271;p13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2" name="Google Shape;1272;p13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3" name="Google Shape;1273;p13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4" name="Google Shape;1274;p13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5" name="Google Shape;1275;p13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6" name="Google Shape;1276;p13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7" name="Google Shape;1277;p13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8" name="Google Shape;1278;p13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9" name="Google Shape;1279;p13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0" name="Google Shape;1280;p13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1" name="Google Shape;1281;p13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2" name="Google Shape;1282;p13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3" name="Google Shape;1283;p13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4" name="Google Shape;1284;p13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13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6" name="Google Shape;1286;p13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87" name="Google Shape;1287;p13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13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9" name="Google Shape;1289;p13"/>
            <p:cNvSpPr/>
            <p:nvPr/>
          </p:nvSpPr>
          <p:spPr>
            <a:xfrm>
              <a:off x="2327029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3"/>
            <p:cNvSpPr/>
            <p:nvPr/>
          </p:nvSpPr>
          <p:spPr>
            <a:xfrm>
              <a:off x="2230779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3"/>
            <p:cNvSpPr/>
            <p:nvPr/>
          </p:nvSpPr>
          <p:spPr>
            <a:xfrm>
              <a:off x="2123504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3"/>
          <p:cNvGrpSpPr/>
          <p:nvPr/>
        </p:nvGrpSpPr>
        <p:grpSpPr>
          <a:xfrm rot="5400000">
            <a:off x="-1965251" y="-113503"/>
            <a:ext cx="2655981" cy="2714505"/>
            <a:chOff x="2226326" y="2296542"/>
            <a:chExt cx="1140591" cy="1165724"/>
          </a:xfrm>
        </p:grpSpPr>
        <p:sp>
          <p:nvSpPr>
            <p:cNvPr id="1293" name="Google Shape;1293;p13"/>
            <p:cNvSpPr/>
            <p:nvPr/>
          </p:nvSpPr>
          <p:spPr>
            <a:xfrm>
              <a:off x="2226326" y="2296542"/>
              <a:ext cx="1140591" cy="1165724"/>
            </a:xfrm>
            <a:custGeom>
              <a:avLst/>
              <a:gdLst/>
              <a:ahLst/>
              <a:cxnLst/>
              <a:rect l="l" t="t" r="r" b="b"/>
              <a:pathLst>
                <a:path w="23962" h="24490" extrusionOk="0">
                  <a:moveTo>
                    <a:pt x="614" y="0"/>
                  </a:moveTo>
                  <a:lnTo>
                    <a:pt x="614" y="4150"/>
                  </a:lnTo>
                  <a:lnTo>
                    <a:pt x="18497" y="4150"/>
                  </a:lnTo>
                  <a:cubicBezTo>
                    <a:pt x="19221" y="4150"/>
                    <a:pt x="19812" y="4740"/>
                    <a:pt x="19812" y="5465"/>
                  </a:cubicBezTo>
                  <a:cubicBezTo>
                    <a:pt x="19812" y="6189"/>
                    <a:pt x="19221" y="6783"/>
                    <a:pt x="18497" y="6783"/>
                  </a:cubicBezTo>
                  <a:lnTo>
                    <a:pt x="5465" y="6779"/>
                  </a:lnTo>
                  <a:cubicBezTo>
                    <a:pt x="2453" y="6779"/>
                    <a:pt x="0" y="9231"/>
                    <a:pt x="0" y="12243"/>
                  </a:cubicBezTo>
                  <a:cubicBezTo>
                    <a:pt x="0" y="15259"/>
                    <a:pt x="2453" y="17707"/>
                    <a:pt x="5465" y="17707"/>
                  </a:cubicBezTo>
                  <a:lnTo>
                    <a:pt x="18497" y="17707"/>
                  </a:lnTo>
                  <a:cubicBezTo>
                    <a:pt x="19221" y="17707"/>
                    <a:pt x="19812" y="18298"/>
                    <a:pt x="19812" y="19025"/>
                  </a:cubicBezTo>
                  <a:cubicBezTo>
                    <a:pt x="19812" y="19750"/>
                    <a:pt x="19221" y="20340"/>
                    <a:pt x="18497" y="20340"/>
                  </a:cubicBezTo>
                  <a:lnTo>
                    <a:pt x="526" y="20340"/>
                  </a:lnTo>
                  <a:lnTo>
                    <a:pt x="526" y="24490"/>
                  </a:lnTo>
                  <a:lnTo>
                    <a:pt x="18497" y="24490"/>
                  </a:lnTo>
                  <a:cubicBezTo>
                    <a:pt x="21509" y="24490"/>
                    <a:pt x="23961" y="22037"/>
                    <a:pt x="23961" y="19025"/>
                  </a:cubicBezTo>
                  <a:cubicBezTo>
                    <a:pt x="23961" y="16013"/>
                    <a:pt x="21509" y="13562"/>
                    <a:pt x="18497" y="13562"/>
                  </a:cubicBezTo>
                  <a:lnTo>
                    <a:pt x="5465" y="13562"/>
                  </a:lnTo>
                  <a:cubicBezTo>
                    <a:pt x="4740" y="13562"/>
                    <a:pt x="4151" y="12971"/>
                    <a:pt x="4151" y="12243"/>
                  </a:cubicBezTo>
                  <a:cubicBezTo>
                    <a:pt x="4151" y="11519"/>
                    <a:pt x="4740" y="10929"/>
                    <a:pt x="5465" y="10929"/>
                  </a:cubicBezTo>
                  <a:lnTo>
                    <a:pt x="18497" y="10929"/>
                  </a:lnTo>
                  <a:cubicBezTo>
                    <a:pt x="21509" y="10929"/>
                    <a:pt x="23961" y="8477"/>
                    <a:pt x="23961" y="5465"/>
                  </a:cubicBezTo>
                  <a:cubicBezTo>
                    <a:pt x="23961" y="2453"/>
                    <a:pt x="21509" y="0"/>
                    <a:pt x="18497" y="0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3"/>
            <p:cNvSpPr/>
            <p:nvPr/>
          </p:nvSpPr>
          <p:spPr>
            <a:xfrm>
              <a:off x="3100198" y="3357906"/>
              <a:ext cx="30845" cy="9330"/>
            </a:xfrm>
            <a:custGeom>
              <a:avLst/>
              <a:gdLst/>
              <a:ahLst/>
              <a:cxnLst/>
              <a:rect l="l" t="t" r="r" b="b"/>
              <a:pathLst>
                <a:path w="648" h="196" extrusionOk="0">
                  <a:moveTo>
                    <a:pt x="625" y="0"/>
                  </a:moveTo>
                  <a:cubicBezTo>
                    <a:pt x="464" y="27"/>
                    <a:pt x="299" y="38"/>
                    <a:pt x="138" y="38"/>
                  </a:cubicBezTo>
                  <a:lnTo>
                    <a:pt x="1" y="38"/>
                  </a:lnTo>
                  <a:lnTo>
                    <a:pt x="1" y="195"/>
                  </a:lnTo>
                  <a:lnTo>
                    <a:pt x="138" y="195"/>
                  </a:lnTo>
                  <a:cubicBezTo>
                    <a:pt x="307" y="195"/>
                    <a:pt x="479" y="184"/>
                    <a:pt x="648" y="161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3"/>
            <p:cNvSpPr/>
            <p:nvPr/>
          </p:nvSpPr>
          <p:spPr>
            <a:xfrm>
              <a:off x="3039272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3"/>
            <p:cNvSpPr/>
            <p:nvPr/>
          </p:nvSpPr>
          <p:spPr>
            <a:xfrm>
              <a:off x="2978488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3"/>
            <p:cNvSpPr/>
            <p:nvPr/>
          </p:nvSpPr>
          <p:spPr>
            <a:xfrm>
              <a:off x="3158555" y="3338533"/>
              <a:ext cx="30845" cy="19611"/>
            </a:xfrm>
            <a:custGeom>
              <a:avLst/>
              <a:gdLst/>
              <a:ahLst/>
              <a:cxnLst/>
              <a:rect l="l" t="t" r="r" b="b"/>
              <a:pathLst>
                <a:path w="648" h="412" extrusionOk="0">
                  <a:moveTo>
                    <a:pt x="568" y="1"/>
                  </a:moveTo>
                  <a:cubicBezTo>
                    <a:pt x="388" y="105"/>
                    <a:pt x="195" y="192"/>
                    <a:pt x="0" y="261"/>
                  </a:cubicBezTo>
                  <a:lnTo>
                    <a:pt x="54" y="411"/>
                  </a:lnTo>
                  <a:cubicBezTo>
                    <a:pt x="257" y="338"/>
                    <a:pt x="457" y="250"/>
                    <a:pt x="648" y="139"/>
                  </a:cubicBez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3"/>
            <p:cNvSpPr/>
            <p:nvPr/>
          </p:nvSpPr>
          <p:spPr>
            <a:xfrm>
              <a:off x="3209629" y="3300073"/>
              <a:ext cx="26513" cy="27227"/>
            </a:xfrm>
            <a:custGeom>
              <a:avLst/>
              <a:gdLst/>
              <a:ahLst/>
              <a:cxnLst/>
              <a:rect l="l" t="t" r="r" b="b"/>
              <a:pathLst>
                <a:path w="557" h="572" extrusionOk="0">
                  <a:moveTo>
                    <a:pt x="429" y="1"/>
                  </a:moveTo>
                  <a:cubicBezTo>
                    <a:pt x="303" y="161"/>
                    <a:pt x="157" y="315"/>
                    <a:pt x="1" y="448"/>
                  </a:cubicBezTo>
                  <a:lnTo>
                    <a:pt x="104" y="572"/>
                  </a:lnTo>
                  <a:cubicBezTo>
                    <a:pt x="268" y="425"/>
                    <a:pt x="422" y="269"/>
                    <a:pt x="556" y="100"/>
                  </a:cubicBezTo>
                  <a:lnTo>
                    <a:pt x="4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3"/>
            <p:cNvSpPr/>
            <p:nvPr/>
          </p:nvSpPr>
          <p:spPr>
            <a:xfrm>
              <a:off x="3246280" y="3247904"/>
              <a:ext cx="18469" cy="30845"/>
            </a:xfrm>
            <a:custGeom>
              <a:avLst/>
              <a:gdLst/>
              <a:ahLst/>
              <a:cxnLst/>
              <a:rect l="l" t="t" r="r" b="b"/>
              <a:pathLst>
                <a:path w="388" h="648" extrusionOk="0">
                  <a:moveTo>
                    <a:pt x="238" y="0"/>
                  </a:moveTo>
                  <a:cubicBezTo>
                    <a:pt x="177" y="196"/>
                    <a:pt x="96" y="391"/>
                    <a:pt x="0" y="575"/>
                  </a:cubicBezTo>
                  <a:lnTo>
                    <a:pt x="142" y="648"/>
                  </a:lnTo>
                  <a:cubicBezTo>
                    <a:pt x="242" y="456"/>
                    <a:pt x="326" y="253"/>
                    <a:pt x="388" y="46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3"/>
            <p:cNvSpPr/>
            <p:nvPr/>
          </p:nvSpPr>
          <p:spPr>
            <a:xfrm>
              <a:off x="3263416" y="3188643"/>
              <a:ext cx="8425" cy="31035"/>
            </a:xfrm>
            <a:custGeom>
              <a:avLst/>
              <a:gdLst/>
              <a:ahLst/>
              <a:cxnLst/>
              <a:rect l="l" t="t" r="r" b="b"/>
              <a:pathLst>
                <a:path w="177" h="652" extrusionOk="0">
                  <a:moveTo>
                    <a:pt x="166" y="0"/>
                  </a:moveTo>
                  <a:lnTo>
                    <a:pt x="8" y="12"/>
                  </a:lnTo>
                  <a:cubicBezTo>
                    <a:pt x="16" y="104"/>
                    <a:pt x="20" y="191"/>
                    <a:pt x="20" y="283"/>
                  </a:cubicBezTo>
                  <a:cubicBezTo>
                    <a:pt x="20" y="398"/>
                    <a:pt x="12" y="518"/>
                    <a:pt x="1" y="636"/>
                  </a:cubicBezTo>
                  <a:lnTo>
                    <a:pt x="158" y="651"/>
                  </a:lnTo>
                  <a:cubicBezTo>
                    <a:pt x="173" y="529"/>
                    <a:pt x="177" y="407"/>
                    <a:pt x="177" y="283"/>
                  </a:cubicBezTo>
                  <a:cubicBezTo>
                    <a:pt x="177" y="188"/>
                    <a:pt x="173" y="92"/>
                    <a:pt x="1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3"/>
            <p:cNvSpPr/>
            <p:nvPr/>
          </p:nvSpPr>
          <p:spPr>
            <a:xfrm>
              <a:off x="3248137" y="3129002"/>
              <a:ext cx="17898" cy="31035"/>
            </a:xfrm>
            <a:custGeom>
              <a:avLst/>
              <a:gdLst/>
              <a:ahLst/>
              <a:cxnLst/>
              <a:rect l="l" t="t" r="r" b="b"/>
              <a:pathLst>
                <a:path w="376" h="652" extrusionOk="0">
                  <a:moveTo>
                    <a:pt x="142" y="0"/>
                  </a:moveTo>
                  <a:lnTo>
                    <a:pt x="0" y="73"/>
                  </a:lnTo>
                  <a:cubicBezTo>
                    <a:pt x="92" y="257"/>
                    <a:pt x="165" y="452"/>
                    <a:pt x="222" y="652"/>
                  </a:cubicBezTo>
                  <a:lnTo>
                    <a:pt x="375" y="609"/>
                  </a:lnTo>
                  <a:cubicBezTo>
                    <a:pt x="318" y="402"/>
                    <a:pt x="237" y="195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3"/>
            <p:cNvSpPr/>
            <p:nvPr/>
          </p:nvSpPr>
          <p:spPr>
            <a:xfrm>
              <a:off x="3212532" y="3079737"/>
              <a:ext cx="26132" cy="27608"/>
            </a:xfrm>
            <a:custGeom>
              <a:avLst/>
              <a:gdLst/>
              <a:ahLst/>
              <a:cxnLst/>
              <a:rect l="l" t="t" r="r" b="b"/>
              <a:pathLst>
                <a:path w="549" h="580" extrusionOk="0">
                  <a:moveTo>
                    <a:pt x="108" y="1"/>
                  </a:moveTo>
                  <a:lnTo>
                    <a:pt x="0" y="120"/>
                  </a:lnTo>
                  <a:cubicBezTo>
                    <a:pt x="154" y="257"/>
                    <a:pt x="296" y="410"/>
                    <a:pt x="418" y="579"/>
                  </a:cubicBezTo>
                  <a:lnTo>
                    <a:pt x="549" y="479"/>
                  </a:lnTo>
                  <a:cubicBezTo>
                    <a:pt x="414" y="307"/>
                    <a:pt x="269" y="146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3"/>
            <p:cNvSpPr/>
            <p:nvPr/>
          </p:nvSpPr>
          <p:spPr>
            <a:xfrm>
              <a:off x="3162173" y="3047465"/>
              <a:ext cx="30702" cy="20087"/>
            </a:xfrm>
            <a:custGeom>
              <a:avLst/>
              <a:gdLst/>
              <a:ahLst/>
              <a:cxnLst/>
              <a:rect l="l" t="t" r="r" b="b"/>
              <a:pathLst>
                <a:path w="645" h="422" extrusionOk="0">
                  <a:moveTo>
                    <a:pt x="59" y="0"/>
                  </a:moveTo>
                  <a:lnTo>
                    <a:pt x="1" y="150"/>
                  </a:lnTo>
                  <a:cubicBezTo>
                    <a:pt x="197" y="223"/>
                    <a:pt x="384" y="315"/>
                    <a:pt x="561" y="421"/>
                  </a:cubicBezTo>
                  <a:lnTo>
                    <a:pt x="645" y="288"/>
                  </a:lnTo>
                  <a:cubicBezTo>
                    <a:pt x="457" y="173"/>
                    <a:pt x="262" y="77"/>
                    <a:pt x="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3"/>
            <p:cNvSpPr/>
            <p:nvPr/>
          </p:nvSpPr>
          <p:spPr>
            <a:xfrm>
              <a:off x="3104006" y="3036850"/>
              <a:ext cx="31035" cy="9901"/>
            </a:xfrm>
            <a:custGeom>
              <a:avLst/>
              <a:gdLst/>
              <a:ahLst/>
              <a:cxnLst/>
              <a:rect l="l" t="t" r="r" b="b"/>
              <a:pathLst>
                <a:path w="652" h="208" extrusionOk="0">
                  <a:moveTo>
                    <a:pt x="1" y="1"/>
                  </a:moveTo>
                  <a:lnTo>
                    <a:pt x="1" y="162"/>
                  </a:lnTo>
                  <a:lnTo>
                    <a:pt x="58" y="162"/>
                  </a:lnTo>
                  <a:cubicBezTo>
                    <a:pt x="246" y="162"/>
                    <a:pt x="437" y="177"/>
                    <a:pt x="621" y="208"/>
                  </a:cubicBezTo>
                  <a:lnTo>
                    <a:pt x="652" y="51"/>
                  </a:lnTo>
                  <a:cubicBezTo>
                    <a:pt x="457" y="20"/>
                    <a:pt x="257" y="1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3"/>
            <p:cNvSpPr/>
            <p:nvPr/>
          </p:nvSpPr>
          <p:spPr>
            <a:xfrm>
              <a:off x="3043270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3"/>
            <p:cNvSpPr/>
            <p:nvPr/>
          </p:nvSpPr>
          <p:spPr>
            <a:xfrm>
              <a:off x="2982533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3"/>
            <p:cNvSpPr/>
            <p:nvPr/>
          </p:nvSpPr>
          <p:spPr>
            <a:xfrm>
              <a:off x="2921797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3"/>
            <p:cNvSpPr/>
            <p:nvPr/>
          </p:nvSpPr>
          <p:spPr>
            <a:xfrm>
              <a:off x="2861061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3"/>
            <p:cNvSpPr/>
            <p:nvPr/>
          </p:nvSpPr>
          <p:spPr>
            <a:xfrm>
              <a:off x="2800324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3"/>
            <p:cNvSpPr/>
            <p:nvPr/>
          </p:nvSpPr>
          <p:spPr>
            <a:xfrm>
              <a:off x="2739588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3"/>
            <p:cNvSpPr/>
            <p:nvPr/>
          </p:nvSpPr>
          <p:spPr>
            <a:xfrm>
              <a:off x="2678851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3"/>
            <p:cNvSpPr/>
            <p:nvPr/>
          </p:nvSpPr>
          <p:spPr>
            <a:xfrm>
              <a:off x="2618115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3"/>
            <p:cNvSpPr/>
            <p:nvPr/>
          </p:nvSpPr>
          <p:spPr>
            <a:xfrm>
              <a:off x="2557378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3"/>
            <p:cNvSpPr/>
            <p:nvPr/>
          </p:nvSpPr>
          <p:spPr>
            <a:xfrm>
              <a:off x="2496451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3"/>
            <p:cNvSpPr/>
            <p:nvPr/>
          </p:nvSpPr>
          <p:spPr>
            <a:xfrm>
              <a:off x="2435524" y="3029186"/>
              <a:ext cx="31273" cy="14090"/>
            </a:xfrm>
            <a:custGeom>
              <a:avLst/>
              <a:gdLst/>
              <a:ahLst/>
              <a:cxnLst/>
              <a:rect l="l" t="t" r="r" b="b"/>
              <a:pathLst>
                <a:path w="657" h="296" extrusionOk="0">
                  <a:moveTo>
                    <a:pt x="46" y="1"/>
                  </a:moveTo>
                  <a:lnTo>
                    <a:pt x="0" y="154"/>
                  </a:lnTo>
                  <a:cubicBezTo>
                    <a:pt x="204" y="220"/>
                    <a:pt x="418" y="269"/>
                    <a:pt x="637" y="296"/>
                  </a:cubicBezTo>
                  <a:lnTo>
                    <a:pt x="656" y="135"/>
                  </a:lnTo>
                  <a:cubicBezTo>
                    <a:pt x="449" y="112"/>
                    <a:pt x="246" y="66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3"/>
            <p:cNvSpPr/>
            <p:nvPr/>
          </p:nvSpPr>
          <p:spPr>
            <a:xfrm>
              <a:off x="2381357" y="3000960"/>
              <a:ext cx="29226" cy="23181"/>
            </a:xfrm>
            <a:custGeom>
              <a:avLst/>
              <a:gdLst/>
              <a:ahLst/>
              <a:cxnLst/>
              <a:rect l="l" t="t" r="r" b="b"/>
              <a:pathLst>
                <a:path w="614" h="487" extrusionOk="0">
                  <a:moveTo>
                    <a:pt x="100" y="0"/>
                  </a:moveTo>
                  <a:lnTo>
                    <a:pt x="1" y="123"/>
                  </a:lnTo>
                  <a:cubicBezTo>
                    <a:pt x="165" y="261"/>
                    <a:pt x="349" y="383"/>
                    <a:pt x="537" y="487"/>
                  </a:cubicBezTo>
                  <a:lnTo>
                    <a:pt x="613" y="349"/>
                  </a:lnTo>
                  <a:cubicBezTo>
                    <a:pt x="434" y="249"/>
                    <a:pt x="261" y="130"/>
                    <a:pt x="1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3"/>
            <p:cNvSpPr/>
            <p:nvPr/>
          </p:nvSpPr>
          <p:spPr>
            <a:xfrm>
              <a:off x="2341802" y="2955503"/>
              <a:ext cx="23372" cy="29274"/>
            </a:xfrm>
            <a:custGeom>
              <a:avLst/>
              <a:gdLst/>
              <a:ahLst/>
              <a:cxnLst/>
              <a:rect l="l" t="t" r="r" b="b"/>
              <a:pathLst>
                <a:path w="491" h="615" extrusionOk="0">
                  <a:moveTo>
                    <a:pt x="142" y="1"/>
                  </a:moveTo>
                  <a:lnTo>
                    <a:pt x="1" y="77"/>
                  </a:lnTo>
                  <a:cubicBezTo>
                    <a:pt x="107" y="266"/>
                    <a:pt x="230" y="450"/>
                    <a:pt x="368" y="614"/>
                  </a:cubicBezTo>
                  <a:lnTo>
                    <a:pt x="491" y="514"/>
                  </a:lnTo>
                  <a:cubicBezTo>
                    <a:pt x="360" y="353"/>
                    <a:pt x="241" y="181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3"/>
            <p:cNvSpPr/>
            <p:nvPr/>
          </p:nvSpPr>
          <p:spPr>
            <a:xfrm>
              <a:off x="2322619" y="2899527"/>
              <a:ext cx="14090" cy="31226"/>
            </a:xfrm>
            <a:custGeom>
              <a:avLst/>
              <a:gdLst/>
              <a:ahLst/>
              <a:cxnLst/>
              <a:rect l="l" t="t" r="r" b="b"/>
              <a:pathLst>
                <a:path w="296" h="656" extrusionOk="0">
                  <a:moveTo>
                    <a:pt x="158" y="1"/>
                  </a:moveTo>
                  <a:lnTo>
                    <a:pt x="1" y="20"/>
                  </a:lnTo>
                  <a:cubicBezTo>
                    <a:pt x="27" y="234"/>
                    <a:pt x="77" y="449"/>
                    <a:pt x="142" y="655"/>
                  </a:cubicBezTo>
                  <a:lnTo>
                    <a:pt x="296" y="606"/>
                  </a:lnTo>
                  <a:cubicBezTo>
                    <a:pt x="231" y="411"/>
                    <a:pt x="185" y="204"/>
                    <a:pt x="1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3"/>
            <p:cNvSpPr/>
            <p:nvPr/>
          </p:nvSpPr>
          <p:spPr>
            <a:xfrm>
              <a:off x="2321525" y="2838790"/>
              <a:ext cx="12281" cy="31083"/>
            </a:xfrm>
            <a:custGeom>
              <a:avLst/>
              <a:gdLst/>
              <a:ahLst/>
              <a:cxnLst/>
              <a:rect l="l" t="t" r="r" b="b"/>
              <a:pathLst>
                <a:path w="258" h="653" extrusionOk="0">
                  <a:moveTo>
                    <a:pt x="100" y="0"/>
                  </a:moveTo>
                  <a:cubicBezTo>
                    <a:pt x="47" y="212"/>
                    <a:pt x="16" y="426"/>
                    <a:pt x="1" y="644"/>
                  </a:cubicBezTo>
                  <a:lnTo>
                    <a:pt x="162" y="652"/>
                  </a:lnTo>
                  <a:cubicBezTo>
                    <a:pt x="174" y="445"/>
                    <a:pt x="204" y="238"/>
                    <a:pt x="257" y="39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3"/>
            <p:cNvSpPr/>
            <p:nvPr/>
          </p:nvSpPr>
          <p:spPr>
            <a:xfrm>
              <a:off x="2336661" y="2782766"/>
              <a:ext cx="21944" cy="29988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1"/>
                  </a:moveTo>
                  <a:cubicBezTo>
                    <a:pt x="204" y="177"/>
                    <a:pt x="93" y="365"/>
                    <a:pt x="1" y="561"/>
                  </a:cubicBezTo>
                  <a:lnTo>
                    <a:pt x="146" y="630"/>
                  </a:lnTo>
                  <a:cubicBezTo>
                    <a:pt x="234" y="441"/>
                    <a:pt x="342" y="262"/>
                    <a:pt x="461" y="93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3"/>
            <p:cNvSpPr/>
            <p:nvPr/>
          </p:nvSpPr>
          <p:spPr>
            <a:xfrm>
              <a:off x="2372979" y="2740260"/>
              <a:ext cx="28512" cy="24704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3" y="1"/>
                  </a:moveTo>
                  <a:cubicBezTo>
                    <a:pt x="330" y="116"/>
                    <a:pt x="158" y="254"/>
                    <a:pt x="0" y="404"/>
                  </a:cubicBezTo>
                  <a:lnTo>
                    <a:pt x="108" y="519"/>
                  </a:lnTo>
                  <a:cubicBezTo>
                    <a:pt x="261" y="377"/>
                    <a:pt x="426" y="246"/>
                    <a:pt x="598" y="135"/>
                  </a:cubicBezTo>
                  <a:lnTo>
                    <a:pt x="5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3"/>
            <p:cNvSpPr/>
            <p:nvPr/>
          </p:nvSpPr>
          <p:spPr>
            <a:xfrm>
              <a:off x="2424957" y="2717127"/>
              <a:ext cx="31226" cy="15946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0"/>
                  </a:moveTo>
                  <a:cubicBezTo>
                    <a:pt x="410" y="43"/>
                    <a:pt x="199" y="108"/>
                    <a:pt x="1" y="188"/>
                  </a:cubicBezTo>
                  <a:lnTo>
                    <a:pt x="58" y="334"/>
                  </a:lnTo>
                  <a:cubicBezTo>
                    <a:pt x="254" y="257"/>
                    <a:pt x="452" y="200"/>
                    <a:pt x="656" y="158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3"/>
            <p:cNvSpPr/>
            <p:nvPr/>
          </p:nvSpPr>
          <p:spPr>
            <a:xfrm>
              <a:off x="3093059" y="2713319"/>
              <a:ext cx="30892" cy="8616"/>
            </a:xfrm>
            <a:custGeom>
              <a:avLst/>
              <a:gdLst/>
              <a:ahLst/>
              <a:cxnLst/>
              <a:rect l="l" t="t" r="r" b="b"/>
              <a:pathLst>
                <a:path w="649" h="181" extrusionOk="0">
                  <a:moveTo>
                    <a:pt x="629" y="0"/>
                  </a:moveTo>
                  <a:cubicBezTo>
                    <a:pt x="518" y="11"/>
                    <a:pt x="403" y="20"/>
                    <a:pt x="288" y="20"/>
                  </a:cubicBezTo>
                  <a:lnTo>
                    <a:pt x="1" y="20"/>
                  </a:lnTo>
                  <a:lnTo>
                    <a:pt x="1" y="181"/>
                  </a:lnTo>
                  <a:lnTo>
                    <a:pt x="288" y="181"/>
                  </a:lnTo>
                  <a:cubicBezTo>
                    <a:pt x="407" y="181"/>
                    <a:pt x="529" y="172"/>
                    <a:pt x="648" y="161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3"/>
            <p:cNvSpPr/>
            <p:nvPr/>
          </p:nvSpPr>
          <p:spPr>
            <a:xfrm>
              <a:off x="3032370" y="2714223"/>
              <a:ext cx="30464" cy="7711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9" y="162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3"/>
            <p:cNvSpPr/>
            <p:nvPr/>
          </p:nvSpPr>
          <p:spPr>
            <a:xfrm>
              <a:off x="2971586" y="2714223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3"/>
            <p:cNvSpPr/>
            <p:nvPr/>
          </p:nvSpPr>
          <p:spPr>
            <a:xfrm>
              <a:off x="2910897" y="2714223"/>
              <a:ext cx="30464" cy="7711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9" y="162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3"/>
            <p:cNvSpPr/>
            <p:nvPr/>
          </p:nvSpPr>
          <p:spPr>
            <a:xfrm>
              <a:off x="2850113" y="2714223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57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3"/>
            <p:cNvSpPr/>
            <p:nvPr/>
          </p:nvSpPr>
          <p:spPr>
            <a:xfrm>
              <a:off x="2789376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3"/>
            <p:cNvSpPr/>
            <p:nvPr/>
          </p:nvSpPr>
          <p:spPr>
            <a:xfrm>
              <a:off x="2728640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3"/>
            <p:cNvSpPr/>
            <p:nvPr/>
          </p:nvSpPr>
          <p:spPr>
            <a:xfrm>
              <a:off x="2667903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3"/>
            <p:cNvSpPr/>
            <p:nvPr/>
          </p:nvSpPr>
          <p:spPr>
            <a:xfrm>
              <a:off x="2607167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3"/>
            <p:cNvSpPr/>
            <p:nvPr/>
          </p:nvSpPr>
          <p:spPr>
            <a:xfrm>
              <a:off x="2546430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3"/>
            <p:cNvSpPr/>
            <p:nvPr/>
          </p:nvSpPr>
          <p:spPr>
            <a:xfrm>
              <a:off x="2485503" y="2714223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4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3"/>
            <p:cNvSpPr/>
            <p:nvPr/>
          </p:nvSpPr>
          <p:spPr>
            <a:xfrm>
              <a:off x="3152177" y="2696326"/>
              <a:ext cx="30845" cy="18469"/>
            </a:xfrm>
            <a:custGeom>
              <a:avLst/>
              <a:gdLst/>
              <a:ahLst/>
              <a:cxnLst/>
              <a:rect l="l" t="t" r="r" b="b"/>
              <a:pathLst>
                <a:path w="648" h="388" extrusionOk="0">
                  <a:moveTo>
                    <a:pt x="575" y="1"/>
                  </a:moveTo>
                  <a:cubicBezTo>
                    <a:pt x="391" y="96"/>
                    <a:pt x="196" y="177"/>
                    <a:pt x="0" y="239"/>
                  </a:cubicBezTo>
                  <a:lnTo>
                    <a:pt x="46" y="388"/>
                  </a:lnTo>
                  <a:cubicBezTo>
                    <a:pt x="253" y="326"/>
                    <a:pt x="456" y="246"/>
                    <a:pt x="648" y="142"/>
                  </a:cubicBezTo>
                  <a:lnTo>
                    <a:pt x="5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3"/>
            <p:cNvSpPr/>
            <p:nvPr/>
          </p:nvSpPr>
          <p:spPr>
            <a:xfrm>
              <a:off x="3204345" y="2659865"/>
              <a:ext cx="27227" cy="26466"/>
            </a:xfrm>
            <a:custGeom>
              <a:avLst/>
              <a:gdLst/>
              <a:ahLst/>
              <a:cxnLst/>
              <a:rect l="l" t="t" r="r" b="b"/>
              <a:pathLst>
                <a:path w="572" h="556" extrusionOk="0">
                  <a:moveTo>
                    <a:pt x="452" y="1"/>
                  </a:moveTo>
                  <a:cubicBezTo>
                    <a:pt x="314" y="158"/>
                    <a:pt x="165" y="299"/>
                    <a:pt x="0" y="430"/>
                  </a:cubicBezTo>
                  <a:lnTo>
                    <a:pt x="100" y="556"/>
                  </a:lnTo>
                  <a:cubicBezTo>
                    <a:pt x="268" y="418"/>
                    <a:pt x="429" y="269"/>
                    <a:pt x="572" y="104"/>
                  </a:cubicBezTo>
                  <a:lnTo>
                    <a:pt x="4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3"/>
            <p:cNvSpPr/>
            <p:nvPr/>
          </p:nvSpPr>
          <p:spPr>
            <a:xfrm>
              <a:off x="3242996" y="2608792"/>
              <a:ext cx="19564" cy="30845"/>
            </a:xfrm>
            <a:custGeom>
              <a:avLst/>
              <a:gdLst/>
              <a:ahLst/>
              <a:cxnLst/>
              <a:rect l="l" t="t" r="r" b="b"/>
              <a:pathLst>
                <a:path w="411" h="648" extrusionOk="0">
                  <a:moveTo>
                    <a:pt x="261" y="0"/>
                  </a:moveTo>
                  <a:cubicBezTo>
                    <a:pt x="192" y="196"/>
                    <a:pt x="104" y="387"/>
                    <a:pt x="0" y="568"/>
                  </a:cubicBezTo>
                  <a:lnTo>
                    <a:pt x="138" y="648"/>
                  </a:lnTo>
                  <a:cubicBezTo>
                    <a:pt x="250" y="460"/>
                    <a:pt x="342" y="261"/>
                    <a:pt x="411" y="55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3"/>
            <p:cNvSpPr/>
            <p:nvPr/>
          </p:nvSpPr>
          <p:spPr>
            <a:xfrm>
              <a:off x="3262511" y="2550245"/>
              <a:ext cx="9330" cy="31035"/>
            </a:xfrm>
            <a:custGeom>
              <a:avLst/>
              <a:gdLst/>
              <a:ahLst/>
              <a:cxnLst/>
              <a:rect l="l" t="t" r="r" b="b"/>
              <a:pathLst>
                <a:path w="196" h="652" extrusionOk="0">
                  <a:moveTo>
                    <a:pt x="196" y="1"/>
                  </a:moveTo>
                  <a:lnTo>
                    <a:pt x="35" y="8"/>
                  </a:lnTo>
                  <a:cubicBezTo>
                    <a:pt x="35" y="50"/>
                    <a:pt x="39" y="93"/>
                    <a:pt x="39" y="135"/>
                  </a:cubicBezTo>
                  <a:cubicBezTo>
                    <a:pt x="39" y="300"/>
                    <a:pt x="24" y="468"/>
                    <a:pt x="1" y="629"/>
                  </a:cubicBezTo>
                  <a:lnTo>
                    <a:pt x="158" y="652"/>
                  </a:lnTo>
                  <a:cubicBezTo>
                    <a:pt x="185" y="483"/>
                    <a:pt x="196" y="307"/>
                    <a:pt x="196" y="135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3"/>
            <p:cNvSpPr/>
            <p:nvPr/>
          </p:nvSpPr>
          <p:spPr>
            <a:xfrm>
              <a:off x="3250992" y="2490079"/>
              <a:ext cx="16708" cy="31178"/>
            </a:xfrm>
            <a:custGeom>
              <a:avLst/>
              <a:gdLst/>
              <a:ahLst/>
              <a:cxnLst/>
              <a:rect l="l" t="t" r="r" b="b"/>
              <a:pathLst>
                <a:path w="351" h="655" extrusionOk="0">
                  <a:moveTo>
                    <a:pt x="147" y="0"/>
                  </a:moveTo>
                  <a:lnTo>
                    <a:pt x="1" y="65"/>
                  </a:lnTo>
                  <a:cubicBezTo>
                    <a:pt x="82" y="253"/>
                    <a:pt x="151" y="452"/>
                    <a:pt x="197" y="655"/>
                  </a:cubicBezTo>
                  <a:lnTo>
                    <a:pt x="350" y="617"/>
                  </a:lnTo>
                  <a:cubicBezTo>
                    <a:pt x="304" y="406"/>
                    <a:pt x="235" y="199"/>
                    <a:pt x="1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3"/>
            <p:cNvSpPr/>
            <p:nvPr/>
          </p:nvSpPr>
          <p:spPr>
            <a:xfrm>
              <a:off x="3217483" y="2439148"/>
              <a:ext cx="25371" cy="28132"/>
            </a:xfrm>
            <a:custGeom>
              <a:avLst/>
              <a:gdLst/>
              <a:ahLst/>
              <a:cxnLst/>
              <a:rect l="l" t="t" r="r" b="b"/>
              <a:pathLst>
                <a:path w="533" h="591" extrusionOk="0">
                  <a:moveTo>
                    <a:pt x="112" y="1"/>
                  </a:moveTo>
                  <a:lnTo>
                    <a:pt x="0" y="116"/>
                  </a:lnTo>
                  <a:cubicBezTo>
                    <a:pt x="146" y="262"/>
                    <a:pt x="284" y="423"/>
                    <a:pt x="399" y="591"/>
                  </a:cubicBezTo>
                  <a:lnTo>
                    <a:pt x="533" y="499"/>
                  </a:lnTo>
                  <a:cubicBezTo>
                    <a:pt x="406" y="322"/>
                    <a:pt x="268" y="154"/>
                    <a:pt x="1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3"/>
            <p:cNvSpPr/>
            <p:nvPr/>
          </p:nvSpPr>
          <p:spPr>
            <a:xfrm>
              <a:off x="3168598" y="2404687"/>
              <a:ext cx="30321" cy="21182"/>
            </a:xfrm>
            <a:custGeom>
              <a:avLst/>
              <a:gdLst/>
              <a:ahLst/>
              <a:cxnLst/>
              <a:rect l="l" t="t" r="r" b="b"/>
              <a:pathLst>
                <a:path w="637" h="445" extrusionOk="0">
                  <a:moveTo>
                    <a:pt x="62" y="1"/>
                  </a:moveTo>
                  <a:lnTo>
                    <a:pt x="0" y="146"/>
                  </a:lnTo>
                  <a:cubicBezTo>
                    <a:pt x="188" y="227"/>
                    <a:pt x="372" y="326"/>
                    <a:pt x="544" y="445"/>
                  </a:cubicBezTo>
                  <a:lnTo>
                    <a:pt x="636" y="311"/>
                  </a:lnTo>
                  <a:cubicBezTo>
                    <a:pt x="453" y="188"/>
                    <a:pt x="260" y="84"/>
                    <a:pt x="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3"/>
            <p:cNvSpPr/>
            <p:nvPr/>
          </p:nvSpPr>
          <p:spPr>
            <a:xfrm>
              <a:off x="3110908" y="2391549"/>
              <a:ext cx="31083" cy="11186"/>
            </a:xfrm>
            <a:custGeom>
              <a:avLst/>
              <a:gdLst/>
              <a:ahLst/>
              <a:cxnLst/>
              <a:rect l="l" t="t" r="r" b="b"/>
              <a:pathLst>
                <a:path w="653" h="235" extrusionOk="0">
                  <a:moveTo>
                    <a:pt x="5" y="1"/>
                  </a:moveTo>
                  <a:lnTo>
                    <a:pt x="1" y="158"/>
                  </a:lnTo>
                  <a:cubicBezTo>
                    <a:pt x="208" y="166"/>
                    <a:pt x="415" y="189"/>
                    <a:pt x="618" y="234"/>
                  </a:cubicBezTo>
                  <a:lnTo>
                    <a:pt x="653" y="77"/>
                  </a:lnTo>
                  <a:cubicBezTo>
                    <a:pt x="442" y="31"/>
                    <a:pt x="223" y="5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3"/>
            <p:cNvSpPr/>
            <p:nvPr/>
          </p:nvSpPr>
          <p:spPr>
            <a:xfrm>
              <a:off x="3050219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3"/>
            <p:cNvSpPr/>
            <p:nvPr/>
          </p:nvSpPr>
          <p:spPr>
            <a:xfrm>
              <a:off x="2989435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3"/>
            <p:cNvSpPr/>
            <p:nvPr/>
          </p:nvSpPr>
          <p:spPr>
            <a:xfrm>
              <a:off x="2928746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3"/>
            <p:cNvSpPr/>
            <p:nvPr/>
          </p:nvSpPr>
          <p:spPr>
            <a:xfrm>
              <a:off x="2867962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3"/>
            <p:cNvSpPr/>
            <p:nvPr/>
          </p:nvSpPr>
          <p:spPr>
            <a:xfrm>
              <a:off x="2807274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3"/>
            <p:cNvSpPr/>
            <p:nvPr/>
          </p:nvSpPr>
          <p:spPr>
            <a:xfrm>
              <a:off x="2746489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3"/>
            <p:cNvSpPr/>
            <p:nvPr/>
          </p:nvSpPr>
          <p:spPr>
            <a:xfrm>
              <a:off x="2685801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3"/>
            <p:cNvSpPr/>
            <p:nvPr/>
          </p:nvSpPr>
          <p:spPr>
            <a:xfrm>
              <a:off x="2625016" y="2391407"/>
              <a:ext cx="30369" cy="7711"/>
            </a:xfrm>
            <a:custGeom>
              <a:avLst/>
              <a:gdLst/>
              <a:ahLst/>
              <a:cxnLst/>
              <a:rect l="l" t="t" r="r" b="b"/>
              <a:pathLst>
                <a:path w="638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3"/>
            <p:cNvSpPr/>
            <p:nvPr/>
          </p:nvSpPr>
          <p:spPr>
            <a:xfrm>
              <a:off x="2564328" y="2391407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3"/>
            <p:cNvSpPr/>
            <p:nvPr/>
          </p:nvSpPr>
          <p:spPr>
            <a:xfrm>
              <a:off x="2503544" y="2391407"/>
              <a:ext cx="30369" cy="7711"/>
            </a:xfrm>
            <a:custGeom>
              <a:avLst/>
              <a:gdLst/>
              <a:ahLst/>
              <a:cxnLst/>
              <a:rect l="l" t="t" r="r" b="b"/>
              <a:pathLst>
                <a:path w="638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3"/>
            <p:cNvSpPr/>
            <p:nvPr/>
          </p:nvSpPr>
          <p:spPr>
            <a:xfrm>
              <a:off x="2442855" y="2391407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3"/>
            <p:cNvSpPr/>
            <p:nvPr/>
          </p:nvSpPr>
          <p:spPr>
            <a:xfrm>
              <a:off x="2382071" y="2391407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3"/>
            <p:cNvSpPr/>
            <p:nvPr/>
          </p:nvSpPr>
          <p:spPr>
            <a:xfrm>
              <a:off x="2321191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3"/>
            <p:cNvSpPr/>
            <p:nvPr/>
          </p:nvSpPr>
          <p:spPr>
            <a:xfrm>
              <a:off x="2279970" y="2391407"/>
              <a:ext cx="10948" cy="7711"/>
            </a:xfrm>
            <a:custGeom>
              <a:avLst/>
              <a:gdLst/>
              <a:ahLst/>
              <a:cxnLst/>
              <a:rect l="l" t="t" r="r" b="b"/>
              <a:pathLst>
                <a:path w="23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230" y="161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3"/>
            <p:cNvSpPr/>
            <p:nvPr/>
          </p:nvSpPr>
          <p:spPr>
            <a:xfrm>
              <a:off x="2919227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3"/>
            <p:cNvSpPr/>
            <p:nvPr/>
          </p:nvSpPr>
          <p:spPr>
            <a:xfrm>
              <a:off x="2858538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3"/>
            <p:cNvSpPr/>
            <p:nvPr/>
          </p:nvSpPr>
          <p:spPr>
            <a:xfrm>
              <a:off x="2797754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3"/>
            <p:cNvSpPr/>
            <p:nvPr/>
          </p:nvSpPr>
          <p:spPr>
            <a:xfrm>
              <a:off x="2737065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3"/>
            <p:cNvSpPr/>
            <p:nvPr/>
          </p:nvSpPr>
          <p:spPr>
            <a:xfrm>
              <a:off x="2676281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3"/>
            <p:cNvSpPr/>
            <p:nvPr/>
          </p:nvSpPr>
          <p:spPr>
            <a:xfrm>
              <a:off x="2615592" y="3359714"/>
              <a:ext cx="30274" cy="7521"/>
            </a:xfrm>
            <a:custGeom>
              <a:avLst/>
              <a:gdLst/>
              <a:ahLst/>
              <a:cxnLst/>
              <a:rect l="l" t="t" r="r" b="b"/>
              <a:pathLst>
                <a:path w="636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3"/>
            <p:cNvSpPr/>
            <p:nvPr/>
          </p:nvSpPr>
          <p:spPr>
            <a:xfrm>
              <a:off x="2554808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3"/>
            <p:cNvSpPr/>
            <p:nvPr/>
          </p:nvSpPr>
          <p:spPr>
            <a:xfrm>
              <a:off x="2494071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3"/>
            <p:cNvSpPr/>
            <p:nvPr/>
          </p:nvSpPr>
          <p:spPr>
            <a:xfrm>
              <a:off x="2433335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3"/>
            <p:cNvSpPr/>
            <p:nvPr/>
          </p:nvSpPr>
          <p:spPr>
            <a:xfrm>
              <a:off x="2372598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3"/>
            <p:cNvSpPr/>
            <p:nvPr/>
          </p:nvSpPr>
          <p:spPr>
            <a:xfrm>
              <a:off x="2311671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3"/>
            <p:cNvSpPr/>
            <p:nvPr/>
          </p:nvSpPr>
          <p:spPr>
            <a:xfrm>
              <a:off x="2270451" y="3359714"/>
              <a:ext cx="10996" cy="7521"/>
            </a:xfrm>
            <a:custGeom>
              <a:avLst/>
              <a:gdLst/>
              <a:ahLst/>
              <a:cxnLst/>
              <a:rect l="l" t="t" r="r" b="b"/>
              <a:pathLst>
                <a:path w="23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230" y="157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5_2_1">
    <p:spTree>
      <p:nvGrpSpPr>
        <p:cNvPr id="1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939" name="Google Shape;1939;p19"/>
          <p:cNvGrpSpPr/>
          <p:nvPr/>
        </p:nvGrpSpPr>
        <p:grpSpPr>
          <a:xfrm flipH="1">
            <a:off x="8424003" y="-845230"/>
            <a:ext cx="2244135" cy="1945438"/>
            <a:chOff x="-1189075" y="1978163"/>
            <a:chExt cx="2079250" cy="1802500"/>
          </a:xfrm>
        </p:grpSpPr>
        <p:sp>
          <p:nvSpPr>
            <p:cNvPr id="1940" name="Google Shape;1940;p19"/>
            <p:cNvSpPr/>
            <p:nvPr/>
          </p:nvSpPr>
          <p:spPr>
            <a:xfrm>
              <a:off x="-1189075" y="1978163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19"/>
            <p:cNvSpPr/>
            <p:nvPr/>
          </p:nvSpPr>
          <p:spPr>
            <a:xfrm>
              <a:off x="-1095400" y="2085688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2" name="Google Shape;1942;p19"/>
          <p:cNvGrpSpPr/>
          <p:nvPr/>
        </p:nvGrpSpPr>
        <p:grpSpPr>
          <a:xfrm>
            <a:off x="0" y="4648699"/>
            <a:ext cx="9143981" cy="494800"/>
            <a:chOff x="0" y="4648699"/>
            <a:chExt cx="9143981" cy="494800"/>
          </a:xfrm>
        </p:grpSpPr>
        <p:sp>
          <p:nvSpPr>
            <p:cNvPr id="1943" name="Google Shape;1943;p19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19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5" name="Google Shape;1945;p19"/>
            <p:cNvGrpSpPr/>
            <p:nvPr/>
          </p:nvGrpSpPr>
          <p:grpSpPr>
            <a:xfrm>
              <a:off x="37553" y="4771963"/>
              <a:ext cx="9104869" cy="16152"/>
              <a:chOff x="37553" y="4958838"/>
              <a:chExt cx="9104869" cy="16152"/>
            </a:xfrm>
          </p:grpSpPr>
          <p:sp>
            <p:nvSpPr>
              <p:cNvPr id="1946" name="Google Shape;1946;p19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9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19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19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19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19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19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19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19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19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19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9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9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9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9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9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9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19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19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19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19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9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9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9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70" name="Google Shape;1970;p19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971" name="Google Shape;1971;p19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2" name="Google Shape;1972;p19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3" name="Google Shape;1973;p19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4" name="Google Shape;1974;p19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5" name="Google Shape;1975;p19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6" name="Google Shape;1976;p19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7" name="Google Shape;1977;p19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8" name="Google Shape;1978;p19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9" name="Google Shape;1979;p19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0" name="Google Shape;1980;p19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1" name="Google Shape;1981;p19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2" name="Google Shape;1982;p19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3" name="Google Shape;1983;p19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4" name="Google Shape;1984;p19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5" name="Google Shape;1985;p19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6" name="Google Shape;1986;p19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7" name="Google Shape;1987;p19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8" name="Google Shape;1988;p19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9" name="Google Shape;1989;p19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0" name="Google Shape;1990;p19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1" name="Google Shape;1991;p19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92" name="Google Shape;1992;p19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1993" name="Google Shape;1993;p19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4" name="Google Shape;1994;p19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5" name="Google Shape;1995;p19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6" name="Google Shape;1996;p19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7" name="Google Shape;1997;p19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8" name="Google Shape;1998;p19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9" name="Google Shape;1999;p19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0" name="Google Shape;2000;p19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1" name="Google Shape;2001;p19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2" name="Google Shape;2002;p19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3" name="Google Shape;2003;p19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4" name="Google Shape;2004;p19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5" name="Google Shape;2005;p19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6" name="Google Shape;2006;p19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7" name="Google Shape;2007;p19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8" name="Google Shape;2008;p19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9" name="Google Shape;2009;p19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0" name="Google Shape;2010;p19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1" name="Google Shape;2011;p19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2" name="Google Shape;2012;p19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3" name="Google Shape;2013;p19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14" name="Google Shape;2014;p19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2015" name="Google Shape;2015;p19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6" name="Google Shape;2016;p19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7" name="Google Shape;2017;p19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8" name="Google Shape;2018;p19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9" name="Google Shape;2019;p19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0" name="Google Shape;2020;p19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1" name="Google Shape;2021;p19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2" name="Google Shape;2022;p19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3" name="Google Shape;2023;p19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4" name="Google Shape;2024;p19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5" name="Google Shape;2025;p19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6" name="Google Shape;2026;p19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7" name="Google Shape;2027;p19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8" name="Google Shape;2028;p19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9" name="Google Shape;2029;p19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0" name="Google Shape;2030;p19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1" name="Google Shape;2031;p19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2" name="Google Shape;2032;p19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3" name="Google Shape;2033;p19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4" name="Google Shape;2034;p19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5" name="Google Shape;2035;p19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036" name="Google Shape;2036;p19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9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38" name="Google Shape;2038;p19"/>
            <p:cNvSpPr/>
            <p:nvPr/>
          </p:nvSpPr>
          <p:spPr>
            <a:xfrm>
              <a:off x="2327029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19"/>
            <p:cNvSpPr/>
            <p:nvPr/>
          </p:nvSpPr>
          <p:spPr>
            <a:xfrm>
              <a:off x="2230779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19"/>
            <p:cNvSpPr/>
            <p:nvPr/>
          </p:nvSpPr>
          <p:spPr>
            <a:xfrm>
              <a:off x="2123504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1" name="Google Shape;2041;p19"/>
          <p:cNvGrpSpPr/>
          <p:nvPr/>
        </p:nvGrpSpPr>
        <p:grpSpPr>
          <a:xfrm>
            <a:off x="8634867" y="3820397"/>
            <a:ext cx="304126" cy="832653"/>
            <a:chOff x="8081081" y="420775"/>
            <a:chExt cx="429436" cy="1175565"/>
          </a:xfrm>
        </p:grpSpPr>
        <p:sp>
          <p:nvSpPr>
            <p:cNvPr id="2042" name="Google Shape;2042;p19"/>
            <p:cNvSpPr/>
            <p:nvPr/>
          </p:nvSpPr>
          <p:spPr>
            <a:xfrm>
              <a:off x="8287059" y="834546"/>
              <a:ext cx="12890" cy="748549"/>
            </a:xfrm>
            <a:custGeom>
              <a:avLst/>
              <a:gdLst/>
              <a:ahLst/>
              <a:cxnLst/>
              <a:rect l="l" t="t" r="r" b="b"/>
              <a:pathLst>
                <a:path w="149" h="8653" extrusionOk="0">
                  <a:moveTo>
                    <a:pt x="0" y="0"/>
                  </a:moveTo>
                  <a:lnTo>
                    <a:pt x="0" y="8652"/>
                  </a:lnTo>
                  <a:lnTo>
                    <a:pt x="149" y="8652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9"/>
            <p:cNvSpPr/>
            <p:nvPr/>
          </p:nvSpPr>
          <p:spPr>
            <a:xfrm>
              <a:off x="8081081" y="420775"/>
              <a:ext cx="429436" cy="429337"/>
            </a:xfrm>
            <a:custGeom>
              <a:avLst/>
              <a:gdLst/>
              <a:ahLst/>
              <a:cxnLst/>
              <a:rect l="l" t="t" r="r" b="b"/>
              <a:pathLst>
                <a:path w="4964" h="4963" extrusionOk="0">
                  <a:moveTo>
                    <a:pt x="2480" y="1"/>
                  </a:moveTo>
                  <a:cubicBezTo>
                    <a:pt x="1112" y="1"/>
                    <a:pt x="1" y="1112"/>
                    <a:pt x="1" y="2484"/>
                  </a:cubicBezTo>
                  <a:cubicBezTo>
                    <a:pt x="1" y="2817"/>
                    <a:pt x="66" y="3139"/>
                    <a:pt x="185" y="3430"/>
                  </a:cubicBezTo>
                  <a:cubicBezTo>
                    <a:pt x="231" y="3537"/>
                    <a:pt x="281" y="3641"/>
                    <a:pt x="342" y="3740"/>
                  </a:cubicBezTo>
                  <a:cubicBezTo>
                    <a:pt x="361" y="3775"/>
                    <a:pt x="381" y="3809"/>
                    <a:pt x="404" y="3840"/>
                  </a:cubicBezTo>
                  <a:cubicBezTo>
                    <a:pt x="576" y="4104"/>
                    <a:pt x="798" y="4334"/>
                    <a:pt x="1055" y="4514"/>
                  </a:cubicBezTo>
                  <a:cubicBezTo>
                    <a:pt x="1457" y="4798"/>
                    <a:pt x="1952" y="4962"/>
                    <a:pt x="2480" y="4962"/>
                  </a:cubicBezTo>
                  <a:cubicBezTo>
                    <a:pt x="3852" y="4962"/>
                    <a:pt x="4963" y="3855"/>
                    <a:pt x="4963" y="2484"/>
                  </a:cubicBezTo>
                  <a:cubicBezTo>
                    <a:pt x="4963" y="1950"/>
                    <a:pt x="4795" y="1457"/>
                    <a:pt x="4507" y="1050"/>
                  </a:cubicBezTo>
                  <a:cubicBezTo>
                    <a:pt x="4258" y="698"/>
                    <a:pt x="3917" y="415"/>
                    <a:pt x="3522" y="231"/>
                  </a:cubicBezTo>
                  <a:cubicBezTo>
                    <a:pt x="3476" y="211"/>
                    <a:pt x="3430" y="188"/>
                    <a:pt x="3381" y="169"/>
                  </a:cubicBezTo>
                  <a:cubicBezTo>
                    <a:pt x="3269" y="127"/>
                    <a:pt x="3154" y="93"/>
                    <a:pt x="3036" y="65"/>
                  </a:cubicBezTo>
                  <a:cubicBezTo>
                    <a:pt x="2856" y="24"/>
                    <a:pt x="2672" y="1"/>
                    <a:pt x="24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9"/>
            <p:cNvSpPr/>
            <p:nvPr/>
          </p:nvSpPr>
          <p:spPr>
            <a:xfrm>
              <a:off x="8112657" y="452610"/>
              <a:ext cx="366024" cy="366100"/>
            </a:xfrm>
            <a:custGeom>
              <a:avLst/>
              <a:gdLst/>
              <a:ahLst/>
              <a:cxnLst/>
              <a:rect l="l" t="t" r="r" b="b"/>
              <a:pathLst>
                <a:path w="4231" h="4232" extrusionOk="0">
                  <a:moveTo>
                    <a:pt x="2115" y="119"/>
                  </a:moveTo>
                  <a:cubicBezTo>
                    <a:pt x="3215" y="119"/>
                    <a:pt x="4112" y="1016"/>
                    <a:pt x="4112" y="2116"/>
                  </a:cubicBezTo>
                  <a:cubicBezTo>
                    <a:pt x="4112" y="3215"/>
                    <a:pt x="3215" y="4112"/>
                    <a:pt x="2115" y="4112"/>
                  </a:cubicBezTo>
                  <a:cubicBezTo>
                    <a:pt x="1015" y="4112"/>
                    <a:pt x="122" y="3215"/>
                    <a:pt x="122" y="2116"/>
                  </a:cubicBezTo>
                  <a:cubicBezTo>
                    <a:pt x="122" y="1016"/>
                    <a:pt x="1015" y="119"/>
                    <a:pt x="2115" y="119"/>
                  </a:cubicBezTo>
                  <a:close/>
                  <a:moveTo>
                    <a:pt x="2115" y="1"/>
                  </a:moveTo>
                  <a:cubicBezTo>
                    <a:pt x="950" y="1"/>
                    <a:pt x="0" y="947"/>
                    <a:pt x="0" y="2116"/>
                  </a:cubicBezTo>
                  <a:cubicBezTo>
                    <a:pt x="0" y="3284"/>
                    <a:pt x="950" y="4231"/>
                    <a:pt x="2115" y="4231"/>
                  </a:cubicBezTo>
                  <a:cubicBezTo>
                    <a:pt x="3284" y="4231"/>
                    <a:pt x="4231" y="3284"/>
                    <a:pt x="4231" y="2116"/>
                  </a:cubicBezTo>
                  <a:cubicBezTo>
                    <a:pt x="4231" y="947"/>
                    <a:pt x="3284" y="1"/>
                    <a:pt x="21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9"/>
            <p:cNvSpPr/>
            <p:nvPr/>
          </p:nvSpPr>
          <p:spPr>
            <a:xfrm>
              <a:off x="8256434" y="1538207"/>
              <a:ext cx="74053" cy="58133"/>
            </a:xfrm>
            <a:custGeom>
              <a:avLst/>
              <a:gdLst/>
              <a:ahLst/>
              <a:cxnLst/>
              <a:rect l="l" t="t" r="r" b="b"/>
              <a:pathLst>
                <a:path w="856" h="672" extrusionOk="0">
                  <a:moveTo>
                    <a:pt x="208" y="0"/>
                  </a:moveTo>
                  <a:lnTo>
                    <a:pt x="1" y="672"/>
                  </a:lnTo>
                  <a:lnTo>
                    <a:pt x="855" y="672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2">
    <p:spTree>
      <p:nvGrpSpPr>
        <p:cNvPr id="1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p23"/>
          <p:cNvSpPr txBox="1">
            <a:spLocks noGrp="1"/>
          </p:cNvSpPr>
          <p:nvPr>
            <p:ph type="title"/>
          </p:nvPr>
        </p:nvSpPr>
        <p:spPr>
          <a:xfrm>
            <a:off x="1049100" y="1646370"/>
            <a:ext cx="3746400" cy="104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36" name="Google Shape;2436;p23"/>
          <p:cNvSpPr txBox="1">
            <a:spLocks noGrp="1"/>
          </p:cNvSpPr>
          <p:nvPr>
            <p:ph type="subTitle" idx="1"/>
          </p:nvPr>
        </p:nvSpPr>
        <p:spPr>
          <a:xfrm>
            <a:off x="1049100" y="2634525"/>
            <a:ext cx="37464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37" name="Google Shape;2437;p23"/>
          <p:cNvSpPr>
            <a:spLocks noGrp="1"/>
          </p:cNvSpPr>
          <p:nvPr>
            <p:ph type="pic" idx="2"/>
          </p:nvPr>
        </p:nvSpPr>
        <p:spPr>
          <a:xfrm>
            <a:off x="5131500" y="1011600"/>
            <a:ext cx="3115500" cy="31203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438" name="Google Shape;2438;p23"/>
          <p:cNvGrpSpPr/>
          <p:nvPr/>
        </p:nvGrpSpPr>
        <p:grpSpPr>
          <a:xfrm flipH="1">
            <a:off x="0" y="4648699"/>
            <a:ext cx="9143981" cy="494801"/>
            <a:chOff x="0" y="4648699"/>
            <a:chExt cx="9143981" cy="494801"/>
          </a:xfrm>
        </p:grpSpPr>
        <p:sp>
          <p:nvSpPr>
            <p:cNvPr id="2439" name="Google Shape;2439;p23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3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3"/>
            <p:cNvSpPr/>
            <p:nvPr/>
          </p:nvSpPr>
          <p:spPr>
            <a:xfrm>
              <a:off x="1920301" y="5071842"/>
              <a:ext cx="652280" cy="71658"/>
            </a:xfrm>
            <a:custGeom>
              <a:avLst/>
              <a:gdLst/>
              <a:ahLst/>
              <a:cxnLst/>
              <a:rect l="l" t="t" r="r" b="b"/>
              <a:pathLst>
                <a:path w="5664" h="686" extrusionOk="0">
                  <a:moveTo>
                    <a:pt x="153" y="1"/>
                  </a:moveTo>
                  <a:lnTo>
                    <a:pt x="0" y="686"/>
                  </a:lnTo>
                  <a:lnTo>
                    <a:pt x="5663" y="686"/>
                  </a:lnTo>
                  <a:lnTo>
                    <a:pt x="55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3"/>
            <p:cNvSpPr/>
            <p:nvPr/>
          </p:nvSpPr>
          <p:spPr>
            <a:xfrm>
              <a:off x="1954619" y="4945347"/>
              <a:ext cx="583528" cy="58078"/>
            </a:xfrm>
            <a:custGeom>
              <a:avLst/>
              <a:gdLst/>
              <a:ahLst/>
              <a:cxnLst/>
              <a:rect l="l" t="t" r="r" b="b"/>
              <a:pathLst>
                <a:path w="5067" h="556" extrusionOk="0">
                  <a:moveTo>
                    <a:pt x="123" y="0"/>
                  </a:moveTo>
                  <a:lnTo>
                    <a:pt x="1" y="556"/>
                  </a:lnTo>
                  <a:lnTo>
                    <a:pt x="5066" y="556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3"/>
            <p:cNvSpPr/>
            <p:nvPr/>
          </p:nvSpPr>
          <p:spPr>
            <a:xfrm>
              <a:off x="1982373" y="4842459"/>
              <a:ext cx="527444" cy="47319"/>
            </a:xfrm>
            <a:custGeom>
              <a:avLst/>
              <a:gdLst/>
              <a:ahLst/>
              <a:cxnLst/>
              <a:rect l="l" t="t" r="r" b="b"/>
              <a:pathLst>
                <a:path w="4580" h="453" extrusionOk="0">
                  <a:moveTo>
                    <a:pt x="105" y="0"/>
                  </a:moveTo>
                  <a:lnTo>
                    <a:pt x="1" y="453"/>
                  </a:lnTo>
                  <a:lnTo>
                    <a:pt x="4580" y="453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3"/>
            <p:cNvSpPr/>
            <p:nvPr/>
          </p:nvSpPr>
          <p:spPr>
            <a:xfrm>
              <a:off x="2005405" y="4756387"/>
              <a:ext cx="481610" cy="40112"/>
            </a:xfrm>
            <a:custGeom>
              <a:avLst/>
              <a:gdLst/>
              <a:ahLst/>
              <a:cxnLst/>
              <a:rect l="l" t="t" r="r" b="b"/>
              <a:pathLst>
                <a:path w="4182" h="384" extrusionOk="0">
                  <a:moveTo>
                    <a:pt x="89" y="0"/>
                  </a:moveTo>
                  <a:lnTo>
                    <a:pt x="0" y="384"/>
                  </a:lnTo>
                  <a:lnTo>
                    <a:pt x="4181" y="384"/>
                  </a:lnTo>
                  <a:lnTo>
                    <a:pt x="40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3"/>
            <p:cNvSpPr/>
            <p:nvPr/>
          </p:nvSpPr>
          <p:spPr>
            <a:xfrm>
              <a:off x="2024752" y="4684000"/>
              <a:ext cx="442685" cy="33635"/>
            </a:xfrm>
            <a:custGeom>
              <a:avLst/>
              <a:gdLst/>
              <a:ahLst/>
              <a:cxnLst/>
              <a:rect l="l" t="t" r="r" b="b"/>
              <a:pathLst>
                <a:path w="3844" h="322" extrusionOk="0">
                  <a:moveTo>
                    <a:pt x="73" y="0"/>
                  </a:moveTo>
                  <a:lnTo>
                    <a:pt x="1" y="322"/>
                  </a:lnTo>
                  <a:lnTo>
                    <a:pt x="3844" y="322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46" name="Google Shape;2446;p23"/>
            <p:cNvGrpSpPr/>
            <p:nvPr/>
          </p:nvGrpSpPr>
          <p:grpSpPr>
            <a:xfrm>
              <a:off x="37553" y="4848410"/>
              <a:ext cx="9104869" cy="16152"/>
              <a:chOff x="37553" y="4958838"/>
              <a:chExt cx="9104869" cy="16152"/>
            </a:xfrm>
          </p:grpSpPr>
          <p:sp>
            <p:nvSpPr>
              <p:cNvPr id="2447" name="Google Shape;2447;p23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23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23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23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23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2452;p23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23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23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23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23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457;p23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458;p23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Google Shape;2459;p23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Google Shape;2460;p23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461;p23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Google Shape;2462;p23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Google Shape;2463;p23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464;p23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465;p23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Google Shape;2466;p23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Google Shape;2467;p23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Google Shape;2468;p23"/>
              <p:cNvSpPr/>
              <p:nvPr/>
            </p:nvSpPr>
            <p:spPr>
              <a:xfrm>
                <a:off x="2296291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Google Shape;2469;p23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Google Shape;2470;p23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Google Shape;2471;p23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72" name="Google Shape;2472;p23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2473" name="Google Shape;2473;p23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4" name="Google Shape;2474;p23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5" name="Google Shape;2475;p23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6" name="Google Shape;2476;p23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7" name="Google Shape;2477;p23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8" name="Google Shape;2478;p23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9" name="Google Shape;2479;p23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" name="Google Shape;2480;p23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" name="Google Shape;2481;p23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" name="Google Shape;2482;p23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" name="Google Shape;2483;p23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4" name="Google Shape;2484;p23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5" name="Google Shape;2485;p23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6" name="Google Shape;2486;p23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7" name="Google Shape;2487;p23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8" name="Google Shape;2488;p23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9" name="Google Shape;2489;p23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0" name="Google Shape;2490;p23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1" name="Google Shape;2491;p23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2" name="Google Shape;2492;p23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3" name="Google Shape;2493;p23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4" name="Google Shape;2494;p23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2495" name="Google Shape;2495;p23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6" name="Google Shape;2496;p23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7" name="Google Shape;2497;p23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8" name="Google Shape;2498;p23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9" name="Google Shape;2499;p23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0" name="Google Shape;2500;p23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1" name="Google Shape;2501;p23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2" name="Google Shape;2502;p23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3" name="Google Shape;2503;p23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4" name="Google Shape;2504;p23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5" name="Google Shape;2505;p23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6" name="Google Shape;2506;p23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7" name="Google Shape;2507;p23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8" name="Google Shape;2508;p23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9" name="Google Shape;2509;p23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0" name="Google Shape;2510;p23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1" name="Google Shape;2511;p23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2" name="Google Shape;2512;p23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3" name="Google Shape;2513;p23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4" name="Google Shape;2514;p23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5" name="Google Shape;2515;p23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6" name="Google Shape;2516;p23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2517" name="Google Shape;2517;p23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8" name="Google Shape;2518;p23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9" name="Google Shape;2519;p23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0" name="Google Shape;2520;p23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" name="Google Shape;2521;p23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" name="Google Shape;2522;p23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" name="Google Shape;2523;p23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" name="Google Shape;2524;p23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5" name="Google Shape;2525;p23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6" name="Google Shape;2526;p23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7" name="Google Shape;2527;p23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8" name="Google Shape;2528;p23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9" name="Google Shape;2529;p23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0" name="Google Shape;2530;p23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1" name="Google Shape;2531;p23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2" name="Google Shape;2532;p23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3" name="Google Shape;2533;p23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4" name="Google Shape;2534;p23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5" name="Google Shape;2535;p23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6" name="Google Shape;2536;p23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7" name="Google Shape;2537;p23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38" name="Google Shape;2538;p23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23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40" name="Google Shape;2540;p23"/>
          <p:cNvGrpSpPr/>
          <p:nvPr/>
        </p:nvGrpSpPr>
        <p:grpSpPr>
          <a:xfrm rot="5400000">
            <a:off x="-1308564" y="612857"/>
            <a:ext cx="2667086" cy="1376262"/>
            <a:chOff x="4082343" y="2181468"/>
            <a:chExt cx="2251465" cy="1161795"/>
          </a:xfrm>
        </p:grpSpPr>
        <p:sp>
          <p:nvSpPr>
            <p:cNvPr id="2541" name="Google Shape;2541;p23"/>
            <p:cNvSpPr/>
            <p:nvPr/>
          </p:nvSpPr>
          <p:spPr>
            <a:xfrm>
              <a:off x="4082343" y="2181468"/>
              <a:ext cx="2251465" cy="1161795"/>
            </a:xfrm>
            <a:custGeom>
              <a:avLst/>
              <a:gdLst/>
              <a:ahLst/>
              <a:cxnLst/>
              <a:rect l="l" t="t" r="r" b="b"/>
              <a:pathLst>
                <a:path w="23350" h="12049" extrusionOk="0">
                  <a:moveTo>
                    <a:pt x="1" y="1"/>
                  </a:moveTo>
                  <a:lnTo>
                    <a:pt x="1" y="4150"/>
                  </a:lnTo>
                  <a:lnTo>
                    <a:pt x="17885" y="4150"/>
                  </a:lnTo>
                  <a:cubicBezTo>
                    <a:pt x="18491" y="4150"/>
                    <a:pt x="19000" y="4560"/>
                    <a:pt x="19153" y="5116"/>
                  </a:cubicBezTo>
                  <a:cubicBezTo>
                    <a:pt x="19184" y="5227"/>
                    <a:pt x="19203" y="11925"/>
                    <a:pt x="19203" y="12048"/>
                  </a:cubicBezTo>
                  <a:lnTo>
                    <a:pt x="23349" y="12048"/>
                  </a:lnTo>
                  <a:cubicBezTo>
                    <a:pt x="23349" y="11668"/>
                    <a:pt x="23311" y="4721"/>
                    <a:pt x="23238" y="4364"/>
                  </a:cubicBezTo>
                  <a:cubicBezTo>
                    <a:pt x="22728" y="1878"/>
                    <a:pt x="20521" y="1"/>
                    <a:pt x="17885" y="1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3"/>
            <p:cNvSpPr/>
            <p:nvPr/>
          </p:nvSpPr>
          <p:spPr>
            <a:xfrm>
              <a:off x="6125222" y="3188976"/>
              <a:ext cx="15620" cy="61807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1" y="1"/>
                  </a:moveTo>
                  <a:lnTo>
                    <a:pt x="1" y="641"/>
                  </a:lnTo>
                  <a:lnTo>
                    <a:pt x="162" y="64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3"/>
            <p:cNvSpPr/>
            <p:nvPr/>
          </p:nvSpPr>
          <p:spPr>
            <a:xfrm>
              <a:off x="6125222" y="3066038"/>
              <a:ext cx="15620" cy="61710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1" y="0"/>
                  </a:moveTo>
                  <a:lnTo>
                    <a:pt x="1" y="639"/>
                  </a:lnTo>
                  <a:lnTo>
                    <a:pt x="162" y="639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3"/>
            <p:cNvSpPr/>
            <p:nvPr/>
          </p:nvSpPr>
          <p:spPr>
            <a:xfrm>
              <a:off x="6125222" y="2942908"/>
              <a:ext cx="15620" cy="61807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1" y="1"/>
                  </a:moveTo>
                  <a:lnTo>
                    <a:pt x="1" y="641"/>
                  </a:lnTo>
                  <a:lnTo>
                    <a:pt x="162" y="64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3"/>
            <p:cNvSpPr/>
            <p:nvPr/>
          </p:nvSpPr>
          <p:spPr>
            <a:xfrm>
              <a:off x="6125222" y="2819971"/>
              <a:ext cx="15620" cy="61710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1" y="0"/>
                  </a:moveTo>
                  <a:lnTo>
                    <a:pt x="1" y="639"/>
                  </a:lnTo>
                  <a:lnTo>
                    <a:pt x="162" y="639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3"/>
            <p:cNvSpPr/>
            <p:nvPr/>
          </p:nvSpPr>
          <p:spPr>
            <a:xfrm>
              <a:off x="6125222" y="2696840"/>
              <a:ext cx="15620" cy="61807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1" y="1"/>
                  </a:moveTo>
                  <a:lnTo>
                    <a:pt x="1" y="641"/>
                  </a:lnTo>
                  <a:lnTo>
                    <a:pt x="162" y="64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3"/>
            <p:cNvSpPr/>
            <p:nvPr/>
          </p:nvSpPr>
          <p:spPr>
            <a:xfrm>
              <a:off x="6098995" y="2573421"/>
              <a:ext cx="34037" cy="63350"/>
            </a:xfrm>
            <a:custGeom>
              <a:avLst/>
              <a:gdLst/>
              <a:ahLst/>
              <a:cxnLst/>
              <a:rect l="l" t="t" r="r" b="b"/>
              <a:pathLst>
                <a:path w="353" h="657" extrusionOk="0">
                  <a:moveTo>
                    <a:pt x="146" y="0"/>
                  </a:moveTo>
                  <a:lnTo>
                    <a:pt x="1" y="66"/>
                  </a:lnTo>
                  <a:cubicBezTo>
                    <a:pt x="85" y="253"/>
                    <a:pt x="151" y="453"/>
                    <a:pt x="197" y="656"/>
                  </a:cubicBezTo>
                  <a:lnTo>
                    <a:pt x="353" y="621"/>
                  </a:lnTo>
                  <a:cubicBezTo>
                    <a:pt x="303" y="407"/>
                    <a:pt x="234" y="20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3"/>
            <p:cNvSpPr/>
            <p:nvPr/>
          </p:nvSpPr>
          <p:spPr>
            <a:xfrm>
              <a:off x="6031404" y="2470346"/>
              <a:ext cx="51104" cy="57082"/>
            </a:xfrm>
            <a:custGeom>
              <a:avLst/>
              <a:gdLst/>
              <a:ahLst/>
              <a:cxnLst/>
              <a:rect l="l" t="t" r="r" b="b"/>
              <a:pathLst>
                <a:path w="530" h="592" extrusionOk="0">
                  <a:moveTo>
                    <a:pt x="111" y="1"/>
                  </a:moveTo>
                  <a:lnTo>
                    <a:pt x="1" y="116"/>
                  </a:lnTo>
                  <a:cubicBezTo>
                    <a:pt x="146" y="261"/>
                    <a:pt x="281" y="422"/>
                    <a:pt x="399" y="591"/>
                  </a:cubicBezTo>
                  <a:lnTo>
                    <a:pt x="530" y="503"/>
                  </a:lnTo>
                  <a:cubicBezTo>
                    <a:pt x="407" y="323"/>
                    <a:pt x="265" y="154"/>
                    <a:pt x="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3"/>
            <p:cNvSpPr/>
            <p:nvPr/>
          </p:nvSpPr>
          <p:spPr>
            <a:xfrm>
              <a:off x="5932090" y="2400537"/>
              <a:ext cx="61325" cy="43004"/>
            </a:xfrm>
            <a:custGeom>
              <a:avLst/>
              <a:gdLst/>
              <a:ahLst/>
              <a:cxnLst/>
              <a:rect l="l" t="t" r="r" b="b"/>
              <a:pathLst>
                <a:path w="636" h="446" extrusionOk="0">
                  <a:moveTo>
                    <a:pt x="65" y="0"/>
                  </a:moveTo>
                  <a:lnTo>
                    <a:pt x="0" y="146"/>
                  </a:lnTo>
                  <a:cubicBezTo>
                    <a:pt x="191" y="230"/>
                    <a:pt x="375" y="330"/>
                    <a:pt x="548" y="445"/>
                  </a:cubicBezTo>
                  <a:lnTo>
                    <a:pt x="635" y="311"/>
                  </a:lnTo>
                  <a:cubicBezTo>
                    <a:pt x="456" y="192"/>
                    <a:pt x="264" y="85"/>
                    <a:pt x="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3"/>
            <p:cNvSpPr/>
            <p:nvPr/>
          </p:nvSpPr>
          <p:spPr>
            <a:xfrm>
              <a:off x="5815613" y="2373925"/>
              <a:ext cx="62964" cy="22659"/>
            </a:xfrm>
            <a:custGeom>
              <a:avLst/>
              <a:gdLst/>
              <a:ahLst/>
              <a:cxnLst/>
              <a:rect l="l" t="t" r="r" b="b"/>
              <a:pathLst>
                <a:path w="653" h="235" extrusionOk="0">
                  <a:moveTo>
                    <a:pt x="4" y="0"/>
                  </a:moveTo>
                  <a:lnTo>
                    <a:pt x="0" y="161"/>
                  </a:lnTo>
                  <a:cubicBezTo>
                    <a:pt x="207" y="166"/>
                    <a:pt x="414" y="192"/>
                    <a:pt x="618" y="235"/>
                  </a:cubicBezTo>
                  <a:lnTo>
                    <a:pt x="653" y="77"/>
                  </a:lnTo>
                  <a:cubicBezTo>
                    <a:pt x="437" y="31"/>
                    <a:pt x="223" y="5"/>
                    <a:pt x="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3"/>
            <p:cNvSpPr/>
            <p:nvPr/>
          </p:nvSpPr>
          <p:spPr>
            <a:xfrm>
              <a:off x="5692580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3"/>
            <p:cNvSpPr/>
            <p:nvPr/>
          </p:nvSpPr>
          <p:spPr>
            <a:xfrm>
              <a:off x="5569546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3"/>
            <p:cNvSpPr/>
            <p:nvPr/>
          </p:nvSpPr>
          <p:spPr>
            <a:xfrm>
              <a:off x="5446512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3"/>
            <p:cNvSpPr/>
            <p:nvPr/>
          </p:nvSpPr>
          <p:spPr>
            <a:xfrm>
              <a:off x="5323479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3"/>
            <p:cNvSpPr/>
            <p:nvPr/>
          </p:nvSpPr>
          <p:spPr>
            <a:xfrm>
              <a:off x="5200445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3"/>
            <p:cNvSpPr/>
            <p:nvPr/>
          </p:nvSpPr>
          <p:spPr>
            <a:xfrm>
              <a:off x="5077411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3"/>
            <p:cNvSpPr/>
            <p:nvPr/>
          </p:nvSpPr>
          <p:spPr>
            <a:xfrm>
              <a:off x="4954378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3"/>
            <p:cNvSpPr/>
            <p:nvPr/>
          </p:nvSpPr>
          <p:spPr>
            <a:xfrm>
              <a:off x="4830959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3"/>
            <p:cNvSpPr/>
            <p:nvPr/>
          </p:nvSpPr>
          <p:spPr>
            <a:xfrm>
              <a:off x="4708021" y="2373925"/>
              <a:ext cx="61710" cy="15235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3"/>
            <p:cNvSpPr/>
            <p:nvPr/>
          </p:nvSpPr>
          <p:spPr>
            <a:xfrm>
              <a:off x="4584891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3"/>
            <p:cNvSpPr/>
            <p:nvPr/>
          </p:nvSpPr>
          <p:spPr>
            <a:xfrm>
              <a:off x="4461954" y="2373925"/>
              <a:ext cx="61710" cy="15235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3"/>
            <p:cNvSpPr/>
            <p:nvPr/>
          </p:nvSpPr>
          <p:spPr>
            <a:xfrm>
              <a:off x="4338824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3"/>
            <p:cNvSpPr/>
            <p:nvPr/>
          </p:nvSpPr>
          <p:spPr>
            <a:xfrm>
              <a:off x="4215791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3"/>
            <p:cNvSpPr/>
            <p:nvPr/>
          </p:nvSpPr>
          <p:spPr>
            <a:xfrm>
              <a:off x="4132290" y="2373925"/>
              <a:ext cx="22274" cy="15235"/>
            </a:xfrm>
            <a:custGeom>
              <a:avLst/>
              <a:gdLst/>
              <a:ahLst/>
              <a:cxnLst/>
              <a:rect l="l" t="t" r="r" b="b"/>
              <a:pathLst>
                <a:path w="23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231" y="157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1_1">
    <p:spTree>
      <p:nvGrpSpPr>
        <p:cNvPr id="1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6" name="Google Shape;2806;p26"/>
          <p:cNvGrpSpPr/>
          <p:nvPr/>
        </p:nvGrpSpPr>
        <p:grpSpPr>
          <a:xfrm>
            <a:off x="0" y="4648699"/>
            <a:ext cx="9143981" cy="494800"/>
            <a:chOff x="0" y="4648699"/>
            <a:chExt cx="9143981" cy="494800"/>
          </a:xfrm>
        </p:grpSpPr>
        <p:sp>
          <p:nvSpPr>
            <p:cNvPr id="2807" name="Google Shape;2807;p26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26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09" name="Google Shape;2809;p26"/>
            <p:cNvGrpSpPr/>
            <p:nvPr/>
          </p:nvGrpSpPr>
          <p:grpSpPr>
            <a:xfrm>
              <a:off x="37553" y="4771963"/>
              <a:ext cx="9104869" cy="16152"/>
              <a:chOff x="37553" y="4958838"/>
              <a:chExt cx="9104869" cy="16152"/>
            </a:xfrm>
          </p:grpSpPr>
          <p:sp>
            <p:nvSpPr>
              <p:cNvPr id="2810" name="Google Shape;2810;p26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26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26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26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26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26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26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26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26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26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26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26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26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26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26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26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26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26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26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26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26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26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26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26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34" name="Google Shape;2834;p26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2835" name="Google Shape;2835;p26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6" name="Google Shape;2836;p26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7" name="Google Shape;2837;p26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8" name="Google Shape;2838;p26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9" name="Google Shape;2839;p26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0" name="Google Shape;2840;p26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1" name="Google Shape;2841;p26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2" name="Google Shape;2842;p26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3" name="Google Shape;2843;p26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4" name="Google Shape;2844;p26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5" name="Google Shape;2845;p26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6" name="Google Shape;2846;p26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7" name="Google Shape;2847;p26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8" name="Google Shape;2848;p26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9" name="Google Shape;2849;p26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0" name="Google Shape;2850;p26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1" name="Google Shape;2851;p26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2" name="Google Shape;2852;p26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3" name="Google Shape;2853;p26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4" name="Google Shape;2854;p26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5" name="Google Shape;2855;p26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56" name="Google Shape;2856;p26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2857" name="Google Shape;2857;p26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8" name="Google Shape;2858;p26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9" name="Google Shape;2859;p26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0" name="Google Shape;2860;p26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1" name="Google Shape;2861;p26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2" name="Google Shape;2862;p26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3" name="Google Shape;2863;p26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4" name="Google Shape;2864;p26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5" name="Google Shape;2865;p26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6" name="Google Shape;2866;p26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7" name="Google Shape;2867;p26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8" name="Google Shape;2868;p26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9" name="Google Shape;2869;p26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0" name="Google Shape;2870;p26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1" name="Google Shape;2871;p26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2" name="Google Shape;2872;p26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3" name="Google Shape;2873;p26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4" name="Google Shape;2874;p26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5" name="Google Shape;2875;p26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6" name="Google Shape;2876;p26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7" name="Google Shape;2877;p26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78" name="Google Shape;2878;p26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2879" name="Google Shape;2879;p26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0" name="Google Shape;2880;p26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1" name="Google Shape;2881;p26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2" name="Google Shape;2882;p26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3" name="Google Shape;2883;p26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4" name="Google Shape;2884;p26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5" name="Google Shape;2885;p26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6" name="Google Shape;2886;p26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7" name="Google Shape;2887;p26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8" name="Google Shape;2888;p26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9" name="Google Shape;2889;p26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0" name="Google Shape;2890;p26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1" name="Google Shape;2891;p26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2" name="Google Shape;2892;p26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3" name="Google Shape;2893;p26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4" name="Google Shape;2894;p26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5" name="Google Shape;2895;p26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6" name="Google Shape;2896;p26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7" name="Google Shape;2897;p26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8" name="Google Shape;2898;p26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9" name="Google Shape;2899;p26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900" name="Google Shape;2900;p26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26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02" name="Google Shape;2902;p26"/>
            <p:cNvSpPr/>
            <p:nvPr/>
          </p:nvSpPr>
          <p:spPr>
            <a:xfrm>
              <a:off x="2327029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26"/>
            <p:cNvSpPr/>
            <p:nvPr/>
          </p:nvSpPr>
          <p:spPr>
            <a:xfrm>
              <a:off x="2230779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26"/>
            <p:cNvSpPr/>
            <p:nvPr/>
          </p:nvSpPr>
          <p:spPr>
            <a:xfrm>
              <a:off x="2123504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05" name="Google Shape;2905;p2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06" name="Google Shape;2906;p26"/>
          <p:cNvSpPr txBox="1">
            <a:spLocks noGrp="1"/>
          </p:cNvSpPr>
          <p:nvPr>
            <p:ph type="subTitle" idx="1"/>
          </p:nvPr>
        </p:nvSpPr>
        <p:spPr>
          <a:xfrm>
            <a:off x="720000" y="1570175"/>
            <a:ext cx="3598500" cy="23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07" name="Google Shape;2907;p26"/>
          <p:cNvSpPr txBox="1">
            <a:spLocks noGrp="1"/>
          </p:cNvSpPr>
          <p:nvPr>
            <p:ph type="subTitle" idx="2"/>
          </p:nvPr>
        </p:nvSpPr>
        <p:spPr>
          <a:xfrm>
            <a:off x="4825525" y="1570175"/>
            <a:ext cx="3598500" cy="23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2908" name="Google Shape;2908;p26"/>
          <p:cNvGrpSpPr/>
          <p:nvPr/>
        </p:nvGrpSpPr>
        <p:grpSpPr>
          <a:xfrm>
            <a:off x="-1524122" y="-845230"/>
            <a:ext cx="2244135" cy="1945438"/>
            <a:chOff x="-1189075" y="1978163"/>
            <a:chExt cx="2079250" cy="1802500"/>
          </a:xfrm>
        </p:grpSpPr>
        <p:sp>
          <p:nvSpPr>
            <p:cNvPr id="2909" name="Google Shape;2909;p26"/>
            <p:cNvSpPr/>
            <p:nvPr/>
          </p:nvSpPr>
          <p:spPr>
            <a:xfrm>
              <a:off x="-1189075" y="1978163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26"/>
            <p:cNvSpPr/>
            <p:nvPr/>
          </p:nvSpPr>
          <p:spPr>
            <a:xfrm>
              <a:off x="-1095400" y="2085688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7_2">
    <p:spTree>
      <p:nvGrpSpPr>
        <p:cNvPr id="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2" name="Google Shape;2912;p2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13" name="Google Shape;2913;p27"/>
          <p:cNvSpPr txBox="1">
            <a:spLocks noGrp="1"/>
          </p:cNvSpPr>
          <p:nvPr>
            <p:ph type="subTitle" idx="1"/>
          </p:nvPr>
        </p:nvSpPr>
        <p:spPr>
          <a:xfrm>
            <a:off x="915900" y="2940671"/>
            <a:ext cx="2208900" cy="5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14" name="Google Shape;2914;p27"/>
          <p:cNvSpPr txBox="1">
            <a:spLocks noGrp="1"/>
          </p:cNvSpPr>
          <p:nvPr>
            <p:ph type="subTitle" idx="2"/>
          </p:nvPr>
        </p:nvSpPr>
        <p:spPr>
          <a:xfrm>
            <a:off x="6019349" y="2940671"/>
            <a:ext cx="2208900" cy="5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15" name="Google Shape;2915;p27"/>
          <p:cNvSpPr txBox="1">
            <a:spLocks noGrp="1"/>
          </p:cNvSpPr>
          <p:nvPr>
            <p:ph type="subTitle" idx="3"/>
          </p:nvPr>
        </p:nvSpPr>
        <p:spPr>
          <a:xfrm>
            <a:off x="3467605" y="2940671"/>
            <a:ext cx="2208900" cy="5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16" name="Google Shape;2916;p27"/>
          <p:cNvSpPr txBox="1">
            <a:spLocks noGrp="1"/>
          </p:cNvSpPr>
          <p:nvPr>
            <p:ph type="subTitle" idx="4"/>
          </p:nvPr>
        </p:nvSpPr>
        <p:spPr>
          <a:xfrm>
            <a:off x="915900" y="2492825"/>
            <a:ext cx="2208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7" name="Google Shape;2917;p27"/>
          <p:cNvSpPr txBox="1">
            <a:spLocks noGrp="1"/>
          </p:cNvSpPr>
          <p:nvPr>
            <p:ph type="subTitle" idx="5"/>
          </p:nvPr>
        </p:nvSpPr>
        <p:spPr>
          <a:xfrm>
            <a:off x="3467607" y="2492825"/>
            <a:ext cx="2208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8" name="Google Shape;2918;p27"/>
          <p:cNvSpPr txBox="1">
            <a:spLocks noGrp="1"/>
          </p:cNvSpPr>
          <p:nvPr>
            <p:ph type="subTitle" idx="6"/>
          </p:nvPr>
        </p:nvSpPr>
        <p:spPr>
          <a:xfrm>
            <a:off x="6019355" y="2492825"/>
            <a:ext cx="2208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19" name="Google Shape;2919;p27"/>
          <p:cNvGrpSpPr/>
          <p:nvPr/>
        </p:nvGrpSpPr>
        <p:grpSpPr>
          <a:xfrm flipH="1">
            <a:off x="0" y="4648699"/>
            <a:ext cx="9143981" cy="494801"/>
            <a:chOff x="0" y="4648699"/>
            <a:chExt cx="9143981" cy="494801"/>
          </a:xfrm>
        </p:grpSpPr>
        <p:sp>
          <p:nvSpPr>
            <p:cNvPr id="2920" name="Google Shape;2920;p27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27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27"/>
            <p:cNvSpPr/>
            <p:nvPr/>
          </p:nvSpPr>
          <p:spPr>
            <a:xfrm>
              <a:off x="1920301" y="5071842"/>
              <a:ext cx="652280" cy="71658"/>
            </a:xfrm>
            <a:custGeom>
              <a:avLst/>
              <a:gdLst/>
              <a:ahLst/>
              <a:cxnLst/>
              <a:rect l="l" t="t" r="r" b="b"/>
              <a:pathLst>
                <a:path w="5664" h="686" extrusionOk="0">
                  <a:moveTo>
                    <a:pt x="153" y="1"/>
                  </a:moveTo>
                  <a:lnTo>
                    <a:pt x="0" y="686"/>
                  </a:lnTo>
                  <a:lnTo>
                    <a:pt x="5663" y="686"/>
                  </a:lnTo>
                  <a:lnTo>
                    <a:pt x="55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27"/>
            <p:cNvSpPr/>
            <p:nvPr/>
          </p:nvSpPr>
          <p:spPr>
            <a:xfrm>
              <a:off x="1954619" y="4945347"/>
              <a:ext cx="583528" cy="58078"/>
            </a:xfrm>
            <a:custGeom>
              <a:avLst/>
              <a:gdLst/>
              <a:ahLst/>
              <a:cxnLst/>
              <a:rect l="l" t="t" r="r" b="b"/>
              <a:pathLst>
                <a:path w="5067" h="556" extrusionOk="0">
                  <a:moveTo>
                    <a:pt x="123" y="0"/>
                  </a:moveTo>
                  <a:lnTo>
                    <a:pt x="1" y="556"/>
                  </a:lnTo>
                  <a:lnTo>
                    <a:pt x="5066" y="556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27"/>
            <p:cNvSpPr/>
            <p:nvPr/>
          </p:nvSpPr>
          <p:spPr>
            <a:xfrm>
              <a:off x="1982373" y="4842459"/>
              <a:ext cx="527444" cy="47319"/>
            </a:xfrm>
            <a:custGeom>
              <a:avLst/>
              <a:gdLst/>
              <a:ahLst/>
              <a:cxnLst/>
              <a:rect l="l" t="t" r="r" b="b"/>
              <a:pathLst>
                <a:path w="4580" h="453" extrusionOk="0">
                  <a:moveTo>
                    <a:pt x="105" y="0"/>
                  </a:moveTo>
                  <a:lnTo>
                    <a:pt x="1" y="453"/>
                  </a:lnTo>
                  <a:lnTo>
                    <a:pt x="4580" y="453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27"/>
            <p:cNvSpPr/>
            <p:nvPr/>
          </p:nvSpPr>
          <p:spPr>
            <a:xfrm>
              <a:off x="2005405" y="4756387"/>
              <a:ext cx="481610" cy="40112"/>
            </a:xfrm>
            <a:custGeom>
              <a:avLst/>
              <a:gdLst/>
              <a:ahLst/>
              <a:cxnLst/>
              <a:rect l="l" t="t" r="r" b="b"/>
              <a:pathLst>
                <a:path w="4182" h="384" extrusionOk="0">
                  <a:moveTo>
                    <a:pt x="89" y="0"/>
                  </a:moveTo>
                  <a:lnTo>
                    <a:pt x="0" y="384"/>
                  </a:lnTo>
                  <a:lnTo>
                    <a:pt x="4181" y="384"/>
                  </a:lnTo>
                  <a:lnTo>
                    <a:pt x="40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27"/>
            <p:cNvSpPr/>
            <p:nvPr/>
          </p:nvSpPr>
          <p:spPr>
            <a:xfrm>
              <a:off x="2024752" y="4684000"/>
              <a:ext cx="442685" cy="33635"/>
            </a:xfrm>
            <a:custGeom>
              <a:avLst/>
              <a:gdLst/>
              <a:ahLst/>
              <a:cxnLst/>
              <a:rect l="l" t="t" r="r" b="b"/>
              <a:pathLst>
                <a:path w="3844" h="322" extrusionOk="0">
                  <a:moveTo>
                    <a:pt x="73" y="0"/>
                  </a:moveTo>
                  <a:lnTo>
                    <a:pt x="1" y="322"/>
                  </a:lnTo>
                  <a:lnTo>
                    <a:pt x="3844" y="322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27" name="Google Shape;2927;p27"/>
            <p:cNvGrpSpPr/>
            <p:nvPr/>
          </p:nvGrpSpPr>
          <p:grpSpPr>
            <a:xfrm>
              <a:off x="37553" y="4848410"/>
              <a:ext cx="9104869" cy="16152"/>
              <a:chOff x="37553" y="4958838"/>
              <a:chExt cx="9104869" cy="16152"/>
            </a:xfrm>
          </p:grpSpPr>
          <p:sp>
            <p:nvSpPr>
              <p:cNvPr id="2928" name="Google Shape;2928;p27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27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27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27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27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27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27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27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27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27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27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27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27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27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27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27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27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27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27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27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27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27"/>
              <p:cNvSpPr/>
              <p:nvPr/>
            </p:nvSpPr>
            <p:spPr>
              <a:xfrm>
                <a:off x="2296291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27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27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27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53" name="Google Shape;2953;p27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2954" name="Google Shape;2954;p27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5" name="Google Shape;2955;p27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6" name="Google Shape;2956;p27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7" name="Google Shape;2957;p27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8" name="Google Shape;2958;p27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9" name="Google Shape;2959;p27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0" name="Google Shape;2960;p27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1" name="Google Shape;2961;p27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2" name="Google Shape;2962;p27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3" name="Google Shape;2963;p27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4" name="Google Shape;2964;p27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5" name="Google Shape;2965;p27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6" name="Google Shape;2966;p27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7" name="Google Shape;2967;p27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8" name="Google Shape;2968;p27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9" name="Google Shape;2969;p27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0" name="Google Shape;2970;p27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1" name="Google Shape;2971;p27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2" name="Google Shape;2972;p27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3" name="Google Shape;2973;p27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4" name="Google Shape;2974;p27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75" name="Google Shape;2975;p27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2976" name="Google Shape;2976;p27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7" name="Google Shape;2977;p27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8" name="Google Shape;2978;p27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9" name="Google Shape;2979;p27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0" name="Google Shape;2980;p27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1" name="Google Shape;2981;p27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2" name="Google Shape;2982;p27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3" name="Google Shape;2983;p27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4" name="Google Shape;2984;p27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5" name="Google Shape;2985;p27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6" name="Google Shape;2986;p27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7" name="Google Shape;2987;p27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8" name="Google Shape;2988;p27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9" name="Google Shape;2989;p27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0" name="Google Shape;2990;p27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1" name="Google Shape;2991;p27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2" name="Google Shape;2992;p27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3" name="Google Shape;2993;p27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4" name="Google Shape;2994;p27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5" name="Google Shape;2995;p27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6" name="Google Shape;2996;p27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97" name="Google Shape;2997;p27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2998" name="Google Shape;2998;p27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9" name="Google Shape;2999;p27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0" name="Google Shape;3000;p27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1" name="Google Shape;3001;p27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2" name="Google Shape;3002;p27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3" name="Google Shape;3003;p27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4" name="Google Shape;3004;p27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5" name="Google Shape;3005;p27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6" name="Google Shape;3006;p27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7" name="Google Shape;3007;p27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8" name="Google Shape;3008;p27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9" name="Google Shape;3009;p27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0" name="Google Shape;3010;p27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1" name="Google Shape;3011;p27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2" name="Google Shape;3012;p27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3" name="Google Shape;3013;p27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4" name="Google Shape;3014;p27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5" name="Google Shape;3015;p27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6" name="Google Shape;3016;p27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7" name="Google Shape;3017;p27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8" name="Google Shape;3018;p27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019" name="Google Shape;3019;p27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27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21" name="Google Shape;3021;p27"/>
          <p:cNvGrpSpPr/>
          <p:nvPr/>
        </p:nvGrpSpPr>
        <p:grpSpPr>
          <a:xfrm rot="-5400000">
            <a:off x="-857835" y="267488"/>
            <a:ext cx="1936841" cy="1205022"/>
            <a:chOff x="3846690" y="770050"/>
            <a:chExt cx="1788734" cy="1053802"/>
          </a:xfrm>
        </p:grpSpPr>
        <p:sp>
          <p:nvSpPr>
            <p:cNvPr id="3022" name="Google Shape;3022;p27"/>
            <p:cNvSpPr/>
            <p:nvPr/>
          </p:nvSpPr>
          <p:spPr>
            <a:xfrm>
              <a:off x="3846690" y="770050"/>
              <a:ext cx="1788734" cy="1053802"/>
            </a:xfrm>
            <a:custGeom>
              <a:avLst/>
              <a:gdLst/>
              <a:ahLst/>
              <a:cxnLst/>
              <a:rect l="l" t="t" r="r" b="b"/>
              <a:pathLst>
                <a:path w="18551" h="10929" extrusionOk="0">
                  <a:moveTo>
                    <a:pt x="5465" y="0"/>
                  </a:moveTo>
                  <a:cubicBezTo>
                    <a:pt x="2453" y="0"/>
                    <a:pt x="0" y="2448"/>
                    <a:pt x="0" y="5465"/>
                  </a:cubicBezTo>
                  <a:cubicBezTo>
                    <a:pt x="0" y="8477"/>
                    <a:pt x="2453" y="10929"/>
                    <a:pt x="5465" y="10929"/>
                  </a:cubicBezTo>
                  <a:lnTo>
                    <a:pt x="18497" y="10929"/>
                  </a:lnTo>
                  <a:lnTo>
                    <a:pt x="18551" y="6767"/>
                  </a:lnTo>
                  <a:lnTo>
                    <a:pt x="5465" y="6779"/>
                  </a:lnTo>
                  <a:cubicBezTo>
                    <a:pt x="4740" y="6779"/>
                    <a:pt x="4151" y="6189"/>
                    <a:pt x="4151" y="5465"/>
                  </a:cubicBezTo>
                  <a:cubicBezTo>
                    <a:pt x="4151" y="4737"/>
                    <a:pt x="4740" y="4146"/>
                    <a:pt x="5465" y="4146"/>
                  </a:cubicBezTo>
                  <a:lnTo>
                    <a:pt x="18497" y="4150"/>
                  </a:lnTo>
                  <a:lnTo>
                    <a:pt x="18497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27"/>
            <p:cNvSpPr/>
            <p:nvPr/>
          </p:nvSpPr>
          <p:spPr>
            <a:xfrm>
              <a:off x="5501569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27"/>
            <p:cNvSpPr/>
            <p:nvPr/>
          </p:nvSpPr>
          <p:spPr>
            <a:xfrm>
              <a:off x="5378535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27"/>
            <p:cNvSpPr/>
            <p:nvPr/>
          </p:nvSpPr>
          <p:spPr>
            <a:xfrm>
              <a:off x="5255502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27"/>
            <p:cNvSpPr/>
            <p:nvPr/>
          </p:nvSpPr>
          <p:spPr>
            <a:xfrm>
              <a:off x="5132468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27"/>
            <p:cNvSpPr/>
            <p:nvPr/>
          </p:nvSpPr>
          <p:spPr>
            <a:xfrm>
              <a:off x="50094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27"/>
            <p:cNvSpPr/>
            <p:nvPr/>
          </p:nvSpPr>
          <p:spPr>
            <a:xfrm>
              <a:off x="4886401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27"/>
            <p:cNvSpPr/>
            <p:nvPr/>
          </p:nvSpPr>
          <p:spPr>
            <a:xfrm>
              <a:off x="4763367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27"/>
            <p:cNvSpPr/>
            <p:nvPr/>
          </p:nvSpPr>
          <p:spPr>
            <a:xfrm>
              <a:off x="46403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27"/>
            <p:cNvSpPr/>
            <p:nvPr/>
          </p:nvSpPr>
          <p:spPr>
            <a:xfrm>
              <a:off x="4517300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7"/>
            <p:cNvSpPr/>
            <p:nvPr/>
          </p:nvSpPr>
          <p:spPr>
            <a:xfrm>
              <a:off x="4393881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7"/>
            <p:cNvSpPr/>
            <p:nvPr/>
          </p:nvSpPr>
          <p:spPr>
            <a:xfrm>
              <a:off x="4270461" y="1600625"/>
              <a:ext cx="63350" cy="28155"/>
            </a:xfrm>
            <a:custGeom>
              <a:avLst/>
              <a:gdLst/>
              <a:ahLst/>
              <a:cxnLst/>
              <a:rect l="l" t="t" r="r" b="b"/>
              <a:pathLst>
                <a:path w="657" h="292" extrusionOk="0">
                  <a:moveTo>
                    <a:pt x="46" y="1"/>
                  </a:moveTo>
                  <a:lnTo>
                    <a:pt x="0" y="150"/>
                  </a:lnTo>
                  <a:cubicBezTo>
                    <a:pt x="204" y="219"/>
                    <a:pt x="418" y="265"/>
                    <a:pt x="637" y="291"/>
                  </a:cubicBezTo>
                  <a:lnTo>
                    <a:pt x="656" y="134"/>
                  </a:lnTo>
                  <a:cubicBezTo>
                    <a:pt x="449" y="107"/>
                    <a:pt x="246" y="61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7"/>
            <p:cNvSpPr/>
            <p:nvPr/>
          </p:nvSpPr>
          <p:spPr>
            <a:xfrm>
              <a:off x="4160734" y="1542965"/>
              <a:ext cx="59203" cy="47440"/>
            </a:xfrm>
            <a:custGeom>
              <a:avLst/>
              <a:gdLst/>
              <a:ahLst/>
              <a:cxnLst/>
              <a:rect l="l" t="t" r="r" b="b"/>
              <a:pathLst>
                <a:path w="614" h="492" extrusionOk="0">
                  <a:moveTo>
                    <a:pt x="100" y="1"/>
                  </a:moveTo>
                  <a:lnTo>
                    <a:pt x="1" y="123"/>
                  </a:lnTo>
                  <a:cubicBezTo>
                    <a:pt x="165" y="261"/>
                    <a:pt x="349" y="384"/>
                    <a:pt x="537" y="491"/>
                  </a:cubicBezTo>
                  <a:lnTo>
                    <a:pt x="613" y="350"/>
                  </a:lnTo>
                  <a:cubicBezTo>
                    <a:pt x="434" y="249"/>
                    <a:pt x="261" y="131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7"/>
            <p:cNvSpPr/>
            <p:nvPr/>
          </p:nvSpPr>
          <p:spPr>
            <a:xfrm>
              <a:off x="4080608" y="1450978"/>
              <a:ext cx="47343" cy="59589"/>
            </a:xfrm>
            <a:custGeom>
              <a:avLst/>
              <a:gdLst/>
              <a:ahLst/>
              <a:cxnLst/>
              <a:rect l="l" t="t" r="r" b="b"/>
              <a:pathLst>
                <a:path w="491" h="618" extrusionOk="0">
                  <a:moveTo>
                    <a:pt x="142" y="0"/>
                  </a:moveTo>
                  <a:lnTo>
                    <a:pt x="1" y="77"/>
                  </a:lnTo>
                  <a:cubicBezTo>
                    <a:pt x="107" y="269"/>
                    <a:pt x="230" y="449"/>
                    <a:pt x="368" y="617"/>
                  </a:cubicBezTo>
                  <a:lnTo>
                    <a:pt x="491" y="514"/>
                  </a:lnTo>
                  <a:cubicBezTo>
                    <a:pt x="360" y="357"/>
                    <a:pt x="241" y="184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7"/>
            <p:cNvSpPr/>
            <p:nvPr/>
          </p:nvSpPr>
          <p:spPr>
            <a:xfrm>
              <a:off x="4041750" y="1337587"/>
              <a:ext cx="28541" cy="63157"/>
            </a:xfrm>
            <a:custGeom>
              <a:avLst/>
              <a:gdLst/>
              <a:ahLst/>
              <a:cxnLst/>
              <a:rect l="l" t="t" r="r" b="b"/>
              <a:pathLst>
                <a:path w="296" h="655" extrusionOk="0">
                  <a:moveTo>
                    <a:pt x="158" y="0"/>
                  </a:moveTo>
                  <a:lnTo>
                    <a:pt x="1" y="19"/>
                  </a:lnTo>
                  <a:cubicBezTo>
                    <a:pt x="27" y="237"/>
                    <a:pt x="77" y="453"/>
                    <a:pt x="142" y="655"/>
                  </a:cubicBezTo>
                  <a:lnTo>
                    <a:pt x="296" y="605"/>
                  </a:lnTo>
                  <a:cubicBezTo>
                    <a:pt x="231" y="410"/>
                    <a:pt x="185" y="207"/>
                    <a:pt x="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7"/>
            <p:cNvSpPr/>
            <p:nvPr/>
          </p:nvSpPr>
          <p:spPr>
            <a:xfrm>
              <a:off x="4039532" y="1214457"/>
              <a:ext cx="24877" cy="63350"/>
            </a:xfrm>
            <a:custGeom>
              <a:avLst/>
              <a:gdLst/>
              <a:ahLst/>
              <a:cxnLst/>
              <a:rect l="l" t="t" r="r" b="b"/>
              <a:pathLst>
                <a:path w="258" h="657" extrusionOk="0">
                  <a:moveTo>
                    <a:pt x="100" y="1"/>
                  </a:moveTo>
                  <a:cubicBezTo>
                    <a:pt x="47" y="212"/>
                    <a:pt x="16" y="430"/>
                    <a:pt x="1" y="644"/>
                  </a:cubicBezTo>
                  <a:lnTo>
                    <a:pt x="162" y="656"/>
                  </a:lnTo>
                  <a:cubicBezTo>
                    <a:pt x="174" y="449"/>
                    <a:pt x="204" y="243"/>
                    <a:pt x="257" y="39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7"/>
            <p:cNvSpPr/>
            <p:nvPr/>
          </p:nvSpPr>
          <p:spPr>
            <a:xfrm>
              <a:off x="4070194" y="1101065"/>
              <a:ext cx="44451" cy="60746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0"/>
                  </a:moveTo>
                  <a:cubicBezTo>
                    <a:pt x="204" y="177"/>
                    <a:pt x="93" y="368"/>
                    <a:pt x="1" y="564"/>
                  </a:cubicBezTo>
                  <a:lnTo>
                    <a:pt x="146" y="629"/>
                  </a:lnTo>
                  <a:cubicBezTo>
                    <a:pt x="234" y="446"/>
                    <a:pt x="342" y="262"/>
                    <a:pt x="461" y="9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7"/>
            <p:cNvSpPr/>
            <p:nvPr/>
          </p:nvSpPr>
          <p:spPr>
            <a:xfrm>
              <a:off x="4143764" y="1014961"/>
              <a:ext cx="57757" cy="50043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3" y="0"/>
                  </a:moveTo>
                  <a:cubicBezTo>
                    <a:pt x="330" y="120"/>
                    <a:pt x="158" y="253"/>
                    <a:pt x="0" y="403"/>
                  </a:cubicBezTo>
                  <a:lnTo>
                    <a:pt x="108" y="518"/>
                  </a:lnTo>
                  <a:cubicBezTo>
                    <a:pt x="261" y="377"/>
                    <a:pt x="426" y="246"/>
                    <a:pt x="598" y="135"/>
                  </a:cubicBezTo>
                  <a:lnTo>
                    <a:pt x="5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7"/>
            <p:cNvSpPr/>
            <p:nvPr/>
          </p:nvSpPr>
          <p:spPr>
            <a:xfrm>
              <a:off x="4249056" y="968389"/>
              <a:ext cx="63253" cy="32302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1"/>
                  </a:moveTo>
                  <a:cubicBezTo>
                    <a:pt x="410" y="43"/>
                    <a:pt x="199" y="105"/>
                    <a:pt x="1" y="185"/>
                  </a:cubicBezTo>
                  <a:lnTo>
                    <a:pt x="58" y="334"/>
                  </a:lnTo>
                  <a:cubicBezTo>
                    <a:pt x="254" y="258"/>
                    <a:pt x="452" y="196"/>
                    <a:pt x="656" y="158"/>
                  </a:cubicBez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7"/>
            <p:cNvSpPr/>
            <p:nvPr/>
          </p:nvSpPr>
          <p:spPr>
            <a:xfrm>
              <a:off x="5479488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7"/>
            <p:cNvSpPr/>
            <p:nvPr/>
          </p:nvSpPr>
          <p:spPr>
            <a:xfrm>
              <a:off x="5356358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7"/>
            <p:cNvSpPr/>
            <p:nvPr/>
          </p:nvSpPr>
          <p:spPr>
            <a:xfrm>
              <a:off x="5233421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7"/>
            <p:cNvSpPr/>
            <p:nvPr/>
          </p:nvSpPr>
          <p:spPr>
            <a:xfrm>
              <a:off x="5110291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7"/>
            <p:cNvSpPr/>
            <p:nvPr/>
          </p:nvSpPr>
          <p:spPr>
            <a:xfrm>
              <a:off x="4987258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7"/>
            <p:cNvSpPr/>
            <p:nvPr/>
          </p:nvSpPr>
          <p:spPr>
            <a:xfrm>
              <a:off x="4864224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7"/>
            <p:cNvSpPr/>
            <p:nvPr/>
          </p:nvSpPr>
          <p:spPr>
            <a:xfrm>
              <a:off x="4741190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7"/>
            <p:cNvSpPr/>
            <p:nvPr/>
          </p:nvSpPr>
          <p:spPr>
            <a:xfrm>
              <a:off x="4618157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7"/>
            <p:cNvSpPr/>
            <p:nvPr/>
          </p:nvSpPr>
          <p:spPr>
            <a:xfrm>
              <a:off x="4495123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7"/>
            <p:cNvSpPr/>
            <p:nvPr/>
          </p:nvSpPr>
          <p:spPr>
            <a:xfrm>
              <a:off x="4371704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4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0_1">
    <p:spTree>
      <p:nvGrpSpPr>
        <p:cNvPr id="1" name="Shape 3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Google Shape;3052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053" name="Google Shape;3053;p28"/>
          <p:cNvSpPr txBox="1">
            <a:spLocks noGrp="1"/>
          </p:cNvSpPr>
          <p:nvPr>
            <p:ph type="subTitle" idx="1"/>
          </p:nvPr>
        </p:nvSpPr>
        <p:spPr>
          <a:xfrm>
            <a:off x="2404343" y="1974963"/>
            <a:ext cx="19488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54" name="Google Shape;3054;p28"/>
          <p:cNvSpPr txBox="1">
            <a:spLocks noGrp="1"/>
          </p:cNvSpPr>
          <p:nvPr>
            <p:ph type="subTitle" idx="2"/>
          </p:nvPr>
        </p:nvSpPr>
        <p:spPr>
          <a:xfrm>
            <a:off x="5594086" y="1974963"/>
            <a:ext cx="19488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55" name="Google Shape;3055;p28"/>
          <p:cNvSpPr txBox="1">
            <a:spLocks noGrp="1"/>
          </p:cNvSpPr>
          <p:nvPr>
            <p:ph type="subTitle" idx="3"/>
          </p:nvPr>
        </p:nvSpPr>
        <p:spPr>
          <a:xfrm>
            <a:off x="2404259" y="3399717"/>
            <a:ext cx="19488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56" name="Google Shape;3056;p28"/>
          <p:cNvSpPr txBox="1">
            <a:spLocks noGrp="1"/>
          </p:cNvSpPr>
          <p:nvPr>
            <p:ph type="subTitle" idx="4"/>
          </p:nvPr>
        </p:nvSpPr>
        <p:spPr>
          <a:xfrm>
            <a:off x="5593969" y="3399717"/>
            <a:ext cx="19488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57" name="Google Shape;3057;p28"/>
          <p:cNvSpPr txBox="1">
            <a:spLocks noGrp="1"/>
          </p:cNvSpPr>
          <p:nvPr>
            <p:ph type="subTitle" idx="5"/>
          </p:nvPr>
        </p:nvSpPr>
        <p:spPr>
          <a:xfrm>
            <a:off x="2404213" y="1531250"/>
            <a:ext cx="19488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8" name="Google Shape;3058;p28"/>
          <p:cNvSpPr txBox="1">
            <a:spLocks noGrp="1"/>
          </p:cNvSpPr>
          <p:nvPr>
            <p:ph type="subTitle" idx="6"/>
          </p:nvPr>
        </p:nvSpPr>
        <p:spPr>
          <a:xfrm>
            <a:off x="5593896" y="1531250"/>
            <a:ext cx="19488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9" name="Google Shape;3059;p28"/>
          <p:cNvSpPr txBox="1">
            <a:spLocks noGrp="1"/>
          </p:cNvSpPr>
          <p:nvPr>
            <p:ph type="subTitle" idx="7"/>
          </p:nvPr>
        </p:nvSpPr>
        <p:spPr>
          <a:xfrm>
            <a:off x="2404213" y="2942953"/>
            <a:ext cx="19488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0" name="Google Shape;3060;p28"/>
          <p:cNvSpPr txBox="1">
            <a:spLocks noGrp="1"/>
          </p:cNvSpPr>
          <p:nvPr>
            <p:ph type="subTitle" idx="8"/>
          </p:nvPr>
        </p:nvSpPr>
        <p:spPr>
          <a:xfrm>
            <a:off x="5593896" y="2942953"/>
            <a:ext cx="19488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61" name="Google Shape;3061;p28"/>
          <p:cNvGrpSpPr/>
          <p:nvPr/>
        </p:nvGrpSpPr>
        <p:grpSpPr>
          <a:xfrm>
            <a:off x="0" y="4648699"/>
            <a:ext cx="9143981" cy="494801"/>
            <a:chOff x="0" y="4648699"/>
            <a:chExt cx="9143981" cy="494801"/>
          </a:xfrm>
        </p:grpSpPr>
        <p:sp>
          <p:nvSpPr>
            <p:cNvPr id="3062" name="Google Shape;3062;p28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8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8"/>
            <p:cNvSpPr/>
            <p:nvPr/>
          </p:nvSpPr>
          <p:spPr>
            <a:xfrm>
              <a:off x="1920301" y="5071842"/>
              <a:ext cx="652280" cy="71658"/>
            </a:xfrm>
            <a:custGeom>
              <a:avLst/>
              <a:gdLst/>
              <a:ahLst/>
              <a:cxnLst/>
              <a:rect l="l" t="t" r="r" b="b"/>
              <a:pathLst>
                <a:path w="5664" h="686" extrusionOk="0">
                  <a:moveTo>
                    <a:pt x="153" y="1"/>
                  </a:moveTo>
                  <a:lnTo>
                    <a:pt x="0" y="686"/>
                  </a:lnTo>
                  <a:lnTo>
                    <a:pt x="5663" y="686"/>
                  </a:lnTo>
                  <a:lnTo>
                    <a:pt x="55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8"/>
            <p:cNvSpPr/>
            <p:nvPr/>
          </p:nvSpPr>
          <p:spPr>
            <a:xfrm>
              <a:off x="1954619" y="4945347"/>
              <a:ext cx="583528" cy="58078"/>
            </a:xfrm>
            <a:custGeom>
              <a:avLst/>
              <a:gdLst/>
              <a:ahLst/>
              <a:cxnLst/>
              <a:rect l="l" t="t" r="r" b="b"/>
              <a:pathLst>
                <a:path w="5067" h="556" extrusionOk="0">
                  <a:moveTo>
                    <a:pt x="123" y="0"/>
                  </a:moveTo>
                  <a:lnTo>
                    <a:pt x="1" y="556"/>
                  </a:lnTo>
                  <a:lnTo>
                    <a:pt x="5066" y="556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8"/>
            <p:cNvSpPr/>
            <p:nvPr/>
          </p:nvSpPr>
          <p:spPr>
            <a:xfrm>
              <a:off x="1982373" y="4842459"/>
              <a:ext cx="527444" cy="47319"/>
            </a:xfrm>
            <a:custGeom>
              <a:avLst/>
              <a:gdLst/>
              <a:ahLst/>
              <a:cxnLst/>
              <a:rect l="l" t="t" r="r" b="b"/>
              <a:pathLst>
                <a:path w="4580" h="453" extrusionOk="0">
                  <a:moveTo>
                    <a:pt x="105" y="0"/>
                  </a:moveTo>
                  <a:lnTo>
                    <a:pt x="1" y="453"/>
                  </a:lnTo>
                  <a:lnTo>
                    <a:pt x="4580" y="453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8"/>
            <p:cNvSpPr/>
            <p:nvPr/>
          </p:nvSpPr>
          <p:spPr>
            <a:xfrm>
              <a:off x="2005405" y="4756387"/>
              <a:ext cx="481610" cy="40112"/>
            </a:xfrm>
            <a:custGeom>
              <a:avLst/>
              <a:gdLst/>
              <a:ahLst/>
              <a:cxnLst/>
              <a:rect l="l" t="t" r="r" b="b"/>
              <a:pathLst>
                <a:path w="4182" h="384" extrusionOk="0">
                  <a:moveTo>
                    <a:pt x="89" y="0"/>
                  </a:moveTo>
                  <a:lnTo>
                    <a:pt x="0" y="384"/>
                  </a:lnTo>
                  <a:lnTo>
                    <a:pt x="4181" y="384"/>
                  </a:lnTo>
                  <a:lnTo>
                    <a:pt x="40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8"/>
            <p:cNvSpPr/>
            <p:nvPr/>
          </p:nvSpPr>
          <p:spPr>
            <a:xfrm>
              <a:off x="2024752" y="4684000"/>
              <a:ext cx="442685" cy="33635"/>
            </a:xfrm>
            <a:custGeom>
              <a:avLst/>
              <a:gdLst/>
              <a:ahLst/>
              <a:cxnLst/>
              <a:rect l="l" t="t" r="r" b="b"/>
              <a:pathLst>
                <a:path w="3844" h="322" extrusionOk="0">
                  <a:moveTo>
                    <a:pt x="73" y="0"/>
                  </a:moveTo>
                  <a:lnTo>
                    <a:pt x="1" y="322"/>
                  </a:lnTo>
                  <a:lnTo>
                    <a:pt x="3844" y="322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69" name="Google Shape;3069;p28"/>
            <p:cNvGrpSpPr/>
            <p:nvPr/>
          </p:nvGrpSpPr>
          <p:grpSpPr>
            <a:xfrm>
              <a:off x="37553" y="4848410"/>
              <a:ext cx="9104869" cy="16152"/>
              <a:chOff x="37553" y="4958838"/>
              <a:chExt cx="9104869" cy="16152"/>
            </a:xfrm>
          </p:grpSpPr>
          <p:sp>
            <p:nvSpPr>
              <p:cNvPr id="3070" name="Google Shape;3070;p28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28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072;p28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073;p28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074;p28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28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28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28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28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28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28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28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28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28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28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28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28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28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28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28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28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28"/>
              <p:cNvSpPr/>
              <p:nvPr/>
            </p:nvSpPr>
            <p:spPr>
              <a:xfrm>
                <a:off x="2296291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28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28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28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95" name="Google Shape;3095;p28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3096" name="Google Shape;3096;p28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7" name="Google Shape;3097;p28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8" name="Google Shape;3098;p28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9" name="Google Shape;3099;p28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0" name="Google Shape;3100;p28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1" name="Google Shape;3101;p28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2" name="Google Shape;3102;p28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3" name="Google Shape;3103;p28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4" name="Google Shape;3104;p28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5" name="Google Shape;3105;p28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6" name="Google Shape;3106;p28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7" name="Google Shape;3107;p28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8" name="Google Shape;3108;p28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9" name="Google Shape;3109;p28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0" name="Google Shape;3110;p28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1" name="Google Shape;3111;p28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2" name="Google Shape;3112;p28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3" name="Google Shape;3113;p28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4" name="Google Shape;3114;p28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5" name="Google Shape;3115;p28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6" name="Google Shape;3116;p28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7" name="Google Shape;3117;p28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3118" name="Google Shape;3118;p28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9" name="Google Shape;3119;p28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0" name="Google Shape;3120;p28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1" name="Google Shape;3121;p28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2" name="Google Shape;3122;p28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3" name="Google Shape;3123;p28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4" name="Google Shape;3124;p28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5" name="Google Shape;3125;p28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6" name="Google Shape;3126;p28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7" name="Google Shape;3127;p28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8" name="Google Shape;3128;p28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9" name="Google Shape;3129;p28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0" name="Google Shape;3130;p28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1" name="Google Shape;3131;p28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2" name="Google Shape;3132;p28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3" name="Google Shape;3133;p28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4" name="Google Shape;3134;p28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5" name="Google Shape;3135;p28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6" name="Google Shape;3136;p28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7" name="Google Shape;3137;p28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8" name="Google Shape;3138;p28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39" name="Google Shape;3139;p28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3140" name="Google Shape;3140;p28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1" name="Google Shape;3141;p28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2" name="Google Shape;3142;p28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3" name="Google Shape;3143;p28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4" name="Google Shape;3144;p28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5" name="Google Shape;3145;p28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6" name="Google Shape;3146;p28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7" name="Google Shape;3147;p28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8" name="Google Shape;3148;p28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9" name="Google Shape;3149;p28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0" name="Google Shape;3150;p28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1" name="Google Shape;3151;p28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2" name="Google Shape;3152;p28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3" name="Google Shape;3153;p28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4" name="Google Shape;3154;p28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5" name="Google Shape;3155;p28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6" name="Google Shape;3156;p28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7" name="Google Shape;3157;p28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8" name="Google Shape;3158;p28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9" name="Google Shape;3159;p28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0" name="Google Shape;3160;p28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61" name="Google Shape;3161;p28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Google Shape;3162;p28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3" name="Google Shape;3163;p28"/>
          <p:cNvGrpSpPr/>
          <p:nvPr/>
        </p:nvGrpSpPr>
        <p:grpSpPr>
          <a:xfrm rot="5400000">
            <a:off x="-970390" y="948993"/>
            <a:ext cx="2533799" cy="593028"/>
            <a:chOff x="4082343" y="3678604"/>
            <a:chExt cx="2251465" cy="526949"/>
          </a:xfrm>
        </p:grpSpPr>
        <p:sp>
          <p:nvSpPr>
            <p:cNvPr id="3164" name="Google Shape;3164;p28"/>
            <p:cNvSpPr/>
            <p:nvPr/>
          </p:nvSpPr>
          <p:spPr>
            <a:xfrm>
              <a:off x="4082343" y="3678604"/>
              <a:ext cx="2251465" cy="526949"/>
            </a:xfrm>
            <a:custGeom>
              <a:avLst/>
              <a:gdLst/>
              <a:ahLst/>
              <a:cxnLst/>
              <a:rect l="l" t="t" r="r" b="b"/>
              <a:pathLst>
                <a:path w="23350" h="5465" extrusionOk="0">
                  <a:moveTo>
                    <a:pt x="1" y="0"/>
                  </a:moveTo>
                  <a:lnTo>
                    <a:pt x="1" y="4146"/>
                  </a:lnTo>
                  <a:lnTo>
                    <a:pt x="17885" y="4146"/>
                  </a:lnTo>
                  <a:cubicBezTo>
                    <a:pt x="18613" y="4146"/>
                    <a:pt x="19203" y="4740"/>
                    <a:pt x="19203" y="5465"/>
                  </a:cubicBezTo>
                  <a:lnTo>
                    <a:pt x="23349" y="5465"/>
                  </a:lnTo>
                  <a:cubicBezTo>
                    <a:pt x="23349" y="2453"/>
                    <a:pt x="20900" y="0"/>
                    <a:pt x="17885" y="0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28"/>
            <p:cNvSpPr/>
            <p:nvPr/>
          </p:nvSpPr>
          <p:spPr>
            <a:xfrm>
              <a:off x="6098995" y="4070557"/>
              <a:ext cx="34037" cy="63253"/>
            </a:xfrm>
            <a:custGeom>
              <a:avLst/>
              <a:gdLst/>
              <a:ahLst/>
              <a:cxnLst/>
              <a:rect l="l" t="t" r="r" b="b"/>
              <a:pathLst>
                <a:path w="353" h="656" extrusionOk="0">
                  <a:moveTo>
                    <a:pt x="146" y="1"/>
                  </a:moveTo>
                  <a:lnTo>
                    <a:pt x="1" y="66"/>
                  </a:lnTo>
                  <a:cubicBezTo>
                    <a:pt x="85" y="254"/>
                    <a:pt x="151" y="453"/>
                    <a:pt x="197" y="656"/>
                  </a:cubicBezTo>
                  <a:lnTo>
                    <a:pt x="353" y="618"/>
                  </a:lnTo>
                  <a:cubicBezTo>
                    <a:pt x="303" y="407"/>
                    <a:pt x="234" y="200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28"/>
            <p:cNvSpPr/>
            <p:nvPr/>
          </p:nvSpPr>
          <p:spPr>
            <a:xfrm>
              <a:off x="6031404" y="3967483"/>
              <a:ext cx="51104" cy="56986"/>
            </a:xfrm>
            <a:custGeom>
              <a:avLst/>
              <a:gdLst/>
              <a:ahLst/>
              <a:cxnLst/>
              <a:rect l="l" t="t" r="r" b="b"/>
              <a:pathLst>
                <a:path w="530" h="591" extrusionOk="0">
                  <a:moveTo>
                    <a:pt x="111" y="0"/>
                  </a:moveTo>
                  <a:lnTo>
                    <a:pt x="1" y="115"/>
                  </a:lnTo>
                  <a:cubicBezTo>
                    <a:pt x="146" y="262"/>
                    <a:pt x="281" y="418"/>
                    <a:pt x="399" y="591"/>
                  </a:cubicBezTo>
                  <a:lnTo>
                    <a:pt x="530" y="499"/>
                  </a:lnTo>
                  <a:cubicBezTo>
                    <a:pt x="407" y="322"/>
                    <a:pt x="265" y="154"/>
                    <a:pt x="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28"/>
            <p:cNvSpPr/>
            <p:nvPr/>
          </p:nvSpPr>
          <p:spPr>
            <a:xfrm>
              <a:off x="5932090" y="3897673"/>
              <a:ext cx="61325" cy="42908"/>
            </a:xfrm>
            <a:custGeom>
              <a:avLst/>
              <a:gdLst/>
              <a:ahLst/>
              <a:cxnLst/>
              <a:rect l="l" t="t" r="r" b="b"/>
              <a:pathLst>
                <a:path w="636" h="445" extrusionOk="0">
                  <a:moveTo>
                    <a:pt x="65" y="1"/>
                  </a:moveTo>
                  <a:lnTo>
                    <a:pt x="0" y="146"/>
                  </a:lnTo>
                  <a:cubicBezTo>
                    <a:pt x="191" y="227"/>
                    <a:pt x="375" y="326"/>
                    <a:pt x="548" y="445"/>
                  </a:cubicBezTo>
                  <a:lnTo>
                    <a:pt x="635" y="311"/>
                  </a:lnTo>
                  <a:cubicBezTo>
                    <a:pt x="456" y="188"/>
                    <a:pt x="264" y="84"/>
                    <a:pt x="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28"/>
            <p:cNvSpPr/>
            <p:nvPr/>
          </p:nvSpPr>
          <p:spPr>
            <a:xfrm>
              <a:off x="5815613" y="3871061"/>
              <a:ext cx="62964" cy="22659"/>
            </a:xfrm>
            <a:custGeom>
              <a:avLst/>
              <a:gdLst/>
              <a:ahLst/>
              <a:cxnLst/>
              <a:rect l="l" t="t" r="r" b="b"/>
              <a:pathLst>
                <a:path w="653" h="235" extrusionOk="0">
                  <a:moveTo>
                    <a:pt x="4" y="1"/>
                  </a:moveTo>
                  <a:lnTo>
                    <a:pt x="0" y="158"/>
                  </a:lnTo>
                  <a:cubicBezTo>
                    <a:pt x="207" y="165"/>
                    <a:pt x="414" y="188"/>
                    <a:pt x="618" y="234"/>
                  </a:cubicBezTo>
                  <a:lnTo>
                    <a:pt x="653" y="77"/>
                  </a:lnTo>
                  <a:cubicBezTo>
                    <a:pt x="437" y="31"/>
                    <a:pt x="223" y="4"/>
                    <a:pt x="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28"/>
            <p:cNvSpPr/>
            <p:nvPr/>
          </p:nvSpPr>
          <p:spPr>
            <a:xfrm>
              <a:off x="5692580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28"/>
            <p:cNvSpPr/>
            <p:nvPr/>
          </p:nvSpPr>
          <p:spPr>
            <a:xfrm>
              <a:off x="5569546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28"/>
            <p:cNvSpPr/>
            <p:nvPr/>
          </p:nvSpPr>
          <p:spPr>
            <a:xfrm>
              <a:off x="5446512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28"/>
            <p:cNvSpPr/>
            <p:nvPr/>
          </p:nvSpPr>
          <p:spPr>
            <a:xfrm>
              <a:off x="5323479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28"/>
            <p:cNvSpPr/>
            <p:nvPr/>
          </p:nvSpPr>
          <p:spPr>
            <a:xfrm>
              <a:off x="5200445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28"/>
            <p:cNvSpPr/>
            <p:nvPr/>
          </p:nvSpPr>
          <p:spPr>
            <a:xfrm>
              <a:off x="5077411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28"/>
            <p:cNvSpPr/>
            <p:nvPr/>
          </p:nvSpPr>
          <p:spPr>
            <a:xfrm>
              <a:off x="4954378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28"/>
            <p:cNvSpPr/>
            <p:nvPr/>
          </p:nvSpPr>
          <p:spPr>
            <a:xfrm>
              <a:off x="4830959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28"/>
            <p:cNvSpPr/>
            <p:nvPr/>
          </p:nvSpPr>
          <p:spPr>
            <a:xfrm>
              <a:off x="4708021" y="3870772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28"/>
            <p:cNvSpPr/>
            <p:nvPr/>
          </p:nvSpPr>
          <p:spPr>
            <a:xfrm>
              <a:off x="4584891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28"/>
            <p:cNvSpPr/>
            <p:nvPr/>
          </p:nvSpPr>
          <p:spPr>
            <a:xfrm>
              <a:off x="4461954" y="3870772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28"/>
            <p:cNvSpPr/>
            <p:nvPr/>
          </p:nvSpPr>
          <p:spPr>
            <a:xfrm>
              <a:off x="4338824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28"/>
            <p:cNvSpPr/>
            <p:nvPr/>
          </p:nvSpPr>
          <p:spPr>
            <a:xfrm>
              <a:off x="4215791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28"/>
            <p:cNvSpPr/>
            <p:nvPr/>
          </p:nvSpPr>
          <p:spPr>
            <a:xfrm>
              <a:off x="4132290" y="3870772"/>
              <a:ext cx="22274" cy="15620"/>
            </a:xfrm>
            <a:custGeom>
              <a:avLst/>
              <a:gdLst/>
              <a:ahLst/>
              <a:cxnLst/>
              <a:rect l="l" t="t" r="r" b="b"/>
              <a:pathLst>
                <a:path w="23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231" y="161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3" name="Google Shape;3183;p28"/>
          <p:cNvGrpSpPr/>
          <p:nvPr/>
        </p:nvGrpSpPr>
        <p:grpSpPr>
          <a:xfrm flipH="1">
            <a:off x="8424003" y="-160005"/>
            <a:ext cx="2244135" cy="1945438"/>
            <a:chOff x="-1189075" y="1978163"/>
            <a:chExt cx="2079250" cy="1802500"/>
          </a:xfrm>
        </p:grpSpPr>
        <p:sp>
          <p:nvSpPr>
            <p:cNvPr id="3184" name="Google Shape;3184;p28"/>
            <p:cNvSpPr/>
            <p:nvPr/>
          </p:nvSpPr>
          <p:spPr>
            <a:xfrm>
              <a:off x="-1189075" y="1978163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28"/>
            <p:cNvSpPr/>
            <p:nvPr/>
          </p:nvSpPr>
          <p:spPr>
            <a:xfrm>
              <a:off x="-1095400" y="2085688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7" name="Google Shape;3187;p2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188" name="Google Shape;3188;p29"/>
          <p:cNvSpPr txBox="1">
            <a:spLocks noGrp="1"/>
          </p:cNvSpPr>
          <p:nvPr>
            <p:ph type="subTitle" idx="1"/>
          </p:nvPr>
        </p:nvSpPr>
        <p:spPr>
          <a:xfrm>
            <a:off x="1031900" y="2006221"/>
            <a:ext cx="21306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89" name="Google Shape;3189;p29"/>
          <p:cNvSpPr txBox="1">
            <a:spLocks noGrp="1"/>
          </p:cNvSpPr>
          <p:nvPr>
            <p:ph type="subTitle" idx="2"/>
          </p:nvPr>
        </p:nvSpPr>
        <p:spPr>
          <a:xfrm>
            <a:off x="3506695" y="2006221"/>
            <a:ext cx="21306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90" name="Google Shape;3190;p29"/>
          <p:cNvSpPr txBox="1">
            <a:spLocks noGrp="1"/>
          </p:cNvSpPr>
          <p:nvPr>
            <p:ph type="subTitle" idx="3"/>
          </p:nvPr>
        </p:nvSpPr>
        <p:spPr>
          <a:xfrm>
            <a:off x="5981490" y="2006221"/>
            <a:ext cx="21306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91" name="Google Shape;3191;p29"/>
          <p:cNvSpPr txBox="1">
            <a:spLocks noGrp="1"/>
          </p:cNvSpPr>
          <p:nvPr>
            <p:ph type="subTitle" idx="4"/>
          </p:nvPr>
        </p:nvSpPr>
        <p:spPr>
          <a:xfrm>
            <a:off x="1031900" y="3463271"/>
            <a:ext cx="21306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92" name="Google Shape;3192;p29"/>
          <p:cNvSpPr txBox="1">
            <a:spLocks noGrp="1"/>
          </p:cNvSpPr>
          <p:nvPr>
            <p:ph type="subTitle" idx="5"/>
          </p:nvPr>
        </p:nvSpPr>
        <p:spPr>
          <a:xfrm>
            <a:off x="3506695" y="3463271"/>
            <a:ext cx="21306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93" name="Google Shape;3193;p29"/>
          <p:cNvSpPr txBox="1">
            <a:spLocks noGrp="1"/>
          </p:cNvSpPr>
          <p:nvPr>
            <p:ph type="subTitle" idx="6"/>
          </p:nvPr>
        </p:nvSpPr>
        <p:spPr>
          <a:xfrm>
            <a:off x="5981490" y="3463271"/>
            <a:ext cx="21306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94" name="Google Shape;3194;p29"/>
          <p:cNvSpPr txBox="1">
            <a:spLocks noGrp="1"/>
          </p:cNvSpPr>
          <p:nvPr>
            <p:ph type="subTitle" idx="7"/>
          </p:nvPr>
        </p:nvSpPr>
        <p:spPr>
          <a:xfrm>
            <a:off x="1031900" y="1556575"/>
            <a:ext cx="2130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5" name="Google Shape;3195;p29"/>
          <p:cNvSpPr txBox="1">
            <a:spLocks noGrp="1"/>
          </p:cNvSpPr>
          <p:nvPr>
            <p:ph type="subTitle" idx="8"/>
          </p:nvPr>
        </p:nvSpPr>
        <p:spPr>
          <a:xfrm>
            <a:off x="3506700" y="1556575"/>
            <a:ext cx="2130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6" name="Google Shape;3196;p29"/>
          <p:cNvSpPr txBox="1">
            <a:spLocks noGrp="1"/>
          </p:cNvSpPr>
          <p:nvPr>
            <p:ph type="subTitle" idx="9"/>
          </p:nvPr>
        </p:nvSpPr>
        <p:spPr>
          <a:xfrm>
            <a:off x="5981513" y="1556575"/>
            <a:ext cx="2130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7" name="Google Shape;3197;p29"/>
          <p:cNvSpPr txBox="1">
            <a:spLocks noGrp="1"/>
          </p:cNvSpPr>
          <p:nvPr>
            <p:ph type="subTitle" idx="13"/>
          </p:nvPr>
        </p:nvSpPr>
        <p:spPr>
          <a:xfrm>
            <a:off x="1031900" y="3008972"/>
            <a:ext cx="2130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8" name="Google Shape;3198;p29"/>
          <p:cNvSpPr txBox="1">
            <a:spLocks noGrp="1"/>
          </p:cNvSpPr>
          <p:nvPr>
            <p:ph type="subTitle" idx="14"/>
          </p:nvPr>
        </p:nvSpPr>
        <p:spPr>
          <a:xfrm>
            <a:off x="3506700" y="3008972"/>
            <a:ext cx="2130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9" name="Google Shape;3199;p29"/>
          <p:cNvSpPr txBox="1">
            <a:spLocks noGrp="1"/>
          </p:cNvSpPr>
          <p:nvPr>
            <p:ph type="subTitle" idx="15"/>
          </p:nvPr>
        </p:nvSpPr>
        <p:spPr>
          <a:xfrm>
            <a:off x="5981513" y="3008972"/>
            <a:ext cx="2130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200" name="Google Shape;3200;p29"/>
          <p:cNvGrpSpPr/>
          <p:nvPr/>
        </p:nvGrpSpPr>
        <p:grpSpPr>
          <a:xfrm>
            <a:off x="0" y="4648699"/>
            <a:ext cx="9143981" cy="494800"/>
            <a:chOff x="0" y="4648699"/>
            <a:chExt cx="9143981" cy="494800"/>
          </a:xfrm>
        </p:grpSpPr>
        <p:sp>
          <p:nvSpPr>
            <p:cNvPr id="3201" name="Google Shape;3201;p29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29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03" name="Google Shape;3203;p29"/>
            <p:cNvGrpSpPr/>
            <p:nvPr/>
          </p:nvGrpSpPr>
          <p:grpSpPr>
            <a:xfrm>
              <a:off x="37553" y="4771963"/>
              <a:ext cx="9104869" cy="16152"/>
              <a:chOff x="37553" y="4958838"/>
              <a:chExt cx="9104869" cy="16152"/>
            </a:xfrm>
          </p:grpSpPr>
          <p:sp>
            <p:nvSpPr>
              <p:cNvPr id="3204" name="Google Shape;3204;p29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205;p29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206;p29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207;p29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29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29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210;p29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211;p29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3212;p29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3213;p29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214;p29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215;p29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216;p29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217;p29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218;p29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219;p29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220;p29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221;p29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222;p29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223;p29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224;p29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225;p29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226;p29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227;p29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28" name="Google Shape;3228;p29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3229" name="Google Shape;3229;p29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0" name="Google Shape;3230;p29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1" name="Google Shape;3231;p29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2" name="Google Shape;3232;p29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3" name="Google Shape;3233;p29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4" name="Google Shape;3234;p29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5" name="Google Shape;3235;p29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6" name="Google Shape;3236;p29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7" name="Google Shape;3237;p29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8" name="Google Shape;3238;p29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9" name="Google Shape;3239;p29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0" name="Google Shape;3240;p29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1" name="Google Shape;3241;p29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2" name="Google Shape;3242;p29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3" name="Google Shape;3243;p29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4" name="Google Shape;3244;p29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5" name="Google Shape;3245;p29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6" name="Google Shape;3246;p29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7" name="Google Shape;3247;p29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8" name="Google Shape;3248;p29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9" name="Google Shape;3249;p29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50" name="Google Shape;3250;p29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3251" name="Google Shape;3251;p29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2" name="Google Shape;3252;p29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3" name="Google Shape;3253;p29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4" name="Google Shape;3254;p29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5" name="Google Shape;3255;p29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6" name="Google Shape;3256;p29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7" name="Google Shape;3257;p29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8" name="Google Shape;3258;p29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9" name="Google Shape;3259;p29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0" name="Google Shape;3260;p29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1" name="Google Shape;3261;p29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2" name="Google Shape;3262;p29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3" name="Google Shape;3263;p29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4" name="Google Shape;3264;p29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5" name="Google Shape;3265;p29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6" name="Google Shape;3266;p29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7" name="Google Shape;3267;p29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8" name="Google Shape;3268;p29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9" name="Google Shape;3269;p29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0" name="Google Shape;3270;p29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1" name="Google Shape;3271;p29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72" name="Google Shape;3272;p29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3273" name="Google Shape;3273;p29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4" name="Google Shape;3274;p29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5" name="Google Shape;3275;p29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6" name="Google Shape;3276;p29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7" name="Google Shape;3277;p29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8" name="Google Shape;3278;p29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9" name="Google Shape;3279;p29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0" name="Google Shape;3280;p29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1" name="Google Shape;3281;p29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2" name="Google Shape;3282;p29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3" name="Google Shape;3283;p29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4" name="Google Shape;3284;p29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5" name="Google Shape;3285;p29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6" name="Google Shape;3286;p29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7" name="Google Shape;3287;p29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8" name="Google Shape;3288;p29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9" name="Google Shape;3289;p29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0" name="Google Shape;3290;p29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1" name="Google Shape;3291;p29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2" name="Google Shape;3292;p29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3" name="Google Shape;3293;p29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294" name="Google Shape;3294;p29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29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96" name="Google Shape;3296;p29"/>
            <p:cNvSpPr/>
            <p:nvPr/>
          </p:nvSpPr>
          <p:spPr>
            <a:xfrm>
              <a:off x="2327029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29"/>
            <p:cNvSpPr/>
            <p:nvPr/>
          </p:nvSpPr>
          <p:spPr>
            <a:xfrm>
              <a:off x="2230779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29"/>
            <p:cNvSpPr/>
            <p:nvPr/>
          </p:nvSpPr>
          <p:spPr>
            <a:xfrm>
              <a:off x="2123504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9" name="Google Shape;3299;p29"/>
          <p:cNvGrpSpPr/>
          <p:nvPr/>
        </p:nvGrpSpPr>
        <p:grpSpPr>
          <a:xfrm>
            <a:off x="-1524122" y="-66730"/>
            <a:ext cx="2244135" cy="1945438"/>
            <a:chOff x="-1189075" y="1978163"/>
            <a:chExt cx="2079250" cy="1802500"/>
          </a:xfrm>
        </p:grpSpPr>
        <p:sp>
          <p:nvSpPr>
            <p:cNvPr id="3300" name="Google Shape;3300;p29"/>
            <p:cNvSpPr/>
            <p:nvPr/>
          </p:nvSpPr>
          <p:spPr>
            <a:xfrm>
              <a:off x="-1189075" y="1978163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29"/>
            <p:cNvSpPr/>
            <p:nvPr/>
          </p:nvSpPr>
          <p:spPr>
            <a:xfrm>
              <a:off x="-1095400" y="2085688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">
    <p:spTree>
      <p:nvGrpSpPr>
        <p:cNvPr id="1" name="Shape 3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5" name="Google Shape;3555;p32"/>
          <p:cNvSpPr txBox="1">
            <a:spLocks noGrp="1"/>
          </p:cNvSpPr>
          <p:nvPr>
            <p:ph type="subTitle" idx="1"/>
          </p:nvPr>
        </p:nvSpPr>
        <p:spPr>
          <a:xfrm>
            <a:off x="2642825" y="1686707"/>
            <a:ext cx="3852000" cy="10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556" name="Google Shape;3556;p32"/>
          <p:cNvSpPr txBox="1">
            <a:spLocks noGrp="1"/>
          </p:cNvSpPr>
          <p:nvPr>
            <p:ph type="ctrTitle"/>
          </p:nvPr>
        </p:nvSpPr>
        <p:spPr>
          <a:xfrm flipH="1">
            <a:off x="2649175" y="663222"/>
            <a:ext cx="3852000" cy="107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557" name="Google Shape;3557;p32"/>
          <p:cNvSpPr txBox="1"/>
          <p:nvPr/>
        </p:nvSpPr>
        <p:spPr>
          <a:xfrm>
            <a:off x="3017263" y="3304950"/>
            <a:ext cx="31158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including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558" name="Google Shape;3558;p32"/>
          <p:cNvGrpSpPr/>
          <p:nvPr/>
        </p:nvGrpSpPr>
        <p:grpSpPr>
          <a:xfrm>
            <a:off x="0" y="4648699"/>
            <a:ext cx="9143981" cy="494801"/>
            <a:chOff x="0" y="4648699"/>
            <a:chExt cx="9143981" cy="494801"/>
          </a:xfrm>
        </p:grpSpPr>
        <p:grpSp>
          <p:nvGrpSpPr>
            <p:cNvPr id="3559" name="Google Shape;3559;p32"/>
            <p:cNvGrpSpPr/>
            <p:nvPr/>
          </p:nvGrpSpPr>
          <p:grpSpPr>
            <a:xfrm>
              <a:off x="0" y="4648699"/>
              <a:ext cx="9143981" cy="494801"/>
              <a:chOff x="0" y="4648699"/>
              <a:chExt cx="9143981" cy="494801"/>
            </a:xfrm>
          </p:grpSpPr>
          <p:sp>
            <p:nvSpPr>
              <p:cNvPr id="3560" name="Google Shape;3560;p32"/>
              <p:cNvSpPr/>
              <p:nvPr/>
            </p:nvSpPr>
            <p:spPr>
              <a:xfrm>
                <a:off x="0" y="4684002"/>
                <a:ext cx="9143981" cy="459498"/>
              </a:xfrm>
              <a:custGeom>
                <a:avLst/>
                <a:gdLst/>
                <a:ahLst/>
                <a:cxnLst/>
                <a:rect l="l" t="t" r="r" b="b"/>
                <a:pathLst>
                  <a:path w="56641" h="4399" extrusionOk="0">
                    <a:moveTo>
                      <a:pt x="1" y="0"/>
                    </a:moveTo>
                    <a:lnTo>
                      <a:pt x="1" y="4399"/>
                    </a:lnTo>
                    <a:lnTo>
                      <a:pt x="56640" y="4399"/>
                    </a:lnTo>
                    <a:lnTo>
                      <a:pt x="56640" y="0"/>
                    </a:lnTo>
                    <a:close/>
                  </a:path>
                </a:pathLst>
              </a:custGeom>
              <a:solidFill>
                <a:srgbClr val="5867C9">
                  <a:alpha val="68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32"/>
              <p:cNvSpPr/>
              <p:nvPr/>
            </p:nvSpPr>
            <p:spPr>
              <a:xfrm>
                <a:off x="0" y="4648699"/>
                <a:ext cx="9143981" cy="35410"/>
              </a:xfrm>
              <a:custGeom>
                <a:avLst/>
                <a:gdLst/>
                <a:ahLst/>
                <a:cxnLst/>
                <a:rect l="l" t="t" r="r" b="b"/>
                <a:pathLst>
                  <a:path w="56641" h="339" extrusionOk="0">
                    <a:moveTo>
                      <a:pt x="1" y="1"/>
                    </a:moveTo>
                    <a:lnTo>
                      <a:pt x="1" y="338"/>
                    </a:lnTo>
                    <a:lnTo>
                      <a:pt x="56640" y="338"/>
                    </a:lnTo>
                    <a:lnTo>
                      <a:pt x="566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2" name="Google Shape;3562;p32"/>
              <p:cNvSpPr/>
              <p:nvPr/>
            </p:nvSpPr>
            <p:spPr>
              <a:xfrm>
                <a:off x="2517976" y="5071842"/>
                <a:ext cx="652280" cy="71658"/>
              </a:xfrm>
              <a:custGeom>
                <a:avLst/>
                <a:gdLst/>
                <a:ahLst/>
                <a:cxnLst/>
                <a:rect l="l" t="t" r="r" b="b"/>
                <a:pathLst>
                  <a:path w="5664" h="686" extrusionOk="0">
                    <a:moveTo>
                      <a:pt x="153" y="1"/>
                    </a:moveTo>
                    <a:lnTo>
                      <a:pt x="0" y="686"/>
                    </a:lnTo>
                    <a:lnTo>
                      <a:pt x="5663" y="686"/>
                    </a:lnTo>
                    <a:lnTo>
                      <a:pt x="55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3" name="Google Shape;3563;p32"/>
              <p:cNvSpPr/>
              <p:nvPr/>
            </p:nvSpPr>
            <p:spPr>
              <a:xfrm>
                <a:off x="2552294" y="4945347"/>
                <a:ext cx="583528" cy="58078"/>
              </a:xfrm>
              <a:custGeom>
                <a:avLst/>
                <a:gdLst/>
                <a:ahLst/>
                <a:cxnLst/>
                <a:rect l="l" t="t" r="r" b="b"/>
                <a:pathLst>
                  <a:path w="5067" h="556" extrusionOk="0">
                    <a:moveTo>
                      <a:pt x="123" y="0"/>
                    </a:moveTo>
                    <a:lnTo>
                      <a:pt x="1" y="556"/>
                    </a:lnTo>
                    <a:lnTo>
                      <a:pt x="5066" y="556"/>
                    </a:lnTo>
                    <a:lnTo>
                      <a:pt x="49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4" name="Google Shape;3564;p32"/>
              <p:cNvSpPr/>
              <p:nvPr/>
            </p:nvSpPr>
            <p:spPr>
              <a:xfrm>
                <a:off x="2580048" y="4842459"/>
                <a:ext cx="527444" cy="47319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3" extrusionOk="0">
                    <a:moveTo>
                      <a:pt x="105" y="0"/>
                    </a:moveTo>
                    <a:lnTo>
                      <a:pt x="1" y="453"/>
                    </a:lnTo>
                    <a:lnTo>
                      <a:pt x="4580" y="453"/>
                    </a:lnTo>
                    <a:lnTo>
                      <a:pt x="44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5" name="Google Shape;3565;p32"/>
              <p:cNvSpPr/>
              <p:nvPr/>
            </p:nvSpPr>
            <p:spPr>
              <a:xfrm>
                <a:off x="2603080" y="4756387"/>
                <a:ext cx="481610" cy="40112"/>
              </a:xfrm>
              <a:custGeom>
                <a:avLst/>
                <a:gdLst/>
                <a:ahLst/>
                <a:cxnLst/>
                <a:rect l="l" t="t" r="r" b="b"/>
                <a:pathLst>
                  <a:path w="4182" h="384" extrusionOk="0">
                    <a:moveTo>
                      <a:pt x="89" y="0"/>
                    </a:moveTo>
                    <a:lnTo>
                      <a:pt x="0" y="384"/>
                    </a:lnTo>
                    <a:lnTo>
                      <a:pt x="4181" y="384"/>
                    </a:lnTo>
                    <a:lnTo>
                      <a:pt x="40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6" name="Google Shape;3566;p32"/>
              <p:cNvSpPr/>
              <p:nvPr/>
            </p:nvSpPr>
            <p:spPr>
              <a:xfrm>
                <a:off x="2622427" y="4684000"/>
                <a:ext cx="442685" cy="33635"/>
              </a:xfrm>
              <a:custGeom>
                <a:avLst/>
                <a:gdLst/>
                <a:ahLst/>
                <a:cxnLst/>
                <a:rect l="l" t="t" r="r" b="b"/>
                <a:pathLst>
                  <a:path w="3844" h="322" extrusionOk="0">
                    <a:moveTo>
                      <a:pt x="73" y="0"/>
                    </a:moveTo>
                    <a:lnTo>
                      <a:pt x="1" y="322"/>
                    </a:lnTo>
                    <a:lnTo>
                      <a:pt x="3844" y="322"/>
                    </a:lnTo>
                    <a:lnTo>
                      <a:pt x="377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567" name="Google Shape;3567;p32"/>
              <p:cNvGrpSpPr/>
              <p:nvPr/>
            </p:nvGrpSpPr>
            <p:grpSpPr>
              <a:xfrm>
                <a:off x="37553" y="4848410"/>
                <a:ext cx="9104869" cy="16152"/>
                <a:chOff x="37553" y="4958838"/>
                <a:chExt cx="9104869" cy="16152"/>
              </a:xfrm>
            </p:grpSpPr>
            <p:sp>
              <p:nvSpPr>
                <p:cNvPr id="3568" name="Google Shape;3568;p32"/>
                <p:cNvSpPr/>
                <p:nvPr/>
              </p:nvSpPr>
              <p:spPr>
                <a:xfrm>
                  <a:off x="37553" y="4959056"/>
                  <a:ext cx="53312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9" name="Google Shape;3569;p32"/>
                <p:cNvSpPr/>
                <p:nvPr/>
              </p:nvSpPr>
              <p:spPr>
                <a:xfrm>
                  <a:off x="136464" y="4959056"/>
                  <a:ext cx="53264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0" name="Google Shape;3570;p32"/>
                <p:cNvSpPr/>
                <p:nvPr/>
              </p:nvSpPr>
              <p:spPr>
                <a:xfrm>
                  <a:off x="235137" y="4959056"/>
                  <a:ext cx="53312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1" name="Google Shape;3571;p32"/>
                <p:cNvSpPr/>
                <p:nvPr/>
              </p:nvSpPr>
              <p:spPr>
                <a:xfrm>
                  <a:off x="333810" y="4959056"/>
                  <a:ext cx="53312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2" name="Google Shape;3572;p32"/>
                <p:cNvSpPr/>
                <p:nvPr/>
              </p:nvSpPr>
              <p:spPr>
                <a:xfrm>
                  <a:off x="432626" y="4959056"/>
                  <a:ext cx="53312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3" name="Google Shape;3573;p32"/>
                <p:cNvSpPr/>
                <p:nvPr/>
              </p:nvSpPr>
              <p:spPr>
                <a:xfrm>
                  <a:off x="531346" y="4959056"/>
                  <a:ext cx="53264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4" name="Google Shape;3574;p32"/>
                <p:cNvSpPr/>
                <p:nvPr/>
              </p:nvSpPr>
              <p:spPr>
                <a:xfrm>
                  <a:off x="630210" y="4959056"/>
                  <a:ext cx="53312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5" name="Google Shape;3575;p32"/>
                <p:cNvSpPr/>
                <p:nvPr/>
              </p:nvSpPr>
              <p:spPr>
                <a:xfrm>
                  <a:off x="728835" y="4959056"/>
                  <a:ext cx="53360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6" name="Google Shape;3576;p32"/>
                <p:cNvSpPr/>
                <p:nvPr/>
              </p:nvSpPr>
              <p:spPr>
                <a:xfrm>
                  <a:off x="827508" y="4959056"/>
                  <a:ext cx="53360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7" name="Google Shape;3577;p32"/>
                <p:cNvSpPr/>
                <p:nvPr/>
              </p:nvSpPr>
              <p:spPr>
                <a:xfrm>
                  <a:off x="926419" y="4959056"/>
                  <a:ext cx="53264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8" name="Google Shape;3578;p32"/>
                <p:cNvSpPr/>
                <p:nvPr/>
              </p:nvSpPr>
              <p:spPr>
                <a:xfrm>
                  <a:off x="1025092" y="4959056"/>
                  <a:ext cx="53264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9" name="Google Shape;3579;p32"/>
                <p:cNvSpPr/>
                <p:nvPr/>
              </p:nvSpPr>
              <p:spPr>
                <a:xfrm>
                  <a:off x="1123907" y="4959056"/>
                  <a:ext cx="53169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0" name="Google Shape;3580;p32"/>
                <p:cNvSpPr/>
                <p:nvPr/>
              </p:nvSpPr>
              <p:spPr>
                <a:xfrm>
                  <a:off x="1222580" y="4959056"/>
                  <a:ext cx="53312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1" name="Google Shape;3581;p32"/>
                <p:cNvSpPr/>
                <p:nvPr/>
              </p:nvSpPr>
              <p:spPr>
                <a:xfrm>
                  <a:off x="1321253" y="4959056"/>
                  <a:ext cx="53312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2" name="Google Shape;3582;p32"/>
                <p:cNvSpPr/>
                <p:nvPr/>
              </p:nvSpPr>
              <p:spPr>
                <a:xfrm>
                  <a:off x="1420164" y="4959056"/>
                  <a:ext cx="53264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3" name="Google Shape;3583;p32"/>
                <p:cNvSpPr/>
                <p:nvPr/>
              </p:nvSpPr>
              <p:spPr>
                <a:xfrm>
                  <a:off x="1518837" y="4959056"/>
                  <a:ext cx="53312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4" name="Google Shape;3584;p32"/>
                <p:cNvSpPr/>
                <p:nvPr/>
              </p:nvSpPr>
              <p:spPr>
                <a:xfrm>
                  <a:off x="1617462" y="4959056"/>
                  <a:ext cx="53360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5" name="Google Shape;3585;p32"/>
                <p:cNvSpPr/>
                <p:nvPr/>
              </p:nvSpPr>
              <p:spPr>
                <a:xfrm>
                  <a:off x="1716326" y="4959056"/>
                  <a:ext cx="53312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6" name="Google Shape;3586;p32"/>
                <p:cNvSpPr/>
                <p:nvPr/>
              </p:nvSpPr>
              <p:spPr>
                <a:xfrm>
                  <a:off x="1815046" y="4959056"/>
                  <a:ext cx="53264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7" name="Google Shape;3587;p32"/>
                <p:cNvSpPr/>
                <p:nvPr/>
              </p:nvSpPr>
              <p:spPr>
                <a:xfrm>
                  <a:off x="1913862" y="4959056"/>
                  <a:ext cx="53360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8" name="Google Shape;3588;p32"/>
                <p:cNvSpPr/>
                <p:nvPr/>
              </p:nvSpPr>
              <p:spPr>
                <a:xfrm>
                  <a:off x="2012535" y="4959056"/>
                  <a:ext cx="53360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9" name="Google Shape;3589;p32"/>
                <p:cNvSpPr/>
                <p:nvPr/>
              </p:nvSpPr>
              <p:spPr>
                <a:xfrm>
                  <a:off x="2296291" y="4959056"/>
                  <a:ext cx="53264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0" name="Google Shape;3590;p32"/>
                <p:cNvSpPr/>
                <p:nvPr/>
              </p:nvSpPr>
              <p:spPr>
                <a:xfrm>
                  <a:off x="2420554" y="4959056"/>
                  <a:ext cx="53360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1" name="Google Shape;3591;p32"/>
                <p:cNvSpPr/>
                <p:nvPr/>
              </p:nvSpPr>
              <p:spPr>
                <a:xfrm>
                  <a:off x="2519227" y="4959056"/>
                  <a:ext cx="53360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2" name="Google Shape;3592;p32"/>
                <p:cNvSpPr/>
                <p:nvPr/>
              </p:nvSpPr>
              <p:spPr>
                <a:xfrm>
                  <a:off x="2618090" y="4959056"/>
                  <a:ext cx="53312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593" name="Google Shape;3593;p32"/>
                <p:cNvGrpSpPr/>
                <p:nvPr/>
              </p:nvGrpSpPr>
              <p:grpSpPr>
                <a:xfrm>
                  <a:off x="2720503" y="4958838"/>
                  <a:ext cx="2028342" cy="15933"/>
                  <a:chOff x="2720503" y="5012365"/>
                  <a:chExt cx="2028342" cy="11329"/>
                </a:xfrm>
              </p:grpSpPr>
              <p:sp>
                <p:nvSpPr>
                  <p:cNvPr id="3594" name="Google Shape;3594;p32"/>
                  <p:cNvSpPr/>
                  <p:nvPr/>
                </p:nvSpPr>
                <p:spPr>
                  <a:xfrm>
                    <a:off x="2720503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5" name="Google Shape;3595;p32"/>
                  <p:cNvSpPr/>
                  <p:nvPr/>
                </p:nvSpPr>
                <p:spPr>
                  <a:xfrm>
                    <a:off x="2819414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6" name="Google Shape;3596;p32"/>
                  <p:cNvSpPr/>
                  <p:nvPr/>
                </p:nvSpPr>
                <p:spPr>
                  <a:xfrm>
                    <a:off x="2918087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7" name="Google Shape;3597;p32"/>
                  <p:cNvSpPr/>
                  <p:nvPr/>
                </p:nvSpPr>
                <p:spPr>
                  <a:xfrm>
                    <a:off x="3016760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8" name="Google Shape;3598;p32"/>
                  <p:cNvSpPr/>
                  <p:nvPr/>
                </p:nvSpPr>
                <p:spPr>
                  <a:xfrm>
                    <a:off x="3115576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9" name="Google Shape;3599;p32"/>
                  <p:cNvSpPr/>
                  <p:nvPr/>
                </p:nvSpPr>
                <p:spPr>
                  <a:xfrm>
                    <a:off x="3214297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0" name="Google Shape;3600;p32"/>
                  <p:cNvSpPr/>
                  <p:nvPr/>
                </p:nvSpPr>
                <p:spPr>
                  <a:xfrm>
                    <a:off x="3313160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1" name="Google Shape;3601;p32"/>
                  <p:cNvSpPr/>
                  <p:nvPr/>
                </p:nvSpPr>
                <p:spPr>
                  <a:xfrm>
                    <a:off x="3411785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2" name="Google Shape;3602;p32"/>
                  <p:cNvSpPr/>
                  <p:nvPr/>
                </p:nvSpPr>
                <p:spPr>
                  <a:xfrm>
                    <a:off x="3510458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3" name="Google Shape;3603;p32"/>
                  <p:cNvSpPr/>
                  <p:nvPr/>
                </p:nvSpPr>
                <p:spPr>
                  <a:xfrm>
                    <a:off x="3609369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4" name="Google Shape;3604;p32"/>
                  <p:cNvSpPr/>
                  <p:nvPr/>
                </p:nvSpPr>
                <p:spPr>
                  <a:xfrm>
                    <a:off x="3708042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5" name="Google Shape;3605;p32"/>
                  <p:cNvSpPr/>
                  <p:nvPr/>
                </p:nvSpPr>
                <p:spPr>
                  <a:xfrm>
                    <a:off x="3806858" y="5012365"/>
                    <a:ext cx="53169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7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16" y="238"/>
                        </a:lnTo>
                        <a:lnTo>
                          <a:pt x="1116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6" name="Google Shape;3606;p32"/>
                  <p:cNvSpPr/>
                  <p:nvPr/>
                </p:nvSpPr>
                <p:spPr>
                  <a:xfrm>
                    <a:off x="3905531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7" name="Google Shape;3607;p32"/>
                  <p:cNvSpPr/>
                  <p:nvPr/>
                </p:nvSpPr>
                <p:spPr>
                  <a:xfrm>
                    <a:off x="4004204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8" name="Google Shape;3608;p32"/>
                  <p:cNvSpPr/>
                  <p:nvPr/>
                </p:nvSpPr>
                <p:spPr>
                  <a:xfrm>
                    <a:off x="4103115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8" y="238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9" name="Google Shape;3609;p32"/>
                  <p:cNvSpPr/>
                  <p:nvPr/>
                </p:nvSpPr>
                <p:spPr>
                  <a:xfrm>
                    <a:off x="4201788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0" name="Google Shape;3610;p32"/>
                  <p:cNvSpPr/>
                  <p:nvPr/>
                </p:nvSpPr>
                <p:spPr>
                  <a:xfrm>
                    <a:off x="4300413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1" name="Google Shape;3611;p32"/>
                  <p:cNvSpPr/>
                  <p:nvPr/>
                </p:nvSpPr>
                <p:spPr>
                  <a:xfrm>
                    <a:off x="4399277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2" name="Google Shape;3612;p32"/>
                  <p:cNvSpPr/>
                  <p:nvPr/>
                </p:nvSpPr>
                <p:spPr>
                  <a:xfrm>
                    <a:off x="4497997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3" name="Google Shape;3613;p32"/>
                  <p:cNvSpPr/>
                  <p:nvPr/>
                </p:nvSpPr>
                <p:spPr>
                  <a:xfrm>
                    <a:off x="4596813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4" name="Google Shape;3614;p32"/>
                  <p:cNvSpPr/>
                  <p:nvPr/>
                </p:nvSpPr>
                <p:spPr>
                  <a:xfrm>
                    <a:off x="4695486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615" name="Google Shape;3615;p32"/>
                <p:cNvGrpSpPr/>
                <p:nvPr/>
              </p:nvGrpSpPr>
              <p:grpSpPr>
                <a:xfrm>
                  <a:off x="4815202" y="4958838"/>
                  <a:ext cx="2028342" cy="15933"/>
                  <a:chOff x="2720503" y="5012365"/>
                  <a:chExt cx="2028342" cy="11329"/>
                </a:xfrm>
              </p:grpSpPr>
              <p:sp>
                <p:nvSpPr>
                  <p:cNvPr id="3616" name="Google Shape;3616;p32"/>
                  <p:cNvSpPr/>
                  <p:nvPr/>
                </p:nvSpPr>
                <p:spPr>
                  <a:xfrm>
                    <a:off x="2720503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7" name="Google Shape;3617;p32"/>
                  <p:cNvSpPr/>
                  <p:nvPr/>
                </p:nvSpPr>
                <p:spPr>
                  <a:xfrm>
                    <a:off x="2819414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8" name="Google Shape;3618;p32"/>
                  <p:cNvSpPr/>
                  <p:nvPr/>
                </p:nvSpPr>
                <p:spPr>
                  <a:xfrm>
                    <a:off x="2918087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9" name="Google Shape;3619;p32"/>
                  <p:cNvSpPr/>
                  <p:nvPr/>
                </p:nvSpPr>
                <p:spPr>
                  <a:xfrm>
                    <a:off x="3016760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0" name="Google Shape;3620;p32"/>
                  <p:cNvSpPr/>
                  <p:nvPr/>
                </p:nvSpPr>
                <p:spPr>
                  <a:xfrm>
                    <a:off x="3115576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1" name="Google Shape;3621;p32"/>
                  <p:cNvSpPr/>
                  <p:nvPr/>
                </p:nvSpPr>
                <p:spPr>
                  <a:xfrm>
                    <a:off x="3214297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2" name="Google Shape;3622;p32"/>
                  <p:cNvSpPr/>
                  <p:nvPr/>
                </p:nvSpPr>
                <p:spPr>
                  <a:xfrm>
                    <a:off x="3313160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3" name="Google Shape;3623;p32"/>
                  <p:cNvSpPr/>
                  <p:nvPr/>
                </p:nvSpPr>
                <p:spPr>
                  <a:xfrm>
                    <a:off x="3411785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4" name="Google Shape;3624;p32"/>
                  <p:cNvSpPr/>
                  <p:nvPr/>
                </p:nvSpPr>
                <p:spPr>
                  <a:xfrm>
                    <a:off x="3510458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5" name="Google Shape;3625;p32"/>
                  <p:cNvSpPr/>
                  <p:nvPr/>
                </p:nvSpPr>
                <p:spPr>
                  <a:xfrm>
                    <a:off x="3609369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6" name="Google Shape;3626;p32"/>
                  <p:cNvSpPr/>
                  <p:nvPr/>
                </p:nvSpPr>
                <p:spPr>
                  <a:xfrm>
                    <a:off x="3708042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7" name="Google Shape;3627;p32"/>
                  <p:cNvSpPr/>
                  <p:nvPr/>
                </p:nvSpPr>
                <p:spPr>
                  <a:xfrm>
                    <a:off x="3806858" y="5012365"/>
                    <a:ext cx="53169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7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16" y="238"/>
                        </a:lnTo>
                        <a:lnTo>
                          <a:pt x="1116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8" name="Google Shape;3628;p32"/>
                  <p:cNvSpPr/>
                  <p:nvPr/>
                </p:nvSpPr>
                <p:spPr>
                  <a:xfrm>
                    <a:off x="3905531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9" name="Google Shape;3629;p32"/>
                  <p:cNvSpPr/>
                  <p:nvPr/>
                </p:nvSpPr>
                <p:spPr>
                  <a:xfrm>
                    <a:off x="4004204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0" name="Google Shape;3630;p32"/>
                  <p:cNvSpPr/>
                  <p:nvPr/>
                </p:nvSpPr>
                <p:spPr>
                  <a:xfrm>
                    <a:off x="4103115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8" y="238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1" name="Google Shape;3631;p32"/>
                  <p:cNvSpPr/>
                  <p:nvPr/>
                </p:nvSpPr>
                <p:spPr>
                  <a:xfrm>
                    <a:off x="4201788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2" name="Google Shape;3632;p32"/>
                  <p:cNvSpPr/>
                  <p:nvPr/>
                </p:nvSpPr>
                <p:spPr>
                  <a:xfrm>
                    <a:off x="4300413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3" name="Google Shape;3633;p32"/>
                  <p:cNvSpPr/>
                  <p:nvPr/>
                </p:nvSpPr>
                <p:spPr>
                  <a:xfrm>
                    <a:off x="4399277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4" name="Google Shape;3634;p32"/>
                  <p:cNvSpPr/>
                  <p:nvPr/>
                </p:nvSpPr>
                <p:spPr>
                  <a:xfrm>
                    <a:off x="4497997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5" name="Google Shape;3635;p32"/>
                  <p:cNvSpPr/>
                  <p:nvPr/>
                </p:nvSpPr>
                <p:spPr>
                  <a:xfrm>
                    <a:off x="4596813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6" name="Google Shape;3636;p32"/>
                  <p:cNvSpPr/>
                  <p:nvPr/>
                </p:nvSpPr>
                <p:spPr>
                  <a:xfrm>
                    <a:off x="4695486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637" name="Google Shape;3637;p32"/>
                <p:cNvGrpSpPr/>
                <p:nvPr/>
              </p:nvGrpSpPr>
              <p:grpSpPr>
                <a:xfrm>
                  <a:off x="6902726" y="4958838"/>
                  <a:ext cx="2028342" cy="15933"/>
                  <a:chOff x="2720503" y="5012365"/>
                  <a:chExt cx="2028342" cy="11329"/>
                </a:xfrm>
              </p:grpSpPr>
              <p:sp>
                <p:nvSpPr>
                  <p:cNvPr id="3638" name="Google Shape;3638;p32"/>
                  <p:cNvSpPr/>
                  <p:nvPr/>
                </p:nvSpPr>
                <p:spPr>
                  <a:xfrm>
                    <a:off x="2720503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9" name="Google Shape;3639;p32"/>
                  <p:cNvSpPr/>
                  <p:nvPr/>
                </p:nvSpPr>
                <p:spPr>
                  <a:xfrm>
                    <a:off x="2819414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0" name="Google Shape;3640;p32"/>
                  <p:cNvSpPr/>
                  <p:nvPr/>
                </p:nvSpPr>
                <p:spPr>
                  <a:xfrm>
                    <a:off x="2918087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1" name="Google Shape;3641;p32"/>
                  <p:cNvSpPr/>
                  <p:nvPr/>
                </p:nvSpPr>
                <p:spPr>
                  <a:xfrm>
                    <a:off x="3016760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2" name="Google Shape;3642;p32"/>
                  <p:cNvSpPr/>
                  <p:nvPr/>
                </p:nvSpPr>
                <p:spPr>
                  <a:xfrm>
                    <a:off x="3115576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3" name="Google Shape;3643;p32"/>
                  <p:cNvSpPr/>
                  <p:nvPr/>
                </p:nvSpPr>
                <p:spPr>
                  <a:xfrm>
                    <a:off x="3214297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4" name="Google Shape;3644;p32"/>
                  <p:cNvSpPr/>
                  <p:nvPr/>
                </p:nvSpPr>
                <p:spPr>
                  <a:xfrm>
                    <a:off x="3313160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5" name="Google Shape;3645;p32"/>
                  <p:cNvSpPr/>
                  <p:nvPr/>
                </p:nvSpPr>
                <p:spPr>
                  <a:xfrm>
                    <a:off x="3411785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6" name="Google Shape;3646;p32"/>
                  <p:cNvSpPr/>
                  <p:nvPr/>
                </p:nvSpPr>
                <p:spPr>
                  <a:xfrm>
                    <a:off x="3510458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7" name="Google Shape;3647;p32"/>
                  <p:cNvSpPr/>
                  <p:nvPr/>
                </p:nvSpPr>
                <p:spPr>
                  <a:xfrm>
                    <a:off x="3609369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8" name="Google Shape;3648;p32"/>
                  <p:cNvSpPr/>
                  <p:nvPr/>
                </p:nvSpPr>
                <p:spPr>
                  <a:xfrm>
                    <a:off x="3708042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9" name="Google Shape;3649;p32"/>
                  <p:cNvSpPr/>
                  <p:nvPr/>
                </p:nvSpPr>
                <p:spPr>
                  <a:xfrm>
                    <a:off x="3806858" y="5012365"/>
                    <a:ext cx="53169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7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16" y="238"/>
                        </a:lnTo>
                        <a:lnTo>
                          <a:pt x="1116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0" name="Google Shape;3650;p32"/>
                  <p:cNvSpPr/>
                  <p:nvPr/>
                </p:nvSpPr>
                <p:spPr>
                  <a:xfrm>
                    <a:off x="3905531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1" name="Google Shape;3651;p32"/>
                  <p:cNvSpPr/>
                  <p:nvPr/>
                </p:nvSpPr>
                <p:spPr>
                  <a:xfrm>
                    <a:off x="4004204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2" name="Google Shape;3652;p32"/>
                  <p:cNvSpPr/>
                  <p:nvPr/>
                </p:nvSpPr>
                <p:spPr>
                  <a:xfrm>
                    <a:off x="4103115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8" y="238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3" name="Google Shape;3653;p32"/>
                  <p:cNvSpPr/>
                  <p:nvPr/>
                </p:nvSpPr>
                <p:spPr>
                  <a:xfrm>
                    <a:off x="4201788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4" name="Google Shape;3654;p32"/>
                  <p:cNvSpPr/>
                  <p:nvPr/>
                </p:nvSpPr>
                <p:spPr>
                  <a:xfrm>
                    <a:off x="4300413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5" name="Google Shape;3655;p32"/>
                  <p:cNvSpPr/>
                  <p:nvPr/>
                </p:nvSpPr>
                <p:spPr>
                  <a:xfrm>
                    <a:off x="4399277" y="5012365"/>
                    <a:ext cx="53312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0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6" name="Google Shape;3656;p32"/>
                  <p:cNvSpPr/>
                  <p:nvPr/>
                </p:nvSpPr>
                <p:spPr>
                  <a:xfrm>
                    <a:off x="4497997" y="5012365"/>
                    <a:ext cx="53264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238" extrusionOk="0">
                        <a:moveTo>
                          <a:pt x="0" y="0"/>
                        </a:moveTo>
                        <a:lnTo>
                          <a:pt x="0" y="238"/>
                        </a:lnTo>
                        <a:lnTo>
                          <a:pt x="1119" y="238"/>
                        </a:lnTo>
                        <a:lnTo>
                          <a:pt x="11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7" name="Google Shape;3657;p32"/>
                  <p:cNvSpPr/>
                  <p:nvPr/>
                </p:nvSpPr>
                <p:spPr>
                  <a:xfrm>
                    <a:off x="4596813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8" name="Google Shape;3658;p32"/>
                  <p:cNvSpPr/>
                  <p:nvPr/>
                </p:nvSpPr>
                <p:spPr>
                  <a:xfrm>
                    <a:off x="4695486" y="5012365"/>
                    <a:ext cx="53360" cy="1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1" h="238" extrusionOk="0">
                        <a:moveTo>
                          <a:pt x="1" y="0"/>
                        </a:moveTo>
                        <a:lnTo>
                          <a:pt x="1" y="238"/>
                        </a:lnTo>
                        <a:lnTo>
                          <a:pt x="1120" y="238"/>
                        </a:lnTo>
                        <a:lnTo>
                          <a:pt x="112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659" name="Google Shape;3659;p32"/>
                <p:cNvSpPr/>
                <p:nvPr/>
              </p:nvSpPr>
              <p:spPr>
                <a:xfrm>
                  <a:off x="8990247" y="4959056"/>
                  <a:ext cx="53312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60" name="Google Shape;3660;p32"/>
                <p:cNvSpPr/>
                <p:nvPr/>
              </p:nvSpPr>
              <p:spPr>
                <a:xfrm>
                  <a:off x="9089158" y="4959056"/>
                  <a:ext cx="53264" cy="15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661" name="Google Shape;3661;p32"/>
            <p:cNvSpPr/>
            <p:nvPr/>
          </p:nvSpPr>
          <p:spPr>
            <a:xfrm>
              <a:off x="2117910" y="4848628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32"/>
            <p:cNvSpPr/>
            <p:nvPr/>
          </p:nvSpPr>
          <p:spPr>
            <a:xfrm>
              <a:off x="2206610" y="4848628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bg>
      <p:bgPr>
        <a:solidFill>
          <a:schemeClr val="dk2"/>
        </a:solidFill>
        <a:effectLst/>
      </p:bgPr>
    </p:bg>
    <p:spTree>
      <p:nvGrpSpPr>
        <p:cNvPr id="1" name="Shape 3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4" name="Google Shape;3664;p33"/>
          <p:cNvGrpSpPr/>
          <p:nvPr/>
        </p:nvGrpSpPr>
        <p:grpSpPr>
          <a:xfrm>
            <a:off x="0" y="4648699"/>
            <a:ext cx="9143981" cy="494800"/>
            <a:chOff x="0" y="4648699"/>
            <a:chExt cx="9143981" cy="494800"/>
          </a:xfrm>
        </p:grpSpPr>
        <p:sp>
          <p:nvSpPr>
            <p:cNvPr id="3665" name="Google Shape;3665;p33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33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67" name="Google Shape;3667;p33"/>
            <p:cNvGrpSpPr/>
            <p:nvPr/>
          </p:nvGrpSpPr>
          <p:grpSpPr>
            <a:xfrm>
              <a:off x="37553" y="4771963"/>
              <a:ext cx="9104869" cy="16152"/>
              <a:chOff x="37553" y="4958838"/>
              <a:chExt cx="9104869" cy="16152"/>
            </a:xfrm>
          </p:grpSpPr>
          <p:sp>
            <p:nvSpPr>
              <p:cNvPr id="3668" name="Google Shape;3668;p33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33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33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33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2" name="Google Shape;3672;p33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3" name="Google Shape;3673;p33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4" name="Google Shape;3674;p33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5" name="Google Shape;3675;p33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6" name="Google Shape;3676;p33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7" name="Google Shape;3677;p33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8" name="Google Shape;3678;p33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9" name="Google Shape;3679;p33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33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1" name="Google Shape;3681;p33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2" name="Google Shape;3682;p33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33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4" name="Google Shape;3684;p33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33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33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33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8" name="Google Shape;3688;p33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33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0" name="Google Shape;3690;p33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1" name="Google Shape;3691;p33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92" name="Google Shape;3692;p33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3693" name="Google Shape;3693;p33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4" name="Google Shape;3694;p33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5" name="Google Shape;3695;p33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6" name="Google Shape;3696;p33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7" name="Google Shape;3697;p33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8" name="Google Shape;3698;p33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9" name="Google Shape;3699;p33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0" name="Google Shape;3700;p33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1" name="Google Shape;3701;p33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2" name="Google Shape;3702;p33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3" name="Google Shape;3703;p33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4" name="Google Shape;3704;p33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5" name="Google Shape;3705;p33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6" name="Google Shape;3706;p33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7" name="Google Shape;3707;p33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8" name="Google Shape;3708;p33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9" name="Google Shape;3709;p33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0" name="Google Shape;3710;p33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1" name="Google Shape;3711;p33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2" name="Google Shape;3712;p33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3" name="Google Shape;3713;p33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14" name="Google Shape;3714;p33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3715" name="Google Shape;3715;p33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6" name="Google Shape;3716;p33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7" name="Google Shape;3717;p33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8" name="Google Shape;3718;p33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9" name="Google Shape;3719;p33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0" name="Google Shape;3720;p33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1" name="Google Shape;3721;p33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2" name="Google Shape;3722;p33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3" name="Google Shape;3723;p33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4" name="Google Shape;3724;p33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5" name="Google Shape;3725;p33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6" name="Google Shape;3726;p33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7" name="Google Shape;3727;p33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8" name="Google Shape;3728;p33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9" name="Google Shape;3729;p33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0" name="Google Shape;3730;p33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1" name="Google Shape;3731;p33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2" name="Google Shape;3732;p33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3" name="Google Shape;3733;p33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4" name="Google Shape;3734;p33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5" name="Google Shape;3735;p33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36" name="Google Shape;3736;p33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3737" name="Google Shape;3737;p33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8" name="Google Shape;3738;p33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9" name="Google Shape;3739;p33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0" name="Google Shape;3740;p33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1" name="Google Shape;3741;p33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2" name="Google Shape;3742;p33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3" name="Google Shape;3743;p33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4" name="Google Shape;3744;p33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5" name="Google Shape;3745;p33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6" name="Google Shape;3746;p33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7" name="Google Shape;3747;p33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8" name="Google Shape;3748;p33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9" name="Google Shape;3749;p33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0" name="Google Shape;3750;p33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1" name="Google Shape;3751;p33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2" name="Google Shape;3752;p33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3" name="Google Shape;3753;p33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4" name="Google Shape;3754;p33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5" name="Google Shape;3755;p33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6" name="Google Shape;3756;p33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7" name="Google Shape;3757;p33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758" name="Google Shape;3758;p33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9" name="Google Shape;3759;p33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60" name="Google Shape;3760;p33"/>
            <p:cNvSpPr/>
            <p:nvPr/>
          </p:nvSpPr>
          <p:spPr>
            <a:xfrm>
              <a:off x="2327029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33"/>
            <p:cNvSpPr/>
            <p:nvPr/>
          </p:nvSpPr>
          <p:spPr>
            <a:xfrm>
              <a:off x="2230779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33"/>
            <p:cNvSpPr/>
            <p:nvPr/>
          </p:nvSpPr>
          <p:spPr>
            <a:xfrm>
              <a:off x="2123504" y="4772181"/>
              <a:ext cx="53360" cy="15934"/>
            </a:xfrm>
            <a:custGeom>
              <a:avLst/>
              <a:gdLst/>
              <a:ahLst/>
              <a:cxnLst/>
              <a:rect l="l" t="t" r="r" b="b"/>
              <a:pathLst>
                <a:path w="1121" h="238" extrusionOk="0">
                  <a:moveTo>
                    <a:pt x="1" y="0"/>
                  </a:moveTo>
                  <a:lnTo>
                    <a:pt x="1" y="238"/>
                  </a:lnTo>
                  <a:lnTo>
                    <a:pt x="1120" y="23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3" name="Google Shape;3763;p33"/>
          <p:cNvGrpSpPr/>
          <p:nvPr/>
        </p:nvGrpSpPr>
        <p:grpSpPr>
          <a:xfrm rot="5400000">
            <a:off x="9174767" y="-391698"/>
            <a:ext cx="2732283" cy="5143396"/>
            <a:chOff x="-174972" y="-2735103"/>
            <a:chExt cx="2326733" cy="4379968"/>
          </a:xfrm>
        </p:grpSpPr>
        <p:sp>
          <p:nvSpPr>
            <p:cNvPr id="3764" name="Google Shape;3764;p33"/>
            <p:cNvSpPr/>
            <p:nvPr/>
          </p:nvSpPr>
          <p:spPr>
            <a:xfrm rot="10800000">
              <a:off x="-174972" y="-2735103"/>
              <a:ext cx="2326733" cy="4379968"/>
            </a:xfrm>
            <a:custGeom>
              <a:avLst/>
              <a:gdLst/>
              <a:ahLst/>
              <a:cxnLst/>
              <a:rect l="l" t="t" r="r" b="b"/>
              <a:pathLst>
                <a:path w="16887" h="31789" extrusionOk="0">
                  <a:moveTo>
                    <a:pt x="3773" y="0"/>
                  </a:moveTo>
                  <a:cubicBezTo>
                    <a:pt x="1687" y="0"/>
                    <a:pt x="1" y="1687"/>
                    <a:pt x="1" y="3759"/>
                  </a:cubicBezTo>
                  <a:lnTo>
                    <a:pt x="1" y="15729"/>
                  </a:lnTo>
                  <a:lnTo>
                    <a:pt x="14" y="15729"/>
                  </a:lnTo>
                  <a:lnTo>
                    <a:pt x="14" y="31788"/>
                  </a:lnTo>
                  <a:lnTo>
                    <a:pt x="2874" y="31788"/>
                  </a:lnTo>
                  <a:lnTo>
                    <a:pt x="2874" y="13157"/>
                  </a:lnTo>
                  <a:lnTo>
                    <a:pt x="2861" y="13157"/>
                  </a:lnTo>
                  <a:lnTo>
                    <a:pt x="2861" y="3759"/>
                  </a:lnTo>
                  <a:cubicBezTo>
                    <a:pt x="2861" y="3269"/>
                    <a:pt x="3269" y="2860"/>
                    <a:pt x="3773" y="2860"/>
                  </a:cubicBezTo>
                  <a:cubicBezTo>
                    <a:pt x="4276" y="2860"/>
                    <a:pt x="4684" y="3269"/>
                    <a:pt x="4684" y="3759"/>
                  </a:cubicBezTo>
                  <a:lnTo>
                    <a:pt x="4671" y="12748"/>
                  </a:lnTo>
                  <a:cubicBezTo>
                    <a:pt x="4671" y="14817"/>
                    <a:pt x="6374" y="16507"/>
                    <a:pt x="8443" y="16507"/>
                  </a:cubicBezTo>
                  <a:cubicBezTo>
                    <a:pt x="10525" y="16507"/>
                    <a:pt x="12215" y="14817"/>
                    <a:pt x="12215" y="12748"/>
                  </a:cubicBezTo>
                  <a:lnTo>
                    <a:pt x="12215" y="3759"/>
                  </a:lnTo>
                  <a:cubicBezTo>
                    <a:pt x="12215" y="3269"/>
                    <a:pt x="12624" y="2860"/>
                    <a:pt x="13114" y="2860"/>
                  </a:cubicBezTo>
                  <a:cubicBezTo>
                    <a:pt x="13618" y="2860"/>
                    <a:pt x="14026" y="3269"/>
                    <a:pt x="14026" y="3759"/>
                  </a:cubicBezTo>
                  <a:lnTo>
                    <a:pt x="14026" y="13157"/>
                  </a:lnTo>
                  <a:lnTo>
                    <a:pt x="14026" y="31788"/>
                  </a:lnTo>
                  <a:lnTo>
                    <a:pt x="16886" y="31788"/>
                  </a:lnTo>
                  <a:lnTo>
                    <a:pt x="16886" y="15729"/>
                  </a:lnTo>
                  <a:lnTo>
                    <a:pt x="16886" y="3759"/>
                  </a:lnTo>
                  <a:cubicBezTo>
                    <a:pt x="16886" y="1687"/>
                    <a:pt x="15200" y="0"/>
                    <a:pt x="13114" y="0"/>
                  </a:cubicBezTo>
                  <a:cubicBezTo>
                    <a:pt x="11045" y="0"/>
                    <a:pt x="9355" y="1687"/>
                    <a:pt x="9355" y="3759"/>
                  </a:cubicBezTo>
                  <a:lnTo>
                    <a:pt x="9355" y="12748"/>
                  </a:lnTo>
                  <a:cubicBezTo>
                    <a:pt x="9355" y="13209"/>
                    <a:pt x="9002" y="13591"/>
                    <a:pt x="8564" y="13647"/>
                  </a:cubicBezTo>
                  <a:lnTo>
                    <a:pt x="8336" y="13647"/>
                  </a:lnTo>
                  <a:cubicBezTo>
                    <a:pt x="7884" y="13591"/>
                    <a:pt x="7531" y="13209"/>
                    <a:pt x="7531" y="12748"/>
                  </a:cubicBezTo>
                  <a:lnTo>
                    <a:pt x="7531" y="3759"/>
                  </a:lnTo>
                  <a:cubicBezTo>
                    <a:pt x="7531" y="1687"/>
                    <a:pt x="5842" y="0"/>
                    <a:pt x="3773" y="0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65" name="Google Shape;3765;p33"/>
            <p:cNvGrpSpPr/>
            <p:nvPr/>
          </p:nvGrpSpPr>
          <p:grpSpPr>
            <a:xfrm rot="10800000">
              <a:off x="-35131" y="-2502255"/>
              <a:ext cx="1947970" cy="3957944"/>
              <a:chOff x="5659156" y="1062406"/>
              <a:chExt cx="1720973" cy="3496726"/>
            </a:xfrm>
          </p:grpSpPr>
          <p:sp>
            <p:nvSpPr>
              <p:cNvPr id="3766" name="Google Shape;3766;p33"/>
              <p:cNvSpPr/>
              <p:nvPr/>
            </p:nvSpPr>
            <p:spPr>
              <a:xfrm>
                <a:off x="5661103" y="264595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7" name="Google Shape;3767;p33"/>
              <p:cNvSpPr/>
              <p:nvPr/>
            </p:nvSpPr>
            <p:spPr>
              <a:xfrm>
                <a:off x="7366861" y="3756465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8" name="Google Shape;3768;p33"/>
              <p:cNvSpPr/>
              <p:nvPr/>
            </p:nvSpPr>
            <p:spPr>
              <a:xfrm>
                <a:off x="7366861" y="3862732"/>
                <a:ext cx="13268" cy="5453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9" name="Google Shape;3769;p33"/>
              <p:cNvSpPr/>
              <p:nvPr/>
            </p:nvSpPr>
            <p:spPr>
              <a:xfrm>
                <a:off x="7366861" y="3648615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0" name="Google Shape;3770;p33"/>
              <p:cNvSpPr/>
              <p:nvPr/>
            </p:nvSpPr>
            <p:spPr>
              <a:xfrm>
                <a:off x="7366861" y="4506059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1" name="Google Shape;3771;p33"/>
              <p:cNvSpPr/>
              <p:nvPr/>
            </p:nvSpPr>
            <p:spPr>
              <a:xfrm>
                <a:off x="7366861" y="397046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2" name="Google Shape;3772;p33"/>
              <p:cNvSpPr/>
              <p:nvPr/>
            </p:nvSpPr>
            <p:spPr>
              <a:xfrm>
                <a:off x="7366861" y="407831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3" name="Google Shape;3773;p33"/>
              <p:cNvSpPr/>
              <p:nvPr/>
            </p:nvSpPr>
            <p:spPr>
              <a:xfrm>
                <a:off x="7366861" y="4184213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4" name="Google Shape;3774;p33"/>
              <p:cNvSpPr/>
              <p:nvPr/>
            </p:nvSpPr>
            <p:spPr>
              <a:xfrm>
                <a:off x="7366861" y="4398209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1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5" name="Google Shape;3775;p33"/>
              <p:cNvSpPr/>
              <p:nvPr/>
            </p:nvSpPr>
            <p:spPr>
              <a:xfrm>
                <a:off x="7366861" y="429194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6" name="Google Shape;3776;p33"/>
              <p:cNvSpPr/>
              <p:nvPr/>
            </p:nvSpPr>
            <p:spPr>
              <a:xfrm>
                <a:off x="7366861" y="2896221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7" name="Google Shape;3777;p33"/>
              <p:cNvSpPr/>
              <p:nvPr/>
            </p:nvSpPr>
            <p:spPr>
              <a:xfrm>
                <a:off x="7366861" y="3004071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8" name="Google Shape;3778;p33"/>
              <p:cNvSpPr/>
              <p:nvPr/>
            </p:nvSpPr>
            <p:spPr>
              <a:xfrm>
                <a:off x="7366861" y="2789954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64"/>
                    </a:lnTo>
                    <a:lnTo>
                      <a:pt x="108" y="14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9" name="Google Shape;3779;p33"/>
              <p:cNvSpPr/>
              <p:nvPr/>
            </p:nvSpPr>
            <p:spPr>
              <a:xfrm>
                <a:off x="7366861" y="3111434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0" name="Google Shape;3780;p33"/>
              <p:cNvSpPr/>
              <p:nvPr/>
            </p:nvSpPr>
            <p:spPr>
              <a:xfrm>
                <a:off x="7366861" y="3217702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1" name="Google Shape;3781;p33"/>
              <p:cNvSpPr/>
              <p:nvPr/>
            </p:nvSpPr>
            <p:spPr>
              <a:xfrm>
                <a:off x="7366861" y="3325552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2" name="Google Shape;3782;p33"/>
              <p:cNvSpPr/>
              <p:nvPr/>
            </p:nvSpPr>
            <p:spPr>
              <a:xfrm>
                <a:off x="7366861" y="3539182"/>
                <a:ext cx="13268" cy="5660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0" y="1"/>
                    </a:moveTo>
                    <a:lnTo>
                      <a:pt x="0" y="30"/>
                    </a:lnTo>
                    <a:lnTo>
                      <a:pt x="0" y="439"/>
                    </a:lnTo>
                    <a:lnTo>
                      <a:pt x="0" y="465"/>
                    </a:lnTo>
                    <a:lnTo>
                      <a:pt x="108" y="465"/>
                    </a:lnTo>
                    <a:lnTo>
                      <a:pt x="108" y="439"/>
                    </a:lnTo>
                    <a:lnTo>
                      <a:pt x="108" y="30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3" name="Google Shape;3783;p33"/>
              <p:cNvSpPr/>
              <p:nvPr/>
            </p:nvSpPr>
            <p:spPr>
              <a:xfrm>
                <a:off x="7366861" y="3431819"/>
                <a:ext cx="13268" cy="5453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4" name="Google Shape;3784;p33"/>
              <p:cNvSpPr/>
              <p:nvPr/>
            </p:nvSpPr>
            <p:spPr>
              <a:xfrm>
                <a:off x="5833347" y="1069101"/>
                <a:ext cx="54656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449" h="246" extrusionOk="0">
                    <a:moveTo>
                      <a:pt x="423" y="1"/>
                    </a:moveTo>
                    <a:cubicBezTo>
                      <a:pt x="285" y="43"/>
                      <a:pt x="138" y="83"/>
                      <a:pt x="1" y="151"/>
                    </a:cubicBezTo>
                    <a:lnTo>
                      <a:pt x="40" y="246"/>
                    </a:lnTo>
                    <a:cubicBezTo>
                      <a:pt x="178" y="190"/>
                      <a:pt x="315" y="138"/>
                      <a:pt x="449" y="109"/>
                    </a:cubicBezTo>
                    <a:lnTo>
                      <a:pt x="4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5" name="Google Shape;3785;p33"/>
              <p:cNvSpPr/>
              <p:nvPr/>
            </p:nvSpPr>
            <p:spPr>
              <a:xfrm>
                <a:off x="5659156" y="1720827"/>
                <a:ext cx="13633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11" y="436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6" name="Google Shape;3786;p33"/>
              <p:cNvSpPr/>
              <p:nvPr/>
            </p:nvSpPr>
            <p:spPr>
              <a:xfrm>
                <a:off x="5659156" y="1826729"/>
                <a:ext cx="13633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11" y="451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7" name="Google Shape;3787;p33"/>
              <p:cNvSpPr/>
              <p:nvPr/>
            </p:nvSpPr>
            <p:spPr>
              <a:xfrm>
                <a:off x="5659156" y="1506831"/>
                <a:ext cx="13633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8" name="Google Shape;3788;p33"/>
              <p:cNvSpPr/>
              <p:nvPr/>
            </p:nvSpPr>
            <p:spPr>
              <a:xfrm>
                <a:off x="5682649" y="1190097"/>
                <a:ext cx="38222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314" h="452" extrusionOk="0">
                    <a:moveTo>
                      <a:pt x="216" y="0"/>
                    </a:moveTo>
                    <a:cubicBezTo>
                      <a:pt x="134" y="138"/>
                      <a:pt x="69" y="259"/>
                      <a:pt x="0" y="396"/>
                    </a:cubicBezTo>
                    <a:lnTo>
                      <a:pt x="108" y="452"/>
                    </a:lnTo>
                    <a:cubicBezTo>
                      <a:pt x="164" y="314"/>
                      <a:pt x="232" y="193"/>
                      <a:pt x="314" y="69"/>
                    </a:cubicBezTo>
                    <a:lnTo>
                      <a:pt x="2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9" name="Google Shape;3789;p33"/>
              <p:cNvSpPr/>
              <p:nvPr/>
            </p:nvSpPr>
            <p:spPr>
              <a:xfrm>
                <a:off x="5659156" y="1398981"/>
                <a:ext cx="13633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11" y="439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0" name="Google Shape;3790;p33"/>
              <p:cNvSpPr/>
              <p:nvPr/>
            </p:nvSpPr>
            <p:spPr>
              <a:xfrm>
                <a:off x="5743878" y="1114140"/>
                <a:ext cx="49908" cy="44674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340" y="0"/>
                    </a:moveTo>
                    <a:cubicBezTo>
                      <a:pt x="220" y="82"/>
                      <a:pt x="108" y="177"/>
                      <a:pt x="1" y="285"/>
                    </a:cubicBezTo>
                    <a:lnTo>
                      <a:pt x="82" y="366"/>
                    </a:lnTo>
                    <a:cubicBezTo>
                      <a:pt x="177" y="258"/>
                      <a:pt x="285" y="164"/>
                      <a:pt x="409" y="82"/>
                    </a:cubicBezTo>
                    <a:lnTo>
                      <a:pt x="34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1" name="Google Shape;3791;p33"/>
              <p:cNvSpPr/>
              <p:nvPr/>
            </p:nvSpPr>
            <p:spPr>
              <a:xfrm>
                <a:off x="5659156" y="1291131"/>
                <a:ext cx="19963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64" h="452" extrusionOk="0">
                    <a:moveTo>
                      <a:pt x="56" y="1"/>
                    </a:moveTo>
                    <a:cubicBezTo>
                      <a:pt x="30" y="151"/>
                      <a:pt x="17" y="301"/>
                      <a:pt x="0" y="452"/>
                    </a:cubicBezTo>
                    <a:lnTo>
                      <a:pt x="111" y="452"/>
                    </a:lnTo>
                    <a:cubicBezTo>
                      <a:pt x="125" y="301"/>
                      <a:pt x="138" y="164"/>
                      <a:pt x="164" y="30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2" name="Google Shape;3792;p33"/>
              <p:cNvSpPr/>
              <p:nvPr/>
            </p:nvSpPr>
            <p:spPr>
              <a:xfrm>
                <a:off x="5659156" y="1613098"/>
                <a:ext cx="13633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3" name="Google Shape;3793;p33"/>
              <p:cNvSpPr/>
              <p:nvPr/>
            </p:nvSpPr>
            <p:spPr>
              <a:xfrm>
                <a:off x="5659156" y="2470055"/>
                <a:ext cx="13633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4" name="Google Shape;3794;p33"/>
              <p:cNvSpPr/>
              <p:nvPr/>
            </p:nvSpPr>
            <p:spPr>
              <a:xfrm>
                <a:off x="5659156" y="2576323"/>
                <a:ext cx="13633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11" y="44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5" name="Google Shape;3795;p33"/>
              <p:cNvSpPr/>
              <p:nvPr/>
            </p:nvSpPr>
            <p:spPr>
              <a:xfrm>
                <a:off x="5659156" y="1934579"/>
                <a:ext cx="13633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6" name="Google Shape;3796;p33"/>
              <p:cNvSpPr/>
              <p:nvPr/>
            </p:nvSpPr>
            <p:spPr>
              <a:xfrm>
                <a:off x="5659156" y="2683808"/>
                <a:ext cx="13633" cy="533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11" y="43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7" name="Google Shape;3797;p33"/>
              <p:cNvSpPr/>
              <p:nvPr/>
            </p:nvSpPr>
            <p:spPr>
              <a:xfrm>
                <a:off x="5659156" y="2040725"/>
                <a:ext cx="13633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11" y="449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8" name="Google Shape;3798;p33"/>
              <p:cNvSpPr/>
              <p:nvPr/>
            </p:nvSpPr>
            <p:spPr>
              <a:xfrm>
                <a:off x="5659156" y="2148575"/>
                <a:ext cx="13633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9" name="Google Shape;3799;p33"/>
              <p:cNvSpPr/>
              <p:nvPr/>
            </p:nvSpPr>
            <p:spPr>
              <a:xfrm>
                <a:off x="5659156" y="2362205"/>
                <a:ext cx="13633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11" y="452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0" name="Google Shape;3800;p33"/>
              <p:cNvSpPr/>
              <p:nvPr/>
            </p:nvSpPr>
            <p:spPr>
              <a:xfrm>
                <a:off x="5659156" y="2256060"/>
                <a:ext cx="13633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11" y="43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1" name="Google Shape;3801;p33"/>
              <p:cNvSpPr/>
              <p:nvPr/>
            </p:nvSpPr>
            <p:spPr>
              <a:xfrm>
                <a:off x="6228107" y="1965984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2" name="Google Shape;3802;p33"/>
              <p:cNvSpPr/>
              <p:nvPr/>
            </p:nvSpPr>
            <p:spPr>
              <a:xfrm>
                <a:off x="6228107" y="1430386"/>
                <a:ext cx="14851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21" y="439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3" name="Google Shape;3803;p33"/>
              <p:cNvSpPr/>
              <p:nvPr/>
            </p:nvSpPr>
            <p:spPr>
              <a:xfrm>
                <a:off x="6228107" y="1538236"/>
                <a:ext cx="14851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21" y="439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4" name="Google Shape;3804;p33"/>
              <p:cNvSpPr/>
              <p:nvPr/>
            </p:nvSpPr>
            <p:spPr>
              <a:xfrm>
                <a:off x="6228107" y="1644504"/>
                <a:ext cx="14851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21" y="448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5" name="Google Shape;3805;p33"/>
              <p:cNvSpPr/>
              <p:nvPr/>
            </p:nvSpPr>
            <p:spPr>
              <a:xfrm>
                <a:off x="6228107" y="2393733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6" name="Google Shape;3806;p33"/>
              <p:cNvSpPr/>
              <p:nvPr/>
            </p:nvSpPr>
            <p:spPr>
              <a:xfrm>
                <a:off x="6448554" y="2715578"/>
                <a:ext cx="54656" cy="21546"/>
              </a:xfrm>
              <a:custGeom>
                <a:avLst/>
                <a:gdLst/>
                <a:ahLst/>
                <a:cxnLst/>
                <a:rect l="l" t="t" r="r" b="b"/>
                <a:pathLst>
                  <a:path w="449" h="177" extrusionOk="0">
                    <a:moveTo>
                      <a:pt x="26" y="1"/>
                    </a:moveTo>
                    <a:lnTo>
                      <a:pt x="0" y="108"/>
                    </a:lnTo>
                    <a:cubicBezTo>
                      <a:pt x="134" y="148"/>
                      <a:pt x="285" y="164"/>
                      <a:pt x="435" y="177"/>
                    </a:cubicBezTo>
                    <a:lnTo>
                      <a:pt x="448" y="66"/>
                    </a:lnTo>
                    <a:cubicBezTo>
                      <a:pt x="298" y="53"/>
                      <a:pt x="164" y="40"/>
                      <a:pt x="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7" name="Google Shape;3807;p33"/>
              <p:cNvSpPr/>
              <p:nvPr/>
            </p:nvSpPr>
            <p:spPr>
              <a:xfrm>
                <a:off x="6228107" y="1752354"/>
                <a:ext cx="14851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21" y="435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8" name="Google Shape;3808;p33"/>
              <p:cNvSpPr/>
              <p:nvPr/>
            </p:nvSpPr>
            <p:spPr>
              <a:xfrm>
                <a:off x="6234437" y="2499878"/>
                <a:ext cx="26780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220" h="449" extrusionOk="0">
                    <a:moveTo>
                      <a:pt x="112" y="1"/>
                    </a:moveTo>
                    <a:lnTo>
                      <a:pt x="1" y="14"/>
                    </a:lnTo>
                    <a:cubicBezTo>
                      <a:pt x="30" y="164"/>
                      <a:pt x="69" y="315"/>
                      <a:pt x="125" y="449"/>
                    </a:cubicBezTo>
                    <a:lnTo>
                      <a:pt x="220" y="409"/>
                    </a:lnTo>
                    <a:cubicBezTo>
                      <a:pt x="177" y="272"/>
                      <a:pt x="138" y="138"/>
                      <a:pt x="1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9" name="Google Shape;3809;p33"/>
              <p:cNvSpPr/>
              <p:nvPr/>
            </p:nvSpPr>
            <p:spPr>
              <a:xfrm>
                <a:off x="6349103" y="2672244"/>
                <a:ext cx="52951" cy="38222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14" extrusionOk="0">
                    <a:moveTo>
                      <a:pt x="69" y="0"/>
                    </a:moveTo>
                    <a:lnTo>
                      <a:pt x="0" y="82"/>
                    </a:lnTo>
                    <a:cubicBezTo>
                      <a:pt x="121" y="177"/>
                      <a:pt x="258" y="245"/>
                      <a:pt x="396" y="314"/>
                    </a:cubicBezTo>
                    <a:lnTo>
                      <a:pt x="435" y="219"/>
                    </a:lnTo>
                    <a:cubicBezTo>
                      <a:pt x="314" y="151"/>
                      <a:pt x="190" y="82"/>
                      <a:pt x="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0" name="Google Shape;3810;p33"/>
              <p:cNvSpPr/>
              <p:nvPr/>
            </p:nvSpPr>
            <p:spPr>
              <a:xfrm>
                <a:off x="6274241" y="2596164"/>
                <a:ext cx="43457" cy="49908"/>
              </a:xfrm>
              <a:custGeom>
                <a:avLst/>
                <a:gdLst/>
                <a:ahLst/>
                <a:cxnLst/>
                <a:rect l="l" t="t" r="r" b="b"/>
                <a:pathLst>
                  <a:path w="357" h="410" extrusionOk="0">
                    <a:moveTo>
                      <a:pt x="95" y="1"/>
                    </a:moveTo>
                    <a:lnTo>
                      <a:pt x="1" y="53"/>
                    </a:lnTo>
                    <a:cubicBezTo>
                      <a:pt x="82" y="190"/>
                      <a:pt x="177" y="298"/>
                      <a:pt x="275" y="409"/>
                    </a:cubicBezTo>
                    <a:lnTo>
                      <a:pt x="357" y="341"/>
                    </a:lnTo>
                    <a:cubicBezTo>
                      <a:pt x="259" y="230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1" name="Google Shape;3811;p33"/>
              <p:cNvSpPr/>
              <p:nvPr/>
            </p:nvSpPr>
            <p:spPr>
              <a:xfrm>
                <a:off x="5939614" y="1062406"/>
                <a:ext cx="54656" cy="16798"/>
              </a:xfrm>
              <a:custGeom>
                <a:avLst/>
                <a:gdLst/>
                <a:ahLst/>
                <a:cxnLst/>
                <a:rect l="l" t="t" r="r" b="b"/>
                <a:pathLst>
                  <a:path w="449" h="138" extrusionOk="0">
                    <a:moveTo>
                      <a:pt x="1" y="0"/>
                    </a:moveTo>
                    <a:lnTo>
                      <a:pt x="1" y="111"/>
                    </a:lnTo>
                    <a:lnTo>
                      <a:pt x="96" y="111"/>
                    </a:lnTo>
                    <a:cubicBezTo>
                      <a:pt x="203" y="111"/>
                      <a:pt x="328" y="111"/>
                      <a:pt x="435" y="138"/>
                    </a:cubicBezTo>
                    <a:lnTo>
                      <a:pt x="449" y="30"/>
                    </a:lnTo>
                    <a:cubicBezTo>
                      <a:pt x="341" y="0"/>
                      <a:pt x="216" y="0"/>
                      <a:pt x="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2" name="Google Shape;3812;p33"/>
              <p:cNvSpPr/>
              <p:nvPr/>
            </p:nvSpPr>
            <p:spPr>
              <a:xfrm>
                <a:off x="6228107" y="1323023"/>
                <a:ext cx="14851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08" y="0"/>
                    </a:moveTo>
                    <a:lnTo>
                      <a:pt x="0" y="13"/>
                    </a:lnTo>
                    <a:lnTo>
                      <a:pt x="0" y="245"/>
                    </a:lnTo>
                    <a:lnTo>
                      <a:pt x="0" y="448"/>
                    </a:lnTo>
                    <a:lnTo>
                      <a:pt x="121" y="448"/>
                    </a:lnTo>
                    <a:lnTo>
                      <a:pt x="121" y="245"/>
                    </a:lnTo>
                    <a:cubicBezTo>
                      <a:pt x="121" y="164"/>
                      <a:pt x="108" y="82"/>
                      <a:pt x="1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3" name="Google Shape;3813;p33"/>
              <p:cNvSpPr/>
              <p:nvPr/>
            </p:nvSpPr>
            <p:spPr>
              <a:xfrm>
                <a:off x="6198284" y="1218338"/>
                <a:ext cx="31527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259" h="452" extrusionOk="0">
                    <a:moveTo>
                      <a:pt x="95" y="1"/>
                    </a:moveTo>
                    <a:lnTo>
                      <a:pt x="0" y="56"/>
                    </a:lnTo>
                    <a:cubicBezTo>
                      <a:pt x="53" y="177"/>
                      <a:pt x="108" y="314"/>
                      <a:pt x="147" y="452"/>
                    </a:cubicBezTo>
                    <a:lnTo>
                      <a:pt x="259" y="422"/>
                    </a:lnTo>
                    <a:cubicBezTo>
                      <a:pt x="216" y="272"/>
                      <a:pt x="164" y="138"/>
                      <a:pt x="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4" name="Google Shape;3814;p33"/>
              <p:cNvSpPr/>
              <p:nvPr/>
            </p:nvSpPr>
            <p:spPr>
              <a:xfrm>
                <a:off x="6133403" y="1133981"/>
                <a:ext cx="46622" cy="47839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93" extrusionOk="0">
                    <a:moveTo>
                      <a:pt x="69" y="1"/>
                    </a:moveTo>
                    <a:lnTo>
                      <a:pt x="1" y="82"/>
                    </a:lnTo>
                    <a:cubicBezTo>
                      <a:pt x="108" y="177"/>
                      <a:pt x="206" y="272"/>
                      <a:pt x="288" y="393"/>
                    </a:cubicBezTo>
                    <a:lnTo>
                      <a:pt x="383" y="327"/>
                    </a:lnTo>
                    <a:cubicBezTo>
                      <a:pt x="288" y="203"/>
                      <a:pt x="177" y="95"/>
                      <a:pt x="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5" name="Google Shape;3815;p33"/>
              <p:cNvSpPr/>
              <p:nvPr/>
            </p:nvSpPr>
            <p:spPr>
              <a:xfrm>
                <a:off x="6042352" y="1079083"/>
                <a:ext cx="54534" cy="3311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272" extrusionOk="0">
                    <a:moveTo>
                      <a:pt x="39" y="1"/>
                    </a:moveTo>
                    <a:lnTo>
                      <a:pt x="0" y="95"/>
                    </a:lnTo>
                    <a:cubicBezTo>
                      <a:pt x="137" y="151"/>
                      <a:pt x="271" y="206"/>
                      <a:pt x="396" y="272"/>
                    </a:cubicBezTo>
                    <a:lnTo>
                      <a:pt x="448" y="177"/>
                    </a:lnTo>
                    <a:cubicBezTo>
                      <a:pt x="327" y="108"/>
                      <a:pt x="177" y="43"/>
                      <a:pt x="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6" name="Google Shape;3816;p33"/>
              <p:cNvSpPr/>
              <p:nvPr/>
            </p:nvSpPr>
            <p:spPr>
              <a:xfrm>
                <a:off x="6228107" y="2287830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7" name="Google Shape;3817;p33"/>
              <p:cNvSpPr/>
              <p:nvPr/>
            </p:nvSpPr>
            <p:spPr>
              <a:xfrm>
                <a:off x="6228107" y="2073834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8" name="Google Shape;3818;p33"/>
              <p:cNvSpPr/>
              <p:nvPr/>
            </p:nvSpPr>
            <p:spPr>
              <a:xfrm>
                <a:off x="6228107" y="1858134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9" name="Google Shape;3819;p33"/>
              <p:cNvSpPr/>
              <p:nvPr/>
            </p:nvSpPr>
            <p:spPr>
              <a:xfrm>
                <a:off x="6228107" y="2179980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0" name="Google Shape;3820;p33"/>
              <p:cNvSpPr/>
              <p:nvPr/>
            </p:nvSpPr>
            <p:spPr>
              <a:xfrm>
                <a:off x="7151161" y="1069101"/>
                <a:ext cx="55021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46" extrusionOk="0">
                    <a:moveTo>
                      <a:pt x="30" y="1"/>
                    </a:moveTo>
                    <a:lnTo>
                      <a:pt x="1" y="109"/>
                    </a:lnTo>
                    <a:cubicBezTo>
                      <a:pt x="138" y="138"/>
                      <a:pt x="275" y="190"/>
                      <a:pt x="409" y="246"/>
                    </a:cubicBezTo>
                    <a:lnTo>
                      <a:pt x="452" y="151"/>
                    </a:lnTo>
                    <a:cubicBezTo>
                      <a:pt x="314" y="83"/>
                      <a:pt x="180" y="43"/>
                      <a:pt x="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1" name="Google Shape;3821;p33"/>
              <p:cNvSpPr/>
              <p:nvPr/>
            </p:nvSpPr>
            <p:spPr>
              <a:xfrm>
                <a:off x="7366861" y="1720827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2" name="Google Shape;3822;p33"/>
              <p:cNvSpPr/>
              <p:nvPr/>
            </p:nvSpPr>
            <p:spPr>
              <a:xfrm>
                <a:off x="7366861" y="1826729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33"/>
              <p:cNvSpPr/>
              <p:nvPr/>
            </p:nvSpPr>
            <p:spPr>
              <a:xfrm>
                <a:off x="7366861" y="150683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4" name="Google Shape;3824;p33"/>
              <p:cNvSpPr/>
              <p:nvPr/>
            </p:nvSpPr>
            <p:spPr>
              <a:xfrm>
                <a:off x="7318657" y="1190097"/>
                <a:ext cx="38344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2" extrusionOk="0">
                    <a:moveTo>
                      <a:pt x="96" y="0"/>
                    </a:moveTo>
                    <a:lnTo>
                      <a:pt x="1" y="69"/>
                    </a:lnTo>
                    <a:cubicBezTo>
                      <a:pt x="82" y="193"/>
                      <a:pt x="151" y="314"/>
                      <a:pt x="207" y="452"/>
                    </a:cubicBezTo>
                    <a:lnTo>
                      <a:pt x="315" y="396"/>
                    </a:lnTo>
                    <a:cubicBezTo>
                      <a:pt x="259" y="259"/>
                      <a:pt x="177" y="138"/>
                      <a:pt x="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5" name="Google Shape;3825;p33"/>
              <p:cNvSpPr/>
              <p:nvPr/>
            </p:nvSpPr>
            <p:spPr>
              <a:xfrm>
                <a:off x="7366861" y="1398981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6" name="Google Shape;3826;p33"/>
              <p:cNvSpPr/>
              <p:nvPr/>
            </p:nvSpPr>
            <p:spPr>
              <a:xfrm>
                <a:off x="7245864" y="1114140"/>
                <a:ext cx="49908" cy="44674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69" y="0"/>
                    </a:moveTo>
                    <a:lnTo>
                      <a:pt x="1" y="82"/>
                    </a:lnTo>
                    <a:cubicBezTo>
                      <a:pt x="122" y="164"/>
                      <a:pt x="233" y="258"/>
                      <a:pt x="327" y="366"/>
                    </a:cubicBezTo>
                    <a:lnTo>
                      <a:pt x="409" y="285"/>
                    </a:lnTo>
                    <a:cubicBezTo>
                      <a:pt x="314" y="177"/>
                      <a:pt x="190" y="82"/>
                      <a:pt x="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7" name="Google Shape;3827;p33"/>
              <p:cNvSpPr/>
              <p:nvPr/>
            </p:nvSpPr>
            <p:spPr>
              <a:xfrm>
                <a:off x="7360044" y="1291131"/>
                <a:ext cx="20085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52" extrusionOk="0">
                    <a:moveTo>
                      <a:pt x="112" y="1"/>
                    </a:moveTo>
                    <a:lnTo>
                      <a:pt x="1" y="30"/>
                    </a:lnTo>
                    <a:cubicBezTo>
                      <a:pt x="30" y="164"/>
                      <a:pt x="56" y="301"/>
                      <a:pt x="56" y="452"/>
                    </a:cubicBezTo>
                    <a:lnTo>
                      <a:pt x="164" y="452"/>
                    </a:lnTo>
                    <a:cubicBezTo>
                      <a:pt x="164" y="301"/>
                      <a:pt x="138" y="151"/>
                      <a:pt x="1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8" name="Google Shape;3828;p33"/>
              <p:cNvSpPr/>
              <p:nvPr/>
            </p:nvSpPr>
            <p:spPr>
              <a:xfrm>
                <a:off x="7366861" y="1613098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9" name="Google Shape;3829;p33"/>
              <p:cNvSpPr/>
              <p:nvPr/>
            </p:nvSpPr>
            <p:spPr>
              <a:xfrm>
                <a:off x="7366861" y="2470055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0" name="Google Shape;3830;p33"/>
              <p:cNvSpPr/>
              <p:nvPr/>
            </p:nvSpPr>
            <p:spPr>
              <a:xfrm>
                <a:off x="7366861" y="2576323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1" name="Google Shape;3831;p33"/>
              <p:cNvSpPr/>
              <p:nvPr/>
            </p:nvSpPr>
            <p:spPr>
              <a:xfrm>
                <a:off x="7366861" y="1934579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2" name="Google Shape;3832;p33"/>
              <p:cNvSpPr/>
              <p:nvPr/>
            </p:nvSpPr>
            <p:spPr>
              <a:xfrm>
                <a:off x="7366861" y="2683808"/>
                <a:ext cx="13268" cy="533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3" name="Google Shape;3833;p33"/>
              <p:cNvSpPr/>
              <p:nvPr/>
            </p:nvSpPr>
            <p:spPr>
              <a:xfrm>
                <a:off x="7366861" y="2040725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4" name="Google Shape;3834;p33"/>
              <p:cNvSpPr/>
              <p:nvPr/>
            </p:nvSpPr>
            <p:spPr>
              <a:xfrm>
                <a:off x="7366861" y="2148575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5" name="Google Shape;3835;p33"/>
              <p:cNvSpPr/>
              <p:nvPr/>
            </p:nvSpPr>
            <p:spPr>
              <a:xfrm>
                <a:off x="7366861" y="2362205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6" name="Google Shape;3836;p33"/>
              <p:cNvSpPr/>
              <p:nvPr/>
            </p:nvSpPr>
            <p:spPr>
              <a:xfrm>
                <a:off x="7366861" y="2256060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7" name="Google Shape;3837;p33"/>
              <p:cNvSpPr/>
              <p:nvPr/>
            </p:nvSpPr>
            <p:spPr>
              <a:xfrm>
                <a:off x="6798275" y="1965984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8" name="Google Shape;3838;p33"/>
              <p:cNvSpPr/>
              <p:nvPr/>
            </p:nvSpPr>
            <p:spPr>
              <a:xfrm>
                <a:off x="6798275" y="1430386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9" name="Google Shape;3839;p33"/>
              <p:cNvSpPr/>
              <p:nvPr/>
            </p:nvSpPr>
            <p:spPr>
              <a:xfrm>
                <a:off x="6798275" y="1538236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0" name="Google Shape;3840;p33"/>
              <p:cNvSpPr/>
              <p:nvPr/>
            </p:nvSpPr>
            <p:spPr>
              <a:xfrm>
                <a:off x="6798275" y="1644504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1" name="Google Shape;3841;p33"/>
              <p:cNvSpPr/>
              <p:nvPr/>
            </p:nvSpPr>
            <p:spPr>
              <a:xfrm>
                <a:off x="6798275" y="2393733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2" name="Google Shape;3842;p33"/>
              <p:cNvSpPr/>
              <p:nvPr/>
            </p:nvSpPr>
            <p:spPr>
              <a:xfrm>
                <a:off x="6536441" y="2715578"/>
                <a:ext cx="54656" cy="21546"/>
              </a:xfrm>
              <a:custGeom>
                <a:avLst/>
                <a:gdLst/>
                <a:ahLst/>
                <a:cxnLst/>
                <a:rect l="l" t="t" r="r" b="b"/>
                <a:pathLst>
                  <a:path w="449" h="177" extrusionOk="0">
                    <a:moveTo>
                      <a:pt x="422" y="1"/>
                    </a:moveTo>
                    <a:cubicBezTo>
                      <a:pt x="285" y="40"/>
                      <a:pt x="148" y="53"/>
                      <a:pt x="1" y="66"/>
                    </a:cubicBezTo>
                    <a:lnTo>
                      <a:pt x="14" y="177"/>
                    </a:lnTo>
                    <a:cubicBezTo>
                      <a:pt x="164" y="164"/>
                      <a:pt x="311" y="148"/>
                      <a:pt x="448" y="108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3" name="Google Shape;3843;p33"/>
              <p:cNvSpPr/>
              <p:nvPr/>
            </p:nvSpPr>
            <p:spPr>
              <a:xfrm>
                <a:off x="6798275" y="1752354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4" name="Google Shape;3844;p33"/>
              <p:cNvSpPr/>
              <p:nvPr/>
            </p:nvSpPr>
            <p:spPr>
              <a:xfrm>
                <a:off x="6778312" y="2499878"/>
                <a:ext cx="28484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234" h="449" extrusionOk="0">
                    <a:moveTo>
                      <a:pt x="122" y="1"/>
                    </a:moveTo>
                    <a:cubicBezTo>
                      <a:pt x="96" y="138"/>
                      <a:pt x="57" y="272"/>
                      <a:pt x="1" y="409"/>
                    </a:cubicBezTo>
                    <a:lnTo>
                      <a:pt x="96" y="449"/>
                    </a:lnTo>
                    <a:cubicBezTo>
                      <a:pt x="151" y="315"/>
                      <a:pt x="204" y="164"/>
                      <a:pt x="233" y="14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5" name="Google Shape;3845;p33"/>
              <p:cNvSpPr/>
              <p:nvPr/>
            </p:nvSpPr>
            <p:spPr>
              <a:xfrm>
                <a:off x="6637474" y="2672244"/>
                <a:ext cx="53073" cy="38222"/>
              </a:xfrm>
              <a:custGeom>
                <a:avLst/>
                <a:gdLst/>
                <a:ahLst/>
                <a:cxnLst/>
                <a:rect l="l" t="t" r="r" b="b"/>
                <a:pathLst>
                  <a:path w="436" h="314" extrusionOk="0">
                    <a:moveTo>
                      <a:pt x="367" y="0"/>
                    </a:moveTo>
                    <a:cubicBezTo>
                      <a:pt x="259" y="82"/>
                      <a:pt x="135" y="151"/>
                      <a:pt x="1" y="219"/>
                    </a:cubicBezTo>
                    <a:lnTo>
                      <a:pt x="53" y="314"/>
                    </a:lnTo>
                    <a:cubicBezTo>
                      <a:pt x="190" y="245"/>
                      <a:pt x="315" y="177"/>
                      <a:pt x="436" y="82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6" name="Google Shape;3846;p33"/>
              <p:cNvSpPr/>
              <p:nvPr/>
            </p:nvSpPr>
            <p:spPr>
              <a:xfrm>
                <a:off x="6721831" y="2596164"/>
                <a:ext cx="43578" cy="49908"/>
              </a:xfrm>
              <a:custGeom>
                <a:avLst/>
                <a:gdLst/>
                <a:ahLst/>
                <a:cxnLst/>
                <a:rect l="l" t="t" r="r" b="b"/>
                <a:pathLst>
                  <a:path w="358" h="410" extrusionOk="0">
                    <a:moveTo>
                      <a:pt x="259" y="1"/>
                    </a:moveTo>
                    <a:cubicBezTo>
                      <a:pt x="194" y="122"/>
                      <a:pt x="96" y="230"/>
                      <a:pt x="1" y="341"/>
                    </a:cubicBezTo>
                    <a:lnTo>
                      <a:pt x="83" y="409"/>
                    </a:lnTo>
                    <a:cubicBezTo>
                      <a:pt x="177" y="298"/>
                      <a:pt x="275" y="190"/>
                      <a:pt x="357" y="53"/>
                    </a:cubicBezTo>
                    <a:lnTo>
                      <a:pt x="25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7" name="Google Shape;3847;p33"/>
              <p:cNvSpPr/>
              <p:nvPr/>
            </p:nvSpPr>
            <p:spPr>
              <a:xfrm>
                <a:off x="7045380" y="1062406"/>
                <a:ext cx="54534" cy="16798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38" extrusionOk="0">
                    <a:moveTo>
                      <a:pt x="353" y="0"/>
                    </a:moveTo>
                    <a:cubicBezTo>
                      <a:pt x="245" y="0"/>
                      <a:pt x="121" y="0"/>
                      <a:pt x="0" y="30"/>
                    </a:cubicBezTo>
                    <a:lnTo>
                      <a:pt x="13" y="138"/>
                    </a:lnTo>
                    <a:cubicBezTo>
                      <a:pt x="134" y="111"/>
                      <a:pt x="245" y="111"/>
                      <a:pt x="353" y="111"/>
                    </a:cubicBezTo>
                    <a:lnTo>
                      <a:pt x="448" y="111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8" name="Google Shape;3848;p33"/>
              <p:cNvSpPr/>
              <p:nvPr/>
            </p:nvSpPr>
            <p:spPr>
              <a:xfrm>
                <a:off x="6798275" y="1323023"/>
                <a:ext cx="14851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3" y="0"/>
                    </a:moveTo>
                    <a:cubicBezTo>
                      <a:pt x="0" y="82"/>
                      <a:pt x="0" y="164"/>
                      <a:pt x="0" y="245"/>
                    </a:cubicBez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245"/>
                    </a:lnTo>
                    <a:cubicBezTo>
                      <a:pt x="108" y="177"/>
                      <a:pt x="108" y="95"/>
                      <a:pt x="121" y="13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9" name="Google Shape;3849;p33"/>
              <p:cNvSpPr/>
              <p:nvPr/>
            </p:nvSpPr>
            <p:spPr>
              <a:xfrm>
                <a:off x="6809839" y="1218338"/>
                <a:ext cx="33110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52" extrusionOk="0">
                    <a:moveTo>
                      <a:pt x="177" y="1"/>
                    </a:moveTo>
                    <a:cubicBezTo>
                      <a:pt x="108" y="138"/>
                      <a:pt x="43" y="272"/>
                      <a:pt x="0" y="422"/>
                    </a:cubicBezTo>
                    <a:lnTo>
                      <a:pt x="108" y="452"/>
                    </a:lnTo>
                    <a:cubicBezTo>
                      <a:pt x="151" y="314"/>
                      <a:pt x="206" y="177"/>
                      <a:pt x="271" y="56"/>
                    </a:cubicBez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0" name="Google Shape;3850;p33"/>
              <p:cNvSpPr/>
              <p:nvPr/>
            </p:nvSpPr>
            <p:spPr>
              <a:xfrm>
                <a:off x="6861086" y="1133981"/>
                <a:ext cx="46743" cy="47839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93" extrusionOk="0">
                    <a:moveTo>
                      <a:pt x="302" y="1"/>
                    </a:moveTo>
                    <a:cubicBezTo>
                      <a:pt x="194" y="95"/>
                      <a:pt x="83" y="203"/>
                      <a:pt x="1" y="327"/>
                    </a:cubicBezTo>
                    <a:lnTo>
                      <a:pt x="83" y="393"/>
                    </a:lnTo>
                    <a:cubicBezTo>
                      <a:pt x="164" y="272"/>
                      <a:pt x="275" y="177"/>
                      <a:pt x="383" y="82"/>
                    </a:cubicBezTo>
                    <a:lnTo>
                      <a:pt x="30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1" name="Google Shape;3851;p33"/>
              <p:cNvSpPr/>
              <p:nvPr/>
            </p:nvSpPr>
            <p:spPr>
              <a:xfrm>
                <a:off x="6942278" y="1079083"/>
                <a:ext cx="55021" cy="3311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72" extrusionOk="0">
                    <a:moveTo>
                      <a:pt x="409" y="1"/>
                    </a:moveTo>
                    <a:cubicBezTo>
                      <a:pt x="275" y="43"/>
                      <a:pt x="138" y="108"/>
                      <a:pt x="1" y="177"/>
                    </a:cubicBezTo>
                    <a:lnTo>
                      <a:pt x="56" y="272"/>
                    </a:lnTo>
                    <a:cubicBezTo>
                      <a:pt x="180" y="206"/>
                      <a:pt x="314" y="151"/>
                      <a:pt x="452" y="95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33"/>
              <p:cNvSpPr/>
              <p:nvPr/>
            </p:nvSpPr>
            <p:spPr>
              <a:xfrm>
                <a:off x="6798275" y="2287830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33"/>
              <p:cNvSpPr/>
              <p:nvPr/>
            </p:nvSpPr>
            <p:spPr>
              <a:xfrm>
                <a:off x="6798275" y="2073834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33"/>
              <p:cNvSpPr/>
              <p:nvPr/>
            </p:nvSpPr>
            <p:spPr>
              <a:xfrm>
                <a:off x="6798275" y="1858134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33"/>
              <p:cNvSpPr/>
              <p:nvPr/>
            </p:nvSpPr>
            <p:spPr>
              <a:xfrm>
                <a:off x="6798275" y="2179980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33"/>
              <p:cNvSpPr/>
              <p:nvPr/>
            </p:nvSpPr>
            <p:spPr>
              <a:xfrm>
                <a:off x="5661103" y="3756465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33"/>
              <p:cNvSpPr/>
              <p:nvPr/>
            </p:nvSpPr>
            <p:spPr>
              <a:xfrm>
                <a:off x="5661103" y="3862732"/>
                <a:ext cx="13268" cy="5453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8" name="Google Shape;3858;p33"/>
              <p:cNvSpPr/>
              <p:nvPr/>
            </p:nvSpPr>
            <p:spPr>
              <a:xfrm>
                <a:off x="5661103" y="3648615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9" name="Google Shape;3859;p33"/>
              <p:cNvSpPr/>
              <p:nvPr/>
            </p:nvSpPr>
            <p:spPr>
              <a:xfrm>
                <a:off x="5661103" y="4506059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0" name="Google Shape;3860;p33"/>
              <p:cNvSpPr/>
              <p:nvPr/>
            </p:nvSpPr>
            <p:spPr>
              <a:xfrm>
                <a:off x="5661103" y="397046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1" name="Google Shape;3861;p33"/>
              <p:cNvSpPr/>
              <p:nvPr/>
            </p:nvSpPr>
            <p:spPr>
              <a:xfrm>
                <a:off x="5661103" y="407831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2" name="Google Shape;3862;p33"/>
              <p:cNvSpPr/>
              <p:nvPr/>
            </p:nvSpPr>
            <p:spPr>
              <a:xfrm>
                <a:off x="5661103" y="4184213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3" name="Google Shape;3863;p33"/>
              <p:cNvSpPr/>
              <p:nvPr/>
            </p:nvSpPr>
            <p:spPr>
              <a:xfrm>
                <a:off x="5661103" y="4398209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4" name="Google Shape;3864;p33"/>
              <p:cNvSpPr/>
              <p:nvPr/>
            </p:nvSpPr>
            <p:spPr>
              <a:xfrm>
                <a:off x="5661103" y="429194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5" name="Google Shape;3865;p33"/>
              <p:cNvSpPr/>
              <p:nvPr/>
            </p:nvSpPr>
            <p:spPr>
              <a:xfrm>
                <a:off x="5661103" y="2896221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6" name="Google Shape;3866;p33"/>
              <p:cNvSpPr/>
              <p:nvPr/>
            </p:nvSpPr>
            <p:spPr>
              <a:xfrm>
                <a:off x="5661103" y="3004071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7" name="Google Shape;3867;p33"/>
              <p:cNvSpPr/>
              <p:nvPr/>
            </p:nvSpPr>
            <p:spPr>
              <a:xfrm>
                <a:off x="5659156" y="2789954"/>
                <a:ext cx="15216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436" extrusionOk="0">
                    <a:moveTo>
                      <a:pt x="17" y="1"/>
                    </a:moveTo>
                    <a:lnTo>
                      <a:pt x="17" y="14"/>
                    </a:lnTo>
                    <a:lnTo>
                      <a:pt x="0" y="14"/>
                    </a:lnTo>
                    <a:lnTo>
                      <a:pt x="0" y="164"/>
                    </a:lnTo>
                    <a:lnTo>
                      <a:pt x="17" y="164"/>
                    </a:lnTo>
                    <a:lnTo>
                      <a:pt x="17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8" name="Google Shape;3868;p33"/>
              <p:cNvSpPr/>
              <p:nvPr/>
            </p:nvSpPr>
            <p:spPr>
              <a:xfrm>
                <a:off x="5661103" y="3111434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9" name="Google Shape;3869;p33"/>
              <p:cNvSpPr/>
              <p:nvPr/>
            </p:nvSpPr>
            <p:spPr>
              <a:xfrm>
                <a:off x="5661103" y="3217702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0" name="Google Shape;3870;p33"/>
              <p:cNvSpPr/>
              <p:nvPr/>
            </p:nvSpPr>
            <p:spPr>
              <a:xfrm>
                <a:off x="5661103" y="3325552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1" name="Google Shape;3871;p33"/>
              <p:cNvSpPr/>
              <p:nvPr/>
            </p:nvSpPr>
            <p:spPr>
              <a:xfrm>
                <a:off x="5661103" y="3539182"/>
                <a:ext cx="13268" cy="5660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1" y="1"/>
                    </a:moveTo>
                    <a:lnTo>
                      <a:pt x="1" y="30"/>
                    </a:lnTo>
                    <a:lnTo>
                      <a:pt x="1" y="439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9"/>
                    </a:lnTo>
                    <a:lnTo>
                      <a:pt x="109" y="30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2" name="Google Shape;3872;p33"/>
              <p:cNvSpPr/>
              <p:nvPr/>
            </p:nvSpPr>
            <p:spPr>
              <a:xfrm>
                <a:off x="5661103" y="3431819"/>
                <a:ext cx="13268" cy="5453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73" name="Google Shape;3873;p33"/>
          <p:cNvGrpSpPr/>
          <p:nvPr/>
        </p:nvGrpSpPr>
        <p:grpSpPr>
          <a:xfrm rot="10800000" flipH="1">
            <a:off x="10" y="-53032"/>
            <a:ext cx="2533799" cy="593028"/>
            <a:chOff x="4082343" y="3678604"/>
            <a:chExt cx="2251465" cy="526949"/>
          </a:xfrm>
        </p:grpSpPr>
        <p:sp>
          <p:nvSpPr>
            <p:cNvPr id="3874" name="Google Shape;3874;p33"/>
            <p:cNvSpPr/>
            <p:nvPr/>
          </p:nvSpPr>
          <p:spPr>
            <a:xfrm>
              <a:off x="4082343" y="3678604"/>
              <a:ext cx="2251465" cy="526949"/>
            </a:xfrm>
            <a:custGeom>
              <a:avLst/>
              <a:gdLst/>
              <a:ahLst/>
              <a:cxnLst/>
              <a:rect l="l" t="t" r="r" b="b"/>
              <a:pathLst>
                <a:path w="23350" h="5465" extrusionOk="0">
                  <a:moveTo>
                    <a:pt x="1" y="0"/>
                  </a:moveTo>
                  <a:lnTo>
                    <a:pt x="1" y="4146"/>
                  </a:lnTo>
                  <a:lnTo>
                    <a:pt x="17885" y="4146"/>
                  </a:lnTo>
                  <a:cubicBezTo>
                    <a:pt x="18613" y="4146"/>
                    <a:pt x="19203" y="4740"/>
                    <a:pt x="19203" y="5465"/>
                  </a:cubicBezTo>
                  <a:lnTo>
                    <a:pt x="23349" y="5465"/>
                  </a:lnTo>
                  <a:cubicBezTo>
                    <a:pt x="23349" y="2453"/>
                    <a:pt x="20900" y="0"/>
                    <a:pt x="17885" y="0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33"/>
            <p:cNvSpPr/>
            <p:nvPr/>
          </p:nvSpPr>
          <p:spPr>
            <a:xfrm>
              <a:off x="6098995" y="4070557"/>
              <a:ext cx="34037" cy="63253"/>
            </a:xfrm>
            <a:custGeom>
              <a:avLst/>
              <a:gdLst/>
              <a:ahLst/>
              <a:cxnLst/>
              <a:rect l="l" t="t" r="r" b="b"/>
              <a:pathLst>
                <a:path w="353" h="656" extrusionOk="0">
                  <a:moveTo>
                    <a:pt x="146" y="1"/>
                  </a:moveTo>
                  <a:lnTo>
                    <a:pt x="1" y="66"/>
                  </a:lnTo>
                  <a:cubicBezTo>
                    <a:pt x="85" y="254"/>
                    <a:pt x="151" y="453"/>
                    <a:pt x="197" y="656"/>
                  </a:cubicBezTo>
                  <a:lnTo>
                    <a:pt x="353" y="618"/>
                  </a:lnTo>
                  <a:cubicBezTo>
                    <a:pt x="303" y="407"/>
                    <a:pt x="234" y="200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33"/>
            <p:cNvSpPr/>
            <p:nvPr/>
          </p:nvSpPr>
          <p:spPr>
            <a:xfrm>
              <a:off x="6031404" y="3967483"/>
              <a:ext cx="51104" cy="56986"/>
            </a:xfrm>
            <a:custGeom>
              <a:avLst/>
              <a:gdLst/>
              <a:ahLst/>
              <a:cxnLst/>
              <a:rect l="l" t="t" r="r" b="b"/>
              <a:pathLst>
                <a:path w="530" h="591" extrusionOk="0">
                  <a:moveTo>
                    <a:pt x="111" y="0"/>
                  </a:moveTo>
                  <a:lnTo>
                    <a:pt x="1" y="115"/>
                  </a:lnTo>
                  <a:cubicBezTo>
                    <a:pt x="146" y="262"/>
                    <a:pt x="281" y="418"/>
                    <a:pt x="399" y="591"/>
                  </a:cubicBezTo>
                  <a:lnTo>
                    <a:pt x="530" y="499"/>
                  </a:lnTo>
                  <a:cubicBezTo>
                    <a:pt x="407" y="322"/>
                    <a:pt x="265" y="154"/>
                    <a:pt x="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33"/>
            <p:cNvSpPr/>
            <p:nvPr/>
          </p:nvSpPr>
          <p:spPr>
            <a:xfrm>
              <a:off x="5932090" y="3897673"/>
              <a:ext cx="61325" cy="42908"/>
            </a:xfrm>
            <a:custGeom>
              <a:avLst/>
              <a:gdLst/>
              <a:ahLst/>
              <a:cxnLst/>
              <a:rect l="l" t="t" r="r" b="b"/>
              <a:pathLst>
                <a:path w="636" h="445" extrusionOk="0">
                  <a:moveTo>
                    <a:pt x="65" y="1"/>
                  </a:moveTo>
                  <a:lnTo>
                    <a:pt x="0" y="146"/>
                  </a:lnTo>
                  <a:cubicBezTo>
                    <a:pt x="191" y="227"/>
                    <a:pt x="375" y="326"/>
                    <a:pt x="548" y="445"/>
                  </a:cubicBezTo>
                  <a:lnTo>
                    <a:pt x="635" y="311"/>
                  </a:lnTo>
                  <a:cubicBezTo>
                    <a:pt x="456" y="188"/>
                    <a:pt x="264" y="84"/>
                    <a:pt x="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33"/>
            <p:cNvSpPr/>
            <p:nvPr/>
          </p:nvSpPr>
          <p:spPr>
            <a:xfrm>
              <a:off x="5815613" y="3871061"/>
              <a:ext cx="62964" cy="22659"/>
            </a:xfrm>
            <a:custGeom>
              <a:avLst/>
              <a:gdLst/>
              <a:ahLst/>
              <a:cxnLst/>
              <a:rect l="l" t="t" r="r" b="b"/>
              <a:pathLst>
                <a:path w="653" h="235" extrusionOk="0">
                  <a:moveTo>
                    <a:pt x="4" y="1"/>
                  </a:moveTo>
                  <a:lnTo>
                    <a:pt x="0" y="158"/>
                  </a:lnTo>
                  <a:cubicBezTo>
                    <a:pt x="207" y="165"/>
                    <a:pt x="414" y="188"/>
                    <a:pt x="618" y="234"/>
                  </a:cubicBezTo>
                  <a:lnTo>
                    <a:pt x="653" y="77"/>
                  </a:lnTo>
                  <a:cubicBezTo>
                    <a:pt x="437" y="31"/>
                    <a:pt x="223" y="4"/>
                    <a:pt x="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33"/>
            <p:cNvSpPr/>
            <p:nvPr/>
          </p:nvSpPr>
          <p:spPr>
            <a:xfrm>
              <a:off x="5692580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33"/>
            <p:cNvSpPr/>
            <p:nvPr/>
          </p:nvSpPr>
          <p:spPr>
            <a:xfrm>
              <a:off x="5569546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33"/>
            <p:cNvSpPr/>
            <p:nvPr/>
          </p:nvSpPr>
          <p:spPr>
            <a:xfrm>
              <a:off x="5446512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33"/>
            <p:cNvSpPr/>
            <p:nvPr/>
          </p:nvSpPr>
          <p:spPr>
            <a:xfrm>
              <a:off x="5323479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33"/>
            <p:cNvSpPr/>
            <p:nvPr/>
          </p:nvSpPr>
          <p:spPr>
            <a:xfrm>
              <a:off x="5200445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33"/>
            <p:cNvSpPr/>
            <p:nvPr/>
          </p:nvSpPr>
          <p:spPr>
            <a:xfrm>
              <a:off x="5077411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33"/>
            <p:cNvSpPr/>
            <p:nvPr/>
          </p:nvSpPr>
          <p:spPr>
            <a:xfrm>
              <a:off x="4954378" y="3870772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33"/>
            <p:cNvSpPr/>
            <p:nvPr/>
          </p:nvSpPr>
          <p:spPr>
            <a:xfrm>
              <a:off x="4830959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33"/>
            <p:cNvSpPr/>
            <p:nvPr/>
          </p:nvSpPr>
          <p:spPr>
            <a:xfrm>
              <a:off x="4708021" y="3870772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33"/>
            <p:cNvSpPr/>
            <p:nvPr/>
          </p:nvSpPr>
          <p:spPr>
            <a:xfrm>
              <a:off x="4584891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33"/>
            <p:cNvSpPr/>
            <p:nvPr/>
          </p:nvSpPr>
          <p:spPr>
            <a:xfrm>
              <a:off x="4461954" y="3870772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33"/>
            <p:cNvSpPr/>
            <p:nvPr/>
          </p:nvSpPr>
          <p:spPr>
            <a:xfrm>
              <a:off x="4338824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33"/>
            <p:cNvSpPr/>
            <p:nvPr/>
          </p:nvSpPr>
          <p:spPr>
            <a:xfrm>
              <a:off x="4215791" y="3870772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33"/>
            <p:cNvSpPr/>
            <p:nvPr/>
          </p:nvSpPr>
          <p:spPr>
            <a:xfrm>
              <a:off x="4132290" y="3870772"/>
              <a:ext cx="22274" cy="15620"/>
            </a:xfrm>
            <a:custGeom>
              <a:avLst/>
              <a:gdLst/>
              <a:ahLst/>
              <a:cxnLst/>
              <a:rect l="l" t="t" r="r" b="b"/>
              <a:pathLst>
                <a:path w="23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231" y="161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3" name="Google Shape;3893;p33"/>
          <p:cNvGrpSpPr/>
          <p:nvPr/>
        </p:nvGrpSpPr>
        <p:grpSpPr>
          <a:xfrm>
            <a:off x="1413906" y="4010923"/>
            <a:ext cx="419247" cy="637784"/>
            <a:chOff x="8742442" y="252908"/>
            <a:chExt cx="356260" cy="541964"/>
          </a:xfrm>
        </p:grpSpPr>
        <p:sp>
          <p:nvSpPr>
            <p:cNvPr id="3894" name="Google Shape;3894;p33"/>
            <p:cNvSpPr/>
            <p:nvPr/>
          </p:nvSpPr>
          <p:spPr>
            <a:xfrm>
              <a:off x="8742442" y="252908"/>
              <a:ext cx="356260" cy="354555"/>
            </a:xfrm>
            <a:custGeom>
              <a:avLst/>
              <a:gdLst/>
              <a:ahLst/>
              <a:cxnLst/>
              <a:rect l="l" t="t" r="r" b="b"/>
              <a:pathLst>
                <a:path w="633" h="630" extrusionOk="0">
                  <a:moveTo>
                    <a:pt x="314" y="0"/>
                  </a:moveTo>
                  <a:cubicBezTo>
                    <a:pt x="142" y="0"/>
                    <a:pt x="1" y="138"/>
                    <a:pt x="1" y="315"/>
                  </a:cubicBezTo>
                  <a:cubicBezTo>
                    <a:pt x="1" y="488"/>
                    <a:pt x="142" y="629"/>
                    <a:pt x="314" y="629"/>
                  </a:cubicBezTo>
                  <a:cubicBezTo>
                    <a:pt x="491" y="629"/>
                    <a:pt x="633" y="488"/>
                    <a:pt x="633" y="315"/>
                  </a:cubicBezTo>
                  <a:cubicBezTo>
                    <a:pt x="633" y="138"/>
                    <a:pt x="491" y="0"/>
                    <a:pt x="3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33"/>
            <p:cNvSpPr/>
            <p:nvPr/>
          </p:nvSpPr>
          <p:spPr>
            <a:xfrm>
              <a:off x="8826299" y="377849"/>
              <a:ext cx="214432" cy="417024"/>
            </a:xfrm>
            <a:custGeom>
              <a:avLst/>
              <a:gdLst/>
              <a:ahLst/>
              <a:cxnLst/>
              <a:rect l="l" t="t" r="r" b="b"/>
              <a:pathLst>
                <a:path w="381" h="741" extrusionOk="0">
                  <a:moveTo>
                    <a:pt x="158" y="1"/>
                  </a:moveTo>
                  <a:lnTo>
                    <a:pt x="131" y="254"/>
                  </a:lnTo>
                  <a:lnTo>
                    <a:pt x="1" y="208"/>
                  </a:lnTo>
                  <a:lnTo>
                    <a:pt x="131" y="323"/>
                  </a:lnTo>
                  <a:lnTo>
                    <a:pt x="131" y="740"/>
                  </a:lnTo>
                  <a:lnTo>
                    <a:pt x="215" y="740"/>
                  </a:lnTo>
                  <a:lnTo>
                    <a:pt x="208" y="346"/>
                  </a:lnTo>
                  <a:lnTo>
                    <a:pt x="381" y="204"/>
                  </a:lnTo>
                  <a:lnTo>
                    <a:pt x="204" y="273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6" name="Google Shape;3896;p33"/>
          <p:cNvGrpSpPr/>
          <p:nvPr/>
        </p:nvGrpSpPr>
        <p:grpSpPr>
          <a:xfrm>
            <a:off x="1833149" y="4016218"/>
            <a:ext cx="348379" cy="632488"/>
            <a:chOff x="7920759" y="252908"/>
            <a:chExt cx="296039" cy="537464"/>
          </a:xfrm>
        </p:grpSpPr>
        <p:sp>
          <p:nvSpPr>
            <p:cNvPr id="3897" name="Google Shape;3897;p33"/>
            <p:cNvSpPr/>
            <p:nvPr/>
          </p:nvSpPr>
          <p:spPr>
            <a:xfrm>
              <a:off x="7920759" y="252908"/>
              <a:ext cx="296039" cy="420963"/>
            </a:xfrm>
            <a:custGeom>
              <a:avLst/>
              <a:gdLst/>
              <a:ahLst/>
              <a:cxnLst/>
              <a:rect l="l" t="t" r="r" b="b"/>
              <a:pathLst>
                <a:path w="526" h="748" extrusionOk="0">
                  <a:moveTo>
                    <a:pt x="261" y="0"/>
                  </a:moveTo>
                  <a:cubicBezTo>
                    <a:pt x="261" y="0"/>
                    <a:pt x="0" y="407"/>
                    <a:pt x="0" y="529"/>
                  </a:cubicBezTo>
                  <a:cubicBezTo>
                    <a:pt x="0" y="649"/>
                    <a:pt x="115" y="748"/>
                    <a:pt x="261" y="748"/>
                  </a:cubicBezTo>
                  <a:cubicBezTo>
                    <a:pt x="407" y="748"/>
                    <a:pt x="525" y="649"/>
                    <a:pt x="525" y="529"/>
                  </a:cubicBezTo>
                  <a:cubicBezTo>
                    <a:pt x="525" y="407"/>
                    <a:pt x="261" y="0"/>
                    <a:pt x="2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33"/>
            <p:cNvSpPr/>
            <p:nvPr/>
          </p:nvSpPr>
          <p:spPr>
            <a:xfrm>
              <a:off x="8006867" y="49434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3" y="181"/>
                  </a:lnTo>
                  <a:lnTo>
                    <a:pt x="1" y="146"/>
                  </a:lnTo>
                  <a:lnTo>
                    <a:pt x="93" y="231"/>
                  </a:lnTo>
                  <a:lnTo>
                    <a:pt x="93" y="526"/>
                  </a:lnTo>
                  <a:lnTo>
                    <a:pt x="154" y="526"/>
                  </a:lnTo>
                  <a:lnTo>
                    <a:pt x="146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9" name="Google Shape;3899;p33"/>
          <p:cNvGrpSpPr/>
          <p:nvPr/>
        </p:nvGrpSpPr>
        <p:grpSpPr>
          <a:xfrm>
            <a:off x="505011" y="3514881"/>
            <a:ext cx="673217" cy="1133828"/>
            <a:chOff x="6542207" y="2185022"/>
            <a:chExt cx="492153" cy="828821"/>
          </a:xfrm>
        </p:grpSpPr>
        <p:sp>
          <p:nvSpPr>
            <p:cNvPr id="3900" name="Google Shape;3900;p33"/>
            <p:cNvSpPr/>
            <p:nvPr/>
          </p:nvSpPr>
          <p:spPr>
            <a:xfrm>
              <a:off x="6911311" y="2185022"/>
              <a:ext cx="57069" cy="233510"/>
            </a:xfrm>
            <a:custGeom>
              <a:avLst/>
              <a:gdLst/>
              <a:ahLst/>
              <a:cxnLst/>
              <a:rect l="l" t="t" r="r" b="b"/>
              <a:pathLst>
                <a:path w="109" h="446" extrusionOk="0">
                  <a:moveTo>
                    <a:pt x="1" y="0"/>
                  </a:moveTo>
                  <a:lnTo>
                    <a:pt x="1" y="445"/>
                  </a:lnTo>
                  <a:lnTo>
                    <a:pt x="109" y="445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33"/>
            <p:cNvSpPr/>
            <p:nvPr/>
          </p:nvSpPr>
          <p:spPr>
            <a:xfrm>
              <a:off x="6911311" y="2185022"/>
              <a:ext cx="57069" cy="48692"/>
            </a:xfrm>
            <a:custGeom>
              <a:avLst/>
              <a:gdLst/>
              <a:ahLst/>
              <a:cxnLst/>
              <a:rect l="l" t="t" r="r" b="b"/>
              <a:pathLst>
                <a:path w="109" h="93" extrusionOk="0">
                  <a:moveTo>
                    <a:pt x="1" y="0"/>
                  </a:moveTo>
                  <a:lnTo>
                    <a:pt x="1" y="92"/>
                  </a:lnTo>
                  <a:lnTo>
                    <a:pt x="109" y="92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33"/>
            <p:cNvSpPr/>
            <p:nvPr/>
          </p:nvSpPr>
          <p:spPr>
            <a:xfrm>
              <a:off x="6574667" y="2253087"/>
              <a:ext cx="441891" cy="759169"/>
            </a:xfrm>
            <a:custGeom>
              <a:avLst/>
              <a:gdLst/>
              <a:ahLst/>
              <a:cxnLst/>
              <a:rect l="l" t="t" r="r" b="b"/>
              <a:pathLst>
                <a:path w="844" h="1450" extrusionOk="0">
                  <a:moveTo>
                    <a:pt x="414" y="1"/>
                  </a:moveTo>
                  <a:lnTo>
                    <a:pt x="0" y="395"/>
                  </a:lnTo>
                  <a:lnTo>
                    <a:pt x="0" y="1449"/>
                  </a:lnTo>
                  <a:lnTo>
                    <a:pt x="843" y="1449"/>
                  </a:lnTo>
                  <a:lnTo>
                    <a:pt x="843" y="39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33"/>
            <p:cNvSpPr/>
            <p:nvPr/>
          </p:nvSpPr>
          <p:spPr>
            <a:xfrm>
              <a:off x="6570479" y="2867245"/>
              <a:ext cx="448174" cy="146598"/>
            </a:xfrm>
            <a:custGeom>
              <a:avLst/>
              <a:gdLst/>
              <a:ahLst/>
              <a:cxnLst/>
              <a:rect l="l" t="t" r="r" b="b"/>
              <a:pathLst>
                <a:path w="856" h="280" extrusionOk="0">
                  <a:moveTo>
                    <a:pt x="1" y="0"/>
                  </a:moveTo>
                  <a:lnTo>
                    <a:pt x="1" y="280"/>
                  </a:lnTo>
                  <a:lnTo>
                    <a:pt x="855" y="280"/>
                  </a:lnTo>
                  <a:lnTo>
                    <a:pt x="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33"/>
            <p:cNvSpPr/>
            <p:nvPr/>
          </p:nvSpPr>
          <p:spPr>
            <a:xfrm>
              <a:off x="6570479" y="2523777"/>
              <a:ext cx="448174" cy="147645"/>
            </a:xfrm>
            <a:custGeom>
              <a:avLst/>
              <a:gdLst/>
              <a:ahLst/>
              <a:cxnLst/>
              <a:rect l="l" t="t" r="r" b="b"/>
              <a:pathLst>
                <a:path w="856" h="282" extrusionOk="0">
                  <a:moveTo>
                    <a:pt x="1" y="1"/>
                  </a:moveTo>
                  <a:lnTo>
                    <a:pt x="1" y="281"/>
                  </a:lnTo>
                  <a:lnTo>
                    <a:pt x="855" y="281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33"/>
            <p:cNvSpPr/>
            <p:nvPr/>
          </p:nvSpPr>
          <p:spPr>
            <a:xfrm>
              <a:off x="6839061" y="2505976"/>
              <a:ext cx="89006" cy="177489"/>
            </a:xfrm>
            <a:custGeom>
              <a:avLst/>
              <a:gdLst/>
              <a:ahLst/>
              <a:cxnLst/>
              <a:rect l="l" t="t" r="r" b="b"/>
              <a:pathLst>
                <a:path w="170" h="339" extrusionOk="0">
                  <a:moveTo>
                    <a:pt x="1" y="1"/>
                  </a:moveTo>
                  <a:lnTo>
                    <a:pt x="1" y="338"/>
                  </a:lnTo>
                  <a:lnTo>
                    <a:pt x="169" y="338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33"/>
            <p:cNvSpPr/>
            <p:nvPr/>
          </p:nvSpPr>
          <p:spPr>
            <a:xfrm>
              <a:off x="6823355" y="2490268"/>
              <a:ext cx="120944" cy="208902"/>
            </a:xfrm>
            <a:custGeom>
              <a:avLst/>
              <a:gdLst/>
              <a:ahLst/>
              <a:cxnLst/>
              <a:rect l="l" t="t" r="r" b="b"/>
              <a:pathLst>
                <a:path w="231" h="399" extrusionOk="0">
                  <a:moveTo>
                    <a:pt x="169" y="61"/>
                  </a:moveTo>
                  <a:lnTo>
                    <a:pt x="169" y="337"/>
                  </a:lnTo>
                  <a:lnTo>
                    <a:pt x="61" y="337"/>
                  </a:lnTo>
                  <a:lnTo>
                    <a:pt x="61" y="61"/>
                  </a:lnTo>
                  <a:close/>
                  <a:moveTo>
                    <a:pt x="1" y="0"/>
                  </a:moveTo>
                  <a:lnTo>
                    <a:pt x="1" y="398"/>
                  </a:lnTo>
                  <a:lnTo>
                    <a:pt x="231" y="398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33"/>
            <p:cNvSpPr/>
            <p:nvPr/>
          </p:nvSpPr>
          <p:spPr>
            <a:xfrm>
              <a:off x="6662624" y="2505976"/>
              <a:ext cx="89006" cy="177489"/>
            </a:xfrm>
            <a:custGeom>
              <a:avLst/>
              <a:gdLst/>
              <a:ahLst/>
              <a:cxnLst/>
              <a:rect l="l" t="t" r="r" b="b"/>
              <a:pathLst>
                <a:path w="170" h="339" extrusionOk="0">
                  <a:moveTo>
                    <a:pt x="0" y="1"/>
                  </a:moveTo>
                  <a:lnTo>
                    <a:pt x="0" y="338"/>
                  </a:lnTo>
                  <a:lnTo>
                    <a:pt x="170" y="338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33"/>
            <p:cNvSpPr/>
            <p:nvPr/>
          </p:nvSpPr>
          <p:spPr>
            <a:xfrm>
              <a:off x="6646917" y="2490268"/>
              <a:ext cx="120944" cy="208902"/>
            </a:xfrm>
            <a:custGeom>
              <a:avLst/>
              <a:gdLst/>
              <a:ahLst/>
              <a:cxnLst/>
              <a:rect l="l" t="t" r="r" b="b"/>
              <a:pathLst>
                <a:path w="231" h="399" extrusionOk="0">
                  <a:moveTo>
                    <a:pt x="168" y="61"/>
                  </a:moveTo>
                  <a:lnTo>
                    <a:pt x="168" y="337"/>
                  </a:lnTo>
                  <a:lnTo>
                    <a:pt x="62" y="337"/>
                  </a:lnTo>
                  <a:lnTo>
                    <a:pt x="62" y="61"/>
                  </a:lnTo>
                  <a:close/>
                  <a:moveTo>
                    <a:pt x="0" y="0"/>
                  </a:moveTo>
                  <a:lnTo>
                    <a:pt x="0" y="398"/>
                  </a:lnTo>
                  <a:lnTo>
                    <a:pt x="230" y="398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33"/>
            <p:cNvSpPr/>
            <p:nvPr/>
          </p:nvSpPr>
          <p:spPr>
            <a:xfrm>
              <a:off x="6662624" y="2810699"/>
              <a:ext cx="89006" cy="105237"/>
            </a:xfrm>
            <a:custGeom>
              <a:avLst/>
              <a:gdLst/>
              <a:ahLst/>
              <a:cxnLst/>
              <a:rect l="l" t="t" r="r" b="b"/>
              <a:pathLst>
                <a:path w="170" h="201" extrusionOk="0">
                  <a:moveTo>
                    <a:pt x="0" y="1"/>
                  </a:moveTo>
                  <a:lnTo>
                    <a:pt x="0" y="200"/>
                  </a:lnTo>
                  <a:lnTo>
                    <a:pt x="170" y="200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33"/>
            <p:cNvSpPr/>
            <p:nvPr/>
          </p:nvSpPr>
          <p:spPr>
            <a:xfrm>
              <a:off x="6646917" y="2794991"/>
              <a:ext cx="120944" cy="136650"/>
            </a:xfrm>
            <a:custGeom>
              <a:avLst/>
              <a:gdLst/>
              <a:ahLst/>
              <a:cxnLst/>
              <a:rect l="l" t="t" r="r" b="b"/>
              <a:pathLst>
                <a:path w="231" h="261" extrusionOk="0">
                  <a:moveTo>
                    <a:pt x="168" y="62"/>
                  </a:moveTo>
                  <a:lnTo>
                    <a:pt x="168" y="200"/>
                  </a:lnTo>
                  <a:lnTo>
                    <a:pt x="62" y="200"/>
                  </a:lnTo>
                  <a:lnTo>
                    <a:pt x="62" y="62"/>
                  </a:lnTo>
                  <a:close/>
                  <a:moveTo>
                    <a:pt x="0" y="0"/>
                  </a:moveTo>
                  <a:lnTo>
                    <a:pt x="0" y="261"/>
                  </a:lnTo>
                  <a:lnTo>
                    <a:pt x="230" y="261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33"/>
            <p:cNvSpPr/>
            <p:nvPr/>
          </p:nvSpPr>
          <p:spPr>
            <a:xfrm>
              <a:off x="6821260" y="2788708"/>
              <a:ext cx="116756" cy="225133"/>
            </a:xfrm>
            <a:custGeom>
              <a:avLst/>
              <a:gdLst/>
              <a:ahLst/>
              <a:cxnLst/>
              <a:rect l="l" t="t" r="r" b="b"/>
              <a:pathLst>
                <a:path w="223" h="430" extrusionOk="0">
                  <a:moveTo>
                    <a:pt x="0" y="0"/>
                  </a:moveTo>
                  <a:lnTo>
                    <a:pt x="0" y="430"/>
                  </a:lnTo>
                  <a:lnTo>
                    <a:pt x="223" y="430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33"/>
            <p:cNvSpPr/>
            <p:nvPr/>
          </p:nvSpPr>
          <p:spPr>
            <a:xfrm>
              <a:off x="6877280" y="2788708"/>
              <a:ext cx="62828" cy="225133"/>
            </a:xfrm>
            <a:custGeom>
              <a:avLst/>
              <a:gdLst/>
              <a:ahLst/>
              <a:cxnLst/>
              <a:rect l="l" t="t" r="r" b="b"/>
              <a:pathLst>
                <a:path w="120" h="430" extrusionOk="0">
                  <a:moveTo>
                    <a:pt x="1" y="0"/>
                  </a:moveTo>
                  <a:lnTo>
                    <a:pt x="1" y="430"/>
                  </a:lnTo>
                  <a:lnTo>
                    <a:pt x="119" y="43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33"/>
            <p:cNvSpPr/>
            <p:nvPr/>
          </p:nvSpPr>
          <p:spPr>
            <a:xfrm>
              <a:off x="6542207" y="2191305"/>
              <a:ext cx="492153" cy="288484"/>
            </a:xfrm>
            <a:custGeom>
              <a:avLst/>
              <a:gdLst/>
              <a:ahLst/>
              <a:cxnLst/>
              <a:rect l="l" t="t" r="r" b="b"/>
              <a:pathLst>
                <a:path w="940" h="551" extrusionOk="0">
                  <a:moveTo>
                    <a:pt x="483" y="0"/>
                  </a:moveTo>
                  <a:cubicBezTo>
                    <a:pt x="469" y="0"/>
                    <a:pt x="453" y="4"/>
                    <a:pt x="446" y="15"/>
                  </a:cubicBezTo>
                  <a:lnTo>
                    <a:pt x="20" y="460"/>
                  </a:lnTo>
                  <a:cubicBezTo>
                    <a:pt x="1" y="479"/>
                    <a:pt x="1" y="513"/>
                    <a:pt x="24" y="536"/>
                  </a:cubicBezTo>
                  <a:cubicBezTo>
                    <a:pt x="33" y="545"/>
                    <a:pt x="46" y="550"/>
                    <a:pt x="59" y="550"/>
                  </a:cubicBezTo>
                  <a:cubicBezTo>
                    <a:pt x="74" y="550"/>
                    <a:pt x="89" y="545"/>
                    <a:pt x="101" y="533"/>
                  </a:cubicBezTo>
                  <a:lnTo>
                    <a:pt x="483" y="130"/>
                  </a:lnTo>
                  <a:lnTo>
                    <a:pt x="840" y="510"/>
                  </a:lnTo>
                  <a:cubicBezTo>
                    <a:pt x="852" y="522"/>
                    <a:pt x="866" y="527"/>
                    <a:pt x="880" y="527"/>
                  </a:cubicBezTo>
                  <a:cubicBezTo>
                    <a:pt x="893" y="527"/>
                    <a:pt x="906" y="522"/>
                    <a:pt x="917" y="513"/>
                  </a:cubicBezTo>
                  <a:cubicBezTo>
                    <a:pt x="940" y="490"/>
                    <a:pt x="940" y="456"/>
                    <a:pt x="920" y="437"/>
                  </a:cubicBezTo>
                  <a:lnTo>
                    <a:pt x="522" y="15"/>
                  </a:lnTo>
                  <a:cubicBezTo>
                    <a:pt x="515" y="4"/>
                    <a:pt x="499" y="0"/>
                    <a:pt x="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4" name="Google Shape;3914;p33"/>
          <p:cNvGrpSpPr/>
          <p:nvPr/>
        </p:nvGrpSpPr>
        <p:grpSpPr>
          <a:xfrm>
            <a:off x="7406218" y="4272120"/>
            <a:ext cx="1475976" cy="662498"/>
            <a:chOff x="6706693" y="1706442"/>
            <a:chExt cx="821767" cy="368854"/>
          </a:xfrm>
        </p:grpSpPr>
        <p:sp>
          <p:nvSpPr>
            <p:cNvPr id="3915" name="Google Shape;3915;p33"/>
            <p:cNvSpPr/>
            <p:nvPr/>
          </p:nvSpPr>
          <p:spPr>
            <a:xfrm>
              <a:off x="7136577" y="1706442"/>
              <a:ext cx="56500" cy="45564"/>
            </a:xfrm>
            <a:custGeom>
              <a:avLst/>
              <a:gdLst/>
              <a:ahLst/>
              <a:cxnLst/>
              <a:rect l="l" t="t" r="r" b="b"/>
              <a:pathLst>
                <a:path w="1173" h="946" extrusionOk="0">
                  <a:moveTo>
                    <a:pt x="590" y="1"/>
                  </a:moveTo>
                  <a:cubicBezTo>
                    <a:pt x="459" y="1"/>
                    <a:pt x="360" y="15"/>
                    <a:pt x="360" y="15"/>
                  </a:cubicBezTo>
                  <a:lnTo>
                    <a:pt x="0" y="945"/>
                  </a:lnTo>
                  <a:lnTo>
                    <a:pt x="1173" y="945"/>
                  </a:lnTo>
                  <a:lnTo>
                    <a:pt x="801" y="15"/>
                  </a:lnTo>
                  <a:cubicBezTo>
                    <a:pt x="728" y="4"/>
                    <a:pt x="655" y="1"/>
                    <a:pt x="5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33"/>
            <p:cNvSpPr/>
            <p:nvPr/>
          </p:nvSpPr>
          <p:spPr>
            <a:xfrm>
              <a:off x="7130605" y="1747865"/>
              <a:ext cx="68398" cy="8044"/>
            </a:xfrm>
            <a:custGeom>
              <a:avLst/>
              <a:gdLst/>
              <a:ahLst/>
              <a:cxnLst/>
              <a:rect l="l" t="t" r="r" b="b"/>
              <a:pathLst>
                <a:path w="1420" h="167" extrusionOk="0">
                  <a:moveTo>
                    <a:pt x="1323" y="1"/>
                  </a:moveTo>
                  <a:cubicBezTo>
                    <a:pt x="913" y="5"/>
                    <a:pt x="507" y="13"/>
                    <a:pt x="98" y="16"/>
                  </a:cubicBezTo>
                  <a:cubicBezTo>
                    <a:pt x="1" y="20"/>
                    <a:pt x="1" y="166"/>
                    <a:pt x="98" y="166"/>
                  </a:cubicBezTo>
                  <a:cubicBezTo>
                    <a:pt x="507" y="162"/>
                    <a:pt x="913" y="154"/>
                    <a:pt x="1323" y="151"/>
                  </a:cubicBezTo>
                  <a:cubicBezTo>
                    <a:pt x="1419" y="147"/>
                    <a:pt x="1419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33"/>
            <p:cNvSpPr/>
            <p:nvPr/>
          </p:nvSpPr>
          <p:spPr>
            <a:xfrm>
              <a:off x="6709741" y="1751863"/>
              <a:ext cx="815668" cy="270350"/>
            </a:xfrm>
            <a:custGeom>
              <a:avLst/>
              <a:gdLst/>
              <a:ahLst/>
              <a:cxnLst/>
              <a:rect l="l" t="t" r="r" b="b"/>
              <a:pathLst>
                <a:path w="16934" h="5613" extrusionOk="0">
                  <a:moveTo>
                    <a:pt x="9780" y="1"/>
                  </a:moveTo>
                  <a:cubicBezTo>
                    <a:pt x="8530" y="1"/>
                    <a:pt x="7103" y="57"/>
                    <a:pt x="5733" y="240"/>
                  </a:cubicBezTo>
                  <a:lnTo>
                    <a:pt x="3821" y="2608"/>
                  </a:lnTo>
                  <a:cubicBezTo>
                    <a:pt x="3821" y="2608"/>
                    <a:pt x="1031" y="3198"/>
                    <a:pt x="759" y="3294"/>
                  </a:cubicBezTo>
                  <a:cubicBezTo>
                    <a:pt x="488" y="3386"/>
                    <a:pt x="0" y="4314"/>
                    <a:pt x="330" y="5612"/>
                  </a:cubicBezTo>
                  <a:lnTo>
                    <a:pt x="16708" y="5612"/>
                  </a:lnTo>
                  <a:cubicBezTo>
                    <a:pt x="16708" y="5612"/>
                    <a:pt x="16934" y="4164"/>
                    <a:pt x="16573" y="3045"/>
                  </a:cubicBezTo>
                  <a:lnTo>
                    <a:pt x="15072" y="2597"/>
                  </a:lnTo>
                  <a:cubicBezTo>
                    <a:pt x="15072" y="2597"/>
                    <a:pt x="14159" y="722"/>
                    <a:pt x="13458" y="160"/>
                  </a:cubicBezTo>
                  <a:cubicBezTo>
                    <a:pt x="13458" y="160"/>
                    <a:pt x="11867" y="1"/>
                    <a:pt x="9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18" name="Google Shape;3918;p33"/>
            <p:cNvGrpSpPr/>
            <p:nvPr/>
          </p:nvGrpSpPr>
          <p:grpSpPr>
            <a:xfrm>
              <a:off x="6867617" y="1903827"/>
              <a:ext cx="604343" cy="15220"/>
              <a:chOff x="6867617" y="1903827"/>
              <a:chExt cx="604343" cy="15220"/>
            </a:xfrm>
          </p:grpSpPr>
          <p:sp>
            <p:nvSpPr>
              <p:cNvPr id="3919" name="Google Shape;3919;p33"/>
              <p:cNvSpPr/>
              <p:nvPr/>
            </p:nvSpPr>
            <p:spPr>
              <a:xfrm>
                <a:off x="746434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0" name="Google Shape;3920;p33"/>
              <p:cNvSpPr/>
              <p:nvPr/>
            </p:nvSpPr>
            <p:spPr>
              <a:xfrm>
                <a:off x="745678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1" name="Google Shape;3921;p33"/>
              <p:cNvSpPr/>
              <p:nvPr/>
            </p:nvSpPr>
            <p:spPr>
              <a:xfrm>
                <a:off x="7449225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2" name="Google Shape;3922;p33"/>
              <p:cNvSpPr/>
              <p:nvPr/>
            </p:nvSpPr>
            <p:spPr>
              <a:xfrm>
                <a:off x="744161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3" name="Google Shape;3923;p33"/>
              <p:cNvSpPr/>
              <p:nvPr/>
            </p:nvSpPr>
            <p:spPr>
              <a:xfrm>
                <a:off x="743405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4" name="Google Shape;3924;p33"/>
              <p:cNvSpPr/>
              <p:nvPr/>
            </p:nvSpPr>
            <p:spPr>
              <a:xfrm>
                <a:off x="742653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5" name="Google Shape;3925;p33"/>
              <p:cNvSpPr/>
              <p:nvPr/>
            </p:nvSpPr>
            <p:spPr>
              <a:xfrm>
                <a:off x="741897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6" name="Google Shape;3926;p33"/>
              <p:cNvSpPr/>
              <p:nvPr/>
            </p:nvSpPr>
            <p:spPr>
              <a:xfrm>
                <a:off x="7411366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7" name="Google Shape;3927;p33"/>
              <p:cNvSpPr/>
              <p:nvPr/>
            </p:nvSpPr>
            <p:spPr>
              <a:xfrm>
                <a:off x="740380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8" name="Google Shape;3928;p33"/>
              <p:cNvSpPr/>
              <p:nvPr/>
            </p:nvSpPr>
            <p:spPr>
              <a:xfrm>
                <a:off x="73962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9" name="Google Shape;3929;p33"/>
              <p:cNvSpPr/>
              <p:nvPr/>
            </p:nvSpPr>
            <p:spPr>
              <a:xfrm>
                <a:off x="7388632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0" name="Google Shape;3930;p33"/>
              <p:cNvSpPr/>
              <p:nvPr/>
            </p:nvSpPr>
            <p:spPr>
              <a:xfrm>
                <a:off x="7381118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1" name="Google Shape;3931;p33"/>
              <p:cNvSpPr/>
              <p:nvPr/>
            </p:nvSpPr>
            <p:spPr>
              <a:xfrm>
                <a:off x="7373748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2" name="Google Shape;3932;p33"/>
              <p:cNvSpPr/>
              <p:nvPr/>
            </p:nvSpPr>
            <p:spPr>
              <a:xfrm>
                <a:off x="7366138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3" name="Google Shape;3933;p33"/>
              <p:cNvSpPr/>
              <p:nvPr/>
            </p:nvSpPr>
            <p:spPr>
              <a:xfrm>
                <a:off x="735857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4" name="Google Shape;3934;p33"/>
              <p:cNvSpPr/>
              <p:nvPr/>
            </p:nvSpPr>
            <p:spPr>
              <a:xfrm>
                <a:off x="7351014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5" name="Google Shape;3935;p33"/>
              <p:cNvSpPr/>
              <p:nvPr/>
            </p:nvSpPr>
            <p:spPr>
              <a:xfrm>
                <a:off x="73434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6" name="Google Shape;3936;p33"/>
              <p:cNvSpPr/>
              <p:nvPr/>
            </p:nvSpPr>
            <p:spPr>
              <a:xfrm>
                <a:off x="73358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7" name="Google Shape;3937;p33"/>
              <p:cNvSpPr/>
              <p:nvPr/>
            </p:nvSpPr>
            <p:spPr>
              <a:xfrm>
                <a:off x="73283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8" name="Google Shape;3938;p33"/>
              <p:cNvSpPr/>
              <p:nvPr/>
            </p:nvSpPr>
            <p:spPr>
              <a:xfrm>
                <a:off x="732076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9" name="Google Shape;3939;p33"/>
              <p:cNvSpPr/>
              <p:nvPr/>
            </p:nvSpPr>
            <p:spPr>
              <a:xfrm>
                <a:off x="7313155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0" name="Google Shape;3940;p33"/>
              <p:cNvSpPr/>
              <p:nvPr/>
            </p:nvSpPr>
            <p:spPr>
              <a:xfrm>
                <a:off x="730559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1" name="Google Shape;3941;p33"/>
              <p:cNvSpPr/>
              <p:nvPr/>
            </p:nvSpPr>
            <p:spPr>
              <a:xfrm>
                <a:off x="7298079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2" name="Google Shape;3942;p33"/>
              <p:cNvSpPr/>
              <p:nvPr/>
            </p:nvSpPr>
            <p:spPr>
              <a:xfrm>
                <a:off x="729051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3" name="Google Shape;3943;p33"/>
              <p:cNvSpPr/>
              <p:nvPr/>
            </p:nvSpPr>
            <p:spPr>
              <a:xfrm>
                <a:off x="7283099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4" name="Google Shape;3944;p33"/>
              <p:cNvSpPr/>
              <p:nvPr/>
            </p:nvSpPr>
            <p:spPr>
              <a:xfrm>
                <a:off x="727553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5" name="Google Shape;3945;p33"/>
              <p:cNvSpPr/>
              <p:nvPr/>
            </p:nvSpPr>
            <p:spPr>
              <a:xfrm>
                <a:off x="7267927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6" name="Google Shape;3946;p33"/>
              <p:cNvSpPr/>
              <p:nvPr/>
            </p:nvSpPr>
            <p:spPr>
              <a:xfrm>
                <a:off x="7260413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7" name="Google Shape;3947;p33"/>
              <p:cNvSpPr/>
              <p:nvPr/>
            </p:nvSpPr>
            <p:spPr>
              <a:xfrm>
                <a:off x="725285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33"/>
              <p:cNvSpPr/>
              <p:nvPr/>
            </p:nvSpPr>
            <p:spPr>
              <a:xfrm>
                <a:off x="724528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33"/>
              <p:cNvSpPr/>
              <p:nvPr/>
            </p:nvSpPr>
            <p:spPr>
              <a:xfrm>
                <a:off x="723767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33"/>
              <p:cNvSpPr/>
              <p:nvPr/>
            </p:nvSpPr>
            <p:spPr>
              <a:xfrm>
                <a:off x="723011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1" name="Google Shape;3951;p33"/>
              <p:cNvSpPr/>
              <p:nvPr/>
            </p:nvSpPr>
            <p:spPr>
              <a:xfrm>
                <a:off x="722255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33"/>
              <p:cNvSpPr/>
              <p:nvPr/>
            </p:nvSpPr>
            <p:spPr>
              <a:xfrm>
                <a:off x="721499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33"/>
              <p:cNvSpPr/>
              <p:nvPr/>
            </p:nvSpPr>
            <p:spPr>
              <a:xfrm>
                <a:off x="720743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4" name="Google Shape;3954;p33"/>
              <p:cNvSpPr/>
              <p:nvPr/>
            </p:nvSpPr>
            <p:spPr>
              <a:xfrm>
                <a:off x="719986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5" name="Google Shape;3955;p33"/>
              <p:cNvSpPr/>
              <p:nvPr/>
            </p:nvSpPr>
            <p:spPr>
              <a:xfrm>
                <a:off x="719230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33"/>
              <p:cNvSpPr/>
              <p:nvPr/>
            </p:nvSpPr>
            <p:spPr>
              <a:xfrm>
                <a:off x="7184888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7" name="Google Shape;3957;p33"/>
              <p:cNvSpPr/>
              <p:nvPr/>
            </p:nvSpPr>
            <p:spPr>
              <a:xfrm>
                <a:off x="7177374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8" name="Google Shape;3958;p33"/>
              <p:cNvSpPr/>
              <p:nvPr/>
            </p:nvSpPr>
            <p:spPr>
              <a:xfrm>
                <a:off x="7169764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9" name="Google Shape;3959;p33"/>
              <p:cNvSpPr/>
              <p:nvPr/>
            </p:nvSpPr>
            <p:spPr>
              <a:xfrm>
                <a:off x="716220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0" name="Google Shape;3960;p33"/>
              <p:cNvSpPr/>
              <p:nvPr/>
            </p:nvSpPr>
            <p:spPr>
              <a:xfrm>
                <a:off x="715464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1" name="Google Shape;3961;p33"/>
              <p:cNvSpPr/>
              <p:nvPr/>
            </p:nvSpPr>
            <p:spPr>
              <a:xfrm>
                <a:off x="714707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2" name="Google Shape;3962;p33"/>
              <p:cNvSpPr/>
              <p:nvPr/>
            </p:nvSpPr>
            <p:spPr>
              <a:xfrm>
                <a:off x="713946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33"/>
              <p:cNvSpPr/>
              <p:nvPr/>
            </p:nvSpPr>
            <p:spPr>
              <a:xfrm>
                <a:off x="7131953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4" name="Google Shape;3964;p33"/>
              <p:cNvSpPr/>
              <p:nvPr/>
            </p:nvSpPr>
            <p:spPr>
              <a:xfrm>
                <a:off x="712439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5" name="Google Shape;3965;p33"/>
              <p:cNvSpPr/>
              <p:nvPr/>
            </p:nvSpPr>
            <p:spPr>
              <a:xfrm>
                <a:off x="71168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6" name="Google Shape;3966;p33"/>
              <p:cNvSpPr/>
              <p:nvPr/>
            </p:nvSpPr>
            <p:spPr>
              <a:xfrm>
                <a:off x="7109219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7" name="Google Shape;3967;p33"/>
              <p:cNvSpPr/>
              <p:nvPr/>
            </p:nvSpPr>
            <p:spPr>
              <a:xfrm>
                <a:off x="710165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33"/>
              <p:cNvSpPr/>
              <p:nvPr/>
            </p:nvSpPr>
            <p:spPr>
              <a:xfrm>
                <a:off x="709409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9" name="Google Shape;3969;p33"/>
              <p:cNvSpPr/>
              <p:nvPr/>
            </p:nvSpPr>
            <p:spPr>
              <a:xfrm>
                <a:off x="7086725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3" y="158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0" name="Google Shape;3970;p33"/>
              <p:cNvSpPr/>
              <p:nvPr/>
            </p:nvSpPr>
            <p:spPr>
              <a:xfrm>
                <a:off x="707916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1" name="Google Shape;3971;p33"/>
              <p:cNvSpPr/>
              <p:nvPr/>
            </p:nvSpPr>
            <p:spPr>
              <a:xfrm>
                <a:off x="707160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2" name="Google Shape;3972;p33"/>
              <p:cNvSpPr/>
              <p:nvPr/>
            </p:nvSpPr>
            <p:spPr>
              <a:xfrm>
                <a:off x="7063991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3" name="Google Shape;3973;p33"/>
              <p:cNvSpPr/>
              <p:nvPr/>
            </p:nvSpPr>
            <p:spPr>
              <a:xfrm>
                <a:off x="70564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4" name="Google Shape;3974;p33"/>
              <p:cNvSpPr/>
              <p:nvPr/>
            </p:nvSpPr>
            <p:spPr>
              <a:xfrm>
                <a:off x="7048915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5" name="Google Shape;3975;p33"/>
              <p:cNvSpPr/>
              <p:nvPr/>
            </p:nvSpPr>
            <p:spPr>
              <a:xfrm>
                <a:off x="7041304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6" name="Google Shape;3976;p33"/>
              <p:cNvSpPr/>
              <p:nvPr/>
            </p:nvSpPr>
            <p:spPr>
              <a:xfrm>
                <a:off x="70337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7" name="Google Shape;3977;p33"/>
              <p:cNvSpPr/>
              <p:nvPr/>
            </p:nvSpPr>
            <p:spPr>
              <a:xfrm>
                <a:off x="702618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8" name="Google Shape;3978;p33"/>
              <p:cNvSpPr/>
              <p:nvPr/>
            </p:nvSpPr>
            <p:spPr>
              <a:xfrm>
                <a:off x="701861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9" name="Google Shape;3979;p33"/>
              <p:cNvSpPr/>
              <p:nvPr/>
            </p:nvSpPr>
            <p:spPr>
              <a:xfrm>
                <a:off x="701100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0" name="Google Shape;3980;p33"/>
              <p:cNvSpPr/>
              <p:nvPr/>
            </p:nvSpPr>
            <p:spPr>
              <a:xfrm>
                <a:off x="7003494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1" name="Google Shape;3981;p33"/>
              <p:cNvSpPr/>
              <p:nvPr/>
            </p:nvSpPr>
            <p:spPr>
              <a:xfrm>
                <a:off x="699593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2" name="Google Shape;3982;p33"/>
              <p:cNvSpPr/>
              <p:nvPr/>
            </p:nvSpPr>
            <p:spPr>
              <a:xfrm>
                <a:off x="6988514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3" name="Google Shape;3983;p33"/>
              <p:cNvSpPr/>
              <p:nvPr/>
            </p:nvSpPr>
            <p:spPr>
              <a:xfrm>
                <a:off x="69809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33"/>
              <p:cNvSpPr/>
              <p:nvPr/>
            </p:nvSpPr>
            <p:spPr>
              <a:xfrm>
                <a:off x="69733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5" name="Google Shape;3985;p33"/>
              <p:cNvSpPr/>
              <p:nvPr/>
            </p:nvSpPr>
            <p:spPr>
              <a:xfrm>
                <a:off x="69658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6" name="Google Shape;3986;p33"/>
              <p:cNvSpPr/>
              <p:nvPr/>
            </p:nvSpPr>
            <p:spPr>
              <a:xfrm>
                <a:off x="695826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7" name="Google Shape;3987;p33"/>
              <p:cNvSpPr/>
              <p:nvPr/>
            </p:nvSpPr>
            <p:spPr>
              <a:xfrm>
                <a:off x="695070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8" name="Google Shape;3988;p33"/>
              <p:cNvSpPr/>
              <p:nvPr/>
            </p:nvSpPr>
            <p:spPr>
              <a:xfrm>
                <a:off x="694314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9" name="Google Shape;3989;p33"/>
              <p:cNvSpPr/>
              <p:nvPr/>
            </p:nvSpPr>
            <p:spPr>
              <a:xfrm>
                <a:off x="6935531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0" name="Google Shape;3990;p33"/>
              <p:cNvSpPr/>
              <p:nvPr/>
            </p:nvSpPr>
            <p:spPr>
              <a:xfrm>
                <a:off x="692796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1" name="Google Shape;3991;p33"/>
              <p:cNvSpPr/>
              <p:nvPr/>
            </p:nvSpPr>
            <p:spPr>
              <a:xfrm>
                <a:off x="6920455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2" name="Google Shape;3992;p33"/>
              <p:cNvSpPr/>
              <p:nvPr/>
            </p:nvSpPr>
            <p:spPr>
              <a:xfrm>
                <a:off x="691284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3" name="Google Shape;3993;p33"/>
              <p:cNvSpPr/>
              <p:nvPr/>
            </p:nvSpPr>
            <p:spPr>
              <a:xfrm>
                <a:off x="690528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4" name="Google Shape;3994;p33"/>
              <p:cNvSpPr/>
              <p:nvPr/>
            </p:nvSpPr>
            <p:spPr>
              <a:xfrm>
                <a:off x="689772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5" name="Google Shape;3995;p33"/>
              <p:cNvSpPr/>
              <p:nvPr/>
            </p:nvSpPr>
            <p:spPr>
              <a:xfrm>
                <a:off x="6890303" y="1903827"/>
                <a:ext cx="7466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6" name="Google Shape;3996;p33"/>
              <p:cNvSpPr/>
              <p:nvPr/>
            </p:nvSpPr>
            <p:spPr>
              <a:xfrm>
                <a:off x="688278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7" name="Google Shape;3997;p33"/>
              <p:cNvSpPr/>
              <p:nvPr/>
            </p:nvSpPr>
            <p:spPr>
              <a:xfrm>
                <a:off x="687522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8" name="Google Shape;3998;p33"/>
              <p:cNvSpPr/>
              <p:nvPr/>
            </p:nvSpPr>
            <p:spPr>
              <a:xfrm>
                <a:off x="686761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99" name="Google Shape;3999;p33"/>
            <p:cNvSpPr/>
            <p:nvPr/>
          </p:nvSpPr>
          <p:spPr>
            <a:xfrm>
              <a:off x="7485013" y="1913460"/>
              <a:ext cx="43447" cy="61892"/>
            </a:xfrm>
            <a:custGeom>
              <a:avLst/>
              <a:gdLst/>
              <a:ahLst/>
              <a:cxnLst/>
              <a:rect l="l" t="t" r="r" b="b"/>
              <a:pathLst>
                <a:path w="902" h="1285" extrusionOk="0">
                  <a:moveTo>
                    <a:pt x="382" y="0"/>
                  </a:moveTo>
                  <a:cubicBezTo>
                    <a:pt x="238" y="0"/>
                    <a:pt x="78" y="11"/>
                    <a:pt x="51" y="39"/>
                  </a:cubicBezTo>
                  <a:cubicBezTo>
                    <a:pt x="0" y="92"/>
                    <a:pt x="322" y="1284"/>
                    <a:pt x="380" y="1284"/>
                  </a:cubicBezTo>
                  <a:lnTo>
                    <a:pt x="741" y="1284"/>
                  </a:lnTo>
                  <a:cubicBezTo>
                    <a:pt x="901" y="1284"/>
                    <a:pt x="767" y="23"/>
                    <a:pt x="626" y="20"/>
                  </a:cubicBezTo>
                  <a:cubicBezTo>
                    <a:pt x="610" y="8"/>
                    <a:pt x="501" y="0"/>
                    <a:pt x="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33"/>
            <p:cNvSpPr/>
            <p:nvPr/>
          </p:nvSpPr>
          <p:spPr>
            <a:xfrm>
              <a:off x="7496476" y="1923045"/>
              <a:ext cx="17774" cy="771"/>
            </a:xfrm>
            <a:custGeom>
              <a:avLst/>
              <a:gdLst/>
              <a:ahLst/>
              <a:cxnLst/>
              <a:rect l="l" t="t" r="r" b="b"/>
              <a:pathLst>
                <a:path w="369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33"/>
            <p:cNvSpPr/>
            <p:nvPr/>
          </p:nvSpPr>
          <p:spPr>
            <a:xfrm>
              <a:off x="7497584" y="1929114"/>
              <a:ext cx="17774" cy="819"/>
            </a:xfrm>
            <a:custGeom>
              <a:avLst/>
              <a:gdLst/>
              <a:ahLst/>
              <a:cxnLst/>
              <a:rect l="l" t="t" r="r" b="b"/>
              <a:pathLst>
                <a:path w="369" h="17" extrusionOk="0">
                  <a:moveTo>
                    <a:pt x="0" y="1"/>
                  </a:moveTo>
                  <a:lnTo>
                    <a:pt x="0" y="17"/>
                  </a:lnTo>
                  <a:lnTo>
                    <a:pt x="368" y="17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33"/>
            <p:cNvSpPr/>
            <p:nvPr/>
          </p:nvSpPr>
          <p:spPr>
            <a:xfrm>
              <a:off x="7498885" y="1935231"/>
              <a:ext cx="17726" cy="771"/>
            </a:xfrm>
            <a:custGeom>
              <a:avLst/>
              <a:gdLst/>
              <a:ahLst/>
              <a:cxnLst/>
              <a:rect l="l" t="t" r="r" b="b"/>
              <a:pathLst>
                <a:path w="368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33"/>
            <p:cNvSpPr/>
            <p:nvPr/>
          </p:nvSpPr>
          <p:spPr>
            <a:xfrm>
              <a:off x="6724611" y="1929307"/>
              <a:ext cx="33284" cy="48887"/>
            </a:xfrm>
            <a:custGeom>
              <a:avLst/>
              <a:gdLst/>
              <a:ahLst/>
              <a:cxnLst/>
              <a:rect l="l" t="t" r="r" b="b"/>
              <a:pathLst>
                <a:path w="691" h="1015" extrusionOk="0">
                  <a:moveTo>
                    <a:pt x="238" y="1"/>
                  </a:moveTo>
                  <a:cubicBezTo>
                    <a:pt x="0" y="430"/>
                    <a:pt x="0" y="947"/>
                    <a:pt x="0" y="947"/>
                  </a:cubicBezTo>
                  <a:cubicBezTo>
                    <a:pt x="95" y="992"/>
                    <a:pt x="235" y="1015"/>
                    <a:pt x="351" y="1015"/>
                  </a:cubicBezTo>
                  <a:cubicBezTo>
                    <a:pt x="451" y="1015"/>
                    <a:pt x="533" y="998"/>
                    <a:pt x="552" y="966"/>
                  </a:cubicBezTo>
                  <a:cubicBezTo>
                    <a:pt x="598" y="894"/>
                    <a:pt x="690" y="165"/>
                    <a:pt x="678" y="101"/>
                  </a:cubicBezTo>
                  <a:cubicBezTo>
                    <a:pt x="667" y="39"/>
                    <a:pt x="238" y="1"/>
                    <a:pt x="2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33"/>
            <p:cNvSpPr/>
            <p:nvPr/>
          </p:nvSpPr>
          <p:spPr>
            <a:xfrm>
              <a:off x="6892759" y="1769299"/>
              <a:ext cx="93782" cy="108179"/>
            </a:xfrm>
            <a:custGeom>
              <a:avLst/>
              <a:gdLst/>
              <a:ahLst/>
              <a:cxnLst/>
              <a:rect l="l" t="t" r="r" b="b"/>
              <a:pathLst>
                <a:path w="1947" h="2246" extrusionOk="0">
                  <a:moveTo>
                    <a:pt x="1808" y="1"/>
                  </a:moveTo>
                  <a:lnTo>
                    <a:pt x="0" y="2246"/>
                  </a:lnTo>
                  <a:lnTo>
                    <a:pt x="0" y="2246"/>
                  </a:lnTo>
                  <a:lnTo>
                    <a:pt x="560" y="2173"/>
                  </a:lnTo>
                  <a:cubicBezTo>
                    <a:pt x="560" y="2173"/>
                    <a:pt x="1483" y="1311"/>
                    <a:pt x="1946" y="28"/>
                  </a:cubicBezTo>
                  <a:lnTo>
                    <a:pt x="18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33"/>
            <p:cNvSpPr/>
            <p:nvPr/>
          </p:nvSpPr>
          <p:spPr>
            <a:xfrm>
              <a:off x="7456594" y="1995921"/>
              <a:ext cx="68735" cy="31066"/>
            </a:xfrm>
            <a:custGeom>
              <a:avLst/>
              <a:gdLst/>
              <a:ahLst/>
              <a:cxnLst/>
              <a:rect l="l" t="t" r="r" b="b"/>
              <a:pathLst>
                <a:path w="1427" h="645" extrusionOk="0">
                  <a:moveTo>
                    <a:pt x="89" y="1"/>
                  </a:moveTo>
                  <a:lnTo>
                    <a:pt x="1" y="645"/>
                  </a:lnTo>
                  <a:lnTo>
                    <a:pt x="1101" y="645"/>
                  </a:lnTo>
                  <a:cubicBezTo>
                    <a:pt x="1250" y="626"/>
                    <a:pt x="1426" y="62"/>
                    <a:pt x="1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33"/>
            <p:cNvSpPr/>
            <p:nvPr/>
          </p:nvSpPr>
          <p:spPr>
            <a:xfrm>
              <a:off x="7310795" y="1934316"/>
              <a:ext cx="145851" cy="88479"/>
            </a:xfrm>
            <a:custGeom>
              <a:avLst/>
              <a:gdLst/>
              <a:ahLst/>
              <a:cxnLst/>
              <a:rect l="l" t="t" r="r" b="b"/>
              <a:pathLst>
                <a:path w="3028" h="1837" extrusionOk="0">
                  <a:moveTo>
                    <a:pt x="1527" y="1"/>
                  </a:moveTo>
                  <a:cubicBezTo>
                    <a:pt x="766" y="1"/>
                    <a:pt x="0" y="620"/>
                    <a:pt x="0" y="1836"/>
                  </a:cubicBezTo>
                  <a:lnTo>
                    <a:pt x="3028" y="1836"/>
                  </a:lnTo>
                  <a:cubicBezTo>
                    <a:pt x="3028" y="606"/>
                    <a:pt x="2280" y="1"/>
                    <a:pt x="15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33"/>
            <p:cNvSpPr/>
            <p:nvPr/>
          </p:nvSpPr>
          <p:spPr>
            <a:xfrm>
              <a:off x="6814489" y="1934124"/>
              <a:ext cx="145851" cy="88672"/>
            </a:xfrm>
            <a:custGeom>
              <a:avLst/>
              <a:gdLst/>
              <a:ahLst/>
              <a:cxnLst/>
              <a:rect l="l" t="t" r="r" b="b"/>
              <a:pathLst>
                <a:path w="3028" h="1841" extrusionOk="0">
                  <a:moveTo>
                    <a:pt x="1523" y="1"/>
                  </a:moveTo>
                  <a:cubicBezTo>
                    <a:pt x="763" y="1"/>
                    <a:pt x="0" y="617"/>
                    <a:pt x="0" y="1828"/>
                  </a:cubicBezTo>
                  <a:lnTo>
                    <a:pt x="3028" y="1840"/>
                  </a:lnTo>
                  <a:cubicBezTo>
                    <a:pt x="3028" y="607"/>
                    <a:pt x="2277" y="1"/>
                    <a:pt x="1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33"/>
            <p:cNvSpPr/>
            <p:nvPr/>
          </p:nvSpPr>
          <p:spPr>
            <a:xfrm>
              <a:off x="6800087" y="1945539"/>
              <a:ext cx="174848" cy="129757"/>
            </a:xfrm>
            <a:custGeom>
              <a:avLst/>
              <a:gdLst/>
              <a:ahLst/>
              <a:cxnLst/>
              <a:rect l="l" t="t" r="r" b="b"/>
              <a:pathLst>
                <a:path w="3630" h="2694" extrusionOk="0">
                  <a:moveTo>
                    <a:pt x="1814" y="1"/>
                  </a:moveTo>
                  <a:cubicBezTo>
                    <a:pt x="1512" y="1"/>
                    <a:pt x="1187" y="100"/>
                    <a:pt x="870" y="330"/>
                  </a:cubicBezTo>
                  <a:cubicBezTo>
                    <a:pt x="839" y="350"/>
                    <a:pt x="816" y="373"/>
                    <a:pt x="798" y="399"/>
                  </a:cubicBezTo>
                  <a:cubicBezTo>
                    <a:pt x="0" y="1500"/>
                    <a:pt x="769" y="2693"/>
                    <a:pt x="1816" y="2693"/>
                  </a:cubicBezTo>
                  <a:cubicBezTo>
                    <a:pt x="2118" y="2693"/>
                    <a:pt x="2442" y="2594"/>
                    <a:pt x="2759" y="2366"/>
                  </a:cubicBezTo>
                  <a:cubicBezTo>
                    <a:pt x="2786" y="2343"/>
                    <a:pt x="2813" y="2320"/>
                    <a:pt x="2832" y="2293"/>
                  </a:cubicBezTo>
                  <a:cubicBezTo>
                    <a:pt x="3629" y="1193"/>
                    <a:pt x="2860" y="1"/>
                    <a:pt x="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33"/>
            <p:cNvSpPr/>
            <p:nvPr/>
          </p:nvSpPr>
          <p:spPr>
            <a:xfrm>
              <a:off x="6832551" y="1969670"/>
              <a:ext cx="109870" cy="81399"/>
            </a:xfrm>
            <a:custGeom>
              <a:avLst/>
              <a:gdLst/>
              <a:ahLst/>
              <a:cxnLst/>
              <a:rect l="l" t="t" r="r" b="b"/>
              <a:pathLst>
                <a:path w="2281" h="1690" extrusionOk="0">
                  <a:moveTo>
                    <a:pt x="1140" y="1"/>
                  </a:moveTo>
                  <a:cubicBezTo>
                    <a:pt x="950" y="1"/>
                    <a:pt x="745" y="64"/>
                    <a:pt x="545" y="209"/>
                  </a:cubicBezTo>
                  <a:cubicBezTo>
                    <a:pt x="529" y="220"/>
                    <a:pt x="515" y="236"/>
                    <a:pt x="503" y="252"/>
                  </a:cubicBezTo>
                  <a:cubicBezTo>
                    <a:pt x="1" y="940"/>
                    <a:pt x="482" y="1689"/>
                    <a:pt x="1140" y="1689"/>
                  </a:cubicBezTo>
                  <a:cubicBezTo>
                    <a:pt x="1331" y="1689"/>
                    <a:pt x="1536" y="1627"/>
                    <a:pt x="1737" y="1481"/>
                  </a:cubicBezTo>
                  <a:cubicBezTo>
                    <a:pt x="1752" y="1470"/>
                    <a:pt x="1764" y="1458"/>
                    <a:pt x="1775" y="1442"/>
                  </a:cubicBezTo>
                  <a:cubicBezTo>
                    <a:pt x="2280" y="751"/>
                    <a:pt x="1797" y="1"/>
                    <a:pt x="1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33"/>
            <p:cNvSpPr/>
            <p:nvPr/>
          </p:nvSpPr>
          <p:spPr>
            <a:xfrm>
              <a:off x="6841077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2" y="12"/>
                  </a:moveTo>
                  <a:cubicBezTo>
                    <a:pt x="1226" y="12"/>
                    <a:pt x="1464" y="119"/>
                    <a:pt x="1633" y="291"/>
                  </a:cubicBezTo>
                  <a:cubicBezTo>
                    <a:pt x="1805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9" y="1633"/>
                  </a:cubicBezTo>
                  <a:cubicBezTo>
                    <a:pt x="1663" y="1648"/>
                    <a:pt x="1652" y="1663"/>
                    <a:pt x="1633" y="1679"/>
                  </a:cubicBezTo>
                  <a:cubicBezTo>
                    <a:pt x="1406" y="1840"/>
                    <a:pt x="1176" y="1913"/>
                    <a:pt x="962" y="1913"/>
                  </a:cubicBezTo>
                  <a:cubicBezTo>
                    <a:pt x="701" y="1913"/>
                    <a:pt x="464" y="1805"/>
                    <a:pt x="292" y="1633"/>
                  </a:cubicBezTo>
                  <a:cubicBezTo>
                    <a:pt x="119" y="1460"/>
                    <a:pt x="16" y="1227"/>
                    <a:pt x="16" y="962"/>
                  </a:cubicBezTo>
                  <a:cubicBezTo>
                    <a:pt x="16" y="747"/>
                    <a:pt x="85" y="518"/>
                    <a:pt x="249" y="291"/>
                  </a:cubicBezTo>
                  <a:cubicBezTo>
                    <a:pt x="260" y="277"/>
                    <a:pt x="276" y="261"/>
                    <a:pt x="292" y="249"/>
                  </a:cubicBezTo>
                  <a:cubicBezTo>
                    <a:pt x="517" y="84"/>
                    <a:pt x="747" y="12"/>
                    <a:pt x="962" y="12"/>
                  </a:cubicBezTo>
                  <a:close/>
                  <a:moveTo>
                    <a:pt x="962" y="1"/>
                  </a:moveTo>
                  <a:cubicBezTo>
                    <a:pt x="747" y="1"/>
                    <a:pt x="513" y="70"/>
                    <a:pt x="283" y="238"/>
                  </a:cubicBezTo>
                  <a:cubicBezTo>
                    <a:pt x="264" y="249"/>
                    <a:pt x="249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0" y="1927"/>
                    <a:pt x="962" y="1927"/>
                  </a:cubicBezTo>
                  <a:cubicBezTo>
                    <a:pt x="1180" y="1927"/>
                    <a:pt x="1414" y="1855"/>
                    <a:pt x="1644" y="1690"/>
                  </a:cubicBezTo>
                  <a:cubicBezTo>
                    <a:pt x="1659" y="1674"/>
                    <a:pt x="1675" y="1660"/>
                    <a:pt x="1690" y="1640"/>
                  </a:cubicBezTo>
                  <a:cubicBezTo>
                    <a:pt x="1855" y="1414"/>
                    <a:pt x="1928" y="1181"/>
                    <a:pt x="1928" y="962"/>
                  </a:cubicBezTo>
                  <a:cubicBezTo>
                    <a:pt x="1928" y="429"/>
                    <a:pt x="1495" y="1"/>
                    <a:pt x="9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33"/>
            <p:cNvSpPr/>
            <p:nvPr/>
          </p:nvSpPr>
          <p:spPr>
            <a:xfrm>
              <a:off x="6841318" y="1978051"/>
              <a:ext cx="92337" cy="64686"/>
            </a:xfrm>
            <a:custGeom>
              <a:avLst/>
              <a:gdLst/>
              <a:ahLst/>
              <a:cxnLst/>
              <a:rect l="l" t="t" r="r" b="b"/>
              <a:pathLst>
                <a:path w="1917" h="1343" extrusionOk="0">
                  <a:moveTo>
                    <a:pt x="977" y="1"/>
                  </a:moveTo>
                  <a:cubicBezTo>
                    <a:pt x="320" y="1"/>
                    <a:pt x="1" y="822"/>
                    <a:pt x="623" y="1277"/>
                  </a:cubicBezTo>
                  <a:cubicBezTo>
                    <a:pt x="635" y="1284"/>
                    <a:pt x="650" y="1291"/>
                    <a:pt x="666" y="1296"/>
                  </a:cubicBezTo>
                  <a:cubicBezTo>
                    <a:pt x="763" y="1328"/>
                    <a:pt x="855" y="1342"/>
                    <a:pt x="942" y="1342"/>
                  </a:cubicBezTo>
                  <a:cubicBezTo>
                    <a:pt x="1595" y="1342"/>
                    <a:pt x="1916" y="519"/>
                    <a:pt x="1290" y="66"/>
                  </a:cubicBezTo>
                  <a:cubicBezTo>
                    <a:pt x="1279" y="58"/>
                    <a:pt x="1267" y="50"/>
                    <a:pt x="1252" y="46"/>
                  </a:cubicBezTo>
                  <a:cubicBezTo>
                    <a:pt x="1156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33"/>
            <p:cNvSpPr/>
            <p:nvPr/>
          </p:nvSpPr>
          <p:spPr>
            <a:xfrm>
              <a:off x="6852685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1" y="472"/>
                  </a:moveTo>
                  <a:lnTo>
                    <a:pt x="751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67" y="614"/>
                  </a:lnTo>
                  <a:lnTo>
                    <a:pt x="774" y="637"/>
                  </a:lnTo>
                  <a:lnTo>
                    <a:pt x="824" y="622"/>
                  </a:lnTo>
                  <a:lnTo>
                    <a:pt x="817" y="591"/>
                  </a:lnTo>
                  <a:lnTo>
                    <a:pt x="901" y="545"/>
                  </a:lnTo>
                  <a:lnTo>
                    <a:pt x="859" y="633"/>
                  </a:lnTo>
                  <a:lnTo>
                    <a:pt x="828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8" y="829"/>
                  </a:lnTo>
                  <a:lnTo>
                    <a:pt x="859" y="817"/>
                  </a:lnTo>
                  <a:lnTo>
                    <a:pt x="901" y="905"/>
                  </a:lnTo>
                  <a:lnTo>
                    <a:pt x="817" y="863"/>
                  </a:lnTo>
                  <a:lnTo>
                    <a:pt x="824" y="832"/>
                  </a:lnTo>
                  <a:lnTo>
                    <a:pt x="774" y="817"/>
                  </a:lnTo>
                  <a:lnTo>
                    <a:pt x="767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1" y="886"/>
                  </a:lnTo>
                  <a:lnTo>
                    <a:pt x="721" y="982"/>
                  </a:lnTo>
                  <a:lnTo>
                    <a:pt x="690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5" y="836"/>
                  </a:lnTo>
                  <a:lnTo>
                    <a:pt x="667" y="817"/>
                  </a:lnTo>
                  <a:lnTo>
                    <a:pt x="621" y="832"/>
                  </a:lnTo>
                  <a:lnTo>
                    <a:pt x="629" y="863"/>
                  </a:lnTo>
                  <a:lnTo>
                    <a:pt x="541" y="905"/>
                  </a:lnTo>
                  <a:lnTo>
                    <a:pt x="541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0" y="771"/>
                  </a:lnTo>
                  <a:lnTo>
                    <a:pt x="621" y="752"/>
                  </a:lnTo>
                  <a:lnTo>
                    <a:pt x="575" y="729"/>
                  </a:lnTo>
                  <a:lnTo>
                    <a:pt x="560" y="756"/>
                  </a:lnTo>
                  <a:lnTo>
                    <a:pt x="468" y="725"/>
                  </a:lnTo>
                  <a:lnTo>
                    <a:pt x="560" y="694"/>
                  </a:lnTo>
                  <a:lnTo>
                    <a:pt x="575" y="725"/>
                  </a:lnTo>
                  <a:lnTo>
                    <a:pt x="621" y="698"/>
                  </a:lnTo>
                  <a:lnTo>
                    <a:pt x="610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1" y="545"/>
                  </a:lnTo>
                  <a:lnTo>
                    <a:pt x="629" y="591"/>
                  </a:lnTo>
                  <a:lnTo>
                    <a:pt x="621" y="622"/>
                  </a:lnTo>
                  <a:lnTo>
                    <a:pt x="667" y="637"/>
                  </a:lnTo>
                  <a:lnTo>
                    <a:pt x="675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0" y="564"/>
                  </a:lnTo>
                  <a:lnTo>
                    <a:pt x="721" y="472"/>
                  </a:lnTo>
                  <a:close/>
                  <a:moveTo>
                    <a:pt x="625" y="1"/>
                  </a:moveTo>
                  <a:lnTo>
                    <a:pt x="575" y="20"/>
                  </a:lnTo>
                  <a:lnTo>
                    <a:pt x="694" y="388"/>
                  </a:lnTo>
                  <a:lnTo>
                    <a:pt x="644" y="541"/>
                  </a:lnTo>
                  <a:lnTo>
                    <a:pt x="502" y="468"/>
                  </a:lnTo>
                  <a:lnTo>
                    <a:pt x="327" y="123"/>
                  </a:lnTo>
                  <a:lnTo>
                    <a:pt x="281" y="146"/>
                  </a:lnTo>
                  <a:lnTo>
                    <a:pt x="422" y="426"/>
                  </a:lnTo>
                  <a:lnTo>
                    <a:pt x="422" y="426"/>
                  </a:lnTo>
                  <a:lnTo>
                    <a:pt x="143" y="284"/>
                  </a:lnTo>
                  <a:lnTo>
                    <a:pt x="120" y="330"/>
                  </a:lnTo>
                  <a:lnTo>
                    <a:pt x="465" y="507"/>
                  </a:lnTo>
                  <a:lnTo>
                    <a:pt x="537" y="648"/>
                  </a:lnTo>
                  <a:lnTo>
                    <a:pt x="384" y="698"/>
                  </a:lnTo>
                  <a:lnTo>
                    <a:pt x="16" y="579"/>
                  </a:lnTo>
                  <a:lnTo>
                    <a:pt x="0" y="629"/>
                  </a:lnTo>
                  <a:lnTo>
                    <a:pt x="299" y="725"/>
                  </a:lnTo>
                  <a:lnTo>
                    <a:pt x="0" y="825"/>
                  </a:lnTo>
                  <a:lnTo>
                    <a:pt x="16" y="871"/>
                  </a:lnTo>
                  <a:lnTo>
                    <a:pt x="384" y="752"/>
                  </a:lnTo>
                  <a:lnTo>
                    <a:pt x="537" y="802"/>
                  </a:lnTo>
                  <a:lnTo>
                    <a:pt x="465" y="947"/>
                  </a:lnTo>
                  <a:lnTo>
                    <a:pt x="120" y="1124"/>
                  </a:lnTo>
                  <a:lnTo>
                    <a:pt x="143" y="1170"/>
                  </a:lnTo>
                  <a:lnTo>
                    <a:pt x="422" y="1024"/>
                  </a:lnTo>
                  <a:lnTo>
                    <a:pt x="281" y="1308"/>
                  </a:lnTo>
                  <a:lnTo>
                    <a:pt x="327" y="1331"/>
                  </a:lnTo>
                  <a:lnTo>
                    <a:pt x="502" y="986"/>
                  </a:lnTo>
                  <a:lnTo>
                    <a:pt x="644" y="913"/>
                  </a:lnTo>
                  <a:lnTo>
                    <a:pt x="694" y="1066"/>
                  </a:lnTo>
                  <a:lnTo>
                    <a:pt x="575" y="1434"/>
                  </a:lnTo>
                  <a:lnTo>
                    <a:pt x="625" y="1449"/>
                  </a:lnTo>
                  <a:lnTo>
                    <a:pt x="721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48" y="1066"/>
                  </a:lnTo>
                  <a:lnTo>
                    <a:pt x="797" y="913"/>
                  </a:lnTo>
                  <a:lnTo>
                    <a:pt x="943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0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0" y="426"/>
                  </a:lnTo>
                  <a:lnTo>
                    <a:pt x="1020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3" y="468"/>
                  </a:lnTo>
                  <a:lnTo>
                    <a:pt x="797" y="541"/>
                  </a:lnTo>
                  <a:lnTo>
                    <a:pt x="748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1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33"/>
            <p:cNvSpPr/>
            <p:nvPr/>
          </p:nvSpPr>
          <p:spPr>
            <a:xfrm>
              <a:off x="6875468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47" y="0"/>
                  </a:moveTo>
                  <a:cubicBezTo>
                    <a:pt x="205" y="0"/>
                    <a:pt x="161" y="14"/>
                    <a:pt x="118" y="44"/>
                  </a:cubicBezTo>
                  <a:cubicBezTo>
                    <a:pt x="114" y="48"/>
                    <a:pt x="110" y="52"/>
                    <a:pt x="110" y="56"/>
                  </a:cubicBezTo>
                  <a:cubicBezTo>
                    <a:pt x="0" y="208"/>
                    <a:pt x="105" y="373"/>
                    <a:pt x="249" y="373"/>
                  </a:cubicBezTo>
                  <a:cubicBezTo>
                    <a:pt x="290" y="373"/>
                    <a:pt x="334" y="360"/>
                    <a:pt x="378" y="328"/>
                  </a:cubicBezTo>
                  <a:cubicBezTo>
                    <a:pt x="382" y="324"/>
                    <a:pt x="386" y="320"/>
                    <a:pt x="390" y="316"/>
                  </a:cubicBezTo>
                  <a:cubicBezTo>
                    <a:pt x="500" y="164"/>
                    <a:pt x="392" y="0"/>
                    <a:pt x="2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33"/>
            <p:cNvSpPr/>
            <p:nvPr/>
          </p:nvSpPr>
          <p:spPr>
            <a:xfrm>
              <a:off x="7297501" y="1945539"/>
              <a:ext cx="174800" cy="129757"/>
            </a:xfrm>
            <a:custGeom>
              <a:avLst/>
              <a:gdLst/>
              <a:ahLst/>
              <a:cxnLst/>
              <a:rect l="l" t="t" r="r" b="b"/>
              <a:pathLst>
                <a:path w="3629" h="2694" extrusionOk="0">
                  <a:moveTo>
                    <a:pt x="1816" y="1"/>
                  </a:moveTo>
                  <a:cubicBezTo>
                    <a:pt x="1514" y="1"/>
                    <a:pt x="1188" y="100"/>
                    <a:pt x="870" y="330"/>
                  </a:cubicBezTo>
                  <a:cubicBezTo>
                    <a:pt x="844" y="350"/>
                    <a:pt x="821" y="373"/>
                    <a:pt x="798" y="399"/>
                  </a:cubicBezTo>
                  <a:cubicBezTo>
                    <a:pt x="0" y="1500"/>
                    <a:pt x="771" y="2693"/>
                    <a:pt x="1818" y="2693"/>
                  </a:cubicBezTo>
                  <a:cubicBezTo>
                    <a:pt x="2119" y="2693"/>
                    <a:pt x="2443" y="2594"/>
                    <a:pt x="2759" y="2366"/>
                  </a:cubicBezTo>
                  <a:cubicBezTo>
                    <a:pt x="2790" y="2343"/>
                    <a:pt x="2813" y="2320"/>
                    <a:pt x="2832" y="2293"/>
                  </a:cubicBezTo>
                  <a:cubicBezTo>
                    <a:pt x="3629" y="1193"/>
                    <a:pt x="2862" y="1"/>
                    <a:pt x="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33"/>
            <p:cNvSpPr/>
            <p:nvPr/>
          </p:nvSpPr>
          <p:spPr>
            <a:xfrm>
              <a:off x="7330158" y="1969670"/>
              <a:ext cx="109726" cy="81399"/>
            </a:xfrm>
            <a:custGeom>
              <a:avLst/>
              <a:gdLst/>
              <a:ahLst/>
              <a:cxnLst/>
              <a:rect l="l" t="t" r="r" b="b"/>
              <a:pathLst>
                <a:path w="2278" h="1690" extrusionOk="0">
                  <a:moveTo>
                    <a:pt x="1137" y="1"/>
                  </a:moveTo>
                  <a:cubicBezTo>
                    <a:pt x="947" y="1"/>
                    <a:pt x="741" y="64"/>
                    <a:pt x="541" y="209"/>
                  </a:cubicBezTo>
                  <a:cubicBezTo>
                    <a:pt x="525" y="220"/>
                    <a:pt x="514" y="236"/>
                    <a:pt x="502" y="252"/>
                  </a:cubicBezTo>
                  <a:cubicBezTo>
                    <a:pt x="0" y="940"/>
                    <a:pt x="482" y="1689"/>
                    <a:pt x="1138" y="1689"/>
                  </a:cubicBezTo>
                  <a:cubicBezTo>
                    <a:pt x="1328" y="1689"/>
                    <a:pt x="1533" y="1627"/>
                    <a:pt x="1733" y="1481"/>
                  </a:cubicBezTo>
                  <a:cubicBezTo>
                    <a:pt x="1748" y="1470"/>
                    <a:pt x="1763" y="1458"/>
                    <a:pt x="1775" y="1442"/>
                  </a:cubicBezTo>
                  <a:cubicBezTo>
                    <a:pt x="2277" y="751"/>
                    <a:pt x="1795" y="1"/>
                    <a:pt x="11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33"/>
            <p:cNvSpPr/>
            <p:nvPr/>
          </p:nvSpPr>
          <p:spPr>
            <a:xfrm>
              <a:off x="7338491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6" y="12"/>
                  </a:moveTo>
                  <a:cubicBezTo>
                    <a:pt x="1226" y="12"/>
                    <a:pt x="1464" y="119"/>
                    <a:pt x="1636" y="291"/>
                  </a:cubicBezTo>
                  <a:cubicBezTo>
                    <a:pt x="1809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8" y="1633"/>
                  </a:cubicBezTo>
                  <a:cubicBezTo>
                    <a:pt x="1667" y="1648"/>
                    <a:pt x="1652" y="1663"/>
                    <a:pt x="1636" y="1679"/>
                  </a:cubicBezTo>
                  <a:cubicBezTo>
                    <a:pt x="1410" y="1840"/>
                    <a:pt x="1180" y="1913"/>
                    <a:pt x="966" y="1913"/>
                  </a:cubicBezTo>
                  <a:cubicBezTo>
                    <a:pt x="702" y="1913"/>
                    <a:pt x="464" y="1805"/>
                    <a:pt x="295" y="1633"/>
                  </a:cubicBezTo>
                  <a:cubicBezTo>
                    <a:pt x="122" y="1460"/>
                    <a:pt x="16" y="1227"/>
                    <a:pt x="16" y="962"/>
                  </a:cubicBezTo>
                  <a:cubicBezTo>
                    <a:pt x="16" y="747"/>
                    <a:pt x="88" y="518"/>
                    <a:pt x="249" y="291"/>
                  </a:cubicBezTo>
                  <a:cubicBezTo>
                    <a:pt x="265" y="277"/>
                    <a:pt x="276" y="261"/>
                    <a:pt x="295" y="249"/>
                  </a:cubicBezTo>
                  <a:cubicBezTo>
                    <a:pt x="521" y="84"/>
                    <a:pt x="751" y="12"/>
                    <a:pt x="966" y="12"/>
                  </a:cubicBezTo>
                  <a:close/>
                  <a:moveTo>
                    <a:pt x="966" y="1"/>
                  </a:moveTo>
                  <a:cubicBezTo>
                    <a:pt x="748" y="1"/>
                    <a:pt x="513" y="70"/>
                    <a:pt x="288" y="238"/>
                  </a:cubicBezTo>
                  <a:cubicBezTo>
                    <a:pt x="269" y="249"/>
                    <a:pt x="253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3" y="1927"/>
                    <a:pt x="966" y="1927"/>
                  </a:cubicBezTo>
                  <a:cubicBezTo>
                    <a:pt x="1180" y="1927"/>
                    <a:pt x="1418" y="1855"/>
                    <a:pt x="1644" y="1690"/>
                  </a:cubicBezTo>
                  <a:cubicBezTo>
                    <a:pt x="1663" y="1674"/>
                    <a:pt x="1678" y="1660"/>
                    <a:pt x="1690" y="1640"/>
                  </a:cubicBezTo>
                  <a:cubicBezTo>
                    <a:pt x="1859" y="1414"/>
                    <a:pt x="1928" y="1181"/>
                    <a:pt x="1928" y="962"/>
                  </a:cubicBezTo>
                  <a:cubicBezTo>
                    <a:pt x="1928" y="429"/>
                    <a:pt x="1498" y="1"/>
                    <a:pt x="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33"/>
            <p:cNvSpPr/>
            <p:nvPr/>
          </p:nvSpPr>
          <p:spPr>
            <a:xfrm>
              <a:off x="7338780" y="1978051"/>
              <a:ext cx="92289" cy="64686"/>
            </a:xfrm>
            <a:custGeom>
              <a:avLst/>
              <a:gdLst/>
              <a:ahLst/>
              <a:cxnLst/>
              <a:rect l="l" t="t" r="r" b="b"/>
              <a:pathLst>
                <a:path w="1916" h="1343" extrusionOk="0">
                  <a:moveTo>
                    <a:pt x="977" y="1"/>
                  </a:moveTo>
                  <a:cubicBezTo>
                    <a:pt x="322" y="1"/>
                    <a:pt x="0" y="822"/>
                    <a:pt x="627" y="1277"/>
                  </a:cubicBezTo>
                  <a:cubicBezTo>
                    <a:pt x="638" y="1284"/>
                    <a:pt x="653" y="1291"/>
                    <a:pt x="664" y="1296"/>
                  </a:cubicBezTo>
                  <a:cubicBezTo>
                    <a:pt x="762" y="1328"/>
                    <a:pt x="855" y="1342"/>
                    <a:pt x="942" y="1342"/>
                  </a:cubicBezTo>
                  <a:cubicBezTo>
                    <a:pt x="1597" y="1342"/>
                    <a:pt x="1915" y="519"/>
                    <a:pt x="1293" y="66"/>
                  </a:cubicBezTo>
                  <a:cubicBezTo>
                    <a:pt x="1282" y="58"/>
                    <a:pt x="1266" y="50"/>
                    <a:pt x="1251" y="46"/>
                  </a:cubicBezTo>
                  <a:cubicBezTo>
                    <a:pt x="1155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33"/>
            <p:cNvSpPr/>
            <p:nvPr/>
          </p:nvSpPr>
          <p:spPr>
            <a:xfrm>
              <a:off x="7350099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5" y="472"/>
                  </a:moveTo>
                  <a:lnTo>
                    <a:pt x="755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71" y="614"/>
                  </a:lnTo>
                  <a:lnTo>
                    <a:pt x="778" y="637"/>
                  </a:lnTo>
                  <a:lnTo>
                    <a:pt x="829" y="622"/>
                  </a:lnTo>
                  <a:lnTo>
                    <a:pt x="817" y="591"/>
                  </a:lnTo>
                  <a:lnTo>
                    <a:pt x="905" y="545"/>
                  </a:lnTo>
                  <a:lnTo>
                    <a:pt x="905" y="545"/>
                  </a:lnTo>
                  <a:lnTo>
                    <a:pt x="859" y="633"/>
                  </a:lnTo>
                  <a:lnTo>
                    <a:pt x="829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9" y="829"/>
                  </a:lnTo>
                  <a:lnTo>
                    <a:pt x="859" y="817"/>
                  </a:lnTo>
                  <a:lnTo>
                    <a:pt x="905" y="905"/>
                  </a:lnTo>
                  <a:lnTo>
                    <a:pt x="905" y="905"/>
                  </a:lnTo>
                  <a:lnTo>
                    <a:pt x="817" y="863"/>
                  </a:lnTo>
                  <a:lnTo>
                    <a:pt x="829" y="832"/>
                  </a:lnTo>
                  <a:lnTo>
                    <a:pt x="778" y="817"/>
                  </a:lnTo>
                  <a:lnTo>
                    <a:pt x="771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5" y="886"/>
                  </a:lnTo>
                  <a:lnTo>
                    <a:pt x="725" y="982"/>
                  </a:lnTo>
                  <a:lnTo>
                    <a:pt x="694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9" y="836"/>
                  </a:lnTo>
                  <a:lnTo>
                    <a:pt x="671" y="817"/>
                  </a:lnTo>
                  <a:lnTo>
                    <a:pt x="622" y="832"/>
                  </a:lnTo>
                  <a:lnTo>
                    <a:pt x="629" y="863"/>
                  </a:lnTo>
                  <a:lnTo>
                    <a:pt x="544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3" y="771"/>
                  </a:lnTo>
                  <a:lnTo>
                    <a:pt x="622" y="752"/>
                  </a:lnTo>
                  <a:lnTo>
                    <a:pt x="576" y="729"/>
                  </a:lnTo>
                  <a:lnTo>
                    <a:pt x="564" y="756"/>
                  </a:lnTo>
                  <a:lnTo>
                    <a:pt x="468" y="725"/>
                  </a:lnTo>
                  <a:lnTo>
                    <a:pt x="564" y="694"/>
                  </a:lnTo>
                  <a:lnTo>
                    <a:pt x="576" y="725"/>
                  </a:lnTo>
                  <a:lnTo>
                    <a:pt x="622" y="698"/>
                  </a:lnTo>
                  <a:lnTo>
                    <a:pt x="613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4" y="545"/>
                  </a:lnTo>
                  <a:lnTo>
                    <a:pt x="629" y="591"/>
                  </a:lnTo>
                  <a:lnTo>
                    <a:pt x="622" y="622"/>
                  </a:lnTo>
                  <a:lnTo>
                    <a:pt x="671" y="637"/>
                  </a:lnTo>
                  <a:lnTo>
                    <a:pt x="679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4" y="564"/>
                  </a:lnTo>
                  <a:lnTo>
                    <a:pt x="725" y="472"/>
                  </a:lnTo>
                  <a:close/>
                  <a:moveTo>
                    <a:pt x="625" y="1"/>
                  </a:moveTo>
                  <a:lnTo>
                    <a:pt x="576" y="20"/>
                  </a:lnTo>
                  <a:lnTo>
                    <a:pt x="698" y="388"/>
                  </a:lnTo>
                  <a:lnTo>
                    <a:pt x="648" y="541"/>
                  </a:lnTo>
                  <a:lnTo>
                    <a:pt x="502" y="468"/>
                  </a:lnTo>
                  <a:lnTo>
                    <a:pt x="326" y="123"/>
                  </a:lnTo>
                  <a:lnTo>
                    <a:pt x="280" y="146"/>
                  </a:lnTo>
                  <a:lnTo>
                    <a:pt x="426" y="426"/>
                  </a:lnTo>
                  <a:lnTo>
                    <a:pt x="426" y="426"/>
                  </a:lnTo>
                  <a:lnTo>
                    <a:pt x="142" y="284"/>
                  </a:lnTo>
                  <a:lnTo>
                    <a:pt x="120" y="330"/>
                  </a:lnTo>
                  <a:lnTo>
                    <a:pt x="464" y="507"/>
                  </a:lnTo>
                  <a:lnTo>
                    <a:pt x="537" y="648"/>
                  </a:lnTo>
                  <a:lnTo>
                    <a:pt x="383" y="698"/>
                  </a:lnTo>
                  <a:lnTo>
                    <a:pt x="16" y="579"/>
                  </a:lnTo>
                  <a:lnTo>
                    <a:pt x="1" y="629"/>
                  </a:lnTo>
                  <a:lnTo>
                    <a:pt x="300" y="725"/>
                  </a:lnTo>
                  <a:lnTo>
                    <a:pt x="1" y="825"/>
                  </a:lnTo>
                  <a:lnTo>
                    <a:pt x="16" y="871"/>
                  </a:lnTo>
                  <a:lnTo>
                    <a:pt x="383" y="752"/>
                  </a:lnTo>
                  <a:lnTo>
                    <a:pt x="537" y="802"/>
                  </a:lnTo>
                  <a:lnTo>
                    <a:pt x="464" y="947"/>
                  </a:lnTo>
                  <a:lnTo>
                    <a:pt x="120" y="1124"/>
                  </a:lnTo>
                  <a:lnTo>
                    <a:pt x="142" y="1170"/>
                  </a:lnTo>
                  <a:lnTo>
                    <a:pt x="426" y="1024"/>
                  </a:lnTo>
                  <a:lnTo>
                    <a:pt x="280" y="1308"/>
                  </a:lnTo>
                  <a:lnTo>
                    <a:pt x="326" y="1331"/>
                  </a:lnTo>
                  <a:lnTo>
                    <a:pt x="502" y="986"/>
                  </a:lnTo>
                  <a:lnTo>
                    <a:pt x="648" y="913"/>
                  </a:lnTo>
                  <a:lnTo>
                    <a:pt x="698" y="1066"/>
                  </a:lnTo>
                  <a:lnTo>
                    <a:pt x="576" y="1434"/>
                  </a:lnTo>
                  <a:lnTo>
                    <a:pt x="625" y="1449"/>
                  </a:lnTo>
                  <a:lnTo>
                    <a:pt x="725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51" y="1066"/>
                  </a:lnTo>
                  <a:lnTo>
                    <a:pt x="801" y="913"/>
                  </a:lnTo>
                  <a:lnTo>
                    <a:pt x="944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4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4" y="426"/>
                  </a:lnTo>
                  <a:lnTo>
                    <a:pt x="1024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4" y="468"/>
                  </a:lnTo>
                  <a:lnTo>
                    <a:pt x="801" y="541"/>
                  </a:lnTo>
                  <a:lnTo>
                    <a:pt x="751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5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33"/>
            <p:cNvSpPr/>
            <p:nvPr/>
          </p:nvSpPr>
          <p:spPr>
            <a:xfrm>
              <a:off x="7372833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51" y="0"/>
                  </a:moveTo>
                  <a:cubicBezTo>
                    <a:pt x="210" y="0"/>
                    <a:pt x="165" y="14"/>
                    <a:pt x="122" y="44"/>
                  </a:cubicBezTo>
                  <a:lnTo>
                    <a:pt x="111" y="56"/>
                  </a:lnTo>
                  <a:cubicBezTo>
                    <a:pt x="1" y="208"/>
                    <a:pt x="108" y="373"/>
                    <a:pt x="253" y="373"/>
                  </a:cubicBezTo>
                  <a:cubicBezTo>
                    <a:pt x="295" y="373"/>
                    <a:pt x="340" y="360"/>
                    <a:pt x="383" y="328"/>
                  </a:cubicBezTo>
                  <a:cubicBezTo>
                    <a:pt x="387" y="324"/>
                    <a:pt x="391" y="320"/>
                    <a:pt x="391" y="316"/>
                  </a:cubicBezTo>
                  <a:cubicBezTo>
                    <a:pt x="501" y="164"/>
                    <a:pt x="395" y="0"/>
                    <a:pt x="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33"/>
            <p:cNvSpPr/>
            <p:nvPr/>
          </p:nvSpPr>
          <p:spPr>
            <a:xfrm>
              <a:off x="6706693" y="1990093"/>
              <a:ext cx="85690" cy="37280"/>
            </a:xfrm>
            <a:custGeom>
              <a:avLst/>
              <a:gdLst/>
              <a:ahLst/>
              <a:cxnLst/>
              <a:rect l="l" t="t" r="r" b="b"/>
              <a:pathLst>
                <a:path w="1779" h="774" extrusionOk="0">
                  <a:moveTo>
                    <a:pt x="465" y="0"/>
                  </a:moveTo>
                  <a:cubicBezTo>
                    <a:pt x="250" y="0"/>
                    <a:pt x="36" y="13"/>
                    <a:pt x="24" y="53"/>
                  </a:cubicBezTo>
                  <a:cubicBezTo>
                    <a:pt x="1" y="126"/>
                    <a:pt x="245" y="643"/>
                    <a:pt x="464" y="774"/>
                  </a:cubicBezTo>
                  <a:lnTo>
                    <a:pt x="1713" y="774"/>
                  </a:lnTo>
                  <a:cubicBezTo>
                    <a:pt x="1713" y="774"/>
                    <a:pt x="1779" y="666"/>
                    <a:pt x="1713" y="601"/>
                  </a:cubicBezTo>
                  <a:lnTo>
                    <a:pt x="1253" y="601"/>
                  </a:lnTo>
                  <a:cubicBezTo>
                    <a:pt x="1253" y="601"/>
                    <a:pt x="1001" y="49"/>
                    <a:pt x="909" y="23"/>
                  </a:cubicBezTo>
                  <a:cubicBezTo>
                    <a:pt x="866" y="11"/>
                    <a:pt x="665" y="0"/>
                    <a:pt x="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33"/>
            <p:cNvSpPr/>
            <p:nvPr/>
          </p:nvSpPr>
          <p:spPr>
            <a:xfrm>
              <a:off x="6952341" y="1761207"/>
              <a:ext cx="439914" cy="112802"/>
            </a:xfrm>
            <a:custGeom>
              <a:avLst/>
              <a:gdLst/>
              <a:ahLst/>
              <a:cxnLst/>
              <a:rect l="l" t="t" r="r" b="b"/>
              <a:pathLst>
                <a:path w="9133" h="2342" extrusionOk="0">
                  <a:moveTo>
                    <a:pt x="4535" y="0"/>
                  </a:moveTo>
                  <a:cubicBezTo>
                    <a:pt x="3505" y="0"/>
                    <a:pt x="2340" y="39"/>
                    <a:pt x="1158" y="157"/>
                  </a:cubicBezTo>
                  <a:cubicBezTo>
                    <a:pt x="1158" y="157"/>
                    <a:pt x="350" y="1490"/>
                    <a:pt x="0" y="2341"/>
                  </a:cubicBezTo>
                  <a:lnTo>
                    <a:pt x="9013" y="2341"/>
                  </a:lnTo>
                  <a:cubicBezTo>
                    <a:pt x="9082" y="2341"/>
                    <a:pt x="9133" y="2268"/>
                    <a:pt x="9101" y="2207"/>
                  </a:cubicBezTo>
                  <a:cubicBezTo>
                    <a:pt x="8944" y="1844"/>
                    <a:pt x="8492" y="836"/>
                    <a:pt x="8105" y="157"/>
                  </a:cubicBezTo>
                  <a:cubicBezTo>
                    <a:pt x="8105" y="157"/>
                    <a:pt x="6593" y="0"/>
                    <a:pt x="45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33"/>
            <p:cNvSpPr/>
            <p:nvPr/>
          </p:nvSpPr>
          <p:spPr>
            <a:xfrm>
              <a:off x="6955472" y="1762652"/>
              <a:ext cx="429365" cy="109864"/>
            </a:xfrm>
            <a:custGeom>
              <a:avLst/>
              <a:gdLst/>
              <a:ahLst/>
              <a:cxnLst/>
              <a:rect l="l" t="t" r="r" b="b"/>
              <a:pathLst>
                <a:path w="8914" h="2281" extrusionOk="0">
                  <a:moveTo>
                    <a:pt x="4469" y="1"/>
                  </a:moveTo>
                  <a:cubicBezTo>
                    <a:pt x="3292" y="1"/>
                    <a:pt x="2174" y="51"/>
                    <a:pt x="1143" y="150"/>
                  </a:cubicBezTo>
                  <a:cubicBezTo>
                    <a:pt x="1124" y="154"/>
                    <a:pt x="1108" y="166"/>
                    <a:pt x="1097" y="181"/>
                  </a:cubicBezTo>
                  <a:cubicBezTo>
                    <a:pt x="966" y="395"/>
                    <a:pt x="349" y="1441"/>
                    <a:pt x="16" y="2192"/>
                  </a:cubicBezTo>
                  <a:cubicBezTo>
                    <a:pt x="1" y="2235"/>
                    <a:pt x="32" y="2281"/>
                    <a:pt x="73" y="2281"/>
                  </a:cubicBezTo>
                  <a:lnTo>
                    <a:pt x="8408" y="2281"/>
                  </a:lnTo>
                  <a:cubicBezTo>
                    <a:pt x="8711" y="2281"/>
                    <a:pt x="8914" y="1966"/>
                    <a:pt x="8787" y="1690"/>
                  </a:cubicBezTo>
                  <a:cubicBezTo>
                    <a:pt x="8580" y="1242"/>
                    <a:pt x="8297" y="641"/>
                    <a:pt x="8037" y="181"/>
                  </a:cubicBezTo>
                  <a:cubicBezTo>
                    <a:pt x="8025" y="166"/>
                    <a:pt x="8010" y="154"/>
                    <a:pt x="7987" y="150"/>
                  </a:cubicBezTo>
                  <a:cubicBezTo>
                    <a:pt x="7715" y="127"/>
                    <a:pt x="6300" y="1"/>
                    <a:pt x="4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33"/>
            <p:cNvSpPr/>
            <p:nvPr/>
          </p:nvSpPr>
          <p:spPr>
            <a:xfrm>
              <a:off x="7117744" y="1761400"/>
              <a:ext cx="17918" cy="112610"/>
            </a:xfrm>
            <a:custGeom>
              <a:avLst/>
              <a:gdLst/>
              <a:ahLst/>
              <a:cxnLst/>
              <a:rect l="l" t="t" r="r" b="b"/>
              <a:pathLst>
                <a:path w="372" h="2338" extrusionOk="0">
                  <a:moveTo>
                    <a:pt x="360" y="0"/>
                  </a:moveTo>
                  <a:cubicBezTo>
                    <a:pt x="96" y="1184"/>
                    <a:pt x="0" y="2337"/>
                    <a:pt x="0" y="2337"/>
                  </a:cubicBezTo>
                  <a:lnTo>
                    <a:pt x="15" y="2337"/>
                  </a:lnTo>
                  <a:cubicBezTo>
                    <a:pt x="15" y="2337"/>
                    <a:pt x="15" y="2318"/>
                    <a:pt x="20" y="2287"/>
                  </a:cubicBezTo>
                  <a:cubicBezTo>
                    <a:pt x="43" y="2050"/>
                    <a:pt x="142" y="1039"/>
                    <a:pt x="372" y="4"/>
                  </a:cubicBezTo>
                  <a:lnTo>
                    <a:pt x="3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33"/>
            <p:cNvSpPr/>
            <p:nvPr/>
          </p:nvSpPr>
          <p:spPr>
            <a:xfrm>
              <a:off x="7298224" y="1766505"/>
              <a:ext cx="31453" cy="106204"/>
            </a:xfrm>
            <a:custGeom>
              <a:avLst/>
              <a:gdLst/>
              <a:ahLst/>
              <a:cxnLst/>
              <a:rect l="l" t="t" r="r" b="b"/>
              <a:pathLst>
                <a:path w="653" h="2205" extrusionOk="0">
                  <a:moveTo>
                    <a:pt x="16" y="1"/>
                  </a:moveTo>
                  <a:lnTo>
                    <a:pt x="1" y="9"/>
                  </a:lnTo>
                  <a:cubicBezTo>
                    <a:pt x="158" y="411"/>
                    <a:pt x="319" y="963"/>
                    <a:pt x="438" y="1407"/>
                  </a:cubicBezTo>
                  <a:cubicBezTo>
                    <a:pt x="498" y="1633"/>
                    <a:pt x="549" y="1833"/>
                    <a:pt x="583" y="1975"/>
                  </a:cubicBezTo>
                  <a:cubicBezTo>
                    <a:pt x="602" y="2047"/>
                    <a:pt x="613" y="2101"/>
                    <a:pt x="625" y="2143"/>
                  </a:cubicBezTo>
                  <a:cubicBezTo>
                    <a:pt x="633" y="2181"/>
                    <a:pt x="636" y="2204"/>
                    <a:pt x="636" y="2204"/>
                  </a:cubicBezTo>
                  <a:lnTo>
                    <a:pt x="652" y="2201"/>
                  </a:lnTo>
                  <a:cubicBezTo>
                    <a:pt x="652" y="2201"/>
                    <a:pt x="330" y="814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33"/>
            <p:cNvSpPr/>
            <p:nvPr/>
          </p:nvSpPr>
          <p:spPr>
            <a:xfrm>
              <a:off x="6930185" y="1878203"/>
              <a:ext cx="409087" cy="132550"/>
            </a:xfrm>
            <a:custGeom>
              <a:avLst/>
              <a:gdLst/>
              <a:ahLst/>
              <a:cxnLst/>
              <a:rect l="l" t="t" r="r" b="b"/>
              <a:pathLst>
                <a:path w="8493" h="2752" extrusionOk="0">
                  <a:moveTo>
                    <a:pt x="8320" y="0"/>
                  </a:moveTo>
                  <a:lnTo>
                    <a:pt x="8305" y="8"/>
                  </a:lnTo>
                  <a:cubicBezTo>
                    <a:pt x="8351" y="119"/>
                    <a:pt x="8392" y="303"/>
                    <a:pt x="8427" y="460"/>
                  </a:cubicBezTo>
                  <a:cubicBezTo>
                    <a:pt x="8443" y="541"/>
                    <a:pt x="8454" y="614"/>
                    <a:pt x="8461" y="663"/>
                  </a:cubicBezTo>
                  <a:cubicBezTo>
                    <a:pt x="8470" y="690"/>
                    <a:pt x="8473" y="709"/>
                    <a:pt x="8473" y="725"/>
                  </a:cubicBezTo>
                  <a:cubicBezTo>
                    <a:pt x="8475" y="732"/>
                    <a:pt x="8476" y="737"/>
                    <a:pt x="8476" y="741"/>
                  </a:cubicBezTo>
                  <a:lnTo>
                    <a:pt x="8476" y="741"/>
                  </a:lnTo>
                  <a:cubicBezTo>
                    <a:pt x="8239" y="782"/>
                    <a:pt x="8058" y="926"/>
                    <a:pt x="7918" y="1120"/>
                  </a:cubicBezTo>
                  <a:cubicBezTo>
                    <a:pt x="7699" y="1415"/>
                    <a:pt x="7580" y="1820"/>
                    <a:pt x="7511" y="2154"/>
                  </a:cubicBezTo>
                  <a:cubicBezTo>
                    <a:pt x="7449" y="2451"/>
                    <a:pt x="7434" y="2692"/>
                    <a:pt x="7432" y="2736"/>
                  </a:cubicBezTo>
                  <a:lnTo>
                    <a:pt x="1046" y="2736"/>
                  </a:lnTo>
                  <a:cubicBezTo>
                    <a:pt x="953" y="2005"/>
                    <a:pt x="698" y="1563"/>
                    <a:pt x="460" y="1307"/>
                  </a:cubicBezTo>
                  <a:cubicBezTo>
                    <a:pt x="249" y="1071"/>
                    <a:pt x="56" y="989"/>
                    <a:pt x="19" y="975"/>
                  </a:cubicBezTo>
                  <a:lnTo>
                    <a:pt x="19" y="975"/>
                  </a:lnTo>
                  <a:lnTo>
                    <a:pt x="411" y="46"/>
                  </a:lnTo>
                  <a:lnTo>
                    <a:pt x="400" y="43"/>
                  </a:lnTo>
                  <a:lnTo>
                    <a:pt x="1" y="985"/>
                  </a:lnTo>
                  <a:lnTo>
                    <a:pt x="9" y="985"/>
                  </a:lnTo>
                  <a:lnTo>
                    <a:pt x="12" y="989"/>
                  </a:lnTo>
                  <a:cubicBezTo>
                    <a:pt x="35" y="996"/>
                    <a:pt x="246" y="1081"/>
                    <a:pt x="472" y="1341"/>
                  </a:cubicBezTo>
                  <a:cubicBezTo>
                    <a:pt x="699" y="1599"/>
                    <a:pt x="943" y="2036"/>
                    <a:pt x="1031" y="2744"/>
                  </a:cubicBezTo>
                  <a:lnTo>
                    <a:pt x="1031" y="2752"/>
                  </a:lnTo>
                  <a:lnTo>
                    <a:pt x="7442" y="2752"/>
                  </a:lnTo>
                  <a:lnTo>
                    <a:pt x="7442" y="2744"/>
                  </a:lnTo>
                  <a:cubicBezTo>
                    <a:pt x="7442" y="2744"/>
                    <a:pt x="7446" y="2736"/>
                    <a:pt x="7446" y="2725"/>
                  </a:cubicBezTo>
                  <a:cubicBezTo>
                    <a:pt x="7454" y="2625"/>
                    <a:pt x="7492" y="2165"/>
                    <a:pt x="7642" y="1717"/>
                  </a:cubicBezTo>
                  <a:cubicBezTo>
                    <a:pt x="7715" y="1491"/>
                    <a:pt x="7818" y="1269"/>
                    <a:pt x="7956" y="1093"/>
                  </a:cubicBezTo>
                  <a:cubicBezTo>
                    <a:pt x="8094" y="920"/>
                    <a:pt x="8266" y="789"/>
                    <a:pt x="8484" y="755"/>
                  </a:cubicBezTo>
                  <a:lnTo>
                    <a:pt x="8493" y="752"/>
                  </a:lnTo>
                  <a:lnTo>
                    <a:pt x="8493" y="748"/>
                  </a:lnTo>
                  <a:cubicBezTo>
                    <a:pt x="8493" y="748"/>
                    <a:pt x="8473" y="617"/>
                    <a:pt x="8438" y="460"/>
                  </a:cubicBezTo>
                  <a:cubicBezTo>
                    <a:pt x="8408" y="303"/>
                    <a:pt x="8366" y="115"/>
                    <a:pt x="83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33"/>
            <p:cNvSpPr/>
            <p:nvPr/>
          </p:nvSpPr>
          <p:spPr>
            <a:xfrm>
              <a:off x="7111097" y="1878203"/>
              <a:ext cx="7418" cy="127396"/>
            </a:xfrm>
            <a:custGeom>
              <a:avLst/>
              <a:gdLst/>
              <a:ahLst/>
              <a:cxnLst/>
              <a:rect l="l" t="t" r="r" b="b"/>
              <a:pathLst>
                <a:path w="154" h="2645" extrusionOk="0">
                  <a:moveTo>
                    <a:pt x="138" y="0"/>
                  </a:moveTo>
                  <a:cubicBezTo>
                    <a:pt x="23" y="499"/>
                    <a:pt x="0" y="1315"/>
                    <a:pt x="0" y="1909"/>
                  </a:cubicBezTo>
                  <a:cubicBezTo>
                    <a:pt x="0" y="2334"/>
                    <a:pt x="11" y="2644"/>
                    <a:pt x="11" y="2644"/>
                  </a:cubicBezTo>
                  <a:lnTo>
                    <a:pt x="27" y="2644"/>
                  </a:lnTo>
                  <a:cubicBezTo>
                    <a:pt x="27" y="2644"/>
                    <a:pt x="27" y="2625"/>
                    <a:pt x="23" y="2587"/>
                  </a:cubicBezTo>
                  <a:cubicBezTo>
                    <a:pt x="20" y="2480"/>
                    <a:pt x="15" y="2227"/>
                    <a:pt x="15" y="1909"/>
                  </a:cubicBezTo>
                  <a:cubicBezTo>
                    <a:pt x="15" y="1315"/>
                    <a:pt x="38" y="499"/>
                    <a:pt x="153" y="4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33"/>
            <p:cNvSpPr/>
            <p:nvPr/>
          </p:nvSpPr>
          <p:spPr>
            <a:xfrm>
              <a:off x="7076369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0" y="1"/>
                  </a:moveTo>
                  <a:lnTo>
                    <a:pt x="0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33"/>
            <p:cNvSpPr/>
            <p:nvPr/>
          </p:nvSpPr>
          <p:spPr>
            <a:xfrm>
              <a:off x="7284015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1" y="1"/>
                  </a:moveTo>
                  <a:lnTo>
                    <a:pt x="1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33"/>
            <p:cNvSpPr/>
            <p:nvPr/>
          </p:nvSpPr>
          <p:spPr>
            <a:xfrm>
              <a:off x="6948825" y="1883549"/>
              <a:ext cx="440829" cy="819"/>
            </a:xfrm>
            <a:custGeom>
              <a:avLst/>
              <a:gdLst/>
              <a:ahLst/>
              <a:cxnLst/>
              <a:rect l="l" t="t" r="r" b="b"/>
              <a:pathLst>
                <a:path w="9152" h="17" extrusionOk="0">
                  <a:moveTo>
                    <a:pt x="1" y="1"/>
                  </a:moveTo>
                  <a:lnTo>
                    <a:pt x="1" y="16"/>
                  </a:lnTo>
                  <a:lnTo>
                    <a:pt x="9151" y="16"/>
                  </a:lnTo>
                  <a:lnTo>
                    <a:pt x="91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33"/>
            <p:cNvSpPr/>
            <p:nvPr/>
          </p:nvSpPr>
          <p:spPr>
            <a:xfrm>
              <a:off x="6939288" y="1839092"/>
              <a:ext cx="67194" cy="39303"/>
            </a:xfrm>
            <a:custGeom>
              <a:avLst/>
              <a:gdLst/>
              <a:ahLst/>
              <a:cxnLst/>
              <a:rect l="l" t="t" r="r" b="b"/>
              <a:pathLst>
                <a:path w="1395" h="816" extrusionOk="0">
                  <a:moveTo>
                    <a:pt x="1083" y="0"/>
                  </a:moveTo>
                  <a:cubicBezTo>
                    <a:pt x="875" y="0"/>
                    <a:pt x="569" y="21"/>
                    <a:pt x="425" y="54"/>
                  </a:cubicBezTo>
                  <a:cubicBezTo>
                    <a:pt x="352" y="69"/>
                    <a:pt x="202" y="445"/>
                    <a:pt x="202" y="445"/>
                  </a:cubicBezTo>
                  <a:lnTo>
                    <a:pt x="69" y="445"/>
                  </a:lnTo>
                  <a:cubicBezTo>
                    <a:pt x="69" y="445"/>
                    <a:pt x="0" y="697"/>
                    <a:pt x="69" y="797"/>
                  </a:cubicBezTo>
                  <a:cubicBezTo>
                    <a:pt x="69" y="797"/>
                    <a:pt x="580" y="816"/>
                    <a:pt x="936" y="816"/>
                  </a:cubicBezTo>
                  <a:cubicBezTo>
                    <a:pt x="1115" y="816"/>
                    <a:pt x="1254" y="811"/>
                    <a:pt x="1272" y="797"/>
                  </a:cubicBezTo>
                  <a:cubicBezTo>
                    <a:pt x="1329" y="751"/>
                    <a:pt x="1394" y="38"/>
                    <a:pt x="1272" y="11"/>
                  </a:cubicBezTo>
                  <a:cubicBezTo>
                    <a:pt x="1237" y="4"/>
                    <a:pt x="1168" y="0"/>
                    <a:pt x="10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33"/>
            <p:cNvSpPr/>
            <p:nvPr/>
          </p:nvSpPr>
          <p:spPr>
            <a:xfrm>
              <a:off x="6975605" y="1867124"/>
              <a:ext cx="20519" cy="1493"/>
            </a:xfrm>
            <a:custGeom>
              <a:avLst/>
              <a:gdLst/>
              <a:ahLst/>
              <a:cxnLst/>
              <a:rect l="l" t="t" r="r" b="b"/>
              <a:pathLst>
                <a:path w="426" h="31" extrusionOk="0">
                  <a:moveTo>
                    <a:pt x="0" y="0"/>
                  </a:moveTo>
                  <a:lnTo>
                    <a:pt x="0" y="16"/>
                  </a:lnTo>
                  <a:lnTo>
                    <a:pt x="426" y="31"/>
                  </a:lnTo>
                  <a:lnTo>
                    <a:pt x="42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33"/>
            <p:cNvSpPr/>
            <p:nvPr/>
          </p:nvSpPr>
          <p:spPr>
            <a:xfrm>
              <a:off x="6745081" y="1878010"/>
              <a:ext cx="170417" cy="36798"/>
            </a:xfrm>
            <a:custGeom>
              <a:avLst/>
              <a:gdLst/>
              <a:ahLst/>
              <a:cxnLst/>
              <a:rect l="l" t="t" r="r" b="b"/>
              <a:pathLst>
                <a:path w="3538" h="764" extrusionOk="0">
                  <a:moveTo>
                    <a:pt x="3534" y="1"/>
                  </a:moveTo>
                  <a:cubicBezTo>
                    <a:pt x="3534" y="1"/>
                    <a:pt x="3522" y="4"/>
                    <a:pt x="3503" y="8"/>
                  </a:cubicBezTo>
                  <a:cubicBezTo>
                    <a:pt x="3346" y="47"/>
                    <a:pt x="2653" y="227"/>
                    <a:pt x="1978" y="395"/>
                  </a:cubicBezTo>
                  <a:cubicBezTo>
                    <a:pt x="1641" y="480"/>
                    <a:pt x="1311" y="564"/>
                    <a:pt x="1058" y="629"/>
                  </a:cubicBezTo>
                  <a:cubicBezTo>
                    <a:pt x="932" y="660"/>
                    <a:pt x="824" y="687"/>
                    <a:pt x="744" y="706"/>
                  </a:cubicBezTo>
                  <a:cubicBezTo>
                    <a:pt x="663" y="724"/>
                    <a:pt x="610" y="736"/>
                    <a:pt x="594" y="740"/>
                  </a:cubicBezTo>
                  <a:cubicBezTo>
                    <a:pt x="552" y="744"/>
                    <a:pt x="472" y="747"/>
                    <a:pt x="384" y="747"/>
                  </a:cubicBezTo>
                  <a:cubicBezTo>
                    <a:pt x="295" y="747"/>
                    <a:pt x="200" y="744"/>
                    <a:pt x="127" y="744"/>
                  </a:cubicBezTo>
                  <a:cubicBezTo>
                    <a:pt x="89" y="740"/>
                    <a:pt x="58" y="740"/>
                    <a:pt x="35" y="740"/>
                  </a:cubicBezTo>
                  <a:lnTo>
                    <a:pt x="0" y="740"/>
                  </a:lnTo>
                  <a:lnTo>
                    <a:pt x="0" y="752"/>
                  </a:lnTo>
                  <a:cubicBezTo>
                    <a:pt x="0" y="752"/>
                    <a:pt x="207" y="763"/>
                    <a:pt x="384" y="763"/>
                  </a:cubicBezTo>
                  <a:cubicBezTo>
                    <a:pt x="472" y="763"/>
                    <a:pt x="552" y="759"/>
                    <a:pt x="598" y="752"/>
                  </a:cubicBezTo>
                  <a:cubicBezTo>
                    <a:pt x="614" y="752"/>
                    <a:pt x="671" y="736"/>
                    <a:pt x="763" y="717"/>
                  </a:cubicBezTo>
                  <a:cubicBezTo>
                    <a:pt x="1388" y="564"/>
                    <a:pt x="3537" y="16"/>
                    <a:pt x="3537" y="16"/>
                  </a:cubicBezTo>
                  <a:lnTo>
                    <a:pt x="35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33"/>
            <p:cNvSpPr/>
            <p:nvPr/>
          </p:nvSpPr>
          <p:spPr>
            <a:xfrm>
              <a:off x="6732173" y="1970104"/>
              <a:ext cx="14065" cy="819"/>
            </a:xfrm>
            <a:custGeom>
              <a:avLst/>
              <a:gdLst/>
              <a:ahLst/>
              <a:cxnLst/>
              <a:rect l="l" t="t" r="r" b="b"/>
              <a:pathLst>
                <a:path w="292" h="17" extrusionOk="0">
                  <a:moveTo>
                    <a:pt x="291" y="1"/>
                  </a:moveTo>
                  <a:lnTo>
                    <a:pt x="1" y="4"/>
                  </a:lnTo>
                  <a:lnTo>
                    <a:pt x="1" y="16"/>
                  </a:lnTo>
                  <a:lnTo>
                    <a:pt x="291" y="16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33"/>
            <p:cNvSpPr/>
            <p:nvPr/>
          </p:nvSpPr>
          <p:spPr>
            <a:xfrm>
              <a:off x="6734003" y="1964950"/>
              <a:ext cx="14065" cy="771"/>
            </a:xfrm>
            <a:custGeom>
              <a:avLst/>
              <a:gdLst/>
              <a:ahLst/>
              <a:cxnLst/>
              <a:rect l="l" t="t" r="r" b="b"/>
              <a:pathLst>
                <a:path w="292" h="16" extrusionOk="0">
                  <a:moveTo>
                    <a:pt x="0" y="0"/>
                  </a:moveTo>
                  <a:lnTo>
                    <a:pt x="0" y="16"/>
                  </a:lnTo>
                  <a:lnTo>
                    <a:pt x="292" y="16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33"/>
            <p:cNvSpPr/>
            <p:nvPr/>
          </p:nvSpPr>
          <p:spPr>
            <a:xfrm>
              <a:off x="6735689" y="1959796"/>
              <a:ext cx="14017" cy="771"/>
            </a:xfrm>
            <a:custGeom>
              <a:avLst/>
              <a:gdLst/>
              <a:ahLst/>
              <a:cxnLst/>
              <a:rect l="l" t="t" r="r" b="b"/>
              <a:pathLst>
                <a:path w="291" h="16" extrusionOk="0">
                  <a:moveTo>
                    <a:pt x="0" y="0"/>
                  </a:moveTo>
                  <a:lnTo>
                    <a:pt x="0" y="15"/>
                  </a:lnTo>
                  <a:lnTo>
                    <a:pt x="291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6" name="Google Shape;4036;p33"/>
          <p:cNvGrpSpPr/>
          <p:nvPr/>
        </p:nvGrpSpPr>
        <p:grpSpPr>
          <a:xfrm flipH="1">
            <a:off x="5767921" y="4224806"/>
            <a:ext cx="1289131" cy="709819"/>
            <a:chOff x="6803356" y="2469281"/>
            <a:chExt cx="717739" cy="395200"/>
          </a:xfrm>
        </p:grpSpPr>
        <p:sp>
          <p:nvSpPr>
            <p:cNvPr id="4037" name="Google Shape;4037;p33"/>
            <p:cNvSpPr/>
            <p:nvPr/>
          </p:nvSpPr>
          <p:spPr>
            <a:xfrm>
              <a:off x="7000982" y="2772632"/>
              <a:ext cx="330092" cy="39592"/>
            </a:xfrm>
            <a:custGeom>
              <a:avLst/>
              <a:gdLst/>
              <a:ahLst/>
              <a:cxnLst/>
              <a:rect l="l" t="t" r="r" b="b"/>
              <a:pathLst>
                <a:path w="6853" h="822" extrusionOk="0">
                  <a:moveTo>
                    <a:pt x="1" y="1"/>
                  </a:moveTo>
                  <a:lnTo>
                    <a:pt x="59" y="729"/>
                  </a:lnTo>
                  <a:lnTo>
                    <a:pt x="461" y="729"/>
                  </a:lnTo>
                  <a:lnTo>
                    <a:pt x="699" y="545"/>
                  </a:lnTo>
                  <a:lnTo>
                    <a:pt x="5715" y="415"/>
                  </a:lnTo>
                  <a:cubicBezTo>
                    <a:pt x="5716" y="415"/>
                    <a:pt x="5718" y="415"/>
                    <a:pt x="5720" y="415"/>
                  </a:cubicBezTo>
                  <a:cubicBezTo>
                    <a:pt x="5752" y="415"/>
                    <a:pt x="5780" y="444"/>
                    <a:pt x="5780" y="480"/>
                  </a:cubicBezTo>
                  <a:cubicBezTo>
                    <a:pt x="5780" y="515"/>
                    <a:pt x="5810" y="545"/>
                    <a:pt x="5844" y="545"/>
                  </a:cubicBezTo>
                  <a:lnTo>
                    <a:pt x="6097" y="545"/>
                  </a:lnTo>
                  <a:cubicBezTo>
                    <a:pt x="6120" y="545"/>
                    <a:pt x="6140" y="553"/>
                    <a:pt x="6151" y="572"/>
                  </a:cubicBezTo>
                  <a:lnTo>
                    <a:pt x="6323" y="821"/>
                  </a:lnTo>
                  <a:lnTo>
                    <a:pt x="6852" y="821"/>
                  </a:lnTo>
                  <a:lnTo>
                    <a:pt x="6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33"/>
            <p:cNvSpPr/>
            <p:nvPr/>
          </p:nvSpPr>
          <p:spPr>
            <a:xfrm>
              <a:off x="6810961" y="2469281"/>
              <a:ext cx="710133" cy="348811"/>
            </a:xfrm>
            <a:custGeom>
              <a:avLst/>
              <a:gdLst/>
              <a:ahLst/>
              <a:cxnLst/>
              <a:rect l="l" t="t" r="r" b="b"/>
              <a:pathLst>
                <a:path w="14743" h="7242" extrusionOk="0">
                  <a:moveTo>
                    <a:pt x="4573" y="0"/>
                  </a:moveTo>
                  <a:cubicBezTo>
                    <a:pt x="2661" y="0"/>
                    <a:pt x="1401" y="65"/>
                    <a:pt x="962" y="91"/>
                  </a:cubicBezTo>
                  <a:cubicBezTo>
                    <a:pt x="855" y="100"/>
                    <a:pt x="767" y="169"/>
                    <a:pt x="736" y="268"/>
                  </a:cubicBezTo>
                  <a:cubicBezTo>
                    <a:pt x="338" y="1609"/>
                    <a:pt x="258" y="3441"/>
                    <a:pt x="246" y="3881"/>
                  </a:cubicBezTo>
                  <a:cubicBezTo>
                    <a:pt x="242" y="3943"/>
                    <a:pt x="207" y="4000"/>
                    <a:pt x="154" y="4027"/>
                  </a:cubicBezTo>
                  <a:cubicBezTo>
                    <a:pt x="104" y="4058"/>
                    <a:pt x="69" y="4111"/>
                    <a:pt x="65" y="4169"/>
                  </a:cubicBezTo>
                  <a:cubicBezTo>
                    <a:pt x="0" y="5146"/>
                    <a:pt x="108" y="6636"/>
                    <a:pt x="108" y="6636"/>
                  </a:cubicBezTo>
                  <a:lnTo>
                    <a:pt x="859" y="6636"/>
                  </a:lnTo>
                  <a:lnTo>
                    <a:pt x="1747" y="7242"/>
                  </a:lnTo>
                  <a:lnTo>
                    <a:pt x="3863" y="7242"/>
                  </a:lnTo>
                  <a:lnTo>
                    <a:pt x="4656" y="6636"/>
                  </a:lnTo>
                  <a:lnTo>
                    <a:pt x="10354" y="6636"/>
                  </a:lnTo>
                  <a:lnTo>
                    <a:pt x="10952" y="7108"/>
                  </a:lnTo>
                  <a:lnTo>
                    <a:pt x="13386" y="7108"/>
                  </a:lnTo>
                  <a:lnTo>
                    <a:pt x="13887" y="6736"/>
                  </a:lnTo>
                  <a:lnTo>
                    <a:pt x="14454" y="6736"/>
                  </a:lnTo>
                  <a:cubicBezTo>
                    <a:pt x="14520" y="6736"/>
                    <a:pt x="14577" y="6686"/>
                    <a:pt x="14581" y="6617"/>
                  </a:cubicBezTo>
                  <a:cubicBezTo>
                    <a:pt x="14742" y="4935"/>
                    <a:pt x="14412" y="3533"/>
                    <a:pt x="14412" y="3533"/>
                  </a:cubicBezTo>
                  <a:lnTo>
                    <a:pt x="13519" y="3234"/>
                  </a:lnTo>
                  <a:lnTo>
                    <a:pt x="12274" y="367"/>
                  </a:lnTo>
                  <a:cubicBezTo>
                    <a:pt x="12254" y="329"/>
                    <a:pt x="12220" y="306"/>
                    <a:pt x="12178" y="303"/>
                  </a:cubicBezTo>
                  <a:cubicBezTo>
                    <a:pt x="9095" y="66"/>
                    <a:pt x="6503" y="0"/>
                    <a:pt x="4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33"/>
            <p:cNvSpPr/>
            <p:nvPr/>
          </p:nvSpPr>
          <p:spPr>
            <a:xfrm>
              <a:off x="6804271" y="2758471"/>
              <a:ext cx="38582" cy="34004"/>
            </a:xfrm>
            <a:custGeom>
              <a:avLst/>
              <a:gdLst/>
              <a:ahLst/>
              <a:cxnLst/>
              <a:rect l="l" t="t" r="r" b="b"/>
              <a:pathLst>
                <a:path w="801" h="706" extrusionOk="0">
                  <a:moveTo>
                    <a:pt x="84" y="1"/>
                  </a:moveTo>
                  <a:cubicBezTo>
                    <a:pt x="38" y="1"/>
                    <a:pt x="1" y="38"/>
                    <a:pt x="1" y="84"/>
                  </a:cubicBezTo>
                  <a:cubicBezTo>
                    <a:pt x="1" y="196"/>
                    <a:pt x="4" y="410"/>
                    <a:pt x="50" y="640"/>
                  </a:cubicBezTo>
                  <a:cubicBezTo>
                    <a:pt x="58" y="678"/>
                    <a:pt x="93" y="705"/>
                    <a:pt x="130" y="705"/>
                  </a:cubicBezTo>
                  <a:lnTo>
                    <a:pt x="717" y="705"/>
                  </a:lnTo>
                  <a:cubicBezTo>
                    <a:pt x="763" y="705"/>
                    <a:pt x="801" y="667"/>
                    <a:pt x="797" y="617"/>
                  </a:cubicBezTo>
                  <a:lnTo>
                    <a:pt x="770" y="81"/>
                  </a:lnTo>
                  <a:cubicBezTo>
                    <a:pt x="770" y="35"/>
                    <a:pt x="732" y="1"/>
                    <a:pt x="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33"/>
            <p:cNvSpPr/>
            <p:nvPr/>
          </p:nvSpPr>
          <p:spPr>
            <a:xfrm>
              <a:off x="7391563" y="2497121"/>
              <a:ext cx="64785" cy="128119"/>
            </a:xfrm>
            <a:custGeom>
              <a:avLst/>
              <a:gdLst/>
              <a:ahLst/>
              <a:cxnLst/>
              <a:rect l="l" t="t" r="r" b="b"/>
              <a:pathLst>
                <a:path w="1345" h="2660" extrusionOk="0">
                  <a:moveTo>
                    <a:pt x="0" y="1"/>
                  </a:moveTo>
                  <a:cubicBezTo>
                    <a:pt x="126" y="1104"/>
                    <a:pt x="759" y="2659"/>
                    <a:pt x="759" y="2659"/>
                  </a:cubicBezTo>
                  <a:lnTo>
                    <a:pt x="1345" y="265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33"/>
            <p:cNvSpPr/>
            <p:nvPr/>
          </p:nvSpPr>
          <p:spPr>
            <a:xfrm>
              <a:off x="7309969" y="2717867"/>
              <a:ext cx="164107" cy="93825"/>
            </a:xfrm>
            <a:custGeom>
              <a:avLst/>
              <a:gdLst/>
              <a:ahLst/>
              <a:cxnLst/>
              <a:rect l="l" t="t" r="r" b="b"/>
              <a:pathLst>
                <a:path w="3407" h="1948" extrusionOk="0">
                  <a:moveTo>
                    <a:pt x="1687" y="0"/>
                  </a:moveTo>
                  <a:cubicBezTo>
                    <a:pt x="288" y="0"/>
                    <a:pt x="0" y="1575"/>
                    <a:pt x="0" y="1575"/>
                  </a:cubicBezTo>
                  <a:lnTo>
                    <a:pt x="472" y="1947"/>
                  </a:lnTo>
                  <a:lnTo>
                    <a:pt x="2906" y="1947"/>
                  </a:lnTo>
                  <a:lnTo>
                    <a:pt x="3407" y="1575"/>
                  </a:lnTo>
                  <a:cubicBezTo>
                    <a:pt x="3407" y="1575"/>
                    <a:pt x="3085" y="0"/>
                    <a:pt x="16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33"/>
            <p:cNvSpPr/>
            <p:nvPr/>
          </p:nvSpPr>
          <p:spPr>
            <a:xfrm>
              <a:off x="6857591" y="2717867"/>
              <a:ext cx="165600" cy="93825"/>
            </a:xfrm>
            <a:custGeom>
              <a:avLst/>
              <a:gdLst/>
              <a:ahLst/>
              <a:cxnLst/>
              <a:rect l="l" t="t" r="r" b="b"/>
              <a:pathLst>
                <a:path w="3438" h="1948" extrusionOk="0">
                  <a:moveTo>
                    <a:pt x="1717" y="0"/>
                  </a:moveTo>
                  <a:cubicBezTo>
                    <a:pt x="319" y="0"/>
                    <a:pt x="1" y="1629"/>
                    <a:pt x="1" y="1629"/>
                  </a:cubicBezTo>
                  <a:lnTo>
                    <a:pt x="468" y="1947"/>
                  </a:lnTo>
                  <a:lnTo>
                    <a:pt x="2947" y="1947"/>
                  </a:lnTo>
                  <a:lnTo>
                    <a:pt x="3438" y="1575"/>
                  </a:lnTo>
                  <a:cubicBezTo>
                    <a:pt x="3438" y="1575"/>
                    <a:pt x="3116" y="0"/>
                    <a:pt x="17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33"/>
            <p:cNvSpPr/>
            <p:nvPr/>
          </p:nvSpPr>
          <p:spPr>
            <a:xfrm>
              <a:off x="6847621" y="2728078"/>
              <a:ext cx="183711" cy="136403"/>
            </a:xfrm>
            <a:custGeom>
              <a:avLst/>
              <a:gdLst/>
              <a:ahLst/>
              <a:cxnLst/>
              <a:rect l="l" t="t" r="r" b="b"/>
              <a:pathLst>
                <a:path w="3814" h="2832" extrusionOk="0">
                  <a:moveTo>
                    <a:pt x="1906" y="0"/>
                  </a:moveTo>
                  <a:cubicBezTo>
                    <a:pt x="807" y="0"/>
                    <a:pt x="1" y="1253"/>
                    <a:pt x="836" y="2409"/>
                  </a:cubicBezTo>
                  <a:cubicBezTo>
                    <a:pt x="859" y="2440"/>
                    <a:pt x="886" y="2463"/>
                    <a:pt x="912" y="2486"/>
                  </a:cubicBezTo>
                  <a:cubicBezTo>
                    <a:pt x="1246" y="2727"/>
                    <a:pt x="1588" y="2831"/>
                    <a:pt x="1905" y="2831"/>
                  </a:cubicBezTo>
                  <a:cubicBezTo>
                    <a:pt x="3006" y="2831"/>
                    <a:pt x="3814" y="1577"/>
                    <a:pt x="2978" y="420"/>
                  </a:cubicBezTo>
                  <a:cubicBezTo>
                    <a:pt x="2955" y="393"/>
                    <a:pt x="2928" y="367"/>
                    <a:pt x="2902" y="348"/>
                  </a:cubicBezTo>
                  <a:cubicBezTo>
                    <a:pt x="2567" y="105"/>
                    <a:pt x="2224" y="0"/>
                    <a:pt x="1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33"/>
            <p:cNvSpPr/>
            <p:nvPr/>
          </p:nvSpPr>
          <p:spPr>
            <a:xfrm>
              <a:off x="6882445" y="2756207"/>
              <a:ext cx="114061" cy="80147"/>
            </a:xfrm>
            <a:custGeom>
              <a:avLst/>
              <a:gdLst/>
              <a:ahLst/>
              <a:cxnLst/>
              <a:rect l="l" t="t" r="r" b="b"/>
              <a:pathLst>
                <a:path w="2368" h="1664" extrusionOk="0">
                  <a:moveTo>
                    <a:pt x="1166" y="1"/>
                  </a:moveTo>
                  <a:cubicBezTo>
                    <a:pt x="1058" y="1"/>
                    <a:pt x="943" y="19"/>
                    <a:pt x="822" y="59"/>
                  </a:cubicBezTo>
                  <a:cubicBezTo>
                    <a:pt x="803" y="62"/>
                    <a:pt x="787" y="74"/>
                    <a:pt x="772" y="82"/>
                  </a:cubicBezTo>
                  <a:cubicBezTo>
                    <a:pt x="1" y="644"/>
                    <a:pt x="395" y="1663"/>
                    <a:pt x="1205" y="1663"/>
                  </a:cubicBezTo>
                  <a:cubicBezTo>
                    <a:pt x="1312" y="1663"/>
                    <a:pt x="1426" y="1645"/>
                    <a:pt x="1546" y="1607"/>
                  </a:cubicBezTo>
                  <a:cubicBezTo>
                    <a:pt x="1565" y="1599"/>
                    <a:pt x="1581" y="1592"/>
                    <a:pt x="1596" y="1580"/>
                  </a:cubicBezTo>
                  <a:cubicBezTo>
                    <a:pt x="2367" y="1019"/>
                    <a:pt x="1975" y="1"/>
                    <a:pt x="1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33"/>
            <p:cNvSpPr/>
            <p:nvPr/>
          </p:nvSpPr>
          <p:spPr>
            <a:xfrm>
              <a:off x="6885287" y="2758327"/>
              <a:ext cx="108232" cy="75860"/>
            </a:xfrm>
            <a:custGeom>
              <a:avLst/>
              <a:gdLst/>
              <a:ahLst/>
              <a:cxnLst/>
              <a:rect l="l" t="t" r="r" b="b"/>
              <a:pathLst>
                <a:path w="2247" h="1575" extrusionOk="0">
                  <a:moveTo>
                    <a:pt x="1104" y="0"/>
                  </a:moveTo>
                  <a:cubicBezTo>
                    <a:pt x="1003" y="0"/>
                    <a:pt x="895" y="17"/>
                    <a:pt x="782" y="53"/>
                  </a:cubicBezTo>
                  <a:cubicBezTo>
                    <a:pt x="763" y="61"/>
                    <a:pt x="747" y="68"/>
                    <a:pt x="733" y="80"/>
                  </a:cubicBezTo>
                  <a:cubicBezTo>
                    <a:pt x="1" y="609"/>
                    <a:pt x="377" y="1574"/>
                    <a:pt x="1147" y="1574"/>
                  </a:cubicBezTo>
                  <a:cubicBezTo>
                    <a:pt x="1248" y="1574"/>
                    <a:pt x="1356" y="1557"/>
                    <a:pt x="1468" y="1521"/>
                  </a:cubicBezTo>
                  <a:cubicBezTo>
                    <a:pt x="1483" y="1513"/>
                    <a:pt x="1502" y="1505"/>
                    <a:pt x="1518" y="1494"/>
                  </a:cubicBezTo>
                  <a:cubicBezTo>
                    <a:pt x="2246" y="965"/>
                    <a:pt x="1873" y="0"/>
                    <a:pt x="1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33"/>
            <p:cNvSpPr/>
            <p:nvPr/>
          </p:nvSpPr>
          <p:spPr>
            <a:xfrm>
              <a:off x="6898918" y="2767815"/>
              <a:ext cx="81114" cy="56883"/>
            </a:xfrm>
            <a:custGeom>
              <a:avLst/>
              <a:gdLst/>
              <a:ahLst/>
              <a:cxnLst/>
              <a:rect l="l" t="t" r="r" b="b"/>
              <a:pathLst>
                <a:path w="1684" h="1181" extrusionOk="0">
                  <a:moveTo>
                    <a:pt x="823" y="1"/>
                  </a:moveTo>
                  <a:cubicBezTo>
                    <a:pt x="747" y="1"/>
                    <a:pt x="667" y="13"/>
                    <a:pt x="583" y="40"/>
                  </a:cubicBezTo>
                  <a:cubicBezTo>
                    <a:pt x="572" y="44"/>
                    <a:pt x="560" y="51"/>
                    <a:pt x="549" y="60"/>
                  </a:cubicBezTo>
                  <a:cubicBezTo>
                    <a:pt x="1" y="458"/>
                    <a:pt x="280" y="1181"/>
                    <a:pt x="855" y="1181"/>
                  </a:cubicBezTo>
                  <a:cubicBezTo>
                    <a:pt x="931" y="1181"/>
                    <a:pt x="1012" y="1168"/>
                    <a:pt x="1097" y="1140"/>
                  </a:cubicBezTo>
                  <a:cubicBezTo>
                    <a:pt x="1112" y="1136"/>
                    <a:pt x="1124" y="1128"/>
                    <a:pt x="1135" y="1121"/>
                  </a:cubicBezTo>
                  <a:cubicBezTo>
                    <a:pt x="1684" y="724"/>
                    <a:pt x="1400" y="1"/>
                    <a:pt x="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33"/>
            <p:cNvSpPr/>
            <p:nvPr/>
          </p:nvSpPr>
          <p:spPr>
            <a:xfrm>
              <a:off x="6928155" y="2788190"/>
              <a:ext cx="22687" cy="16039"/>
            </a:xfrm>
            <a:custGeom>
              <a:avLst/>
              <a:gdLst/>
              <a:ahLst/>
              <a:cxnLst/>
              <a:rect l="l" t="t" r="r" b="b"/>
              <a:pathLst>
                <a:path w="471" h="333" extrusionOk="0">
                  <a:moveTo>
                    <a:pt x="231" y="1"/>
                  </a:moveTo>
                  <a:cubicBezTo>
                    <a:pt x="210" y="1"/>
                    <a:pt x="188" y="4"/>
                    <a:pt x="165" y="12"/>
                  </a:cubicBezTo>
                  <a:cubicBezTo>
                    <a:pt x="160" y="15"/>
                    <a:pt x="156" y="15"/>
                    <a:pt x="153" y="19"/>
                  </a:cubicBezTo>
                  <a:cubicBezTo>
                    <a:pt x="1" y="131"/>
                    <a:pt x="79" y="333"/>
                    <a:pt x="239" y="333"/>
                  </a:cubicBezTo>
                  <a:cubicBezTo>
                    <a:pt x="260" y="333"/>
                    <a:pt x="283" y="329"/>
                    <a:pt x="306" y="322"/>
                  </a:cubicBezTo>
                  <a:cubicBezTo>
                    <a:pt x="310" y="322"/>
                    <a:pt x="314" y="318"/>
                    <a:pt x="317" y="314"/>
                  </a:cubicBezTo>
                  <a:cubicBezTo>
                    <a:pt x="470" y="203"/>
                    <a:pt x="391" y="1"/>
                    <a:pt x="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33"/>
            <p:cNvSpPr/>
            <p:nvPr/>
          </p:nvSpPr>
          <p:spPr>
            <a:xfrm>
              <a:off x="6934561" y="2766948"/>
              <a:ext cx="9826" cy="26780"/>
            </a:xfrm>
            <a:custGeom>
              <a:avLst/>
              <a:gdLst/>
              <a:ahLst/>
              <a:cxnLst/>
              <a:rect l="l" t="t" r="r" b="b"/>
              <a:pathLst>
                <a:path w="204" h="556" extrusionOk="0">
                  <a:moveTo>
                    <a:pt x="0" y="0"/>
                  </a:moveTo>
                  <a:lnTo>
                    <a:pt x="50" y="556"/>
                  </a:lnTo>
                  <a:lnTo>
                    <a:pt x="154" y="55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33"/>
            <p:cNvSpPr/>
            <p:nvPr/>
          </p:nvSpPr>
          <p:spPr>
            <a:xfrm>
              <a:off x="6911682" y="2777304"/>
              <a:ext cx="26829" cy="19748"/>
            </a:xfrm>
            <a:custGeom>
              <a:avLst/>
              <a:gdLst/>
              <a:ahLst/>
              <a:cxnLst/>
              <a:rect l="l" t="t" r="r" b="b"/>
              <a:pathLst>
                <a:path w="557" h="410" extrusionOk="0">
                  <a:moveTo>
                    <a:pt x="100" y="1"/>
                  </a:moveTo>
                  <a:lnTo>
                    <a:pt x="50" y="88"/>
                  </a:lnTo>
                  <a:lnTo>
                    <a:pt x="1" y="176"/>
                  </a:lnTo>
                  <a:lnTo>
                    <a:pt x="507" y="410"/>
                  </a:lnTo>
                  <a:lnTo>
                    <a:pt x="530" y="368"/>
                  </a:lnTo>
                  <a:lnTo>
                    <a:pt x="556" y="32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33"/>
            <p:cNvSpPr/>
            <p:nvPr/>
          </p:nvSpPr>
          <p:spPr>
            <a:xfrm>
              <a:off x="6911682" y="2795366"/>
              <a:ext cx="26829" cy="19796"/>
            </a:xfrm>
            <a:custGeom>
              <a:avLst/>
              <a:gdLst/>
              <a:ahLst/>
              <a:cxnLst/>
              <a:rect l="l" t="t" r="r" b="b"/>
              <a:pathLst>
                <a:path w="557" h="411" extrusionOk="0">
                  <a:moveTo>
                    <a:pt x="507" y="1"/>
                  </a:moveTo>
                  <a:lnTo>
                    <a:pt x="1" y="234"/>
                  </a:lnTo>
                  <a:lnTo>
                    <a:pt x="50" y="323"/>
                  </a:lnTo>
                  <a:lnTo>
                    <a:pt x="100" y="411"/>
                  </a:lnTo>
                  <a:lnTo>
                    <a:pt x="556" y="89"/>
                  </a:lnTo>
                  <a:lnTo>
                    <a:pt x="530" y="47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33"/>
            <p:cNvSpPr/>
            <p:nvPr/>
          </p:nvSpPr>
          <p:spPr>
            <a:xfrm>
              <a:off x="6934561" y="2798883"/>
              <a:ext cx="9826" cy="26635"/>
            </a:xfrm>
            <a:custGeom>
              <a:avLst/>
              <a:gdLst/>
              <a:ahLst/>
              <a:cxnLst/>
              <a:rect l="l" t="t" r="r" b="b"/>
              <a:pathLst>
                <a:path w="204" h="553" extrusionOk="0">
                  <a:moveTo>
                    <a:pt x="50" y="0"/>
                  </a:moveTo>
                  <a:lnTo>
                    <a:pt x="0" y="552"/>
                  </a:lnTo>
                  <a:lnTo>
                    <a:pt x="204" y="55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33"/>
            <p:cNvSpPr/>
            <p:nvPr/>
          </p:nvSpPr>
          <p:spPr>
            <a:xfrm>
              <a:off x="6940485" y="2795366"/>
              <a:ext cx="26829" cy="19796"/>
            </a:xfrm>
            <a:custGeom>
              <a:avLst/>
              <a:gdLst/>
              <a:ahLst/>
              <a:cxnLst/>
              <a:rect l="l" t="t" r="r" b="b"/>
              <a:pathLst>
                <a:path w="557" h="411" extrusionOk="0">
                  <a:moveTo>
                    <a:pt x="50" y="1"/>
                  </a:moveTo>
                  <a:lnTo>
                    <a:pt x="24" y="47"/>
                  </a:lnTo>
                  <a:lnTo>
                    <a:pt x="1" y="89"/>
                  </a:lnTo>
                  <a:lnTo>
                    <a:pt x="456" y="411"/>
                  </a:lnTo>
                  <a:lnTo>
                    <a:pt x="506" y="323"/>
                  </a:lnTo>
                  <a:lnTo>
                    <a:pt x="556" y="23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33"/>
            <p:cNvSpPr/>
            <p:nvPr/>
          </p:nvSpPr>
          <p:spPr>
            <a:xfrm>
              <a:off x="6940485" y="2777304"/>
              <a:ext cx="26829" cy="19748"/>
            </a:xfrm>
            <a:custGeom>
              <a:avLst/>
              <a:gdLst/>
              <a:ahLst/>
              <a:cxnLst/>
              <a:rect l="l" t="t" r="r" b="b"/>
              <a:pathLst>
                <a:path w="557" h="410" extrusionOk="0">
                  <a:moveTo>
                    <a:pt x="456" y="1"/>
                  </a:moveTo>
                  <a:lnTo>
                    <a:pt x="1" y="322"/>
                  </a:lnTo>
                  <a:lnTo>
                    <a:pt x="24" y="368"/>
                  </a:lnTo>
                  <a:lnTo>
                    <a:pt x="50" y="410"/>
                  </a:lnTo>
                  <a:lnTo>
                    <a:pt x="556" y="176"/>
                  </a:lnTo>
                  <a:lnTo>
                    <a:pt x="506" y="88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33"/>
            <p:cNvSpPr/>
            <p:nvPr/>
          </p:nvSpPr>
          <p:spPr>
            <a:xfrm>
              <a:off x="6934079" y="2792525"/>
              <a:ext cx="10790" cy="7562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12" y="1"/>
                  </a:moveTo>
                  <a:cubicBezTo>
                    <a:pt x="102" y="1"/>
                    <a:pt x="91" y="3"/>
                    <a:pt x="79" y="6"/>
                  </a:cubicBezTo>
                  <a:lnTo>
                    <a:pt x="72" y="6"/>
                  </a:lnTo>
                  <a:cubicBezTo>
                    <a:pt x="0" y="60"/>
                    <a:pt x="38" y="157"/>
                    <a:pt x="114" y="157"/>
                  </a:cubicBezTo>
                  <a:cubicBezTo>
                    <a:pt x="123" y="157"/>
                    <a:pt x="134" y="155"/>
                    <a:pt x="145" y="152"/>
                  </a:cubicBezTo>
                  <a:cubicBezTo>
                    <a:pt x="148" y="152"/>
                    <a:pt x="148" y="148"/>
                    <a:pt x="152" y="148"/>
                  </a:cubicBezTo>
                  <a:cubicBezTo>
                    <a:pt x="223" y="94"/>
                    <a:pt x="187" y="1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33"/>
            <p:cNvSpPr/>
            <p:nvPr/>
          </p:nvSpPr>
          <p:spPr>
            <a:xfrm>
              <a:off x="7299469" y="2728078"/>
              <a:ext cx="183663" cy="136403"/>
            </a:xfrm>
            <a:custGeom>
              <a:avLst/>
              <a:gdLst/>
              <a:ahLst/>
              <a:cxnLst/>
              <a:rect l="l" t="t" r="r" b="b"/>
              <a:pathLst>
                <a:path w="3813" h="2832" extrusionOk="0">
                  <a:moveTo>
                    <a:pt x="1906" y="0"/>
                  </a:moveTo>
                  <a:cubicBezTo>
                    <a:pt x="806" y="0"/>
                    <a:pt x="0" y="1253"/>
                    <a:pt x="836" y="2409"/>
                  </a:cubicBezTo>
                  <a:cubicBezTo>
                    <a:pt x="858" y="2440"/>
                    <a:pt x="881" y="2463"/>
                    <a:pt x="912" y="2486"/>
                  </a:cubicBezTo>
                  <a:cubicBezTo>
                    <a:pt x="1246" y="2727"/>
                    <a:pt x="1587" y="2831"/>
                    <a:pt x="1905" y="2831"/>
                  </a:cubicBezTo>
                  <a:cubicBezTo>
                    <a:pt x="3005" y="2831"/>
                    <a:pt x="3812" y="1577"/>
                    <a:pt x="2974" y="420"/>
                  </a:cubicBezTo>
                  <a:cubicBezTo>
                    <a:pt x="2954" y="393"/>
                    <a:pt x="2928" y="367"/>
                    <a:pt x="2901" y="348"/>
                  </a:cubicBezTo>
                  <a:cubicBezTo>
                    <a:pt x="2567" y="105"/>
                    <a:pt x="2224" y="0"/>
                    <a:pt x="1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33"/>
            <p:cNvSpPr/>
            <p:nvPr/>
          </p:nvSpPr>
          <p:spPr>
            <a:xfrm>
              <a:off x="7334101" y="2756207"/>
              <a:ext cx="114205" cy="80147"/>
            </a:xfrm>
            <a:custGeom>
              <a:avLst/>
              <a:gdLst/>
              <a:ahLst/>
              <a:cxnLst/>
              <a:rect l="l" t="t" r="r" b="b"/>
              <a:pathLst>
                <a:path w="2371" h="1664" extrusionOk="0">
                  <a:moveTo>
                    <a:pt x="1170" y="1"/>
                  </a:moveTo>
                  <a:cubicBezTo>
                    <a:pt x="1062" y="1"/>
                    <a:pt x="946" y="19"/>
                    <a:pt x="826" y="59"/>
                  </a:cubicBezTo>
                  <a:cubicBezTo>
                    <a:pt x="806" y="62"/>
                    <a:pt x="791" y="74"/>
                    <a:pt x="776" y="82"/>
                  </a:cubicBezTo>
                  <a:cubicBezTo>
                    <a:pt x="1" y="644"/>
                    <a:pt x="398" y="1663"/>
                    <a:pt x="1208" y="1663"/>
                  </a:cubicBezTo>
                  <a:cubicBezTo>
                    <a:pt x="1315" y="1663"/>
                    <a:pt x="1430" y="1645"/>
                    <a:pt x="1549" y="1607"/>
                  </a:cubicBezTo>
                  <a:cubicBezTo>
                    <a:pt x="1569" y="1599"/>
                    <a:pt x="1584" y="1592"/>
                    <a:pt x="1600" y="1580"/>
                  </a:cubicBezTo>
                  <a:cubicBezTo>
                    <a:pt x="2371" y="1019"/>
                    <a:pt x="1978" y="1"/>
                    <a:pt x="1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33"/>
            <p:cNvSpPr/>
            <p:nvPr/>
          </p:nvSpPr>
          <p:spPr>
            <a:xfrm>
              <a:off x="7337135" y="2758327"/>
              <a:ext cx="108184" cy="75860"/>
            </a:xfrm>
            <a:custGeom>
              <a:avLst/>
              <a:gdLst/>
              <a:ahLst/>
              <a:cxnLst/>
              <a:rect l="l" t="t" r="r" b="b"/>
              <a:pathLst>
                <a:path w="2246" h="1575" extrusionOk="0">
                  <a:moveTo>
                    <a:pt x="1103" y="0"/>
                  </a:moveTo>
                  <a:cubicBezTo>
                    <a:pt x="1002" y="0"/>
                    <a:pt x="894" y="17"/>
                    <a:pt x="782" y="53"/>
                  </a:cubicBezTo>
                  <a:cubicBezTo>
                    <a:pt x="763" y="61"/>
                    <a:pt x="747" y="68"/>
                    <a:pt x="732" y="80"/>
                  </a:cubicBezTo>
                  <a:cubicBezTo>
                    <a:pt x="0" y="609"/>
                    <a:pt x="376" y="1574"/>
                    <a:pt x="1146" y="1574"/>
                  </a:cubicBezTo>
                  <a:cubicBezTo>
                    <a:pt x="1247" y="1574"/>
                    <a:pt x="1355" y="1557"/>
                    <a:pt x="1468" y="1521"/>
                  </a:cubicBezTo>
                  <a:cubicBezTo>
                    <a:pt x="1483" y="1513"/>
                    <a:pt x="1502" y="1505"/>
                    <a:pt x="1514" y="1494"/>
                  </a:cubicBezTo>
                  <a:cubicBezTo>
                    <a:pt x="2245" y="965"/>
                    <a:pt x="1869" y="0"/>
                    <a:pt x="11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33"/>
            <p:cNvSpPr/>
            <p:nvPr/>
          </p:nvSpPr>
          <p:spPr>
            <a:xfrm>
              <a:off x="7350766" y="2767815"/>
              <a:ext cx="80970" cy="56883"/>
            </a:xfrm>
            <a:custGeom>
              <a:avLst/>
              <a:gdLst/>
              <a:ahLst/>
              <a:cxnLst/>
              <a:rect l="l" t="t" r="r" b="b"/>
              <a:pathLst>
                <a:path w="1681" h="1181" extrusionOk="0">
                  <a:moveTo>
                    <a:pt x="822" y="1"/>
                  </a:moveTo>
                  <a:cubicBezTo>
                    <a:pt x="747" y="1"/>
                    <a:pt x="667" y="13"/>
                    <a:pt x="583" y="40"/>
                  </a:cubicBezTo>
                  <a:cubicBezTo>
                    <a:pt x="572" y="44"/>
                    <a:pt x="560" y="51"/>
                    <a:pt x="549" y="60"/>
                  </a:cubicBezTo>
                  <a:cubicBezTo>
                    <a:pt x="0" y="458"/>
                    <a:pt x="280" y="1181"/>
                    <a:pt x="854" y="1181"/>
                  </a:cubicBezTo>
                  <a:cubicBezTo>
                    <a:pt x="930" y="1181"/>
                    <a:pt x="1012" y="1168"/>
                    <a:pt x="1097" y="1140"/>
                  </a:cubicBezTo>
                  <a:cubicBezTo>
                    <a:pt x="1111" y="1136"/>
                    <a:pt x="1123" y="1128"/>
                    <a:pt x="1134" y="1121"/>
                  </a:cubicBezTo>
                  <a:cubicBezTo>
                    <a:pt x="1680" y="724"/>
                    <a:pt x="1399" y="1"/>
                    <a:pt x="8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33"/>
            <p:cNvSpPr/>
            <p:nvPr/>
          </p:nvSpPr>
          <p:spPr>
            <a:xfrm>
              <a:off x="7380003" y="2788190"/>
              <a:ext cx="22639" cy="16039"/>
            </a:xfrm>
            <a:custGeom>
              <a:avLst/>
              <a:gdLst/>
              <a:ahLst/>
              <a:cxnLst/>
              <a:rect l="l" t="t" r="r" b="b"/>
              <a:pathLst>
                <a:path w="470" h="333" extrusionOk="0">
                  <a:moveTo>
                    <a:pt x="231" y="1"/>
                  </a:moveTo>
                  <a:cubicBezTo>
                    <a:pt x="210" y="1"/>
                    <a:pt x="187" y="4"/>
                    <a:pt x="164" y="12"/>
                  </a:cubicBezTo>
                  <a:cubicBezTo>
                    <a:pt x="159" y="15"/>
                    <a:pt x="156" y="15"/>
                    <a:pt x="152" y="19"/>
                  </a:cubicBezTo>
                  <a:cubicBezTo>
                    <a:pt x="0" y="131"/>
                    <a:pt x="78" y="333"/>
                    <a:pt x="239" y="333"/>
                  </a:cubicBezTo>
                  <a:cubicBezTo>
                    <a:pt x="260" y="333"/>
                    <a:pt x="282" y="329"/>
                    <a:pt x="306" y="322"/>
                  </a:cubicBezTo>
                  <a:cubicBezTo>
                    <a:pt x="309" y="322"/>
                    <a:pt x="313" y="318"/>
                    <a:pt x="317" y="314"/>
                  </a:cubicBezTo>
                  <a:cubicBezTo>
                    <a:pt x="470" y="203"/>
                    <a:pt x="391" y="1"/>
                    <a:pt x="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33"/>
            <p:cNvSpPr/>
            <p:nvPr/>
          </p:nvSpPr>
          <p:spPr>
            <a:xfrm>
              <a:off x="7386361" y="2766948"/>
              <a:ext cx="9874" cy="26780"/>
            </a:xfrm>
            <a:custGeom>
              <a:avLst/>
              <a:gdLst/>
              <a:ahLst/>
              <a:cxnLst/>
              <a:rect l="l" t="t" r="r" b="b"/>
              <a:pathLst>
                <a:path w="205" h="556" extrusionOk="0">
                  <a:moveTo>
                    <a:pt x="1" y="0"/>
                  </a:moveTo>
                  <a:lnTo>
                    <a:pt x="50" y="556"/>
                  </a:lnTo>
                  <a:lnTo>
                    <a:pt x="154" y="55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33"/>
            <p:cNvSpPr/>
            <p:nvPr/>
          </p:nvSpPr>
          <p:spPr>
            <a:xfrm>
              <a:off x="7363530" y="2777304"/>
              <a:ext cx="26781" cy="19748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100" y="1"/>
                  </a:moveTo>
                  <a:lnTo>
                    <a:pt x="50" y="88"/>
                  </a:lnTo>
                  <a:lnTo>
                    <a:pt x="0" y="176"/>
                  </a:lnTo>
                  <a:lnTo>
                    <a:pt x="506" y="410"/>
                  </a:lnTo>
                  <a:lnTo>
                    <a:pt x="529" y="368"/>
                  </a:lnTo>
                  <a:lnTo>
                    <a:pt x="556" y="32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33"/>
            <p:cNvSpPr/>
            <p:nvPr/>
          </p:nvSpPr>
          <p:spPr>
            <a:xfrm>
              <a:off x="7363530" y="2795366"/>
              <a:ext cx="26781" cy="19796"/>
            </a:xfrm>
            <a:custGeom>
              <a:avLst/>
              <a:gdLst/>
              <a:ahLst/>
              <a:cxnLst/>
              <a:rect l="l" t="t" r="r" b="b"/>
              <a:pathLst>
                <a:path w="556" h="411" extrusionOk="0">
                  <a:moveTo>
                    <a:pt x="506" y="1"/>
                  </a:moveTo>
                  <a:lnTo>
                    <a:pt x="0" y="234"/>
                  </a:lnTo>
                  <a:lnTo>
                    <a:pt x="50" y="323"/>
                  </a:lnTo>
                  <a:lnTo>
                    <a:pt x="100" y="411"/>
                  </a:lnTo>
                  <a:lnTo>
                    <a:pt x="556" y="89"/>
                  </a:lnTo>
                  <a:lnTo>
                    <a:pt x="529" y="4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33"/>
            <p:cNvSpPr/>
            <p:nvPr/>
          </p:nvSpPr>
          <p:spPr>
            <a:xfrm>
              <a:off x="7386361" y="2798883"/>
              <a:ext cx="9874" cy="26635"/>
            </a:xfrm>
            <a:custGeom>
              <a:avLst/>
              <a:gdLst/>
              <a:ahLst/>
              <a:cxnLst/>
              <a:rect l="l" t="t" r="r" b="b"/>
              <a:pathLst>
                <a:path w="205" h="553" extrusionOk="0">
                  <a:moveTo>
                    <a:pt x="50" y="0"/>
                  </a:moveTo>
                  <a:lnTo>
                    <a:pt x="1" y="552"/>
                  </a:lnTo>
                  <a:lnTo>
                    <a:pt x="204" y="55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33"/>
            <p:cNvSpPr/>
            <p:nvPr/>
          </p:nvSpPr>
          <p:spPr>
            <a:xfrm>
              <a:off x="7392334" y="2795366"/>
              <a:ext cx="26781" cy="19796"/>
            </a:xfrm>
            <a:custGeom>
              <a:avLst/>
              <a:gdLst/>
              <a:ahLst/>
              <a:cxnLst/>
              <a:rect l="l" t="t" r="r" b="b"/>
              <a:pathLst>
                <a:path w="556" h="411" extrusionOk="0">
                  <a:moveTo>
                    <a:pt x="50" y="1"/>
                  </a:moveTo>
                  <a:lnTo>
                    <a:pt x="23" y="47"/>
                  </a:lnTo>
                  <a:lnTo>
                    <a:pt x="0" y="89"/>
                  </a:lnTo>
                  <a:lnTo>
                    <a:pt x="455" y="411"/>
                  </a:lnTo>
                  <a:lnTo>
                    <a:pt x="506" y="323"/>
                  </a:lnTo>
                  <a:lnTo>
                    <a:pt x="556" y="23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33"/>
            <p:cNvSpPr/>
            <p:nvPr/>
          </p:nvSpPr>
          <p:spPr>
            <a:xfrm>
              <a:off x="7392334" y="2777304"/>
              <a:ext cx="26781" cy="19748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455" y="1"/>
                  </a:moveTo>
                  <a:lnTo>
                    <a:pt x="0" y="322"/>
                  </a:lnTo>
                  <a:lnTo>
                    <a:pt x="23" y="368"/>
                  </a:lnTo>
                  <a:lnTo>
                    <a:pt x="50" y="410"/>
                  </a:lnTo>
                  <a:lnTo>
                    <a:pt x="556" y="176"/>
                  </a:lnTo>
                  <a:lnTo>
                    <a:pt x="506" y="8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33"/>
            <p:cNvSpPr/>
            <p:nvPr/>
          </p:nvSpPr>
          <p:spPr>
            <a:xfrm>
              <a:off x="7385879" y="2792525"/>
              <a:ext cx="10790" cy="7562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12" y="1"/>
                  </a:moveTo>
                  <a:cubicBezTo>
                    <a:pt x="102" y="1"/>
                    <a:pt x="91" y="3"/>
                    <a:pt x="80" y="6"/>
                  </a:cubicBezTo>
                  <a:lnTo>
                    <a:pt x="72" y="6"/>
                  </a:lnTo>
                  <a:cubicBezTo>
                    <a:pt x="1" y="60"/>
                    <a:pt x="38" y="157"/>
                    <a:pt x="114" y="157"/>
                  </a:cubicBezTo>
                  <a:cubicBezTo>
                    <a:pt x="124" y="157"/>
                    <a:pt x="134" y="155"/>
                    <a:pt x="145" y="152"/>
                  </a:cubicBezTo>
                  <a:cubicBezTo>
                    <a:pt x="149" y="152"/>
                    <a:pt x="149" y="148"/>
                    <a:pt x="152" y="148"/>
                  </a:cubicBezTo>
                  <a:cubicBezTo>
                    <a:pt x="224" y="94"/>
                    <a:pt x="187" y="1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33"/>
            <p:cNvSpPr/>
            <p:nvPr/>
          </p:nvSpPr>
          <p:spPr>
            <a:xfrm>
              <a:off x="6803356" y="2682609"/>
              <a:ext cx="29382" cy="56016"/>
            </a:xfrm>
            <a:custGeom>
              <a:avLst/>
              <a:gdLst/>
              <a:ahLst/>
              <a:cxnLst/>
              <a:rect l="l" t="t" r="r" b="b"/>
              <a:pathLst>
                <a:path w="610" h="1163" extrusionOk="0">
                  <a:moveTo>
                    <a:pt x="318" y="1"/>
                  </a:moveTo>
                  <a:cubicBezTo>
                    <a:pt x="231" y="1"/>
                    <a:pt x="138" y="8"/>
                    <a:pt x="38" y="23"/>
                  </a:cubicBezTo>
                  <a:cubicBezTo>
                    <a:pt x="0" y="464"/>
                    <a:pt x="38" y="1157"/>
                    <a:pt x="38" y="1157"/>
                  </a:cubicBezTo>
                  <a:cubicBezTo>
                    <a:pt x="99" y="1161"/>
                    <a:pt x="180" y="1163"/>
                    <a:pt x="261" y="1163"/>
                  </a:cubicBezTo>
                  <a:cubicBezTo>
                    <a:pt x="422" y="1163"/>
                    <a:pt x="582" y="1157"/>
                    <a:pt x="582" y="1157"/>
                  </a:cubicBezTo>
                  <a:cubicBezTo>
                    <a:pt x="609" y="743"/>
                    <a:pt x="563" y="23"/>
                    <a:pt x="563" y="23"/>
                  </a:cubicBezTo>
                  <a:cubicBezTo>
                    <a:pt x="487" y="8"/>
                    <a:pt x="405" y="1"/>
                    <a:pt x="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33"/>
            <p:cNvSpPr/>
            <p:nvPr/>
          </p:nvSpPr>
          <p:spPr>
            <a:xfrm>
              <a:off x="6810147" y="2730776"/>
              <a:ext cx="11512" cy="578"/>
            </a:xfrm>
            <a:custGeom>
              <a:avLst/>
              <a:gdLst/>
              <a:ahLst/>
              <a:cxnLst/>
              <a:rect l="l" t="t" r="r" b="b"/>
              <a:pathLst>
                <a:path w="239" h="12" extrusionOk="0">
                  <a:moveTo>
                    <a:pt x="1" y="1"/>
                  </a:moveTo>
                  <a:lnTo>
                    <a:pt x="1" y="12"/>
                  </a:lnTo>
                  <a:lnTo>
                    <a:pt x="238" y="1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33"/>
            <p:cNvSpPr/>
            <p:nvPr/>
          </p:nvSpPr>
          <p:spPr>
            <a:xfrm>
              <a:off x="6810147" y="2724851"/>
              <a:ext cx="11512" cy="626"/>
            </a:xfrm>
            <a:custGeom>
              <a:avLst/>
              <a:gdLst/>
              <a:ahLst/>
              <a:cxnLst/>
              <a:rect l="l" t="t" r="r" b="b"/>
              <a:pathLst>
                <a:path w="239" h="13" extrusionOk="0">
                  <a:moveTo>
                    <a:pt x="1" y="1"/>
                  </a:moveTo>
                  <a:lnTo>
                    <a:pt x="1" y="13"/>
                  </a:lnTo>
                  <a:lnTo>
                    <a:pt x="238" y="13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33"/>
            <p:cNvSpPr/>
            <p:nvPr/>
          </p:nvSpPr>
          <p:spPr>
            <a:xfrm>
              <a:off x="6810147" y="2718975"/>
              <a:ext cx="11512" cy="578"/>
            </a:xfrm>
            <a:custGeom>
              <a:avLst/>
              <a:gdLst/>
              <a:ahLst/>
              <a:cxnLst/>
              <a:rect l="l" t="t" r="r" b="b"/>
              <a:pathLst>
                <a:path w="239" h="12" extrusionOk="0">
                  <a:moveTo>
                    <a:pt x="1" y="0"/>
                  </a:moveTo>
                  <a:lnTo>
                    <a:pt x="1" y="11"/>
                  </a:lnTo>
                  <a:lnTo>
                    <a:pt x="238" y="11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33"/>
            <p:cNvSpPr/>
            <p:nvPr/>
          </p:nvSpPr>
          <p:spPr>
            <a:xfrm>
              <a:off x="6857206" y="2484502"/>
              <a:ext cx="544726" cy="146855"/>
            </a:xfrm>
            <a:custGeom>
              <a:avLst/>
              <a:gdLst/>
              <a:ahLst/>
              <a:cxnLst/>
              <a:rect l="l" t="t" r="r" b="b"/>
              <a:pathLst>
                <a:path w="11309" h="3049" extrusionOk="0">
                  <a:moveTo>
                    <a:pt x="2921" y="1"/>
                  </a:moveTo>
                  <a:cubicBezTo>
                    <a:pt x="1834" y="1"/>
                    <a:pt x="897" y="21"/>
                    <a:pt x="315" y="67"/>
                  </a:cubicBezTo>
                  <a:cubicBezTo>
                    <a:pt x="16" y="1220"/>
                    <a:pt x="1" y="2332"/>
                    <a:pt x="9" y="2806"/>
                  </a:cubicBezTo>
                  <a:cubicBezTo>
                    <a:pt x="13" y="2941"/>
                    <a:pt x="120" y="3048"/>
                    <a:pt x="258" y="3048"/>
                  </a:cubicBezTo>
                  <a:lnTo>
                    <a:pt x="11309" y="3048"/>
                  </a:lnTo>
                  <a:cubicBezTo>
                    <a:pt x="11197" y="1676"/>
                    <a:pt x="10596" y="270"/>
                    <a:pt x="10596" y="270"/>
                  </a:cubicBezTo>
                  <a:cubicBezTo>
                    <a:pt x="9075" y="118"/>
                    <a:pt x="5555" y="1"/>
                    <a:pt x="29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33"/>
            <p:cNvSpPr/>
            <p:nvPr/>
          </p:nvSpPr>
          <p:spPr>
            <a:xfrm>
              <a:off x="6859662" y="2486765"/>
              <a:ext cx="539717" cy="142376"/>
            </a:xfrm>
            <a:custGeom>
              <a:avLst/>
              <a:gdLst/>
              <a:ahLst/>
              <a:cxnLst/>
              <a:rect l="l" t="t" r="r" b="b"/>
              <a:pathLst>
                <a:path w="11205" h="2956" extrusionOk="0">
                  <a:moveTo>
                    <a:pt x="2874" y="0"/>
                  </a:moveTo>
                  <a:cubicBezTo>
                    <a:pt x="1950" y="0"/>
                    <a:pt x="1191" y="16"/>
                    <a:pt x="644" y="43"/>
                  </a:cubicBezTo>
                  <a:cubicBezTo>
                    <a:pt x="437" y="55"/>
                    <a:pt x="264" y="200"/>
                    <a:pt x="222" y="403"/>
                  </a:cubicBezTo>
                  <a:cubicBezTo>
                    <a:pt x="8" y="1426"/>
                    <a:pt x="0" y="2372"/>
                    <a:pt x="4" y="2759"/>
                  </a:cubicBezTo>
                  <a:cubicBezTo>
                    <a:pt x="8" y="2867"/>
                    <a:pt x="96" y="2955"/>
                    <a:pt x="207" y="2955"/>
                  </a:cubicBezTo>
                  <a:lnTo>
                    <a:pt x="11204" y="2955"/>
                  </a:lnTo>
                  <a:cubicBezTo>
                    <a:pt x="11097" y="1725"/>
                    <a:pt x="10595" y="464"/>
                    <a:pt x="10515" y="269"/>
                  </a:cubicBezTo>
                  <a:cubicBezTo>
                    <a:pt x="10097" y="227"/>
                    <a:pt x="9530" y="188"/>
                    <a:pt x="8867" y="154"/>
                  </a:cubicBezTo>
                  <a:cubicBezTo>
                    <a:pt x="8617" y="138"/>
                    <a:pt x="8353" y="127"/>
                    <a:pt x="8078" y="115"/>
                  </a:cubicBezTo>
                  <a:cubicBezTo>
                    <a:pt x="8047" y="115"/>
                    <a:pt x="8012" y="112"/>
                    <a:pt x="7982" y="112"/>
                  </a:cubicBezTo>
                  <a:cubicBezTo>
                    <a:pt x="7874" y="108"/>
                    <a:pt x="7767" y="104"/>
                    <a:pt x="7660" y="96"/>
                  </a:cubicBezTo>
                  <a:cubicBezTo>
                    <a:pt x="6801" y="66"/>
                    <a:pt x="5863" y="39"/>
                    <a:pt x="4931" y="20"/>
                  </a:cubicBezTo>
                  <a:cubicBezTo>
                    <a:pt x="4671" y="16"/>
                    <a:pt x="4410" y="12"/>
                    <a:pt x="4153" y="9"/>
                  </a:cubicBezTo>
                  <a:lnTo>
                    <a:pt x="4061" y="9"/>
                  </a:lnTo>
                  <a:cubicBezTo>
                    <a:pt x="3950" y="9"/>
                    <a:pt x="3840" y="4"/>
                    <a:pt x="3728" y="4"/>
                  </a:cubicBezTo>
                  <a:cubicBezTo>
                    <a:pt x="3437" y="4"/>
                    <a:pt x="3154" y="0"/>
                    <a:pt x="28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33"/>
            <p:cNvSpPr/>
            <p:nvPr/>
          </p:nvSpPr>
          <p:spPr>
            <a:xfrm>
              <a:off x="6934175" y="2636996"/>
              <a:ext cx="474787" cy="136114"/>
            </a:xfrm>
            <a:custGeom>
              <a:avLst/>
              <a:gdLst/>
              <a:ahLst/>
              <a:cxnLst/>
              <a:rect l="l" t="t" r="r" b="b"/>
              <a:pathLst>
                <a:path w="9857" h="2826" extrusionOk="0">
                  <a:moveTo>
                    <a:pt x="47" y="1"/>
                  </a:moveTo>
                  <a:lnTo>
                    <a:pt x="1" y="821"/>
                  </a:lnTo>
                  <a:lnTo>
                    <a:pt x="8" y="821"/>
                  </a:lnTo>
                  <a:cubicBezTo>
                    <a:pt x="821" y="1009"/>
                    <a:pt x="1391" y="1506"/>
                    <a:pt x="1759" y="1963"/>
                  </a:cubicBezTo>
                  <a:cubicBezTo>
                    <a:pt x="1940" y="2189"/>
                    <a:pt x="2074" y="2403"/>
                    <a:pt x="2162" y="2560"/>
                  </a:cubicBezTo>
                  <a:cubicBezTo>
                    <a:pt x="2204" y="2638"/>
                    <a:pt x="2235" y="2702"/>
                    <a:pt x="2258" y="2748"/>
                  </a:cubicBezTo>
                  <a:cubicBezTo>
                    <a:pt x="2265" y="2771"/>
                    <a:pt x="2273" y="2787"/>
                    <a:pt x="2281" y="2802"/>
                  </a:cubicBezTo>
                  <a:cubicBezTo>
                    <a:pt x="2284" y="2813"/>
                    <a:pt x="2288" y="2817"/>
                    <a:pt x="2288" y="2817"/>
                  </a:cubicBezTo>
                  <a:lnTo>
                    <a:pt x="2288" y="2825"/>
                  </a:lnTo>
                  <a:lnTo>
                    <a:pt x="7641" y="2825"/>
                  </a:lnTo>
                  <a:lnTo>
                    <a:pt x="7641" y="2817"/>
                  </a:lnTo>
                  <a:cubicBezTo>
                    <a:pt x="7929" y="2136"/>
                    <a:pt x="8354" y="1768"/>
                    <a:pt x="8757" y="1564"/>
                  </a:cubicBezTo>
                  <a:cubicBezTo>
                    <a:pt x="9155" y="1365"/>
                    <a:pt x="9530" y="1334"/>
                    <a:pt x="9723" y="1334"/>
                  </a:cubicBezTo>
                  <a:cubicBezTo>
                    <a:pt x="9760" y="1334"/>
                    <a:pt x="9792" y="1338"/>
                    <a:pt x="9815" y="1338"/>
                  </a:cubicBezTo>
                  <a:lnTo>
                    <a:pt x="9838" y="1338"/>
                  </a:lnTo>
                  <a:lnTo>
                    <a:pt x="9845" y="1342"/>
                  </a:lnTo>
                  <a:lnTo>
                    <a:pt x="9857" y="1342"/>
                  </a:lnTo>
                  <a:lnTo>
                    <a:pt x="9684" y="1"/>
                  </a:lnTo>
                  <a:lnTo>
                    <a:pt x="9668" y="5"/>
                  </a:lnTo>
                  <a:lnTo>
                    <a:pt x="9840" y="1326"/>
                  </a:lnTo>
                  <a:lnTo>
                    <a:pt x="9840" y="1326"/>
                  </a:lnTo>
                  <a:cubicBezTo>
                    <a:pt x="9823" y="1323"/>
                    <a:pt x="9783" y="1319"/>
                    <a:pt x="9723" y="1319"/>
                  </a:cubicBezTo>
                  <a:cubicBezTo>
                    <a:pt x="9530" y="1319"/>
                    <a:pt x="9152" y="1350"/>
                    <a:pt x="8749" y="1552"/>
                  </a:cubicBezTo>
                  <a:cubicBezTo>
                    <a:pt x="8348" y="1752"/>
                    <a:pt x="7919" y="2126"/>
                    <a:pt x="7632" y="2810"/>
                  </a:cubicBezTo>
                  <a:lnTo>
                    <a:pt x="2299" y="2810"/>
                  </a:lnTo>
                  <a:cubicBezTo>
                    <a:pt x="2282" y="2768"/>
                    <a:pt x="2119" y="2382"/>
                    <a:pt x="1771" y="1952"/>
                  </a:cubicBezTo>
                  <a:cubicBezTo>
                    <a:pt x="1405" y="1501"/>
                    <a:pt x="833" y="1000"/>
                    <a:pt x="17" y="808"/>
                  </a:cubicBezTo>
                  <a:lnTo>
                    <a:pt x="17" y="808"/>
                  </a:lnTo>
                  <a:lnTo>
                    <a:pt x="63" y="5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33"/>
            <p:cNvSpPr/>
            <p:nvPr/>
          </p:nvSpPr>
          <p:spPr>
            <a:xfrm>
              <a:off x="7249472" y="2636996"/>
              <a:ext cx="10693" cy="135681"/>
            </a:xfrm>
            <a:custGeom>
              <a:avLst/>
              <a:gdLst/>
              <a:ahLst/>
              <a:cxnLst/>
              <a:rect l="l" t="t" r="r" b="b"/>
              <a:pathLst>
                <a:path w="222" h="2817" extrusionOk="0">
                  <a:moveTo>
                    <a:pt x="15" y="1"/>
                  </a:moveTo>
                  <a:lnTo>
                    <a:pt x="0" y="5"/>
                  </a:lnTo>
                  <a:cubicBezTo>
                    <a:pt x="73" y="503"/>
                    <a:pt x="126" y="1204"/>
                    <a:pt x="157" y="1782"/>
                  </a:cubicBezTo>
                  <a:cubicBezTo>
                    <a:pt x="176" y="2074"/>
                    <a:pt x="188" y="2330"/>
                    <a:pt x="195" y="2518"/>
                  </a:cubicBezTo>
                  <a:cubicBezTo>
                    <a:pt x="199" y="2610"/>
                    <a:pt x="202" y="2684"/>
                    <a:pt x="207" y="2737"/>
                  </a:cubicBezTo>
                  <a:lnTo>
                    <a:pt x="207" y="2817"/>
                  </a:lnTo>
                  <a:lnTo>
                    <a:pt x="222" y="2817"/>
                  </a:lnTo>
                  <a:cubicBezTo>
                    <a:pt x="222" y="2817"/>
                    <a:pt x="161" y="1001"/>
                    <a:pt x="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33"/>
            <p:cNvSpPr/>
            <p:nvPr/>
          </p:nvSpPr>
          <p:spPr>
            <a:xfrm>
              <a:off x="7091968" y="2636996"/>
              <a:ext cx="4142" cy="135681"/>
            </a:xfrm>
            <a:custGeom>
              <a:avLst/>
              <a:gdLst/>
              <a:ahLst/>
              <a:cxnLst/>
              <a:rect l="l" t="t" r="r" b="b"/>
              <a:pathLst>
                <a:path w="86" h="2817" extrusionOk="0">
                  <a:moveTo>
                    <a:pt x="16" y="1"/>
                  </a:moveTo>
                  <a:lnTo>
                    <a:pt x="1" y="5"/>
                  </a:lnTo>
                  <a:cubicBezTo>
                    <a:pt x="36" y="434"/>
                    <a:pt x="55" y="1139"/>
                    <a:pt x="62" y="1733"/>
                  </a:cubicBezTo>
                  <a:cubicBezTo>
                    <a:pt x="66" y="2032"/>
                    <a:pt x="70" y="2304"/>
                    <a:pt x="70" y="2500"/>
                  </a:cubicBezTo>
                  <a:cubicBezTo>
                    <a:pt x="70" y="2595"/>
                    <a:pt x="74" y="2675"/>
                    <a:pt x="74" y="2730"/>
                  </a:cubicBezTo>
                  <a:lnTo>
                    <a:pt x="74" y="2817"/>
                  </a:lnTo>
                  <a:lnTo>
                    <a:pt x="85" y="2817"/>
                  </a:lnTo>
                  <a:cubicBezTo>
                    <a:pt x="85" y="2817"/>
                    <a:pt x="85" y="867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33"/>
            <p:cNvSpPr/>
            <p:nvPr/>
          </p:nvSpPr>
          <p:spPr>
            <a:xfrm>
              <a:off x="6858699" y="2643306"/>
              <a:ext cx="541595" cy="771"/>
            </a:xfrm>
            <a:custGeom>
              <a:avLst/>
              <a:gdLst/>
              <a:ahLst/>
              <a:cxnLst/>
              <a:rect l="l" t="t" r="r" b="b"/>
              <a:pathLst>
                <a:path w="11244" h="16" extrusionOk="0">
                  <a:moveTo>
                    <a:pt x="1" y="1"/>
                  </a:moveTo>
                  <a:lnTo>
                    <a:pt x="1" y="15"/>
                  </a:lnTo>
                  <a:lnTo>
                    <a:pt x="11244" y="15"/>
                  </a:lnTo>
                  <a:lnTo>
                    <a:pt x="112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33"/>
            <p:cNvSpPr/>
            <p:nvPr/>
          </p:nvSpPr>
          <p:spPr>
            <a:xfrm>
              <a:off x="7264211" y="2656359"/>
              <a:ext cx="23843" cy="819"/>
            </a:xfrm>
            <a:custGeom>
              <a:avLst/>
              <a:gdLst/>
              <a:ahLst/>
              <a:cxnLst/>
              <a:rect l="l" t="t" r="r" b="b"/>
              <a:pathLst>
                <a:path w="495" h="17" extrusionOk="0">
                  <a:moveTo>
                    <a:pt x="0" y="1"/>
                  </a:moveTo>
                  <a:lnTo>
                    <a:pt x="0" y="17"/>
                  </a:lnTo>
                  <a:lnTo>
                    <a:pt x="494" y="17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33"/>
            <p:cNvSpPr/>
            <p:nvPr/>
          </p:nvSpPr>
          <p:spPr>
            <a:xfrm>
              <a:off x="7105648" y="2656359"/>
              <a:ext cx="23843" cy="819"/>
            </a:xfrm>
            <a:custGeom>
              <a:avLst/>
              <a:gdLst/>
              <a:ahLst/>
              <a:cxnLst/>
              <a:rect l="l" t="t" r="r" b="b"/>
              <a:pathLst>
                <a:path w="495" h="17" extrusionOk="0">
                  <a:moveTo>
                    <a:pt x="1" y="1"/>
                  </a:moveTo>
                  <a:lnTo>
                    <a:pt x="1" y="17"/>
                  </a:lnTo>
                  <a:lnTo>
                    <a:pt x="495" y="17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33"/>
            <p:cNvSpPr/>
            <p:nvPr/>
          </p:nvSpPr>
          <p:spPr>
            <a:xfrm>
              <a:off x="6944339" y="2656359"/>
              <a:ext cx="23891" cy="819"/>
            </a:xfrm>
            <a:custGeom>
              <a:avLst/>
              <a:gdLst/>
              <a:ahLst/>
              <a:cxnLst/>
              <a:rect l="l" t="t" r="r" b="b"/>
              <a:pathLst>
                <a:path w="496" h="17" extrusionOk="0">
                  <a:moveTo>
                    <a:pt x="1" y="1"/>
                  </a:moveTo>
                  <a:lnTo>
                    <a:pt x="1" y="17"/>
                  </a:lnTo>
                  <a:lnTo>
                    <a:pt x="495" y="17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33"/>
            <p:cNvSpPr/>
            <p:nvPr/>
          </p:nvSpPr>
          <p:spPr>
            <a:xfrm>
              <a:off x="7429229" y="2629289"/>
              <a:ext cx="64785" cy="15702"/>
            </a:xfrm>
            <a:custGeom>
              <a:avLst/>
              <a:gdLst/>
              <a:ahLst/>
              <a:cxnLst/>
              <a:rect l="l" t="t" r="r" b="b"/>
              <a:pathLst>
                <a:path w="1345" h="326" extrusionOk="0">
                  <a:moveTo>
                    <a:pt x="11" y="0"/>
                  </a:moveTo>
                  <a:lnTo>
                    <a:pt x="0" y="7"/>
                  </a:lnTo>
                  <a:lnTo>
                    <a:pt x="119" y="191"/>
                  </a:lnTo>
                  <a:lnTo>
                    <a:pt x="1345" y="326"/>
                  </a:lnTo>
                  <a:lnTo>
                    <a:pt x="1345" y="310"/>
                  </a:lnTo>
                  <a:lnTo>
                    <a:pt x="126" y="17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33"/>
            <p:cNvSpPr/>
            <p:nvPr/>
          </p:nvSpPr>
          <p:spPr>
            <a:xfrm>
              <a:off x="7484958" y="2748886"/>
              <a:ext cx="22350" cy="38050"/>
            </a:xfrm>
            <a:custGeom>
              <a:avLst/>
              <a:gdLst/>
              <a:ahLst/>
              <a:cxnLst/>
              <a:rect l="l" t="t" r="r" b="b"/>
              <a:pathLst>
                <a:path w="464" h="790" extrusionOk="0">
                  <a:moveTo>
                    <a:pt x="361" y="0"/>
                  </a:moveTo>
                  <a:cubicBezTo>
                    <a:pt x="27" y="19"/>
                    <a:pt x="27" y="207"/>
                    <a:pt x="0" y="732"/>
                  </a:cubicBezTo>
                  <a:cubicBezTo>
                    <a:pt x="0" y="763"/>
                    <a:pt x="23" y="789"/>
                    <a:pt x="58" y="789"/>
                  </a:cubicBezTo>
                  <a:lnTo>
                    <a:pt x="341" y="789"/>
                  </a:lnTo>
                  <a:cubicBezTo>
                    <a:pt x="368" y="789"/>
                    <a:pt x="391" y="770"/>
                    <a:pt x="399" y="747"/>
                  </a:cubicBezTo>
                  <a:cubicBezTo>
                    <a:pt x="422" y="648"/>
                    <a:pt x="464" y="391"/>
                    <a:pt x="418" y="50"/>
                  </a:cubicBezTo>
                  <a:cubicBezTo>
                    <a:pt x="414" y="23"/>
                    <a:pt x="387" y="0"/>
                    <a:pt x="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33"/>
            <p:cNvSpPr/>
            <p:nvPr/>
          </p:nvSpPr>
          <p:spPr>
            <a:xfrm>
              <a:off x="7490497" y="2781735"/>
              <a:ext cx="10934" cy="578"/>
            </a:xfrm>
            <a:custGeom>
              <a:avLst/>
              <a:gdLst/>
              <a:ahLst/>
              <a:cxnLst/>
              <a:rect l="l" t="t" r="r" b="b"/>
              <a:pathLst>
                <a:path w="227" h="12" extrusionOk="0">
                  <a:moveTo>
                    <a:pt x="0" y="1"/>
                  </a:moveTo>
                  <a:lnTo>
                    <a:pt x="0" y="12"/>
                  </a:lnTo>
                  <a:lnTo>
                    <a:pt x="226" y="12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33"/>
            <p:cNvSpPr/>
            <p:nvPr/>
          </p:nvSpPr>
          <p:spPr>
            <a:xfrm>
              <a:off x="7490882" y="2777641"/>
              <a:ext cx="11127" cy="819"/>
            </a:xfrm>
            <a:custGeom>
              <a:avLst/>
              <a:gdLst/>
              <a:ahLst/>
              <a:cxnLst/>
              <a:rect l="l" t="t" r="r" b="b"/>
              <a:pathLst>
                <a:path w="231" h="17" extrusionOk="0">
                  <a:moveTo>
                    <a:pt x="0" y="1"/>
                  </a:moveTo>
                  <a:lnTo>
                    <a:pt x="0" y="17"/>
                  </a:lnTo>
                  <a:lnTo>
                    <a:pt x="230" y="17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33"/>
            <p:cNvSpPr/>
            <p:nvPr/>
          </p:nvSpPr>
          <p:spPr>
            <a:xfrm>
              <a:off x="7491412" y="2773740"/>
              <a:ext cx="10934" cy="819"/>
            </a:xfrm>
            <a:custGeom>
              <a:avLst/>
              <a:gdLst/>
              <a:ahLst/>
              <a:cxnLst/>
              <a:rect l="l" t="t" r="r" b="b"/>
              <a:pathLst>
                <a:path w="227" h="17" extrusionOk="0">
                  <a:moveTo>
                    <a:pt x="0" y="1"/>
                  </a:moveTo>
                  <a:lnTo>
                    <a:pt x="0" y="17"/>
                  </a:lnTo>
                  <a:lnTo>
                    <a:pt x="227" y="17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33"/>
            <p:cNvSpPr/>
            <p:nvPr/>
          </p:nvSpPr>
          <p:spPr>
            <a:xfrm>
              <a:off x="7478455" y="2663969"/>
              <a:ext cx="26107" cy="47876"/>
            </a:xfrm>
            <a:custGeom>
              <a:avLst/>
              <a:gdLst/>
              <a:ahLst/>
              <a:cxnLst/>
              <a:rect l="l" t="t" r="r" b="b"/>
              <a:pathLst>
                <a:path w="542" h="994" extrusionOk="0">
                  <a:moveTo>
                    <a:pt x="434" y="0"/>
                  </a:moveTo>
                  <a:cubicBezTo>
                    <a:pt x="434" y="0"/>
                    <a:pt x="43" y="12"/>
                    <a:pt x="5" y="85"/>
                  </a:cubicBezTo>
                  <a:cubicBezTo>
                    <a:pt x="5" y="85"/>
                    <a:pt x="1" y="625"/>
                    <a:pt x="28" y="916"/>
                  </a:cubicBezTo>
                  <a:cubicBezTo>
                    <a:pt x="28" y="916"/>
                    <a:pt x="395" y="994"/>
                    <a:pt x="520" y="994"/>
                  </a:cubicBezTo>
                  <a:cubicBezTo>
                    <a:pt x="528" y="994"/>
                    <a:pt x="535" y="993"/>
                    <a:pt x="542" y="992"/>
                  </a:cubicBezTo>
                  <a:cubicBezTo>
                    <a:pt x="542" y="992"/>
                    <a:pt x="480" y="334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33"/>
            <p:cNvSpPr/>
            <p:nvPr/>
          </p:nvSpPr>
          <p:spPr>
            <a:xfrm>
              <a:off x="7482019" y="2691809"/>
              <a:ext cx="10356" cy="16328"/>
            </a:xfrm>
            <a:custGeom>
              <a:avLst/>
              <a:gdLst/>
              <a:ahLst/>
              <a:cxnLst/>
              <a:rect l="l" t="t" r="r" b="b"/>
              <a:pathLst>
                <a:path w="215" h="339" extrusionOk="0">
                  <a:moveTo>
                    <a:pt x="31" y="1"/>
                  </a:moveTo>
                  <a:cubicBezTo>
                    <a:pt x="15" y="1"/>
                    <a:pt x="0" y="13"/>
                    <a:pt x="0" y="28"/>
                  </a:cubicBezTo>
                  <a:lnTo>
                    <a:pt x="0" y="281"/>
                  </a:lnTo>
                  <a:cubicBezTo>
                    <a:pt x="0" y="296"/>
                    <a:pt x="8" y="308"/>
                    <a:pt x="19" y="308"/>
                  </a:cubicBezTo>
                  <a:cubicBezTo>
                    <a:pt x="73" y="322"/>
                    <a:pt x="142" y="331"/>
                    <a:pt x="184" y="338"/>
                  </a:cubicBezTo>
                  <a:cubicBezTo>
                    <a:pt x="199" y="338"/>
                    <a:pt x="215" y="327"/>
                    <a:pt x="215" y="311"/>
                  </a:cubicBezTo>
                  <a:cubicBezTo>
                    <a:pt x="215" y="196"/>
                    <a:pt x="203" y="85"/>
                    <a:pt x="199" y="39"/>
                  </a:cubicBezTo>
                  <a:cubicBezTo>
                    <a:pt x="199" y="28"/>
                    <a:pt x="188" y="16"/>
                    <a:pt x="176" y="16"/>
                  </a:cubicBezTo>
                  <a:lnTo>
                    <a:pt x="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33"/>
            <p:cNvSpPr/>
            <p:nvPr/>
          </p:nvSpPr>
          <p:spPr>
            <a:xfrm>
              <a:off x="7476480" y="2728512"/>
              <a:ext cx="39353" cy="70080"/>
            </a:xfrm>
            <a:custGeom>
              <a:avLst/>
              <a:gdLst/>
              <a:ahLst/>
              <a:cxnLst/>
              <a:rect l="l" t="t" r="r" b="b"/>
              <a:pathLst>
                <a:path w="817" h="1455" extrusionOk="0">
                  <a:moveTo>
                    <a:pt x="698" y="112"/>
                  </a:moveTo>
                  <a:cubicBezTo>
                    <a:pt x="709" y="534"/>
                    <a:pt x="629" y="1189"/>
                    <a:pt x="609" y="1358"/>
                  </a:cubicBezTo>
                  <a:lnTo>
                    <a:pt x="100" y="1358"/>
                  </a:lnTo>
                  <a:lnTo>
                    <a:pt x="218" y="266"/>
                  </a:lnTo>
                  <a:lnTo>
                    <a:pt x="698" y="112"/>
                  </a:lnTo>
                  <a:close/>
                  <a:moveTo>
                    <a:pt x="737" y="0"/>
                  </a:moveTo>
                  <a:cubicBezTo>
                    <a:pt x="733" y="0"/>
                    <a:pt x="728" y="1"/>
                    <a:pt x="724" y="2"/>
                  </a:cubicBezTo>
                  <a:lnTo>
                    <a:pt x="161" y="186"/>
                  </a:lnTo>
                  <a:cubicBezTo>
                    <a:pt x="146" y="193"/>
                    <a:pt x="130" y="209"/>
                    <a:pt x="130" y="224"/>
                  </a:cubicBezTo>
                  <a:lnTo>
                    <a:pt x="0" y="1400"/>
                  </a:lnTo>
                  <a:cubicBezTo>
                    <a:pt x="0" y="1415"/>
                    <a:pt x="4" y="1427"/>
                    <a:pt x="11" y="1438"/>
                  </a:cubicBezTo>
                  <a:cubicBezTo>
                    <a:pt x="19" y="1446"/>
                    <a:pt x="34" y="1454"/>
                    <a:pt x="46" y="1454"/>
                  </a:cubicBezTo>
                  <a:lnTo>
                    <a:pt x="652" y="1454"/>
                  </a:lnTo>
                  <a:cubicBezTo>
                    <a:pt x="675" y="1454"/>
                    <a:pt x="694" y="1435"/>
                    <a:pt x="698" y="1412"/>
                  </a:cubicBezTo>
                  <a:cubicBezTo>
                    <a:pt x="701" y="1377"/>
                    <a:pt x="816" y="534"/>
                    <a:pt x="789" y="43"/>
                  </a:cubicBezTo>
                  <a:cubicBezTo>
                    <a:pt x="786" y="29"/>
                    <a:pt x="778" y="17"/>
                    <a:pt x="766" y="9"/>
                  </a:cubicBezTo>
                  <a:cubicBezTo>
                    <a:pt x="758" y="4"/>
                    <a:pt x="748" y="0"/>
                    <a:pt x="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33"/>
            <p:cNvSpPr/>
            <p:nvPr/>
          </p:nvSpPr>
          <p:spPr>
            <a:xfrm>
              <a:off x="7482019" y="2745900"/>
              <a:ext cx="32320" cy="4479"/>
            </a:xfrm>
            <a:custGeom>
              <a:avLst/>
              <a:gdLst/>
              <a:ahLst/>
              <a:cxnLst/>
              <a:rect l="l" t="t" r="r" b="b"/>
              <a:pathLst>
                <a:path w="671" h="93" extrusionOk="0">
                  <a:moveTo>
                    <a:pt x="50" y="1"/>
                  </a:moveTo>
                  <a:cubicBezTo>
                    <a:pt x="23" y="1"/>
                    <a:pt x="0" y="20"/>
                    <a:pt x="0" y="46"/>
                  </a:cubicBezTo>
                  <a:cubicBezTo>
                    <a:pt x="0" y="73"/>
                    <a:pt x="23" y="92"/>
                    <a:pt x="50" y="92"/>
                  </a:cubicBezTo>
                  <a:lnTo>
                    <a:pt x="625" y="92"/>
                  </a:lnTo>
                  <a:cubicBezTo>
                    <a:pt x="651" y="92"/>
                    <a:pt x="671" y="73"/>
                    <a:pt x="671" y="46"/>
                  </a:cubicBezTo>
                  <a:cubicBezTo>
                    <a:pt x="671" y="20"/>
                    <a:pt x="651" y="1"/>
                    <a:pt x="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33"/>
            <p:cNvSpPr/>
            <p:nvPr/>
          </p:nvSpPr>
          <p:spPr>
            <a:xfrm>
              <a:off x="7356498" y="2549093"/>
              <a:ext cx="56308" cy="77257"/>
            </a:xfrm>
            <a:custGeom>
              <a:avLst/>
              <a:gdLst/>
              <a:ahLst/>
              <a:cxnLst/>
              <a:rect l="l" t="t" r="r" b="b"/>
              <a:pathLst>
                <a:path w="1169" h="1604" extrusionOk="0">
                  <a:moveTo>
                    <a:pt x="468" y="1"/>
                  </a:moveTo>
                  <a:cubicBezTo>
                    <a:pt x="371" y="1"/>
                    <a:pt x="274" y="9"/>
                    <a:pt x="203" y="33"/>
                  </a:cubicBezTo>
                  <a:cubicBezTo>
                    <a:pt x="0" y="98"/>
                    <a:pt x="8" y="1239"/>
                    <a:pt x="261" y="1566"/>
                  </a:cubicBezTo>
                  <a:cubicBezTo>
                    <a:pt x="280" y="1592"/>
                    <a:pt x="311" y="1603"/>
                    <a:pt x="345" y="1603"/>
                  </a:cubicBezTo>
                  <a:lnTo>
                    <a:pt x="1050" y="1603"/>
                  </a:lnTo>
                  <a:cubicBezTo>
                    <a:pt x="1119" y="1603"/>
                    <a:pt x="1169" y="1546"/>
                    <a:pt x="1158" y="1481"/>
                  </a:cubicBezTo>
                  <a:cubicBezTo>
                    <a:pt x="1112" y="1205"/>
                    <a:pt x="997" y="538"/>
                    <a:pt x="866" y="98"/>
                  </a:cubicBezTo>
                  <a:cubicBezTo>
                    <a:pt x="854" y="56"/>
                    <a:pt x="820" y="29"/>
                    <a:pt x="778" y="21"/>
                  </a:cubicBezTo>
                  <a:cubicBezTo>
                    <a:pt x="706" y="13"/>
                    <a:pt x="587" y="1"/>
                    <a:pt x="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33"/>
            <p:cNvSpPr/>
            <p:nvPr/>
          </p:nvSpPr>
          <p:spPr>
            <a:xfrm>
              <a:off x="7385831" y="2528477"/>
              <a:ext cx="34921" cy="110057"/>
            </a:xfrm>
            <a:custGeom>
              <a:avLst/>
              <a:gdLst/>
              <a:ahLst/>
              <a:cxnLst/>
              <a:rect l="l" t="t" r="r" b="b"/>
              <a:pathLst>
                <a:path w="725" h="2285" extrusionOk="0">
                  <a:moveTo>
                    <a:pt x="8" y="1"/>
                  </a:moveTo>
                  <a:cubicBezTo>
                    <a:pt x="8" y="1"/>
                    <a:pt x="4" y="1"/>
                    <a:pt x="4" y="4"/>
                  </a:cubicBezTo>
                  <a:cubicBezTo>
                    <a:pt x="4" y="4"/>
                    <a:pt x="1" y="8"/>
                    <a:pt x="4" y="8"/>
                  </a:cubicBezTo>
                  <a:lnTo>
                    <a:pt x="521" y="2277"/>
                  </a:lnTo>
                  <a:cubicBezTo>
                    <a:pt x="526" y="2281"/>
                    <a:pt x="526" y="2284"/>
                    <a:pt x="530" y="2284"/>
                  </a:cubicBezTo>
                  <a:lnTo>
                    <a:pt x="721" y="2284"/>
                  </a:lnTo>
                  <a:cubicBezTo>
                    <a:pt x="725" y="2284"/>
                    <a:pt x="725" y="2281"/>
                    <a:pt x="725" y="2277"/>
                  </a:cubicBezTo>
                  <a:cubicBezTo>
                    <a:pt x="725" y="2273"/>
                    <a:pt x="725" y="2270"/>
                    <a:pt x="721" y="2270"/>
                  </a:cubicBezTo>
                  <a:lnTo>
                    <a:pt x="537" y="2270"/>
                  </a:lnTo>
                  <a:lnTo>
                    <a:pt x="20" y="16"/>
                  </a:lnTo>
                  <a:lnTo>
                    <a:pt x="77" y="16"/>
                  </a:lnTo>
                  <a:cubicBezTo>
                    <a:pt x="81" y="16"/>
                    <a:pt x="84" y="12"/>
                    <a:pt x="84" y="8"/>
                  </a:cubicBezTo>
                  <a:cubicBezTo>
                    <a:pt x="84" y="4"/>
                    <a:pt x="81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33"/>
            <p:cNvSpPr/>
            <p:nvPr/>
          </p:nvSpPr>
          <p:spPr>
            <a:xfrm>
              <a:off x="7234300" y="2489366"/>
              <a:ext cx="15895" cy="140883"/>
            </a:xfrm>
            <a:custGeom>
              <a:avLst/>
              <a:gdLst/>
              <a:ahLst/>
              <a:cxnLst/>
              <a:rect l="l" t="t" r="r" b="b"/>
              <a:pathLst>
                <a:path w="330" h="2925" extrusionOk="0">
                  <a:moveTo>
                    <a:pt x="12" y="1"/>
                  </a:moveTo>
                  <a:lnTo>
                    <a:pt x="1" y="4"/>
                  </a:lnTo>
                  <a:lnTo>
                    <a:pt x="315" y="2924"/>
                  </a:lnTo>
                  <a:lnTo>
                    <a:pt x="330" y="2924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33"/>
            <p:cNvSpPr/>
            <p:nvPr/>
          </p:nvSpPr>
          <p:spPr>
            <a:xfrm>
              <a:off x="7086863" y="2486573"/>
              <a:ext cx="5925" cy="144784"/>
            </a:xfrm>
            <a:custGeom>
              <a:avLst/>
              <a:gdLst/>
              <a:ahLst/>
              <a:cxnLst/>
              <a:rect l="l" t="t" r="r" b="b"/>
              <a:pathLst>
                <a:path w="123" h="3006" extrusionOk="0">
                  <a:moveTo>
                    <a:pt x="0" y="1"/>
                  </a:moveTo>
                  <a:lnTo>
                    <a:pt x="107" y="3005"/>
                  </a:lnTo>
                  <a:lnTo>
                    <a:pt x="122" y="300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33"/>
            <p:cNvSpPr/>
            <p:nvPr/>
          </p:nvSpPr>
          <p:spPr>
            <a:xfrm>
              <a:off x="6936921" y="2485850"/>
              <a:ext cx="17774" cy="144399"/>
            </a:xfrm>
            <a:custGeom>
              <a:avLst/>
              <a:gdLst/>
              <a:ahLst/>
              <a:cxnLst/>
              <a:rect l="l" t="t" r="r" b="b"/>
              <a:pathLst>
                <a:path w="369" h="2998" extrusionOk="0">
                  <a:moveTo>
                    <a:pt x="354" y="0"/>
                  </a:moveTo>
                  <a:lnTo>
                    <a:pt x="1" y="2997"/>
                  </a:lnTo>
                  <a:lnTo>
                    <a:pt x="17" y="2997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4" name="Google Shape;4094;p33"/>
          <p:cNvGrpSpPr/>
          <p:nvPr/>
        </p:nvGrpSpPr>
        <p:grpSpPr>
          <a:xfrm>
            <a:off x="4325386" y="4127765"/>
            <a:ext cx="936969" cy="806872"/>
            <a:chOff x="4392173" y="3619365"/>
            <a:chExt cx="936969" cy="806872"/>
          </a:xfrm>
        </p:grpSpPr>
        <p:grpSp>
          <p:nvGrpSpPr>
            <p:cNvPr id="4095" name="Google Shape;4095;p33"/>
            <p:cNvGrpSpPr/>
            <p:nvPr/>
          </p:nvGrpSpPr>
          <p:grpSpPr>
            <a:xfrm>
              <a:off x="4392173" y="4218513"/>
              <a:ext cx="275877" cy="203099"/>
              <a:chOff x="4392173" y="4014525"/>
              <a:chExt cx="275877" cy="203099"/>
            </a:xfrm>
          </p:grpSpPr>
          <p:sp>
            <p:nvSpPr>
              <p:cNvPr id="4096" name="Google Shape;4096;p33"/>
              <p:cNvSpPr/>
              <p:nvPr/>
            </p:nvSpPr>
            <p:spPr>
              <a:xfrm>
                <a:off x="4392173" y="4014525"/>
                <a:ext cx="275877" cy="203099"/>
              </a:xfrm>
              <a:custGeom>
                <a:avLst/>
                <a:gdLst/>
                <a:ahLst/>
                <a:cxnLst/>
                <a:rect l="l" t="t" r="r" b="b"/>
                <a:pathLst>
                  <a:path w="2460" h="1811" extrusionOk="0">
                    <a:moveTo>
                      <a:pt x="1227" y="0"/>
                    </a:moveTo>
                    <a:cubicBezTo>
                      <a:pt x="518" y="0"/>
                      <a:pt x="1" y="817"/>
                      <a:pt x="557" y="1560"/>
                    </a:cubicBezTo>
                    <a:cubicBezTo>
                      <a:pt x="561" y="1560"/>
                      <a:pt x="561" y="1564"/>
                      <a:pt x="565" y="1568"/>
                    </a:cubicBezTo>
                    <a:cubicBezTo>
                      <a:pt x="787" y="1738"/>
                      <a:pt x="1015" y="1811"/>
                      <a:pt x="1227" y="1811"/>
                    </a:cubicBezTo>
                    <a:cubicBezTo>
                      <a:pt x="1938" y="1811"/>
                      <a:pt x="2460" y="986"/>
                      <a:pt x="1887" y="239"/>
                    </a:cubicBezTo>
                    <a:cubicBezTo>
                      <a:pt x="1883" y="239"/>
                      <a:pt x="1883" y="234"/>
                      <a:pt x="1880" y="234"/>
                    </a:cubicBezTo>
                    <a:cubicBezTo>
                      <a:pt x="1660" y="71"/>
                      <a:pt x="1435" y="0"/>
                      <a:pt x="1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7" name="Google Shape;4097;p33"/>
              <p:cNvSpPr/>
              <p:nvPr/>
            </p:nvSpPr>
            <p:spPr>
              <a:xfrm>
                <a:off x="4457216" y="4062189"/>
                <a:ext cx="145789" cy="107437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958" extrusionOk="0">
                    <a:moveTo>
                      <a:pt x="647" y="0"/>
                    </a:moveTo>
                    <a:cubicBezTo>
                      <a:pt x="273" y="0"/>
                      <a:pt x="0" y="427"/>
                      <a:pt x="288" y="826"/>
                    </a:cubicBezTo>
                    <a:lnTo>
                      <a:pt x="292" y="826"/>
                    </a:lnTo>
                    <a:cubicBezTo>
                      <a:pt x="411" y="918"/>
                      <a:pt x="533" y="957"/>
                      <a:pt x="647" y="957"/>
                    </a:cubicBezTo>
                    <a:cubicBezTo>
                      <a:pt x="1024" y="957"/>
                      <a:pt x="1299" y="522"/>
                      <a:pt x="993" y="124"/>
                    </a:cubicBezTo>
                    <a:lnTo>
                      <a:pt x="989" y="120"/>
                    </a:lnTo>
                    <a:cubicBezTo>
                      <a:pt x="874" y="36"/>
                      <a:pt x="756" y="0"/>
                      <a:pt x="6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8" name="Google Shape;4098;p33"/>
              <p:cNvSpPr/>
              <p:nvPr/>
            </p:nvSpPr>
            <p:spPr>
              <a:xfrm>
                <a:off x="4481103" y="4079909"/>
                <a:ext cx="98015" cy="72111"/>
              </a:xfrm>
              <a:custGeom>
                <a:avLst/>
                <a:gdLst/>
                <a:ahLst/>
                <a:cxnLst/>
                <a:rect l="l" t="t" r="r" b="b"/>
                <a:pathLst>
                  <a:path w="874" h="643" extrusionOk="0">
                    <a:moveTo>
                      <a:pt x="432" y="0"/>
                    </a:moveTo>
                    <a:cubicBezTo>
                      <a:pt x="182" y="0"/>
                      <a:pt x="1" y="286"/>
                      <a:pt x="194" y="553"/>
                    </a:cubicBezTo>
                    <a:cubicBezTo>
                      <a:pt x="274" y="615"/>
                      <a:pt x="356" y="642"/>
                      <a:pt x="433" y="642"/>
                    </a:cubicBezTo>
                    <a:cubicBezTo>
                      <a:pt x="687" y="642"/>
                      <a:pt x="874" y="346"/>
                      <a:pt x="665" y="81"/>
                    </a:cubicBezTo>
                    <a:lnTo>
                      <a:pt x="661" y="81"/>
                    </a:lnTo>
                    <a:cubicBezTo>
                      <a:pt x="584" y="24"/>
                      <a:pt x="505" y="0"/>
                      <a:pt x="4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99" name="Google Shape;4099;p33"/>
              <p:cNvGrpSpPr/>
              <p:nvPr/>
            </p:nvGrpSpPr>
            <p:grpSpPr>
              <a:xfrm>
                <a:off x="4432320" y="4019413"/>
                <a:ext cx="194681" cy="194805"/>
                <a:chOff x="4432320" y="4258288"/>
                <a:chExt cx="194681" cy="194805"/>
              </a:xfrm>
            </p:grpSpPr>
            <p:sp>
              <p:nvSpPr>
                <p:cNvPr id="4100" name="Google Shape;4100;p33"/>
                <p:cNvSpPr/>
                <p:nvPr/>
              </p:nvSpPr>
              <p:spPr>
                <a:xfrm>
                  <a:off x="4528090" y="4258288"/>
                  <a:ext cx="3589" cy="3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50" extrusionOk="0">
                      <a:moveTo>
                        <a:pt x="16" y="1"/>
                      </a:moveTo>
                      <a:cubicBezTo>
                        <a:pt x="5" y="1"/>
                        <a:pt x="1" y="77"/>
                        <a:pt x="1" y="173"/>
                      </a:cubicBezTo>
                      <a:cubicBezTo>
                        <a:pt x="1" y="268"/>
                        <a:pt x="5" y="349"/>
                        <a:pt x="16" y="349"/>
                      </a:cubicBezTo>
                      <a:cubicBezTo>
                        <a:pt x="24" y="349"/>
                        <a:pt x="31" y="268"/>
                        <a:pt x="31" y="173"/>
                      </a:cubicBezTo>
                      <a:cubicBezTo>
                        <a:pt x="31" y="77"/>
                        <a:pt x="24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1" name="Google Shape;4101;p33"/>
                <p:cNvSpPr/>
                <p:nvPr/>
              </p:nvSpPr>
              <p:spPr>
                <a:xfrm>
                  <a:off x="4528090" y="4414290"/>
                  <a:ext cx="3589" cy="38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46" extrusionOk="0">
                      <a:moveTo>
                        <a:pt x="16" y="0"/>
                      </a:moveTo>
                      <a:cubicBezTo>
                        <a:pt x="5" y="0"/>
                        <a:pt x="1" y="77"/>
                        <a:pt x="1" y="173"/>
                      </a:cubicBezTo>
                      <a:cubicBezTo>
                        <a:pt x="1" y="269"/>
                        <a:pt x="5" y="345"/>
                        <a:pt x="16" y="345"/>
                      </a:cubicBezTo>
                      <a:cubicBezTo>
                        <a:pt x="24" y="345"/>
                        <a:pt x="31" y="269"/>
                        <a:pt x="31" y="173"/>
                      </a:cubicBezTo>
                      <a:cubicBezTo>
                        <a:pt x="31" y="77"/>
                        <a:pt x="24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2" name="Google Shape;4102;p33"/>
                <p:cNvSpPr/>
                <p:nvPr/>
              </p:nvSpPr>
              <p:spPr>
                <a:xfrm>
                  <a:off x="4588311" y="4354177"/>
                  <a:ext cx="38690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31" extrusionOk="0">
                      <a:moveTo>
                        <a:pt x="173" y="0"/>
                      </a:moveTo>
                      <a:cubicBezTo>
                        <a:pt x="76" y="0"/>
                        <a:pt x="0" y="7"/>
                        <a:pt x="0" y="16"/>
                      </a:cubicBezTo>
                      <a:cubicBezTo>
                        <a:pt x="0" y="23"/>
                        <a:pt x="76" y="30"/>
                        <a:pt x="173" y="30"/>
                      </a:cubicBezTo>
                      <a:cubicBezTo>
                        <a:pt x="269" y="30"/>
                        <a:pt x="345" y="23"/>
                        <a:pt x="345" y="16"/>
                      </a:cubicBezTo>
                      <a:cubicBezTo>
                        <a:pt x="345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3" name="Google Shape;4103;p33"/>
                <p:cNvSpPr/>
                <p:nvPr/>
              </p:nvSpPr>
              <p:spPr>
                <a:xfrm>
                  <a:off x="4432320" y="4354177"/>
                  <a:ext cx="39251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8" y="30"/>
                        <a:pt x="349" y="23"/>
                        <a:pt x="349" y="16"/>
                      </a:cubicBezTo>
                      <a:cubicBezTo>
                        <a:pt x="349" y="7"/>
                        <a:pt x="268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4" name="Google Shape;4104;p33"/>
                <p:cNvSpPr/>
                <p:nvPr/>
              </p:nvSpPr>
              <p:spPr>
                <a:xfrm>
                  <a:off x="4570256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251" y="1"/>
                      </a:moveTo>
                      <a:cubicBezTo>
                        <a:pt x="238" y="1"/>
                        <a:pt x="183" y="48"/>
                        <a:pt x="119" y="113"/>
                      </a:cubicBezTo>
                      <a:cubicBezTo>
                        <a:pt x="53" y="178"/>
                        <a:pt x="0" y="239"/>
                        <a:pt x="8" y="247"/>
                      </a:cubicBezTo>
                      <a:cubicBezTo>
                        <a:pt x="8" y="247"/>
                        <a:pt x="8" y="247"/>
                        <a:pt x="9" y="247"/>
                      </a:cubicBezTo>
                      <a:cubicBezTo>
                        <a:pt x="20" y="247"/>
                        <a:pt x="75" y="198"/>
                        <a:pt x="142" y="132"/>
                      </a:cubicBezTo>
                      <a:cubicBezTo>
                        <a:pt x="207" y="67"/>
                        <a:pt x="257" y="5"/>
                        <a:pt x="253" y="1"/>
                      </a:cubicBezTo>
                      <a:cubicBezTo>
                        <a:pt x="253" y="1"/>
                        <a:pt x="252" y="1"/>
                        <a:pt x="25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5" name="Google Shape;4105;p33"/>
                <p:cNvSpPr/>
                <p:nvPr/>
              </p:nvSpPr>
              <p:spPr>
                <a:xfrm>
                  <a:off x="4460132" y="4397131"/>
                  <a:ext cx="29046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47" extrusionOk="0">
                      <a:moveTo>
                        <a:pt x="249" y="0"/>
                      </a:moveTo>
                      <a:cubicBezTo>
                        <a:pt x="241" y="0"/>
                        <a:pt x="182" y="49"/>
                        <a:pt x="120" y="111"/>
                      </a:cubicBezTo>
                      <a:cubicBezTo>
                        <a:pt x="51" y="180"/>
                        <a:pt x="1" y="238"/>
                        <a:pt x="9" y="245"/>
                      </a:cubicBezTo>
                      <a:cubicBezTo>
                        <a:pt x="9" y="246"/>
                        <a:pt x="10" y="246"/>
                        <a:pt x="11" y="246"/>
                      </a:cubicBezTo>
                      <a:cubicBezTo>
                        <a:pt x="21" y="246"/>
                        <a:pt x="75" y="198"/>
                        <a:pt x="139" y="134"/>
                      </a:cubicBezTo>
                      <a:cubicBezTo>
                        <a:pt x="208" y="65"/>
                        <a:pt x="258" y="8"/>
                        <a:pt x="250" y="1"/>
                      </a:cubicBezTo>
                      <a:cubicBezTo>
                        <a:pt x="250" y="0"/>
                        <a:pt x="250" y="0"/>
                        <a:pt x="24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6" name="Google Shape;4106;p33"/>
                <p:cNvSpPr/>
                <p:nvPr/>
              </p:nvSpPr>
              <p:spPr>
                <a:xfrm>
                  <a:off x="4570256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9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8"/>
                        <a:pt x="53" y="65"/>
                        <a:pt x="119" y="134"/>
                      </a:cubicBezTo>
                      <a:cubicBezTo>
                        <a:pt x="183" y="198"/>
                        <a:pt x="237" y="246"/>
                        <a:pt x="251" y="246"/>
                      </a:cubicBezTo>
                      <a:cubicBezTo>
                        <a:pt x="252" y="246"/>
                        <a:pt x="253" y="246"/>
                        <a:pt x="253" y="245"/>
                      </a:cubicBezTo>
                      <a:cubicBezTo>
                        <a:pt x="257" y="238"/>
                        <a:pt x="207" y="180"/>
                        <a:pt x="142" y="111"/>
                      </a:cubicBezTo>
                      <a:cubicBezTo>
                        <a:pt x="76" y="49"/>
                        <a:pt x="21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7" name="Google Shape;4107;p33"/>
                <p:cNvSpPr/>
                <p:nvPr/>
              </p:nvSpPr>
              <p:spPr>
                <a:xfrm>
                  <a:off x="4460132" y="4286999"/>
                  <a:ext cx="29046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48" extrusionOk="0">
                      <a:moveTo>
                        <a:pt x="11" y="1"/>
                      </a:move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1" y="5"/>
                        <a:pt x="51" y="67"/>
                        <a:pt x="120" y="132"/>
                      </a:cubicBezTo>
                      <a:cubicBezTo>
                        <a:pt x="183" y="198"/>
                        <a:pt x="242" y="247"/>
                        <a:pt x="250" y="247"/>
                      </a:cubicBezTo>
                      <a:cubicBezTo>
                        <a:pt x="250" y="247"/>
                        <a:pt x="250" y="247"/>
                        <a:pt x="250" y="247"/>
                      </a:cubicBezTo>
                      <a:cubicBezTo>
                        <a:pt x="258" y="239"/>
                        <a:pt x="208" y="178"/>
                        <a:pt x="139" y="113"/>
                      </a:cubicBezTo>
                      <a:cubicBezTo>
                        <a:pt x="74" y="48"/>
                        <a:pt x="2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8" name="Google Shape;4108;p33"/>
                <p:cNvSpPr/>
                <p:nvPr/>
              </p:nvSpPr>
              <p:spPr>
                <a:xfrm>
                  <a:off x="4551753" y="4266026"/>
                  <a:ext cx="16822" cy="3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319" extrusionOk="0">
                      <a:moveTo>
                        <a:pt x="142" y="1"/>
                      </a:moveTo>
                      <a:cubicBezTo>
                        <a:pt x="133" y="1"/>
                        <a:pt x="95" y="68"/>
                        <a:pt x="62" y="153"/>
                      </a:cubicBezTo>
                      <a:cubicBezTo>
                        <a:pt x="24" y="242"/>
                        <a:pt x="1" y="319"/>
                        <a:pt x="8" y="319"/>
                      </a:cubicBezTo>
                      <a:cubicBezTo>
                        <a:pt x="8" y="319"/>
                        <a:pt x="8" y="319"/>
                        <a:pt x="9" y="319"/>
                      </a:cubicBezTo>
                      <a:cubicBezTo>
                        <a:pt x="18" y="319"/>
                        <a:pt x="51" y="251"/>
                        <a:pt x="89" y="165"/>
                      </a:cubicBezTo>
                      <a:cubicBezTo>
                        <a:pt x="127" y="77"/>
                        <a:pt x="150" y="4"/>
                        <a:pt x="142" y="1"/>
                      </a:cubicBezTo>
                      <a:cubicBezTo>
                        <a:pt x="142" y="1"/>
                        <a:pt x="142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9" name="Google Shape;4109;p33"/>
                <p:cNvSpPr/>
                <p:nvPr/>
              </p:nvSpPr>
              <p:spPr>
                <a:xfrm>
                  <a:off x="4490747" y="4409467"/>
                  <a:ext cx="17270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23" extrusionOk="0">
                      <a:moveTo>
                        <a:pt x="146" y="1"/>
                      </a:moveTo>
                      <a:cubicBezTo>
                        <a:pt x="136" y="1"/>
                        <a:pt x="99" y="68"/>
                        <a:pt x="62" y="154"/>
                      </a:cubicBezTo>
                      <a:cubicBezTo>
                        <a:pt x="27" y="243"/>
                        <a:pt x="0" y="319"/>
                        <a:pt x="8" y="323"/>
                      </a:cubicBezTo>
                      <a:cubicBezTo>
                        <a:pt x="16" y="323"/>
                        <a:pt x="54" y="254"/>
                        <a:pt x="92" y="166"/>
                      </a:cubicBezTo>
                      <a:cubicBezTo>
                        <a:pt x="127" y="78"/>
                        <a:pt x="154" y="6"/>
                        <a:pt x="146" y="1"/>
                      </a:cubicBezTo>
                      <a:cubicBezTo>
                        <a:pt x="146" y="1"/>
                        <a:pt x="146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0" name="Google Shape;4110;p33"/>
                <p:cNvSpPr/>
                <p:nvPr/>
              </p:nvSpPr>
              <p:spPr>
                <a:xfrm>
                  <a:off x="4583153" y="4378402"/>
                  <a:ext cx="36559" cy="15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8" extrusionOk="0">
                      <a:moveTo>
                        <a:pt x="8" y="1"/>
                      </a:moveTo>
                      <a:cubicBezTo>
                        <a:pt x="6" y="1"/>
                        <a:pt x="4" y="1"/>
                        <a:pt x="4" y="2"/>
                      </a:cubicBezTo>
                      <a:cubicBezTo>
                        <a:pt x="0" y="10"/>
                        <a:pt x="69" y="44"/>
                        <a:pt x="157" y="83"/>
                      </a:cubicBezTo>
                      <a:cubicBezTo>
                        <a:pt x="234" y="116"/>
                        <a:pt x="298" y="138"/>
                        <a:pt x="317" y="138"/>
                      </a:cubicBezTo>
                      <a:cubicBezTo>
                        <a:pt x="320" y="138"/>
                        <a:pt x="321" y="137"/>
                        <a:pt x="322" y="136"/>
                      </a:cubicBezTo>
                      <a:cubicBezTo>
                        <a:pt x="326" y="129"/>
                        <a:pt x="257" y="94"/>
                        <a:pt x="168" y="56"/>
                      </a:cubicBezTo>
                      <a:cubicBezTo>
                        <a:pt x="92" y="22"/>
                        <a:pt x="26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1" name="Google Shape;4111;p33"/>
                <p:cNvSpPr/>
                <p:nvPr/>
              </p:nvSpPr>
              <p:spPr>
                <a:xfrm>
                  <a:off x="4439498" y="4317504"/>
                  <a:ext cx="36784" cy="15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" h="141" extrusionOk="0">
                      <a:moveTo>
                        <a:pt x="10" y="0"/>
                      </a:moveTo>
                      <a:cubicBezTo>
                        <a:pt x="7" y="0"/>
                        <a:pt x="6" y="0"/>
                        <a:pt x="6" y="1"/>
                      </a:cubicBezTo>
                      <a:cubicBezTo>
                        <a:pt x="1" y="13"/>
                        <a:pt x="70" y="47"/>
                        <a:pt x="158" y="85"/>
                      </a:cubicBezTo>
                      <a:cubicBezTo>
                        <a:pt x="235" y="119"/>
                        <a:pt x="304" y="141"/>
                        <a:pt x="319" y="141"/>
                      </a:cubicBezTo>
                      <a:cubicBezTo>
                        <a:pt x="322" y="141"/>
                        <a:pt x="323" y="140"/>
                        <a:pt x="323" y="139"/>
                      </a:cubicBezTo>
                      <a:cubicBezTo>
                        <a:pt x="327" y="131"/>
                        <a:pt x="258" y="93"/>
                        <a:pt x="170" y="59"/>
                      </a:cubicBezTo>
                      <a:cubicBezTo>
                        <a:pt x="93" y="25"/>
                        <a:pt x="27" y="0"/>
                        <a:pt x="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2" name="Google Shape;4112;p33"/>
                <p:cNvSpPr/>
                <p:nvPr/>
              </p:nvSpPr>
              <p:spPr>
                <a:xfrm>
                  <a:off x="4583489" y="4319074"/>
                  <a:ext cx="37120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35" extrusionOk="0">
                      <a:moveTo>
                        <a:pt x="322" y="1"/>
                      </a:moveTo>
                      <a:cubicBezTo>
                        <a:pt x="303" y="1"/>
                        <a:pt x="235" y="22"/>
                        <a:pt x="158" y="53"/>
                      </a:cubicBezTo>
                      <a:cubicBezTo>
                        <a:pt x="70" y="87"/>
                        <a:pt x="1" y="125"/>
                        <a:pt x="4" y="133"/>
                      </a:cubicBezTo>
                      <a:cubicBezTo>
                        <a:pt x="5" y="134"/>
                        <a:pt x="7" y="134"/>
                        <a:pt x="9" y="134"/>
                      </a:cubicBezTo>
                      <a:cubicBezTo>
                        <a:pt x="28" y="134"/>
                        <a:pt x="93" y="112"/>
                        <a:pt x="170" y="79"/>
                      </a:cubicBezTo>
                      <a:cubicBezTo>
                        <a:pt x="257" y="45"/>
                        <a:pt x="331" y="10"/>
                        <a:pt x="326" y="2"/>
                      </a:cubicBezTo>
                      <a:cubicBezTo>
                        <a:pt x="326" y="1"/>
                        <a:pt x="324" y="1"/>
                        <a:pt x="32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3" name="Google Shape;4113;p33"/>
                <p:cNvSpPr/>
                <p:nvPr/>
              </p:nvSpPr>
              <p:spPr>
                <a:xfrm>
                  <a:off x="4439161" y="4377616"/>
                  <a:ext cx="36559" cy="15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4" extrusionOk="0">
                      <a:moveTo>
                        <a:pt x="321" y="0"/>
                      </a:moveTo>
                      <a:cubicBezTo>
                        <a:pt x="303" y="0"/>
                        <a:pt x="235" y="22"/>
                        <a:pt x="158" y="51"/>
                      </a:cubicBezTo>
                      <a:cubicBezTo>
                        <a:pt x="69" y="90"/>
                        <a:pt x="0" y="124"/>
                        <a:pt x="4" y="132"/>
                      </a:cubicBezTo>
                      <a:cubicBezTo>
                        <a:pt x="4" y="133"/>
                        <a:pt x="5" y="134"/>
                        <a:pt x="8" y="134"/>
                      </a:cubicBezTo>
                      <a:cubicBezTo>
                        <a:pt x="24" y="134"/>
                        <a:pt x="92" y="112"/>
                        <a:pt x="169" y="83"/>
                      </a:cubicBezTo>
                      <a:cubicBezTo>
                        <a:pt x="257" y="44"/>
                        <a:pt x="326" y="9"/>
                        <a:pt x="326" y="2"/>
                      </a:cubicBezTo>
                      <a:cubicBezTo>
                        <a:pt x="325" y="1"/>
                        <a:pt x="324" y="0"/>
                        <a:pt x="32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4" name="Google Shape;4114;p33"/>
                <p:cNvSpPr/>
                <p:nvPr/>
              </p:nvSpPr>
              <p:spPr>
                <a:xfrm>
                  <a:off x="4550968" y="4410028"/>
                  <a:ext cx="16373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" h="323" extrusionOk="0">
                      <a:moveTo>
                        <a:pt x="8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4"/>
                        <a:pt x="23" y="77"/>
                        <a:pt x="57" y="165"/>
                      </a:cubicBezTo>
                      <a:cubicBezTo>
                        <a:pt x="91" y="255"/>
                        <a:pt x="128" y="323"/>
                        <a:pt x="137" y="323"/>
                      </a:cubicBezTo>
                      <a:cubicBezTo>
                        <a:pt x="138" y="323"/>
                        <a:pt x="138" y="322"/>
                        <a:pt x="138" y="322"/>
                      </a:cubicBezTo>
                      <a:cubicBezTo>
                        <a:pt x="145" y="318"/>
                        <a:pt x="122" y="245"/>
                        <a:pt x="84" y="153"/>
                      </a:cubicBezTo>
                      <a:cubicBezTo>
                        <a:pt x="51" y="68"/>
                        <a:pt x="17" y="0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5" name="Google Shape;4115;p33"/>
                <p:cNvSpPr/>
                <p:nvPr/>
              </p:nvSpPr>
              <p:spPr>
                <a:xfrm>
                  <a:off x="4492429" y="4265578"/>
                  <a:ext cx="16485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" h="323" extrusionOk="0">
                      <a:moveTo>
                        <a:pt x="9" y="1"/>
                      </a:moveTo>
                      <a:cubicBezTo>
                        <a:pt x="9" y="1"/>
                        <a:pt x="8" y="1"/>
                        <a:pt x="8" y="1"/>
                      </a:cubicBezTo>
                      <a:cubicBezTo>
                        <a:pt x="1" y="5"/>
                        <a:pt x="24" y="77"/>
                        <a:pt x="58" y="166"/>
                      </a:cubicBezTo>
                      <a:cubicBezTo>
                        <a:pt x="93" y="254"/>
                        <a:pt x="127" y="323"/>
                        <a:pt x="135" y="323"/>
                      </a:cubicBezTo>
                      <a:cubicBezTo>
                        <a:pt x="146" y="318"/>
                        <a:pt x="123" y="242"/>
                        <a:pt x="85" y="154"/>
                      </a:cubicBezTo>
                      <a:cubicBezTo>
                        <a:pt x="51" y="68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6" name="Google Shape;4116;p33"/>
                <p:cNvSpPr/>
                <p:nvPr/>
              </p:nvSpPr>
              <p:spPr>
                <a:xfrm>
                  <a:off x="4539641" y="4259970"/>
                  <a:ext cx="9196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342" extrusionOk="0">
                      <a:moveTo>
                        <a:pt x="74" y="0"/>
                      </a:moveTo>
                      <a:cubicBezTo>
                        <a:pt x="66" y="0"/>
                        <a:pt x="47" y="74"/>
                        <a:pt x="28" y="170"/>
                      </a:cubicBezTo>
                      <a:cubicBezTo>
                        <a:pt x="9" y="262"/>
                        <a:pt x="1" y="342"/>
                        <a:pt x="9" y="342"/>
                      </a:cubicBezTo>
                      <a:cubicBezTo>
                        <a:pt x="9" y="342"/>
                        <a:pt x="10" y="342"/>
                        <a:pt x="10" y="342"/>
                      </a:cubicBezTo>
                      <a:cubicBezTo>
                        <a:pt x="21" y="342"/>
                        <a:pt x="40" y="267"/>
                        <a:pt x="59" y="173"/>
                      </a:cubicBezTo>
                      <a:cubicBezTo>
                        <a:pt x="74" y="81"/>
                        <a:pt x="82" y="5"/>
                        <a:pt x="7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7" name="Google Shape;4117;p33"/>
                <p:cNvSpPr/>
                <p:nvPr/>
              </p:nvSpPr>
              <p:spPr>
                <a:xfrm>
                  <a:off x="4510484" y="4413393"/>
                  <a:ext cx="9084" cy="38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39" extrusionOk="0">
                      <a:moveTo>
                        <a:pt x="73" y="1"/>
                      </a:moveTo>
                      <a:cubicBezTo>
                        <a:pt x="65" y="1"/>
                        <a:pt x="43" y="76"/>
                        <a:pt x="27" y="165"/>
                      </a:cubicBezTo>
                      <a:cubicBezTo>
                        <a:pt x="8" y="261"/>
                        <a:pt x="1" y="338"/>
                        <a:pt x="8" y="338"/>
                      </a:cubicBezTo>
                      <a:cubicBezTo>
                        <a:pt x="8" y="338"/>
                        <a:pt x="8" y="339"/>
                        <a:pt x="9" y="339"/>
                      </a:cubicBezTo>
                      <a:cubicBezTo>
                        <a:pt x="17" y="339"/>
                        <a:pt x="40" y="263"/>
                        <a:pt x="54" y="173"/>
                      </a:cubicBezTo>
                      <a:cubicBezTo>
                        <a:pt x="73" y="77"/>
                        <a:pt x="81" y="1"/>
                        <a:pt x="73" y="1"/>
                      </a:cubicBezTo>
                      <a:cubicBezTo>
                        <a:pt x="73" y="1"/>
                        <a:pt x="73" y="1"/>
                        <a:pt x="7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8" name="Google Shape;4118;p33"/>
                <p:cNvSpPr/>
                <p:nvPr/>
              </p:nvSpPr>
              <p:spPr>
                <a:xfrm>
                  <a:off x="4587078" y="4366289"/>
                  <a:ext cx="38690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74" extrusionOk="0">
                      <a:moveTo>
                        <a:pt x="17" y="0"/>
                      </a:moveTo>
                      <a:cubicBezTo>
                        <a:pt x="7" y="0"/>
                        <a:pt x="1" y="1"/>
                        <a:pt x="0" y="3"/>
                      </a:cubicBezTo>
                      <a:cubicBezTo>
                        <a:pt x="0" y="14"/>
                        <a:pt x="76" y="34"/>
                        <a:pt x="168" y="53"/>
                      </a:cubicBezTo>
                      <a:cubicBezTo>
                        <a:pt x="237" y="64"/>
                        <a:pt x="296" y="73"/>
                        <a:pt x="323" y="73"/>
                      </a:cubicBezTo>
                      <a:cubicBezTo>
                        <a:pt x="334" y="73"/>
                        <a:pt x="340" y="72"/>
                        <a:pt x="340" y="69"/>
                      </a:cubicBezTo>
                      <a:cubicBezTo>
                        <a:pt x="345" y="60"/>
                        <a:pt x="268" y="41"/>
                        <a:pt x="176" y="23"/>
                      </a:cubicBezTo>
                      <a:cubicBezTo>
                        <a:pt x="105" y="8"/>
                        <a:pt x="45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9" name="Google Shape;4119;p33"/>
                <p:cNvSpPr/>
                <p:nvPr/>
              </p:nvSpPr>
              <p:spPr>
                <a:xfrm>
                  <a:off x="4434003" y="4337018"/>
                  <a:ext cx="38354" cy="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2" extrusionOk="0">
                      <a:moveTo>
                        <a:pt x="17" y="0"/>
                      </a:moveTo>
                      <a:cubicBezTo>
                        <a:pt x="7" y="0"/>
                        <a:pt x="1" y="1"/>
                        <a:pt x="0" y="3"/>
                      </a:cubicBezTo>
                      <a:cubicBezTo>
                        <a:pt x="0" y="11"/>
                        <a:pt x="73" y="34"/>
                        <a:pt x="170" y="54"/>
                      </a:cubicBezTo>
                      <a:cubicBezTo>
                        <a:pt x="236" y="64"/>
                        <a:pt x="297" y="72"/>
                        <a:pt x="325" y="72"/>
                      </a:cubicBezTo>
                      <a:cubicBezTo>
                        <a:pt x="336" y="72"/>
                        <a:pt x="341" y="71"/>
                        <a:pt x="341" y="68"/>
                      </a:cubicBezTo>
                      <a:cubicBezTo>
                        <a:pt x="341" y="61"/>
                        <a:pt x="269" y="42"/>
                        <a:pt x="173" y="22"/>
                      </a:cubicBezTo>
                      <a:cubicBezTo>
                        <a:pt x="105" y="8"/>
                        <a:pt x="45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0" name="Google Shape;4120;p33"/>
                <p:cNvSpPr/>
                <p:nvPr/>
              </p:nvSpPr>
              <p:spPr>
                <a:xfrm>
                  <a:off x="4577546" y="4301130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290" y="0"/>
                      </a:moveTo>
                      <a:cubicBezTo>
                        <a:pt x="276" y="0"/>
                        <a:pt x="212" y="37"/>
                        <a:pt x="142" y="86"/>
                      </a:cubicBezTo>
                      <a:cubicBezTo>
                        <a:pt x="62" y="139"/>
                        <a:pt x="0" y="190"/>
                        <a:pt x="4" y="193"/>
                      </a:cubicBezTo>
                      <a:cubicBezTo>
                        <a:pt x="5" y="194"/>
                        <a:pt x="6" y="194"/>
                        <a:pt x="7" y="194"/>
                      </a:cubicBezTo>
                      <a:cubicBezTo>
                        <a:pt x="22" y="194"/>
                        <a:pt x="83" y="158"/>
                        <a:pt x="158" y="109"/>
                      </a:cubicBezTo>
                      <a:cubicBezTo>
                        <a:pt x="238" y="56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1" name="Google Shape;4121;p33"/>
                <p:cNvSpPr/>
                <p:nvPr/>
              </p:nvSpPr>
              <p:spPr>
                <a:xfrm>
                  <a:off x="4448581" y="4388383"/>
                  <a:ext cx="33307" cy="22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" h="199" extrusionOk="0">
                      <a:moveTo>
                        <a:pt x="290" y="0"/>
                      </a:moveTo>
                      <a:cubicBezTo>
                        <a:pt x="276" y="0"/>
                        <a:pt x="212" y="37"/>
                        <a:pt x="139" y="86"/>
                      </a:cubicBezTo>
                      <a:cubicBezTo>
                        <a:pt x="62" y="139"/>
                        <a:pt x="1" y="189"/>
                        <a:pt x="5" y="197"/>
                      </a:cubicBezTo>
                      <a:cubicBezTo>
                        <a:pt x="5" y="198"/>
                        <a:pt x="6" y="198"/>
                        <a:pt x="7" y="198"/>
                      </a:cubicBezTo>
                      <a:cubicBezTo>
                        <a:pt x="20" y="198"/>
                        <a:pt x="84" y="162"/>
                        <a:pt x="158" y="113"/>
                      </a:cubicBezTo>
                      <a:cubicBezTo>
                        <a:pt x="234" y="59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2" name="Google Shape;4122;p33"/>
                <p:cNvSpPr/>
                <p:nvPr/>
              </p:nvSpPr>
              <p:spPr>
                <a:xfrm>
                  <a:off x="4561621" y="4403972"/>
                  <a:ext cx="23775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89" extrusionOk="0">
                      <a:moveTo>
                        <a:pt x="9" y="0"/>
                      </a:moveTo>
                      <a:cubicBezTo>
                        <a:pt x="9" y="0"/>
                        <a:pt x="8" y="0"/>
                        <a:pt x="8" y="0"/>
                      </a:cubicBezTo>
                      <a:cubicBezTo>
                        <a:pt x="1" y="9"/>
                        <a:pt x="39" y="78"/>
                        <a:pt x="93" y="154"/>
                      </a:cubicBezTo>
                      <a:cubicBezTo>
                        <a:pt x="143" y="229"/>
                        <a:pt x="190" y="289"/>
                        <a:pt x="202" y="289"/>
                      </a:cubicBezTo>
                      <a:cubicBezTo>
                        <a:pt x="203" y="289"/>
                        <a:pt x="204" y="289"/>
                        <a:pt x="204" y="288"/>
                      </a:cubicBezTo>
                      <a:cubicBezTo>
                        <a:pt x="211" y="284"/>
                        <a:pt x="173" y="215"/>
                        <a:pt x="119" y="138"/>
                      </a:cubicBezTo>
                      <a:cubicBezTo>
                        <a:pt x="68" y="60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3" name="Google Shape;4123;p33"/>
                <p:cNvSpPr/>
                <p:nvPr/>
              </p:nvSpPr>
              <p:spPr>
                <a:xfrm>
                  <a:off x="4474374" y="427499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5" y="1"/>
                      </a:moveTo>
                      <a:cubicBezTo>
                        <a:pt x="5" y="1"/>
                        <a:pt x="5" y="1"/>
                        <a:pt x="4" y="1"/>
                      </a:cubicBezTo>
                      <a:cubicBezTo>
                        <a:pt x="1" y="9"/>
                        <a:pt x="39" y="73"/>
                        <a:pt x="93" y="154"/>
                      </a:cubicBezTo>
                      <a:cubicBezTo>
                        <a:pt x="144" y="232"/>
                        <a:pt x="189" y="289"/>
                        <a:pt x="200" y="289"/>
                      </a:cubicBezTo>
                      <a:cubicBezTo>
                        <a:pt x="200" y="289"/>
                        <a:pt x="200" y="289"/>
                        <a:pt x="200" y="289"/>
                      </a:cubicBezTo>
                      <a:cubicBezTo>
                        <a:pt x="208" y="285"/>
                        <a:pt x="169" y="216"/>
                        <a:pt x="116" y="139"/>
                      </a:cubicBezTo>
                      <a:cubicBezTo>
                        <a:pt x="64" y="61"/>
                        <a:pt x="15" y="1"/>
                        <a:pt x="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4" name="Google Shape;4124;p33"/>
                <p:cNvSpPr/>
                <p:nvPr/>
              </p:nvSpPr>
              <p:spPr>
                <a:xfrm>
                  <a:off x="4561621" y="4274998"/>
                  <a:ext cx="22990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" h="289" extrusionOk="0">
                      <a:moveTo>
                        <a:pt x="198" y="0"/>
                      </a:moveTo>
                      <a:cubicBezTo>
                        <a:pt x="187" y="0"/>
                        <a:pt x="140" y="59"/>
                        <a:pt x="89" y="135"/>
                      </a:cubicBezTo>
                      <a:cubicBezTo>
                        <a:pt x="35" y="216"/>
                        <a:pt x="1" y="280"/>
                        <a:pt x="4" y="289"/>
                      </a:cubicBezTo>
                      <a:cubicBezTo>
                        <a:pt x="5" y="289"/>
                        <a:pt x="5" y="289"/>
                        <a:pt x="5" y="289"/>
                      </a:cubicBezTo>
                      <a:cubicBezTo>
                        <a:pt x="15" y="289"/>
                        <a:pt x="63" y="228"/>
                        <a:pt x="116" y="151"/>
                      </a:cubicBezTo>
                      <a:cubicBezTo>
                        <a:pt x="169" y="73"/>
                        <a:pt x="204" y="4"/>
                        <a:pt x="199" y="1"/>
                      </a:cubicBezTo>
                      <a:cubicBezTo>
                        <a:pt x="199" y="0"/>
                        <a:pt x="199" y="0"/>
                        <a:pt x="1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5" name="Google Shape;4125;p33"/>
                <p:cNvSpPr/>
                <p:nvPr/>
              </p:nvSpPr>
              <p:spPr>
                <a:xfrm>
                  <a:off x="4474823" y="440430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199" y="1"/>
                      </a:moveTo>
                      <a:cubicBezTo>
                        <a:pt x="189" y="1"/>
                        <a:pt x="141" y="61"/>
                        <a:pt x="89" y="135"/>
                      </a:cubicBezTo>
                      <a:cubicBezTo>
                        <a:pt x="35" y="216"/>
                        <a:pt x="0" y="285"/>
                        <a:pt x="8" y="289"/>
                      </a:cubicBezTo>
                      <a:cubicBezTo>
                        <a:pt x="8" y="289"/>
                        <a:pt x="8" y="289"/>
                        <a:pt x="9" y="289"/>
                      </a:cubicBezTo>
                      <a:cubicBezTo>
                        <a:pt x="19" y="289"/>
                        <a:pt x="64" y="233"/>
                        <a:pt x="115" y="155"/>
                      </a:cubicBezTo>
                      <a:cubicBezTo>
                        <a:pt x="169" y="75"/>
                        <a:pt x="207" y="6"/>
                        <a:pt x="200" y="1"/>
                      </a:cubicBezTo>
                      <a:cubicBezTo>
                        <a:pt x="200" y="1"/>
                        <a:pt x="200" y="1"/>
                        <a:pt x="19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6" name="Google Shape;4126;p33"/>
                <p:cNvSpPr/>
                <p:nvPr/>
              </p:nvSpPr>
              <p:spPr>
                <a:xfrm>
                  <a:off x="4577994" y="4388047"/>
                  <a:ext cx="33195" cy="22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8" extrusionOk="0">
                      <a:moveTo>
                        <a:pt x="5" y="0"/>
                      </a:moveTo>
                      <a:cubicBezTo>
                        <a:pt x="4" y="0"/>
                        <a:pt x="4" y="0"/>
                        <a:pt x="4" y="1"/>
                      </a:cubicBezTo>
                      <a:cubicBezTo>
                        <a:pt x="0" y="8"/>
                        <a:pt x="58" y="59"/>
                        <a:pt x="138" y="112"/>
                      </a:cubicBezTo>
                      <a:cubicBezTo>
                        <a:pt x="212" y="161"/>
                        <a:pt x="277" y="197"/>
                        <a:pt x="289" y="197"/>
                      </a:cubicBezTo>
                      <a:cubicBezTo>
                        <a:pt x="291" y="197"/>
                        <a:pt x="291" y="197"/>
                        <a:pt x="292" y="197"/>
                      </a:cubicBezTo>
                      <a:cubicBezTo>
                        <a:pt x="295" y="188"/>
                        <a:pt x="234" y="139"/>
                        <a:pt x="157" y="85"/>
                      </a:cubicBezTo>
                      <a:cubicBezTo>
                        <a:pt x="80" y="38"/>
                        <a:pt x="14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7" name="Google Shape;4127;p33"/>
                <p:cNvSpPr/>
                <p:nvPr/>
              </p:nvSpPr>
              <p:spPr>
                <a:xfrm>
                  <a:off x="4448245" y="4301578"/>
                  <a:ext cx="33643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5" extrusionOk="0">
                      <a:moveTo>
                        <a:pt x="7" y="1"/>
                      </a:moveTo>
                      <a:cubicBezTo>
                        <a:pt x="6" y="1"/>
                        <a:pt x="5" y="1"/>
                        <a:pt x="4" y="2"/>
                      </a:cubicBezTo>
                      <a:cubicBezTo>
                        <a:pt x="0" y="9"/>
                        <a:pt x="61" y="55"/>
                        <a:pt x="142" y="109"/>
                      </a:cubicBezTo>
                      <a:cubicBezTo>
                        <a:pt x="215" y="158"/>
                        <a:pt x="276" y="194"/>
                        <a:pt x="292" y="194"/>
                      </a:cubicBezTo>
                      <a:cubicBezTo>
                        <a:pt x="294" y="194"/>
                        <a:pt x="295" y="194"/>
                        <a:pt x="295" y="193"/>
                      </a:cubicBezTo>
                      <a:cubicBezTo>
                        <a:pt x="299" y="186"/>
                        <a:pt x="237" y="140"/>
                        <a:pt x="157" y="86"/>
                      </a:cubicBezTo>
                      <a:cubicBezTo>
                        <a:pt x="84" y="37"/>
                        <a:pt x="23" y="1"/>
                        <a:pt x="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8" name="Google Shape;4128;p33"/>
                <p:cNvSpPr/>
                <p:nvPr/>
              </p:nvSpPr>
              <p:spPr>
                <a:xfrm>
                  <a:off x="4587078" y="4336569"/>
                  <a:ext cx="38241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" h="74" extrusionOk="0">
                      <a:moveTo>
                        <a:pt x="326" y="1"/>
                      </a:moveTo>
                      <a:cubicBezTo>
                        <a:pt x="299" y="1"/>
                        <a:pt x="237" y="8"/>
                        <a:pt x="168" y="23"/>
                      </a:cubicBezTo>
                      <a:cubicBezTo>
                        <a:pt x="73" y="42"/>
                        <a:pt x="0" y="61"/>
                        <a:pt x="0" y="69"/>
                      </a:cubicBezTo>
                      <a:cubicBezTo>
                        <a:pt x="1" y="72"/>
                        <a:pt x="8" y="74"/>
                        <a:pt x="19" y="74"/>
                      </a:cubicBezTo>
                      <a:cubicBezTo>
                        <a:pt x="47" y="74"/>
                        <a:pt x="105" y="63"/>
                        <a:pt x="172" y="49"/>
                      </a:cubicBezTo>
                      <a:cubicBezTo>
                        <a:pt x="268" y="35"/>
                        <a:pt x="340" y="12"/>
                        <a:pt x="340" y="3"/>
                      </a:cubicBezTo>
                      <a:cubicBezTo>
                        <a:pt x="340" y="2"/>
                        <a:pt x="335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9" name="Google Shape;4129;p33"/>
                <p:cNvSpPr/>
                <p:nvPr/>
              </p:nvSpPr>
              <p:spPr>
                <a:xfrm>
                  <a:off x="4434003" y="4366738"/>
                  <a:ext cx="38354" cy="8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5" extrusionOk="0">
                      <a:moveTo>
                        <a:pt x="327" y="0"/>
                      </a:moveTo>
                      <a:cubicBezTo>
                        <a:pt x="300" y="0"/>
                        <a:pt x="238" y="8"/>
                        <a:pt x="170" y="22"/>
                      </a:cubicBezTo>
                      <a:cubicBezTo>
                        <a:pt x="73" y="42"/>
                        <a:pt x="0" y="65"/>
                        <a:pt x="0" y="72"/>
                      </a:cubicBezTo>
                      <a:cubicBezTo>
                        <a:pt x="1" y="74"/>
                        <a:pt x="7" y="75"/>
                        <a:pt x="17" y="75"/>
                      </a:cubicBezTo>
                      <a:cubicBezTo>
                        <a:pt x="45" y="75"/>
                        <a:pt x="106" y="67"/>
                        <a:pt x="177" y="53"/>
                      </a:cubicBezTo>
                      <a:cubicBezTo>
                        <a:pt x="269" y="33"/>
                        <a:pt x="341" y="10"/>
                        <a:pt x="341" y="3"/>
                      </a:cubicBezTo>
                      <a:cubicBezTo>
                        <a:pt x="341" y="1"/>
                        <a:pt x="336" y="0"/>
                        <a:pt x="32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0" name="Google Shape;4130;p33"/>
                <p:cNvSpPr/>
                <p:nvPr/>
              </p:nvSpPr>
              <p:spPr>
                <a:xfrm>
                  <a:off x="4540090" y="4413056"/>
                  <a:ext cx="964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42" extrusionOk="0">
                      <a:moveTo>
                        <a:pt x="9" y="0"/>
                      </a:moveTo>
                      <a:lnTo>
                        <a:pt x="9" y="0"/>
                      </a:lnTo>
                      <a:cubicBezTo>
                        <a:pt x="1" y="4"/>
                        <a:pt x="9" y="80"/>
                        <a:pt x="28" y="176"/>
                      </a:cubicBezTo>
                      <a:cubicBezTo>
                        <a:pt x="47" y="268"/>
                        <a:pt x="66" y="341"/>
                        <a:pt x="78" y="341"/>
                      </a:cubicBezTo>
                      <a:cubicBezTo>
                        <a:pt x="85" y="341"/>
                        <a:pt x="78" y="260"/>
                        <a:pt x="59" y="168"/>
                      </a:cubicBezTo>
                      <a:cubicBezTo>
                        <a:pt x="39" y="73"/>
                        <a:pt x="16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1" name="Google Shape;4131;p33"/>
                <p:cNvSpPr/>
                <p:nvPr/>
              </p:nvSpPr>
              <p:spPr>
                <a:xfrm>
                  <a:off x="4510035" y="4260419"/>
                  <a:ext cx="9084" cy="37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38" extrusionOk="0">
                      <a:moveTo>
                        <a:pt x="9" y="1"/>
                      </a:moveTo>
                      <a:cubicBezTo>
                        <a:pt x="9" y="1"/>
                        <a:pt x="9" y="1"/>
                        <a:pt x="8" y="1"/>
                      </a:cubicBezTo>
                      <a:cubicBezTo>
                        <a:pt x="1" y="1"/>
                        <a:pt x="8" y="77"/>
                        <a:pt x="28" y="173"/>
                      </a:cubicBezTo>
                      <a:cubicBezTo>
                        <a:pt x="43" y="263"/>
                        <a:pt x="65" y="338"/>
                        <a:pt x="73" y="338"/>
                      </a:cubicBezTo>
                      <a:cubicBezTo>
                        <a:pt x="73" y="338"/>
                        <a:pt x="73" y="338"/>
                        <a:pt x="74" y="338"/>
                      </a:cubicBezTo>
                      <a:cubicBezTo>
                        <a:pt x="81" y="338"/>
                        <a:pt x="74" y="261"/>
                        <a:pt x="54" y="166"/>
                      </a:cubicBezTo>
                      <a:cubicBezTo>
                        <a:pt x="36" y="76"/>
                        <a:pt x="17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32" name="Google Shape;4132;p33"/>
            <p:cNvGrpSpPr/>
            <p:nvPr/>
          </p:nvGrpSpPr>
          <p:grpSpPr>
            <a:xfrm>
              <a:off x="4415050" y="3902974"/>
              <a:ext cx="914092" cy="469794"/>
              <a:chOff x="4415050" y="3065562"/>
              <a:chExt cx="914092" cy="469794"/>
            </a:xfrm>
          </p:grpSpPr>
          <p:sp>
            <p:nvSpPr>
              <p:cNvPr id="4133" name="Google Shape;4133;p33"/>
              <p:cNvSpPr/>
              <p:nvPr/>
            </p:nvSpPr>
            <p:spPr>
              <a:xfrm>
                <a:off x="4561285" y="3338873"/>
                <a:ext cx="53717" cy="65831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7" extrusionOk="0">
                    <a:moveTo>
                      <a:pt x="230" y="1"/>
                    </a:moveTo>
                    <a:lnTo>
                      <a:pt x="0" y="480"/>
                    </a:lnTo>
                    <a:lnTo>
                      <a:pt x="268" y="586"/>
                    </a:lnTo>
                    <a:lnTo>
                      <a:pt x="478" y="139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33"/>
              <p:cNvSpPr/>
              <p:nvPr/>
            </p:nvSpPr>
            <p:spPr>
              <a:xfrm>
                <a:off x="4415050" y="3355247"/>
                <a:ext cx="272624" cy="180109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1606" extrusionOk="0">
                    <a:moveTo>
                      <a:pt x="940" y="1"/>
                    </a:moveTo>
                    <a:cubicBezTo>
                      <a:pt x="367" y="1"/>
                      <a:pt x="1" y="514"/>
                      <a:pt x="1" y="514"/>
                    </a:cubicBezTo>
                    <a:lnTo>
                      <a:pt x="2193" y="1606"/>
                    </a:lnTo>
                    <a:cubicBezTo>
                      <a:pt x="2193" y="1606"/>
                      <a:pt x="2431" y="725"/>
                      <a:pt x="1529" y="180"/>
                    </a:cubicBezTo>
                    <a:cubicBezTo>
                      <a:pt x="1316" y="50"/>
                      <a:pt x="1118" y="1"/>
                      <a:pt x="9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33"/>
              <p:cNvSpPr/>
              <p:nvPr/>
            </p:nvSpPr>
            <p:spPr>
              <a:xfrm>
                <a:off x="4544463" y="3065562"/>
                <a:ext cx="784679" cy="441413"/>
              </a:xfrm>
              <a:custGeom>
                <a:avLst/>
                <a:gdLst/>
                <a:ahLst/>
                <a:cxnLst/>
                <a:rect l="l" t="t" r="r" b="b"/>
                <a:pathLst>
                  <a:path w="6997" h="3936" extrusionOk="0">
                    <a:moveTo>
                      <a:pt x="1116" y="1"/>
                    </a:moveTo>
                    <a:lnTo>
                      <a:pt x="215" y="2173"/>
                    </a:lnTo>
                    <a:cubicBezTo>
                      <a:pt x="135" y="2330"/>
                      <a:pt x="0" y="2484"/>
                      <a:pt x="283" y="2641"/>
                    </a:cubicBezTo>
                    <a:cubicBezTo>
                      <a:pt x="743" y="2901"/>
                      <a:pt x="1081" y="3288"/>
                      <a:pt x="1134" y="3936"/>
                    </a:cubicBezTo>
                    <a:lnTo>
                      <a:pt x="3729" y="3936"/>
                    </a:lnTo>
                    <a:cubicBezTo>
                      <a:pt x="3912" y="3936"/>
                      <a:pt x="4073" y="3813"/>
                      <a:pt x="4123" y="3637"/>
                    </a:cubicBezTo>
                    <a:lnTo>
                      <a:pt x="6997" y="3805"/>
                    </a:lnTo>
                    <a:cubicBezTo>
                      <a:pt x="6772" y="3081"/>
                      <a:pt x="6376" y="2449"/>
                      <a:pt x="5732" y="1947"/>
                    </a:cubicBezTo>
                    <a:lnTo>
                      <a:pt x="3081" y="2031"/>
                    </a:lnTo>
                    <a:cubicBezTo>
                      <a:pt x="3353" y="2280"/>
                      <a:pt x="3522" y="2579"/>
                      <a:pt x="3564" y="2931"/>
                    </a:cubicBezTo>
                    <a:cubicBezTo>
                      <a:pt x="3606" y="3262"/>
                      <a:pt x="3350" y="3552"/>
                      <a:pt x="3016" y="3552"/>
                    </a:cubicBezTo>
                    <a:lnTo>
                      <a:pt x="1679" y="3552"/>
                    </a:lnTo>
                    <a:cubicBezTo>
                      <a:pt x="1544" y="3552"/>
                      <a:pt x="1426" y="3476"/>
                      <a:pt x="1372" y="3354"/>
                    </a:cubicBezTo>
                    <a:lnTo>
                      <a:pt x="1065" y="2656"/>
                    </a:lnTo>
                    <a:cubicBezTo>
                      <a:pt x="955" y="2399"/>
                      <a:pt x="939" y="2112"/>
                      <a:pt x="1024" y="1847"/>
                    </a:cubicBezTo>
                    <a:lnTo>
                      <a:pt x="1387" y="154"/>
                    </a:lnTo>
                    <a:lnTo>
                      <a:pt x="111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33"/>
              <p:cNvSpPr/>
              <p:nvPr/>
            </p:nvSpPr>
            <p:spPr>
              <a:xfrm>
                <a:off x="5006829" y="3355920"/>
                <a:ext cx="300100" cy="134801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202" extrusionOk="0">
                    <a:moveTo>
                      <a:pt x="1059" y="1"/>
                    </a:moveTo>
                    <a:cubicBezTo>
                      <a:pt x="117" y="1"/>
                      <a:pt x="0" y="1048"/>
                      <a:pt x="0" y="1048"/>
                    </a:cubicBezTo>
                    <a:lnTo>
                      <a:pt x="2675" y="1201"/>
                    </a:lnTo>
                    <a:cubicBezTo>
                      <a:pt x="2675" y="1201"/>
                      <a:pt x="2227" y="94"/>
                      <a:pt x="1177" y="6"/>
                    </a:cubicBezTo>
                    <a:cubicBezTo>
                      <a:pt x="1136" y="2"/>
                      <a:pt x="1097" y="1"/>
                      <a:pt x="10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37" name="Google Shape;4137;p33"/>
            <p:cNvSpPr/>
            <p:nvPr/>
          </p:nvSpPr>
          <p:spPr>
            <a:xfrm>
              <a:off x="4790169" y="4214886"/>
              <a:ext cx="40596" cy="50803"/>
            </a:xfrm>
            <a:custGeom>
              <a:avLst/>
              <a:gdLst/>
              <a:ahLst/>
              <a:cxnLst/>
              <a:rect l="l" t="t" r="r" b="b"/>
              <a:pathLst>
                <a:path w="362" h="453" extrusionOk="0">
                  <a:moveTo>
                    <a:pt x="1" y="1"/>
                  </a:moveTo>
                  <a:lnTo>
                    <a:pt x="59" y="453"/>
                  </a:lnTo>
                  <a:lnTo>
                    <a:pt x="323" y="453"/>
                  </a:lnTo>
                  <a:lnTo>
                    <a:pt x="361" y="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33"/>
            <p:cNvSpPr/>
            <p:nvPr/>
          </p:nvSpPr>
          <p:spPr>
            <a:xfrm>
              <a:off x="4822017" y="3962658"/>
              <a:ext cx="249859" cy="143549"/>
            </a:xfrm>
            <a:custGeom>
              <a:avLst/>
              <a:gdLst/>
              <a:ahLst/>
              <a:cxnLst/>
              <a:rect l="l" t="t" r="r" b="b"/>
              <a:pathLst>
                <a:path w="2228" h="1280" extrusionOk="0">
                  <a:moveTo>
                    <a:pt x="901" y="0"/>
                  </a:moveTo>
                  <a:cubicBezTo>
                    <a:pt x="901" y="0"/>
                    <a:pt x="921" y="361"/>
                    <a:pt x="951" y="521"/>
                  </a:cubicBezTo>
                  <a:cubicBezTo>
                    <a:pt x="807" y="508"/>
                    <a:pt x="666" y="500"/>
                    <a:pt x="527" y="500"/>
                  </a:cubicBezTo>
                  <a:cubicBezTo>
                    <a:pt x="345" y="500"/>
                    <a:pt x="169" y="514"/>
                    <a:pt x="1" y="544"/>
                  </a:cubicBezTo>
                  <a:lnTo>
                    <a:pt x="74" y="1107"/>
                  </a:lnTo>
                  <a:cubicBezTo>
                    <a:pt x="74" y="1107"/>
                    <a:pt x="718" y="1279"/>
                    <a:pt x="1270" y="1279"/>
                  </a:cubicBezTo>
                  <a:cubicBezTo>
                    <a:pt x="1574" y="1279"/>
                    <a:pt x="1850" y="1227"/>
                    <a:pt x="1975" y="1065"/>
                  </a:cubicBezTo>
                  <a:cubicBezTo>
                    <a:pt x="2227" y="732"/>
                    <a:pt x="1798" y="0"/>
                    <a:pt x="1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33"/>
            <p:cNvSpPr/>
            <p:nvPr/>
          </p:nvSpPr>
          <p:spPr>
            <a:xfrm>
              <a:off x="4772114" y="4021089"/>
              <a:ext cx="101267" cy="197828"/>
            </a:xfrm>
            <a:custGeom>
              <a:avLst/>
              <a:gdLst/>
              <a:ahLst/>
              <a:cxnLst/>
              <a:rect l="l" t="t" r="r" b="b"/>
              <a:pathLst>
                <a:path w="903" h="1764" extrusionOk="0">
                  <a:moveTo>
                    <a:pt x="708" y="0"/>
                  </a:moveTo>
                  <a:cubicBezTo>
                    <a:pt x="641" y="0"/>
                    <a:pt x="266" y="7"/>
                    <a:pt x="116" y="158"/>
                  </a:cubicBezTo>
                  <a:cubicBezTo>
                    <a:pt x="1" y="268"/>
                    <a:pt x="93" y="1177"/>
                    <a:pt x="162" y="1729"/>
                  </a:cubicBezTo>
                  <a:cubicBezTo>
                    <a:pt x="228" y="1754"/>
                    <a:pt x="301" y="1764"/>
                    <a:pt x="375" y="1764"/>
                  </a:cubicBezTo>
                  <a:cubicBezTo>
                    <a:pt x="425" y="1764"/>
                    <a:pt x="474" y="1759"/>
                    <a:pt x="522" y="1752"/>
                  </a:cubicBezTo>
                  <a:cubicBezTo>
                    <a:pt x="584" y="1257"/>
                    <a:pt x="680" y="793"/>
                    <a:pt x="519" y="586"/>
                  </a:cubicBezTo>
                  <a:lnTo>
                    <a:pt x="519" y="586"/>
                  </a:lnTo>
                  <a:lnTo>
                    <a:pt x="902" y="664"/>
                  </a:lnTo>
                  <a:lnTo>
                    <a:pt x="718" y="0"/>
                  </a:lnTo>
                  <a:cubicBezTo>
                    <a:pt x="718" y="0"/>
                    <a:pt x="715" y="0"/>
                    <a:pt x="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33"/>
            <p:cNvSpPr/>
            <p:nvPr/>
          </p:nvSpPr>
          <p:spPr>
            <a:xfrm>
              <a:off x="4726247" y="4256269"/>
              <a:ext cx="119547" cy="52934"/>
            </a:xfrm>
            <a:custGeom>
              <a:avLst/>
              <a:gdLst/>
              <a:ahLst/>
              <a:cxnLst/>
              <a:rect l="l" t="t" r="r" b="b"/>
              <a:pathLst>
                <a:path w="1066" h="472" extrusionOk="0">
                  <a:moveTo>
                    <a:pt x="902" y="0"/>
                  </a:moveTo>
                  <a:cubicBezTo>
                    <a:pt x="895" y="0"/>
                    <a:pt x="888" y="1"/>
                    <a:pt x="882" y="3"/>
                  </a:cubicBezTo>
                  <a:cubicBezTo>
                    <a:pt x="836" y="24"/>
                    <a:pt x="783" y="35"/>
                    <a:pt x="730" y="35"/>
                  </a:cubicBezTo>
                  <a:cubicBezTo>
                    <a:pt x="694" y="35"/>
                    <a:pt x="658" y="30"/>
                    <a:pt x="625" y="19"/>
                  </a:cubicBezTo>
                  <a:cubicBezTo>
                    <a:pt x="615" y="15"/>
                    <a:pt x="604" y="13"/>
                    <a:pt x="594" y="13"/>
                  </a:cubicBezTo>
                  <a:cubicBezTo>
                    <a:pt x="571" y="13"/>
                    <a:pt x="550" y="23"/>
                    <a:pt x="537" y="42"/>
                  </a:cubicBezTo>
                  <a:cubicBezTo>
                    <a:pt x="475" y="122"/>
                    <a:pt x="414" y="176"/>
                    <a:pt x="268" y="237"/>
                  </a:cubicBezTo>
                  <a:cubicBezTo>
                    <a:pt x="228" y="235"/>
                    <a:pt x="189" y="232"/>
                    <a:pt x="153" y="232"/>
                  </a:cubicBezTo>
                  <a:cubicBezTo>
                    <a:pt x="67" y="232"/>
                    <a:pt x="3" y="248"/>
                    <a:pt x="1" y="332"/>
                  </a:cubicBezTo>
                  <a:cubicBezTo>
                    <a:pt x="98" y="425"/>
                    <a:pt x="219" y="471"/>
                    <a:pt x="391" y="471"/>
                  </a:cubicBezTo>
                  <a:cubicBezTo>
                    <a:pt x="449" y="471"/>
                    <a:pt x="512" y="466"/>
                    <a:pt x="583" y="456"/>
                  </a:cubicBezTo>
                  <a:cubicBezTo>
                    <a:pt x="640" y="460"/>
                    <a:pt x="694" y="463"/>
                    <a:pt x="746" y="463"/>
                  </a:cubicBezTo>
                  <a:cubicBezTo>
                    <a:pt x="876" y="463"/>
                    <a:pt x="986" y="443"/>
                    <a:pt x="1066" y="375"/>
                  </a:cubicBezTo>
                  <a:cubicBezTo>
                    <a:pt x="1039" y="252"/>
                    <a:pt x="1016" y="125"/>
                    <a:pt x="958" y="30"/>
                  </a:cubicBezTo>
                  <a:cubicBezTo>
                    <a:pt x="947" y="9"/>
                    <a:pt x="924" y="0"/>
                    <a:pt x="9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33"/>
            <p:cNvSpPr/>
            <p:nvPr/>
          </p:nvSpPr>
          <p:spPr>
            <a:xfrm>
              <a:off x="4947057" y="3717609"/>
              <a:ext cx="67623" cy="62803"/>
            </a:xfrm>
            <a:custGeom>
              <a:avLst/>
              <a:gdLst/>
              <a:ahLst/>
              <a:cxnLst/>
              <a:rect l="l" t="t" r="r" b="b"/>
              <a:pathLst>
                <a:path w="603" h="560" extrusionOk="0">
                  <a:moveTo>
                    <a:pt x="469" y="1"/>
                  </a:moveTo>
                  <a:lnTo>
                    <a:pt x="1" y="142"/>
                  </a:lnTo>
                  <a:lnTo>
                    <a:pt x="219" y="560"/>
                  </a:lnTo>
                  <a:lnTo>
                    <a:pt x="602" y="365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33"/>
            <p:cNvSpPr/>
            <p:nvPr/>
          </p:nvSpPr>
          <p:spPr>
            <a:xfrm>
              <a:off x="4901308" y="3642703"/>
              <a:ext cx="91286" cy="115848"/>
            </a:xfrm>
            <a:custGeom>
              <a:avLst/>
              <a:gdLst/>
              <a:ahLst/>
              <a:cxnLst/>
              <a:rect l="l" t="t" r="r" b="b"/>
              <a:pathLst>
                <a:path w="814" h="1033" extrusionOk="0">
                  <a:moveTo>
                    <a:pt x="416" y="1"/>
                  </a:moveTo>
                  <a:cubicBezTo>
                    <a:pt x="414" y="1"/>
                    <a:pt x="412" y="1"/>
                    <a:pt x="411" y="1"/>
                  </a:cubicBezTo>
                  <a:cubicBezTo>
                    <a:pt x="204" y="9"/>
                    <a:pt x="0" y="246"/>
                    <a:pt x="46" y="522"/>
                  </a:cubicBezTo>
                  <a:cubicBezTo>
                    <a:pt x="101" y="852"/>
                    <a:pt x="188" y="1033"/>
                    <a:pt x="320" y="1033"/>
                  </a:cubicBezTo>
                  <a:cubicBezTo>
                    <a:pt x="384" y="1033"/>
                    <a:pt x="458" y="990"/>
                    <a:pt x="545" y="901"/>
                  </a:cubicBezTo>
                  <a:cubicBezTo>
                    <a:pt x="782" y="656"/>
                    <a:pt x="813" y="782"/>
                    <a:pt x="805" y="503"/>
                  </a:cubicBezTo>
                  <a:cubicBezTo>
                    <a:pt x="798" y="222"/>
                    <a:pt x="624" y="1"/>
                    <a:pt x="416" y="1"/>
                  </a:cubicBezTo>
                  <a:close/>
                </a:path>
              </a:pathLst>
            </a:custGeom>
            <a:solidFill>
              <a:srgbClr val="D39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33"/>
            <p:cNvSpPr/>
            <p:nvPr/>
          </p:nvSpPr>
          <p:spPr>
            <a:xfrm>
              <a:off x="4890761" y="3758544"/>
              <a:ext cx="169451" cy="294499"/>
            </a:xfrm>
            <a:custGeom>
              <a:avLst/>
              <a:gdLst/>
              <a:ahLst/>
              <a:cxnLst/>
              <a:rect l="l" t="t" r="r" b="b"/>
              <a:pathLst>
                <a:path w="1511" h="2626" extrusionOk="0">
                  <a:moveTo>
                    <a:pt x="1104" y="0"/>
                  </a:moveTo>
                  <a:lnTo>
                    <a:pt x="721" y="195"/>
                  </a:lnTo>
                  <a:cubicBezTo>
                    <a:pt x="288" y="770"/>
                    <a:pt x="0" y="1073"/>
                    <a:pt x="0" y="1073"/>
                  </a:cubicBezTo>
                  <a:cubicBezTo>
                    <a:pt x="15" y="1279"/>
                    <a:pt x="112" y="1338"/>
                    <a:pt x="235" y="1338"/>
                  </a:cubicBezTo>
                  <a:cubicBezTo>
                    <a:pt x="243" y="1338"/>
                    <a:pt x="250" y="1338"/>
                    <a:pt x="258" y="1337"/>
                  </a:cubicBezTo>
                  <a:cubicBezTo>
                    <a:pt x="269" y="1728"/>
                    <a:pt x="288" y="2103"/>
                    <a:pt x="338" y="2341"/>
                  </a:cubicBezTo>
                  <a:cubicBezTo>
                    <a:pt x="626" y="2562"/>
                    <a:pt x="896" y="2626"/>
                    <a:pt x="1187" y="2626"/>
                  </a:cubicBezTo>
                  <a:cubicBezTo>
                    <a:pt x="1292" y="2626"/>
                    <a:pt x="1399" y="2618"/>
                    <a:pt x="1511" y="2605"/>
                  </a:cubicBezTo>
                  <a:cubicBezTo>
                    <a:pt x="1511" y="2605"/>
                    <a:pt x="1346" y="517"/>
                    <a:pt x="11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33"/>
            <p:cNvSpPr/>
            <p:nvPr/>
          </p:nvSpPr>
          <p:spPr>
            <a:xfrm>
              <a:off x="4916778" y="3633832"/>
              <a:ext cx="210048" cy="191211"/>
            </a:xfrm>
            <a:custGeom>
              <a:avLst/>
              <a:gdLst/>
              <a:ahLst/>
              <a:cxnLst/>
              <a:rect l="l" t="t" r="r" b="b"/>
              <a:pathLst>
                <a:path w="1873" h="1705" extrusionOk="0">
                  <a:moveTo>
                    <a:pt x="453" y="0"/>
                  </a:moveTo>
                  <a:cubicBezTo>
                    <a:pt x="198" y="0"/>
                    <a:pt x="1" y="196"/>
                    <a:pt x="56" y="292"/>
                  </a:cubicBezTo>
                  <a:cubicBezTo>
                    <a:pt x="214" y="403"/>
                    <a:pt x="271" y="560"/>
                    <a:pt x="523" y="564"/>
                  </a:cubicBezTo>
                  <a:cubicBezTo>
                    <a:pt x="540" y="519"/>
                    <a:pt x="572" y="498"/>
                    <a:pt x="602" y="498"/>
                  </a:cubicBezTo>
                  <a:cubicBezTo>
                    <a:pt x="660" y="498"/>
                    <a:pt x="712" y="577"/>
                    <a:pt x="647" y="721"/>
                  </a:cubicBezTo>
                  <a:cubicBezTo>
                    <a:pt x="673" y="1123"/>
                    <a:pt x="834" y="1545"/>
                    <a:pt x="1164" y="1671"/>
                  </a:cubicBezTo>
                  <a:cubicBezTo>
                    <a:pt x="1225" y="1695"/>
                    <a:pt x="1287" y="1705"/>
                    <a:pt x="1348" y="1705"/>
                  </a:cubicBezTo>
                  <a:cubicBezTo>
                    <a:pt x="1582" y="1705"/>
                    <a:pt x="1792" y="1556"/>
                    <a:pt x="1850" y="1464"/>
                  </a:cubicBezTo>
                  <a:cubicBezTo>
                    <a:pt x="1873" y="1430"/>
                    <a:pt x="1646" y="1441"/>
                    <a:pt x="1455" y="1330"/>
                  </a:cubicBezTo>
                  <a:cubicBezTo>
                    <a:pt x="1359" y="1273"/>
                    <a:pt x="1130" y="1112"/>
                    <a:pt x="1018" y="691"/>
                  </a:cubicBezTo>
                  <a:cubicBezTo>
                    <a:pt x="980" y="553"/>
                    <a:pt x="1045" y="419"/>
                    <a:pt x="930" y="269"/>
                  </a:cubicBezTo>
                  <a:cubicBezTo>
                    <a:pt x="777" y="69"/>
                    <a:pt x="605" y="0"/>
                    <a:pt x="453" y="0"/>
                  </a:cubicBezTo>
                  <a:close/>
                </a:path>
              </a:pathLst>
            </a:custGeom>
            <a:solidFill>
              <a:srgbClr val="5B2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45" name="Google Shape;4145;p33"/>
            <p:cNvGrpSpPr/>
            <p:nvPr/>
          </p:nvGrpSpPr>
          <p:grpSpPr>
            <a:xfrm>
              <a:off x="4890727" y="3666132"/>
              <a:ext cx="90388" cy="110466"/>
              <a:chOff x="4415052" y="3666132"/>
              <a:chExt cx="90388" cy="110466"/>
            </a:xfrm>
          </p:grpSpPr>
          <p:sp>
            <p:nvSpPr>
              <p:cNvPr id="4146" name="Google Shape;4146;p33"/>
              <p:cNvSpPr/>
              <p:nvPr/>
            </p:nvSpPr>
            <p:spPr>
              <a:xfrm>
                <a:off x="4439612" y="3696637"/>
                <a:ext cx="25457" cy="29495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63" extrusionOk="0">
                    <a:moveTo>
                      <a:pt x="77" y="0"/>
                    </a:moveTo>
                    <a:cubicBezTo>
                      <a:pt x="77" y="0"/>
                      <a:pt x="0" y="177"/>
                      <a:pt x="11" y="234"/>
                    </a:cubicBezTo>
                    <a:cubicBezTo>
                      <a:pt x="16" y="254"/>
                      <a:pt x="43" y="262"/>
                      <a:pt x="77" y="262"/>
                    </a:cubicBezTo>
                    <a:cubicBezTo>
                      <a:pt x="141" y="262"/>
                      <a:pt x="226" y="233"/>
                      <a:pt x="218" y="195"/>
                    </a:cubicBezTo>
                    <a:cubicBezTo>
                      <a:pt x="211" y="138"/>
                      <a:pt x="77" y="0"/>
                      <a:pt x="77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33"/>
              <p:cNvSpPr/>
              <p:nvPr/>
            </p:nvSpPr>
            <p:spPr>
              <a:xfrm>
                <a:off x="4415052" y="3681496"/>
                <a:ext cx="74913" cy="9510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848" extrusionOk="0">
                    <a:moveTo>
                      <a:pt x="281" y="1"/>
                    </a:moveTo>
                    <a:lnTo>
                      <a:pt x="0" y="128"/>
                    </a:lnTo>
                    <a:lnTo>
                      <a:pt x="273" y="848"/>
                    </a:lnTo>
                    <a:lnTo>
                      <a:pt x="299" y="848"/>
                    </a:lnTo>
                    <a:cubicBezTo>
                      <a:pt x="460" y="848"/>
                      <a:pt x="580" y="786"/>
                      <a:pt x="667" y="694"/>
                    </a:cubicBezTo>
                    <a:lnTo>
                      <a:pt x="652" y="660"/>
                    </a:lnTo>
                    <a:cubicBezTo>
                      <a:pt x="614" y="683"/>
                      <a:pt x="584" y="691"/>
                      <a:pt x="549" y="691"/>
                    </a:cubicBezTo>
                    <a:cubicBezTo>
                      <a:pt x="449" y="691"/>
                      <a:pt x="377" y="588"/>
                      <a:pt x="322" y="395"/>
                    </a:cubicBezTo>
                    <a:lnTo>
                      <a:pt x="296" y="395"/>
                    </a:lnTo>
                    <a:cubicBezTo>
                      <a:pt x="262" y="395"/>
                      <a:pt x="235" y="388"/>
                      <a:pt x="230" y="369"/>
                    </a:cubicBezTo>
                    <a:cubicBezTo>
                      <a:pt x="223" y="330"/>
                      <a:pt x="253" y="238"/>
                      <a:pt x="276" y="181"/>
                    </a:cubicBezTo>
                    <a:cubicBezTo>
                      <a:pt x="265" y="120"/>
                      <a:pt x="269" y="59"/>
                      <a:pt x="281" y="1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33"/>
              <p:cNvSpPr/>
              <p:nvPr/>
            </p:nvSpPr>
            <p:spPr>
              <a:xfrm>
                <a:off x="4488169" y="3744301"/>
                <a:ext cx="14242" cy="1514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35" extrusionOk="0">
                    <a:moveTo>
                      <a:pt x="123" y="0"/>
                    </a:moveTo>
                    <a:cubicBezTo>
                      <a:pt x="81" y="46"/>
                      <a:pt x="38" y="81"/>
                      <a:pt x="0" y="100"/>
                    </a:cubicBezTo>
                    <a:lnTo>
                      <a:pt x="15" y="134"/>
                    </a:lnTo>
                    <a:cubicBezTo>
                      <a:pt x="58" y="97"/>
                      <a:pt x="92" y="51"/>
                      <a:pt x="126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33"/>
              <p:cNvSpPr/>
              <p:nvPr/>
            </p:nvSpPr>
            <p:spPr>
              <a:xfrm>
                <a:off x="4444770" y="3674655"/>
                <a:ext cx="60670" cy="8433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752" extrusionOk="0">
                    <a:moveTo>
                      <a:pt x="158" y="0"/>
                    </a:moveTo>
                    <a:lnTo>
                      <a:pt x="16" y="62"/>
                    </a:lnTo>
                    <a:cubicBezTo>
                      <a:pt x="4" y="120"/>
                      <a:pt x="0" y="181"/>
                      <a:pt x="11" y="242"/>
                    </a:cubicBezTo>
                    <a:cubicBezTo>
                      <a:pt x="23" y="216"/>
                      <a:pt x="31" y="196"/>
                      <a:pt x="31" y="196"/>
                    </a:cubicBezTo>
                    <a:cubicBezTo>
                      <a:pt x="31" y="196"/>
                      <a:pt x="165" y="334"/>
                      <a:pt x="172" y="391"/>
                    </a:cubicBezTo>
                    <a:cubicBezTo>
                      <a:pt x="181" y="422"/>
                      <a:pt x="115" y="449"/>
                      <a:pt x="57" y="456"/>
                    </a:cubicBezTo>
                    <a:cubicBezTo>
                      <a:pt x="112" y="649"/>
                      <a:pt x="184" y="752"/>
                      <a:pt x="284" y="752"/>
                    </a:cubicBezTo>
                    <a:cubicBezTo>
                      <a:pt x="319" y="752"/>
                      <a:pt x="349" y="744"/>
                      <a:pt x="387" y="721"/>
                    </a:cubicBezTo>
                    <a:cubicBezTo>
                      <a:pt x="425" y="702"/>
                      <a:pt x="468" y="667"/>
                      <a:pt x="510" y="621"/>
                    </a:cubicBezTo>
                    <a:lnTo>
                      <a:pt x="513" y="621"/>
                    </a:lnTo>
                    <a:cubicBezTo>
                      <a:pt x="522" y="606"/>
                      <a:pt x="529" y="591"/>
                      <a:pt x="540" y="575"/>
                    </a:cubicBezTo>
                    <a:lnTo>
                      <a:pt x="513" y="200"/>
                    </a:lnTo>
                    <a:cubicBezTo>
                      <a:pt x="330" y="189"/>
                      <a:pt x="257" y="92"/>
                      <a:pt x="158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33"/>
              <p:cNvSpPr/>
              <p:nvPr/>
            </p:nvSpPr>
            <p:spPr>
              <a:xfrm>
                <a:off x="4462377" y="3666132"/>
                <a:ext cx="40036" cy="3095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76" extrusionOk="0">
                    <a:moveTo>
                      <a:pt x="169" y="0"/>
                    </a:moveTo>
                    <a:lnTo>
                      <a:pt x="1" y="76"/>
                    </a:lnTo>
                    <a:cubicBezTo>
                      <a:pt x="100" y="168"/>
                      <a:pt x="173" y="265"/>
                      <a:pt x="356" y="276"/>
                    </a:cubicBezTo>
                    <a:lnTo>
                      <a:pt x="342" y="69"/>
                    </a:lnTo>
                    <a:lnTo>
                      <a:pt x="169" y="0"/>
                    </a:ln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51" name="Google Shape;4151;p33"/>
            <p:cNvSpPr/>
            <p:nvPr/>
          </p:nvSpPr>
          <p:spPr>
            <a:xfrm>
              <a:off x="4861940" y="3619365"/>
              <a:ext cx="193899" cy="127960"/>
            </a:xfrm>
            <a:custGeom>
              <a:avLst/>
              <a:gdLst/>
              <a:ahLst/>
              <a:cxnLst/>
              <a:rect l="l" t="t" r="r" b="b"/>
              <a:pathLst>
                <a:path w="1729" h="1141" extrusionOk="0">
                  <a:moveTo>
                    <a:pt x="989" y="1"/>
                  </a:moveTo>
                  <a:cubicBezTo>
                    <a:pt x="457" y="1"/>
                    <a:pt x="0" y="656"/>
                    <a:pt x="97" y="743"/>
                  </a:cubicBezTo>
                  <a:lnTo>
                    <a:pt x="714" y="578"/>
                  </a:lnTo>
                  <a:cubicBezTo>
                    <a:pt x="724" y="575"/>
                    <a:pt x="734" y="574"/>
                    <a:pt x="745" y="574"/>
                  </a:cubicBezTo>
                  <a:cubicBezTo>
                    <a:pt x="774" y="574"/>
                    <a:pt x="803" y="584"/>
                    <a:pt x="825" y="601"/>
                  </a:cubicBezTo>
                  <a:lnTo>
                    <a:pt x="898" y="666"/>
                  </a:lnTo>
                  <a:cubicBezTo>
                    <a:pt x="932" y="697"/>
                    <a:pt x="947" y="739"/>
                    <a:pt x="936" y="785"/>
                  </a:cubicBezTo>
                  <a:lnTo>
                    <a:pt x="894" y="1004"/>
                  </a:lnTo>
                  <a:cubicBezTo>
                    <a:pt x="883" y="1053"/>
                    <a:pt x="913" y="1099"/>
                    <a:pt x="963" y="1110"/>
                  </a:cubicBezTo>
                  <a:lnTo>
                    <a:pt x="1120" y="1137"/>
                  </a:lnTo>
                  <a:cubicBezTo>
                    <a:pt x="1127" y="1139"/>
                    <a:pt x="1134" y="1140"/>
                    <a:pt x="1141" y="1140"/>
                  </a:cubicBezTo>
                  <a:cubicBezTo>
                    <a:pt x="1161" y="1140"/>
                    <a:pt x="1179" y="1132"/>
                    <a:pt x="1196" y="1119"/>
                  </a:cubicBezTo>
                  <a:lnTo>
                    <a:pt x="1561" y="808"/>
                  </a:lnTo>
                  <a:cubicBezTo>
                    <a:pt x="1561" y="808"/>
                    <a:pt x="1729" y="187"/>
                    <a:pt x="1166" y="26"/>
                  </a:cubicBezTo>
                  <a:cubicBezTo>
                    <a:pt x="1106" y="9"/>
                    <a:pt x="1047" y="1"/>
                    <a:pt x="9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33"/>
            <p:cNvSpPr/>
            <p:nvPr/>
          </p:nvSpPr>
          <p:spPr>
            <a:xfrm>
              <a:off x="5265767" y="4195100"/>
              <a:ext cx="50129" cy="58429"/>
            </a:xfrm>
            <a:custGeom>
              <a:avLst/>
              <a:gdLst/>
              <a:ahLst/>
              <a:cxnLst/>
              <a:rect l="l" t="t" r="r" b="b"/>
              <a:pathLst>
                <a:path w="447" h="521" extrusionOk="0">
                  <a:moveTo>
                    <a:pt x="340" y="1"/>
                  </a:moveTo>
                  <a:lnTo>
                    <a:pt x="156" y="39"/>
                  </a:lnTo>
                  <a:cubicBezTo>
                    <a:pt x="0" y="73"/>
                    <a:pt x="94" y="520"/>
                    <a:pt x="243" y="520"/>
                  </a:cubicBezTo>
                  <a:cubicBezTo>
                    <a:pt x="248" y="520"/>
                    <a:pt x="253" y="519"/>
                    <a:pt x="259" y="518"/>
                  </a:cubicBezTo>
                  <a:lnTo>
                    <a:pt x="446" y="476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33"/>
            <p:cNvSpPr/>
            <p:nvPr/>
          </p:nvSpPr>
          <p:spPr>
            <a:xfrm>
              <a:off x="5303783" y="4193642"/>
              <a:ext cx="21980" cy="54840"/>
            </a:xfrm>
            <a:custGeom>
              <a:avLst/>
              <a:gdLst/>
              <a:ahLst/>
              <a:cxnLst/>
              <a:rect l="l" t="t" r="r" b="b"/>
              <a:pathLst>
                <a:path w="196" h="489" extrusionOk="0">
                  <a:moveTo>
                    <a:pt x="68" y="1"/>
                  </a:moveTo>
                  <a:cubicBezTo>
                    <a:pt x="65" y="1"/>
                    <a:pt x="61" y="1"/>
                    <a:pt x="58" y="2"/>
                  </a:cubicBezTo>
                  <a:lnTo>
                    <a:pt x="1" y="14"/>
                  </a:lnTo>
                  <a:lnTo>
                    <a:pt x="107" y="489"/>
                  </a:lnTo>
                  <a:lnTo>
                    <a:pt x="162" y="478"/>
                  </a:lnTo>
                  <a:cubicBezTo>
                    <a:pt x="180" y="473"/>
                    <a:pt x="196" y="450"/>
                    <a:pt x="188" y="432"/>
                  </a:cubicBezTo>
                  <a:lnTo>
                    <a:pt x="104" y="29"/>
                  </a:lnTo>
                  <a:cubicBezTo>
                    <a:pt x="101" y="13"/>
                    <a:pt x="85" y="1"/>
                    <a:pt x="68" y="1"/>
                  </a:cubicBezTo>
                  <a:close/>
                </a:path>
              </a:pathLst>
            </a:custGeom>
            <a:solidFill>
              <a:srgbClr val="FEB5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33"/>
            <p:cNvSpPr/>
            <p:nvPr/>
          </p:nvSpPr>
          <p:spPr>
            <a:xfrm>
              <a:off x="4717164" y="3840975"/>
              <a:ext cx="24672" cy="46653"/>
            </a:xfrm>
            <a:custGeom>
              <a:avLst/>
              <a:gdLst/>
              <a:ahLst/>
              <a:cxnLst/>
              <a:rect l="l" t="t" r="r" b="b"/>
              <a:pathLst>
                <a:path w="220" h="416" extrusionOk="0">
                  <a:moveTo>
                    <a:pt x="108" y="0"/>
                  </a:moveTo>
                  <a:cubicBezTo>
                    <a:pt x="107" y="0"/>
                    <a:pt x="106" y="0"/>
                    <a:pt x="105" y="1"/>
                  </a:cubicBezTo>
                  <a:cubicBezTo>
                    <a:pt x="70" y="4"/>
                    <a:pt x="1" y="112"/>
                    <a:pt x="20" y="227"/>
                  </a:cubicBezTo>
                  <a:cubicBezTo>
                    <a:pt x="38" y="337"/>
                    <a:pt x="134" y="415"/>
                    <a:pt x="169" y="415"/>
                  </a:cubicBezTo>
                  <a:cubicBezTo>
                    <a:pt x="171" y="415"/>
                    <a:pt x="172" y="415"/>
                    <a:pt x="174" y="415"/>
                  </a:cubicBezTo>
                  <a:cubicBezTo>
                    <a:pt x="208" y="411"/>
                    <a:pt x="220" y="311"/>
                    <a:pt x="200" y="196"/>
                  </a:cubicBezTo>
                  <a:cubicBezTo>
                    <a:pt x="182" y="90"/>
                    <a:pt x="13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33"/>
            <p:cNvSpPr/>
            <p:nvPr/>
          </p:nvSpPr>
          <p:spPr>
            <a:xfrm>
              <a:off x="4651896" y="3825498"/>
              <a:ext cx="21195" cy="43513"/>
            </a:xfrm>
            <a:custGeom>
              <a:avLst/>
              <a:gdLst/>
              <a:ahLst/>
              <a:cxnLst/>
              <a:rect l="l" t="t" r="r" b="b"/>
              <a:pathLst>
                <a:path w="189" h="388" extrusionOk="0">
                  <a:moveTo>
                    <a:pt x="136" y="1"/>
                  </a:moveTo>
                  <a:cubicBezTo>
                    <a:pt x="100" y="1"/>
                    <a:pt x="20" y="80"/>
                    <a:pt x="12" y="185"/>
                  </a:cubicBezTo>
                  <a:cubicBezTo>
                    <a:pt x="1" y="292"/>
                    <a:pt x="73" y="384"/>
                    <a:pt x="107" y="388"/>
                  </a:cubicBezTo>
                  <a:cubicBezTo>
                    <a:pt x="138" y="388"/>
                    <a:pt x="169" y="303"/>
                    <a:pt x="176" y="196"/>
                  </a:cubicBezTo>
                  <a:cubicBezTo>
                    <a:pt x="188" y="93"/>
                    <a:pt x="169" y="1"/>
                    <a:pt x="138" y="1"/>
                  </a:cubicBezTo>
                  <a:cubicBezTo>
                    <a:pt x="138" y="1"/>
                    <a:pt x="13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33"/>
            <p:cNvSpPr/>
            <p:nvPr/>
          </p:nvSpPr>
          <p:spPr>
            <a:xfrm>
              <a:off x="4682848" y="3860265"/>
              <a:ext cx="45531" cy="64148"/>
            </a:xfrm>
            <a:custGeom>
              <a:avLst/>
              <a:gdLst/>
              <a:ahLst/>
              <a:cxnLst/>
              <a:rect l="l" t="t" r="r" b="b"/>
              <a:pathLst>
                <a:path w="406" h="572" extrusionOk="0">
                  <a:moveTo>
                    <a:pt x="391" y="1"/>
                  </a:moveTo>
                  <a:cubicBezTo>
                    <a:pt x="123" y="85"/>
                    <a:pt x="0" y="277"/>
                    <a:pt x="31" y="572"/>
                  </a:cubicBezTo>
                  <a:lnTo>
                    <a:pt x="89" y="568"/>
                  </a:lnTo>
                  <a:cubicBezTo>
                    <a:pt x="61" y="300"/>
                    <a:pt x="165" y="135"/>
                    <a:pt x="406" y="59"/>
                  </a:cubicBezTo>
                  <a:lnTo>
                    <a:pt x="3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33"/>
            <p:cNvSpPr/>
            <p:nvPr/>
          </p:nvSpPr>
          <p:spPr>
            <a:xfrm>
              <a:off x="4650551" y="3844788"/>
              <a:ext cx="28036" cy="65494"/>
            </a:xfrm>
            <a:custGeom>
              <a:avLst/>
              <a:gdLst/>
              <a:ahLst/>
              <a:cxnLst/>
              <a:rect l="l" t="t" r="r" b="b"/>
              <a:pathLst>
                <a:path w="250" h="584" extrusionOk="0">
                  <a:moveTo>
                    <a:pt x="27" y="1"/>
                  </a:moveTo>
                  <a:lnTo>
                    <a:pt x="27" y="1"/>
                  </a:lnTo>
                  <a:cubicBezTo>
                    <a:pt x="1" y="208"/>
                    <a:pt x="70" y="427"/>
                    <a:pt x="204" y="584"/>
                  </a:cubicBezTo>
                  <a:lnTo>
                    <a:pt x="250" y="545"/>
                  </a:lnTo>
                  <a:cubicBezTo>
                    <a:pt x="124" y="400"/>
                    <a:pt x="62" y="197"/>
                    <a:pt x="85" y="5"/>
                  </a:cubicBezTo>
                  <a:lnTo>
                    <a:pt x="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33"/>
            <p:cNvSpPr/>
            <p:nvPr/>
          </p:nvSpPr>
          <p:spPr>
            <a:xfrm>
              <a:off x="4717612" y="3919593"/>
              <a:ext cx="43064" cy="26467"/>
            </a:xfrm>
            <a:custGeom>
              <a:avLst/>
              <a:gdLst/>
              <a:ahLst/>
              <a:cxnLst/>
              <a:rect l="l" t="t" r="r" b="b"/>
              <a:pathLst>
                <a:path w="384" h="236" extrusionOk="0">
                  <a:moveTo>
                    <a:pt x="0" y="1"/>
                  </a:moveTo>
                  <a:lnTo>
                    <a:pt x="0" y="235"/>
                  </a:lnTo>
                  <a:lnTo>
                    <a:pt x="315" y="189"/>
                  </a:lnTo>
                  <a:cubicBezTo>
                    <a:pt x="353" y="189"/>
                    <a:pt x="384" y="154"/>
                    <a:pt x="384" y="120"/>
                  </a:cubicBezTo>
                  <a:cubicBezTo>
                    <a:pt x="384" y="81"/>
                    <a:pt x="357" y="51"/>
                    <a:pt x="322" y="4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33"/>
            <p:cNvSpPr/>
            <p:nvPr/>
          </p:nvSpPr>
          <p:spPr>
            <a:xfrm>
              <a:off x="4643261" y="3895929"/>
              <a:ext cx="74464" cy="70204"/>
            </a:xfrm>
            <a:custGeom>
              <a:avLst/>
              <a:gdLst/>
              <a:ahLst/>
              <a:cxnLst/>
              <a:rect l="l" t="t" r="r" b="b"/>
              <a:pathLst>
                <a:path w="664" h="626" extrusionOk="0">
                  <a:moveTo>
                    <a:pt x="0" y="1"/>
                  </a:moveTo>
                  <a:lnTo>
                    <a:pt x="32" y="469"/>
                  </a:lnTo>
                  <a:lnTo>
                    <a:pt x="380" y="625"/>
                  </a:lnTo>
                  <a:lnTo>
                    <a:pt x="663" y="446"/>
                  </a:lnTo>
                  <a:lnTo>
                    <a:pt x="663" y="212"/>
                  </a:lnTo>
                  <a:cubicBezTo>
                    <a:pt x="525" y="116"/>
                    <a:pt x="345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60" name="Google Shape;4160;p33"/>
            <p:cNvGrpSpPr/>
            <p:nvPr/>
          </p:nvGrpSpPr>
          <p:grpSpPr>
            <a:xfrm>
              <a:off x="5005739" y="4223137"/>
              <a:ext cx="276213" cy="203099"/>
              <a:chOff x="5408064" y="4254475"/>
              <a:chExt cx="276213" cy="203099"/>
            </a:xfrm>
          </p:grpSpPr>
          <p:sp>
            <p:nvSpPr>
              <p:cNvPr id="4161" name="Google Shape;4161;p33"/>
              <p:cNvSpPr/>
              <p:nvPr/>
            </p:nvSpPr>
            <p:spPr>
              <a:xfrm>
                <a:off x="5408064" y="4254475"/>
                <a:ext cx="276213" cy="203099"/>
              </a:xfrm>
              <a:custGeom>
                <a:avLst/>
                <a:gdLst/>
                <a:ahLst/>
                <a:cxnLst/>
                <a:rect l="l" t="t" r="r" b="b"/>
                <a:pathLst>
                  <a:path w="2463" h="1811" extrusionOk="0">
                    <a:moveTo>
                      <a:pt x="1230" y="0"/>
                    </a:moveTo>
                    <a:cubicBezTo>
                      <a:pt x="522" y="0"/>
                      <a:pt x="1" y="819"/>
                      <a:pt x="568" y="1563"/>
                    </a:cubicBezTo>
                    <a:cubicBezTo>
                      <a:pt x="568" y="1567"/>
                      <a:pt x="571" y="1567"/>
                      <a:pt x="571" y="1571"/>
                    </a:cubicBezTo>
                    <a:cubicBezTo>
                      <a:pt x="792" y="1738"/>
                      <a:pt x="1019" y="1810"/>
                      <a:pt x="1230" y="1810"/>
                    </a:cubicBezTo>
                    <a:cubicBezTo>
                      <a:pt x="1941" y="1810"/>
                      <a:pt x="2462" y="990"/>
                      <a:pt x="1898" y="245"/>
                    </a:cubicBezTo>
                    <a:cubicBezTo>
                      <a:pt x="1894" y="245"/>
                      <a:pt x="1894" y="242"/>
                      <a:pt x="1889" y="242"/>
                    </a:cubicBezTo>
                    <a:cubicBezTo>
                      <a:pt x="1669" y="73"/>
                      <a:pt x="1441" y="0"/>
                      <a:pt x="12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33"/>
              <p:cNvSpPr/>
              <p:nvPr/>
            </p:nvSpPr>
            <p:spPr>
              <a:xfrm>
                <a:off x="5473331" y="4302027"/>
                <a:ext cx="145789" cy="10766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960" extrusionOk="0">
                    <a:moveTo>
                      <a:pt x="649" y="1"/>
                    </a:moveTo>
                    <a:cubicBezTo>
                      <a:pt x="275" y="1"/>
                      <a:pt x="1" y="433"/>
                      <a:pt x="296" y="829"/>
                    </a:cubicBezTo>
                    <a:lnTo>
                      <a:pt x="300" y="833"/>
                    </a:lnTo>
                    <a:cubicBezTo>
                      <a:pt x="417" y="921"/>
                      <a:pt x="538" y="959"/>
                      <a:pt x="649" y="959"/>
                    </a:cubicBezTo>
                    <a:cubicBezTo>
                      <a:pt x="1026" y="959"/>
                      <a:pt x="1300" y="525"/>
                      <a:pt x="1001" y="131"/>
                    </a:cubicBezTo>
                    <a:lnTo>
                      <a:pt x="997" y="128"/>
                    </a:lnTo>
                    <a:cubicBezTo>
                      <a:pt x="881" y="39"/>
                      <a:pt x="760" y="1"/>
                      <a:pt x="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33"/>
              <p:cNvSpPr/>
              <p:nvPr/>
            </p:nvSpPr>
            <p:spPr>
              <a:xfrm>
                <a:off x="5497106" y="4319747"/>
                <a:ext cx="98015" cy="72223"/>
              </a:xfrm>
              <a:custGeom>
                <a:avLst/>
                <a:gdLst/>
                <a:ahLst/>
                <a:cxnLst/>
                <a:rect l="l" t="t" r="r" b="b"/>
                <a:pathLst>
                  <a:path w="874" h="644" extrusionOk="0">
                    <a:moveTo>
                      <a:pt x="438" y="1"/>
                    </a:moveTo>
                    <a:cubicBezTo>
                      <a:pt x="186" y="1"/>
                      <a:pt x="1" y="290"/>
                      <a:pt x="199" y="556"/>
                    </a:cubicBezTo>
                    <a:lnTo>
                      <a:pt x="203" y="556"/>
                    </a:lnTo>
                    <a:cubicBezTo>
                      <a:pt x="282" y="617"/>
                      <a:pt x="364" y="643"/>
                      <a:pt x="439" y="643"/>
                    </a:cubicBezTo>
                    <a:cubicBezTo>
                      <a:pt x="691" y="643"/>
                      <a:pt x="874" y="350"/>
                      <a:pt x="670" y="85"/>
                    </a:cubicBezTo>
                    <a:cubicBezTo>
                      <a:pt x="593" y="26"/>
                      <a:pt x="512" y="1"/>
                      <a:pt x="4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64" name="Google Shape;4164;p33"/>
              <p:cNvGrpSpPr/>
              <p:nvPr/>
            </p:nvGrpSpPr>
            <p:grpSpPr>
              <a:xfrm>
                <a:off x="5449420" y="4258288"/>
                <a:ext cx="194793" cy="194805"/>
                <a:chOff x="5060097" y="4258288"/>
                <a:chExt cx="194793" cy="194805"/>
              </a:xfrm>
            </p:grpSpPr>
            <p:sp>
              <p:nvSpPr>
                <p:cNvPr id="4165" name="Google Shape;4165;p33"/>
                <p:cNvSpPr/>
                <p:nvPr/>
              </p:nvSpPr>
              <p:spPr>
                <a:xfrm>
                  <a:off x="5155530" y="4258288"/>
                  <a:ext cx="3476" cy="3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50" extrusionOk="0">
                      <a:moveTo>
                        <a:pt x="16" y="1"/>
                      </a:moveTo>
                      <a:cubicBezTo>
                        <a:pt x="8" y="1"/>
                        <a:pt x="0" y="77"/>
                        <a:pt x="0" y="173"/>
                      </a:cubicBezTo>
                      <a:cubicBezTo>
                        <a:pt x="0" y="268"/>
                        <a:pt x="8" y="349"/>
                        <a:pt x="16" y="349"/>
                      </a:cubicBezTo>
                      <a:cubicBezTo>
                        <a:pt x="23" y="349"/>
                        <a:pt x="31" y="268"/>
                        <a:pt x="31" y="173"/>
                      </a:cubicBezTo>
                      <a:cubicBezTo>
                        <a:pt x="31" y="77"/>
                        <a:pt x="23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6" name="Google Shape;4166;p33"/>
                <p:cNvSpPr/>
                <p:nvPr/>
              </p:nvSpPr>
              <p:spPr>
                <a:xfrm>
                  <a:off x="5155530" y="4414290"/>
                  <a:ext cx="3476" cy="38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46" extrusionOk="0">
                      <a:moveTo>
                        <a:pt x="16" y="0"/>
                      </a:moveTo>
                      <a:cubicBezTo>
                        <a:pt x="8" y="0"/>
                        <a:pt x="0" y="77"/>
                        <a:pt x="0" y="173"/>
                      </a:cubicBezTo>
                      <a:cubicBezTo>
                        <a:pt x="0" y="269"/>
                        <a:pt x="8" y="345"/>
                        <a:pt x="16" y="345"/>
                      </a:cubicBezTo>
                      <a:cubicBezTo>
                        <a:pt x="23" y="345"/>
                        <a:pt x="31" y="269"/>
                        <a:pt x="31" y="173"/>
                      </a:cubicBezTo>
                      <a:cubicBezTo>
                        <a:pt x="31" y="77"/>
                        <a:pt x="23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7" name="Google Shape;4167;p33"/>
                <p:cNvSpPr/>
                <p:nvPr/>
              </p:nvSpPr>
              <p:spPr>
                <a:xfrm>
                  <a:off x="5216088" y="4354177"/>
                  <a:ext cx="38802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9" y="30"/>
                        <a:pt x="346" y="23"/>
                        <a:pt x="346" y="16"/>
                      </a:cubicBezTo>
                      <a:cubicBezTo>
                        <a:pt x="346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8" name="Google Shape;4168;p33"/>
                <p:cNvSpPr/>
                <p:nvPr/>
              </p:nvSpPr>
              <p:spPr>
                <a:xfrm>
                  <a:off x="5060097" y="4354177"/>
                  <a:ext cx="38802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9" y="30"/>
                        <a:pt x="345" y="23"/>
                        <a:pt x="345" y="16"/>
                      </a:cubicBezTo>
                      <a:cubicBezTo>
                        <a:pt x="345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9" name="Google Shape;4169;p33"/>
                <p:cNvSpPr/>
                <p:nvPr/>
              </p:nvSpPr>
              <p:spPr>
                <a:xfrm>
                  <a:off x="5198145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247" y="1"/>
                      </a:moveTo>
                      <a:cubicBezTo>
                        <a:pt x="237" y="1"/>
                        <a:pt x="180" y="48"/>
                        <a:pt x="119" y="113"/>
                      </a:cubicBezTo>
                      <a:cubicBezTo>
                        <a:pt x="50" y="178"/>
                        <a:pt x="0" y="239"/>
                        <a:pt x="4" y="247"/>
                      </a:cubicBezTo>
                      <a:cubicBezTo>
                        <a:pt x="4" y="247"/>
                        <a:pt x="4" y="247"/>
                        <a:pt x="5" y="247"/>
                      </a:cubicBezTo>
                      <a:cubicBezTo>
                        <a:pt x="15" y="247"/>
                        <a:pt x="75" y="198"/>
                        <a:pt x="138" y="132"/>
                      </a:cubicBezTo>
                      <a:cubicBezTo>
                        <a:pt x="207" y="67"/>
                        <a:pt x="257" y="5"/>
                        <a:pt x="248" y="1"/>
                      </a:cubicBezTo>
                      <a:cubicBezTo>
                        <a:pt x="248" y="1"/>
                        <a:pt x="248" y="1"/>
                        <a:pt x="24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0" name="Google Shape;4170;p33"/>
                <p:cNvSpPr/>
                <p:nvPr/>
              </p:nvSpPr>
              <p:spPr>
                <a:xfrm>
                  <a:off x="5087684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252" y="0"/>
                      </a:moveTo>
                      <a:cubicBezTo>
                        <a:pt x="240" y="0"/>
                        <a:pt x="185" y="49"/>
                        <a:pt x="119" y="111"/>
                      </a:cubicBezTo>
                      <a:cubicBezTo>
                        <a:pt x="50" y="180"/>
                        <a:pt x="0" y="238"/>
                        <a:pt x="7" y="245"/>
                      </a:cubicBezTo>
                      <a:cubicBezTo>
                        <a:pt x="8" y="246"/>
                        <a:pt x="8" y="246"/>
                        <a:pt x="9" y="246"/>
                      </a:cubicBezTo>
                      <a:cubicBezTo>
                        <a:pt x="20" y="246"/>
                        <a:pt x="78" y="198"/>
                        <a:pt x="142" y="134"/>
                      </a:cubicBezTo>
                      <a:cubicBezTo>
                        <a:pt x="207" y="65"/>
                        <a:pt x="257" y="8"/>
                        <a:pt x="253" y="1"/>
                      </a:cubicBezTo>
                      <a:cubicBezTo>
                        <a:pt x="253" y="0"/>
                        <a:pt x="252" y="0"/>
                        <a:pt x="25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1" name="Google Shape;4171;p33"/>
                <p:cNvSpPr/>
                <p:nvPr/>
              </p:nvSpPr>
              <p:spPr>
                <a:xfrm>
                  <a:off x="5198145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5" y="0"/>
                      </a:moveTo>
                      <a:cubicBezTo>
                        <a:pt x="4" y="0"/>
                        <a:pt x="4" y="0"/>
                        <a:pt x="4" y="1"/>
                      </a:cubicBezTo>
                      <a:cubicBezTo>
                        <a:pt x="0" y="8"/>
                        <a:pt x="50" y="65"/>
                        <a:pt x="119" y="134"/>
                      </a:cubicBezTo>
                      <a:cubicBezTo>
                        <a:pt x="179" y="198"/>
                        <a:pt x="236" y="246"/>
                        <a:pt x="247" y="246"/>
                      </a:cubicBezTo>
                      <a:cubicBezTo>
                        <a:pt x="247" y="246"/>
                        <a:pt x="248" y="246"/>
                        <a:pt x="248" y="245"/>
                      </a:cubicBezTo>
                      <a:cubicBezTo>
                        <a:pt x="257" y="238"/>
                        <a:pt x="207" y="180"/>
                        <a:pt x="138" y="111"/>
                      </a:cubicBezTo>
                      <a:cubicBezTo>
                        <a:pt x="75" y="49"/>
                        <a:pt x="16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2" name="Google Shape;4172;p33"/>
                <p:cNvSpPr/>
                <p:nvPr/>
              </p:nvSpPr>
              <p:spPr>
                <a:xfrm>
                  <a:off x="5087684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9" y="1"/>
                      </a:moveTo>
                      <a:cubicBezTo>
                        <a:pt x="8" y="1"/>
                        <a:pt x="8" y="1"/>
                        <a:pt x="7" y="1"/>
                      </a:cubicBezTo>
                      <a:cubicBezTo>
                        <a:pt x="0" y="5"/>
                        <a:pt x="50" y="67"/>
                        <a:pt x="119" y="132"/>
                      </a:cubicBezTo>
                      <a:cubicBezTo>
                        <a:pt x="185" y="198"/>
                        <a:pt x="241" y="247"/>
                        <a:pt x="252" y="247"/>
                      </a:cubicBezTo>
                      <a:cubicBezTo>
                        <a:pt x="252" y="247"/>
                        <a:pt x="253" y="247"/>
                        <a:pt x="253" y="247"/>
                      </a:cubicBezTo>
                      <a:cubicBezTo>
                        <a:pt x="257" y="239"/>
                        <a:pt x="207" y="178"/>
                        <a:pt x="142" y="113"/>
                      </a:cubicBezTo>
                      <a:cubicBezTo>
                        <a:pt x="77" y="48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3" name="Google Shape;4173;p33"/>
                <p:cNvSpPr/>
                <p:nvPr/>
              </p:nvSpPr>
              <p:spPr>
                <a:xfrm>
                  <a:off x="5179080" y="4266026"/>
                  <a:ext cx="17382" cy="3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319" extrusionOk="0">
                      <a:moveTo>
                        <a:pt x="146" y="1"/>
                      </a:moveTo>
                      <a:cubicBezTo>
                        <a:pt x="133" y="1"/>
                        <a:pt x="100" y="68"/>
                        <a:pt x="62" y="153"/>
                      </a:cubicBezTo>
                      <a:cubicBezTo>
                        <a:pt x="27" y="242"/>
                        <a:pt x="1" y="319"/>
                        <a:pt x="9" y="319"/>
                      </a:cubicBezTo>
                      <a:cubicBezTo>
                        <a:pt x="9" y="319"/>
                        <a:pt x="9" y="319"/>
                        <a:pt x="10" y="319"/>
                      </a:cubicBezTo>
                      <a:cubicBezTo>
                        <a:pt x="18" y="319"/>
                        <a:pt x="56" y="251"/>
                        <a:pt x="93" y="165"/>
                      </a:cubicBezTo>
                      <a:cubicBezTo>
                        <a:pt x="128" y="77"/>
                        <a:pt x="154" y="4"/>
                        <a:pt x="147" y="1"/>
                      </a:cubicBezTo>
                      <a:cubicBezTo>
                        <a:pt x="147" y="1"/>
                        <a:pt x="146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4" name="Google Shape;4174;p33"/>
                <p:cNvSpPr/>
                <p:nvPr/>
              </p:nvSpPr>
              <p:spPr>
                <a:xfrm>
                  <a:off x="5118523" y="4409467"/>
                  <a:ext cx="16822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323" extrusionOk="0">
                      <a:moveTo>
                        <a:pt x="142" y="1"/>
                      </a:moveTo>
                      <a:cubicBezTo>
                        <a:pt x="133" y="1"/>
                        <a:pt x="96" y="68"/>
                        <a:pt x="62" y="154"/>
                      </a:cubicBezTo>
                      <a:cubicBezTo>
                        <a:pt x="24" y="243"/>
                        <a:pt x="1" y="319"/>
                        <a:pt x="8" y="323"/>
                      </a:cubicBezTo>
                      <a:cubicBezTo>
                        <a:pt x="16" y="323"/>
                        <a:pt x="51" y="254"/>
                        <a:pt x="89" y="166"/>
                      </a:cubicBezTo>
                      <a:cubicBezTo>
                        <a:pt x="127" y="78"/>
                        <a:pt x="150" y="6"/>
                        <a:pt x="143" y="1"/>
                      </a:cubicBezTo>
                      <a:cubicBezTo>
                        <a:pt x="142" y="1"/>
                        <a:pt x="142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5" name="Google Shape;4175;p33"/>
                <p:cNvSpPr/>
                <p:nvPr/>
              </p:nvSpPr>
              <p:spPr>
                <a:xfrm>
                  <a:off x="5210929" y="4378402"/>
                  <a:ext cx="36671" cy="15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38" extrusionOk="0">
                      <a:moveTo>
                        <a:pt x="9" y="1"/>
                      </a:moveTo>
                      <a:cubicBezTo>
                        <a:pt x="7" y="1"/>
                        <a:pt x="5" y="1"/>
                        <a:pt x="5" y="2"/>
                      </a:cubicBezTo>
                      <a:cubicBezTo>
                        <a:pt x="1" y="10"/>
                        <a:pt x="70" y="44"/>
                        <a:pt x="157" y="83"/>
                      </a:cubicBezTo>
                      <a:cubicBezTo>
                        <a:pt x="234" y="116"/>
                        <a:pt x="298" y="138"/>
                        <a:pt x="317" y="138"/>
                      </a:cubicBezTo>
                      <a:cubicBezTo>
                        <a:pt x="320" y="138"/>
                        <a:pt x="322" y="137"/>
                        <a:pt x="323" y="136"/>
                      </a:cubicBezTo>
                      <a:cubicBezTo>
                        <a:pt x="327" y="129"/>
                        <a:pt x="258" y="94"/>
                        <a:pt x="169" y="56"/>
                      </a:cubicBezTo>
                      <a:cubicBezTo>
                        <a:pt x="92" y="22"/>
                        <a:pt x="27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6" name="Google Shape;4176;p33"/>
                <p:cNvSpPr/>
                <p:nvPr/>
              </p:nvSpPr>
              <p:spPr>
                <a:xfrm>
                  <a:off x="5067386" y="4317504"/>
                  <a:ext cx="36671" cy="15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41" extrusionOk="0">
                      <a:moveTo>
                        <a:pt x="5" y="0"/>
                      </a:moveTo>
                      <a:cubicBezTo>
                        <a:pt x="3" y="0"/>
                        <a:pt x="1" y="0"/>
                        <a:pt x="1" y="1"/>
                      </a:cubicBezTo>
                      <a:cubicBezTo>
                        <a:pt x="1" y="13"/>
                        <a:pt x="70" y="47"/>
                        <a:pt x="158" y="85"/>
                      </a:cubicBezTo>
                      <a:cubicBezTo>
                        <a:pt x="235" y="119"/>
                        <a:pt x="301" y="141"/>
                        <a:pt x="318" y="141"/>
                      </a:cubicBezTo>
                      <a:cubicBezTo>
                        <a:pt x="321" y="141"/>
                        <a:pt x="322" y="140"/>
                        <a:pt x="323" y="139"/>
                      </a:cubicBezTo>
                      <a:cubicBezTo>
                        <a:pt x="326" y="131"/>
                        <a:pt x="257" y="93"/>
                        <a:pt x="169" y="59"/>
                      </a:cubicBezTo>
                      <a:cubicBezTo>
                        <a:pt x="91" y="25"/>
                        <a:pt x="2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7" name="Google Shape;4177;p33"/>
                <p:cNvSpPr/>
                <p:nvPr/>
              </p:nvSpPr>
              <p:spPr>
                <a:xfrm>
                  <a:off x="5211378" y="4319074"/>
                  <a:ext cx="36671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35" extrusionOk="0">
                      <a:moveTo>
                        <a:pt x="318" y="1"/>
                      </a:moveTo>
                      <a:cubicBezTo>
                        <a:pt x="300" y="1"/>
                        <a:pt x="234" y="22"/>
                        <a:pt x="158" y="53"/>
                      </a:cubicBezTo>
                      <a:cubicBezTo>
                        <a:pt x="70" y="87"/>
                        <a:pt x="1" y="125"/>
                        <a:pt x="4" y="133"/>
                      </a:cubicBezTo>
                      <a:cubicBezTo>
                        <a:pt x="4" y="134"/>
                        <a:pt x="6" y="134"/>
                        <a:pt x="8" y="134"/>
                      </a:cubicBezTo>
                      <a:cubicBezTo>
                        <a:pt x="24" y="134"/>
                        <a:pt x="92" y="112"/>
                        <a:pt x="169" y="79"/>
                      </a:cubicBezTo>
                      <a:cubicBezTo>
                        <a:pt x="257" y="45"/>
                        <a:pt x="326" y="10"/>
                        <a:pt x="323" y="2"/>
                      </a:cubicBezTo>
                      <a:cubicBezTo>
                        <a:pt x="322" y="1"/>
                        <a:pt x="320" y="1"/>
                        <a:pt x="31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8" name="Google Shape;4178;p33"/>
                <p:cNvSpPr/>
                <p:nvPr/>
              </p:nvSpPr>
              <p:spPr>
                <a:xfrm>
                  <a:off x="5067050" y="4377616"/>
                  <a:ext cx="36559" cy="15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4" extrusionOk="0">
                      <a:moveTo>
                        <a:pt x="317" y="0"/>
                      </a:moveTo>
                      <a:cubicBezTo>
                        <a:pt x="300" y="0"/>
                        <a:pt x="234" y="22"/>
                        <a:pt x="157" y="51"/>
                      </a:cubicBezTo>
                      <a:cubicBezTo>
                        <a:pt x="65" y="90"/>
                        <a:pt x="0" y="124"/>
                        <a:pt x="0" y="132"/>
                      </a:cubicBezTo>
                      <a:cubicBezTo>
                        <a:pt x="1" y="133"/>
                        <a:pt x="2" y="134"/>
                        <a:pt x="5" y="134"/>
                      </a:cubicBezTo>
                      <a:cubicBezTo>
                        <a:pt x="22" y="134"/>
                        <a:pt x="88" y="112"/>
                        <a:pt x="168" y="83"/>
                      </a:cubicBezTo>
                      <a:cubicBezTo>
                        <a:pt x="257" y="44"/>
                        <a:pt x="326" y="9"/>
                        <a:pt x="322" y="2"/>
                      </a:cubicBezTo>
                      <a:cubicBezTo>
                        <a:pt x="322" y="1"/>
                        <a:pt x="320" y="0"/>
                        <a:pt x="3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9" name="Google Shape;4179;p33"/>
                <p:cNvSpPr/>
                <p:nvPr/>
              </p:nvSpPr>
              <p:spPr>
                <a:xfrm>
                  <a:off x="5178295" y="4410028"/>
                  <a:ext cx="16373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" h="323" extrusionOk="0">
                      <a:moveTo>
                        <a:pt x="9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4"/>
                        <a:pt x="23" y="77"/>
                        <a:pt x="62" y="165"/>
                      </a:cubicBezTo>
                      <a:cubicBezTo>
                        <a:pt x="95" y="255"/>
                        <a:pt x="129" y="323"/>
                        <a:pt x="138" y="323"/>
                      </a:cubicBezTo>
                      <a:cubicBezTo>
                        <a:pt x="138" y="323"/>
                        <a:pt x="138" y="322"/>
                        <a:pt x="138" y="322"/>
                      </a:cubicBezTo>
                      <a:cubicBezTo>
                        <a:pt x="146" y="318"/>
                        <a:pt x="123" y="245"/>
                        <a:pt x="89" y="153"/>
                      </a:cubicBezTo>
                      <a:cubicBezTo>
                        <a:pt x="51" y="68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0" name="Google Shape;4180;p33"/>
                <p:cNvSpPr/>
                <p:nvPr/>
              </p:nvSpPr>
              <p:spPr>
                <a:xfrm>
                  <a:off x="5119757" y="4265578"/>
                  <a:ext cx="16597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" h="323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9" y="1"/>
                      </a:cubicBezTo>
                      <a:cubicBezTo>
                        <a:pt x="1" y="5"/>
                        <a:pt x="24" y="77"/>
                        <a:pt x="59" y="166"/>
                      </a:cubicBezTo>
                      <a:cubicBezTo>
                        <a:pt x="97" y="254"/>
                        <a:pt x="132" y="323"/>
                        <a:pt x="139" y="323"/>
                      </a:cubicBezTo>
                      <a:cubicBezTo>
                        <a:pt x="147" y="318"/>
                        <a:pt x="124" y="242"/>
                        <a:pt x="89" y="154"/>
                      </a:cubicBezTo>
                      <a:cubicBezTo>
                        <a:pt x="52" y="68"/>
                        <a:pt x="19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1" name="Google Shape;4181;p33"/>
                <p:cNvSpPr/>
                <p:nvPr/>
              </p:nvSpPr>
              <p:spPr>
                <a:xfrm>
                  <a:off x="5167530" y="4259970"/>
                  <a:ext cx="908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42" extrusionOk="0">
                      <a:moveTo>
                        <a:pt x="73" y="0"/>
                      </a:moveTo>
                      <a:cubicBezTo>
                        <a:pt x="66" y="0"/>
                        <a:pt x="43" y="74"/>
                        <a:pt x="24" y="170"/>
                      </a:cubicBezTo>
                      <a:cubicBezTo>
                        <a:pt x="8" y="262"/>
                        <a:pt x="1" y="342"/>
                        <a:pt x="8" y="342"/>
                      </a:cubicBezTo>
                      <a:cubicBezTo>
                        <a:pt x="8" y="342"/>
                        <a:pt x="9" y="342"/>
                        <a:pt x="9" y="342"/>
                      </a:cubicBezTo>
                      <a:cubicBezTo>
                        <a:pt x="16" y="342"/>
                        <a:pt x="35" y="267"/>
                        <a:pt x="54" y="173"/>
                      </a:cubicBezTo>
                      <a:cubicBezTo>
                        <a:pt x="73" y="81"/>
                        <a:pt x="81" y="5"/>
                        <a:pt x="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2" name="Google Shape;4182;p33"/>
                <p:cNvSpPr/>
                <p:nvPr/>
              </p:nvSpPr>
              <p:spPr>
                <a:xfrm>
                  <a:off x="5137812" y="4413393"/>
                  <a:ext cx="9644" cy="38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39" extrusionOk="0">
                      <a:moveTo>
                        <a:pt x="77" y="1"/>
                      </a:moveTo>
                      <a:cubicBezTo>
                        <a:pt x="65" y="1"/>
                        <a:pt x="46" y="76"/>
                        <a:pt x="28" y="165"/>
                      </a:cubicBezTo>
                      <a:cubicBezTo>
                        <a:pt x="9" y="261"/>
                        <a:pt x="1" y="338"/>
                        <a:pt x="13" y="338"/>
                      </a:cubicBezTo>
                      <a:cubicBezTo>
                        <a:pt x="13" y="338"/>
                        <a:pt x="13" y="339"/>
                        <a:pt x="13" y="339"/>
                      </a:cubicBezTo>
                      <a:cubicBezTo>
                        <a:pt x="21" y="339"/>
                        <a:pt x="40" y="263"/>
                        <a:pt x="59" y="173"/>
                      </a:cubicBezTo>
                      <a:cubicBezTo>
                        <a:pt x="78" y="77"/>
                        <a:pt x="86" y="1"/>
                        <a:pt x="78" y="1"/>
                      </a:cubicBezTo>
                      <a:cubicBezTo>
                        <a:pt x="78" y="1"/>
                        <a:pt x="78" y="1"/>
                        <a:pt x="7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3" name="Google Shape;4183;p33"/>
                <p:cNvSpPr/>
                <p:nvPr/>
              </p:nvSpPr>
              <p:spPr>
                <a:xfrm>
                  <a:off x="5214854" y="4366289"/>
                  <a:ext cx="38354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4" extrusionOk="0">
                      <a:moveTo>
                        <a:pt x="15" y="0"/>
                      </a:moveTo>
                      <a:cubicBezTo>
                        <a:pt x="6" y="0"/>
                        <a:pt x="0" y="1"/>
                        <a:pt x="0" y="3"/>
                      </a:cubicBezTo>
                      <a:cubicBezTo>
                        <a:pt x="0" y="14"/>
                        <a:pt x="73" y="34"/>
                        <a:pt x="168" y="53"/>
                      </a:cubicBezTo>
                      <a:cubicBezTo>
                        <a:pt x="234" y="64"/>
                        <a:pt x="293" y="73"/>
                        <a:pt x="322" y="73"/>
                      </a:cubicBezTo>
                      <a:cubicBezTo>
                        <a:pt x="333" y="73"/>
                        <a:pt x="340" y="72"/>
                        <a:pt x="341" y="69"/>
                      </a:cubicBezTo>
                      <a:cubicBezTo>
                        <a:pt x="341" y="60"/>
                        <a:pt x="269" y="41"/>
                        <a:pt x="173" y="23"/>
                      </a:cubicBezTo>
                      <a:cubicBezTo>
                        <a:pt x="105" y="8"/>
                        <a:pt x="43" y="0"/>
                        <a:pt x="1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4" name="Google Shape;4184;p33"/>
                <p:cNvSpPr/>
                <p:nvPr/>
              </p:nvSpPr>
              <p:spPr>
                <a:xfrm>
                  <a:off x="5061442" y="4337018"/>
                  <a:ext cx="38802" cy="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2" extrusionOk="0">
                      <a:moveTo>
                        <a:pt x="18" y="0"/>
                      </a:moveTo>
                      <a:cubicBezTo>
                        <a:pt x="9" y="0"/>
                        <a:pt x="4" y="1"/>
                        <a:pt x="4" y="3"/>
                      </a:cubicBezTo>
                      <a:cubicBezTo>
                        <a:pt x="0" y="11"/>
                        <a:pt x="77" y="34"/>
                        <a:pt x="169" y="54"/>
                      </a:cubicBezTo>
                      <a:cubicBezTo>
                        <a:pt x="238" y="64"/>
                        <a:pt x="298" y="72"/>
                        <a:pt x="325" y="72"/>
                      </a:cubicBezTo>
                      <a:cubicBezTo>
                        <a:pt x="335" y="72"/>
                        <a:pt x="341" y="71"/>
                        <a:pt x="341" y="68"/>
                      </a:cubicBezTo>
                      <a:cubicBezTo>
                        <a:pt x="345" y="61"/>
                        <a:pt x="268" y="42"/>
                        <a:pt x="176" y="22"/>
                      </a:cubicBezTo>
                      <a:cubicBezTo>
                        <a:pt x="105" y="8"/>
                        <a:pt x="45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5" name="Google Shape;4185;p33"/>
                <p:cNvSpPr/>
                <p:nvPr/>
              </p:nvSpPr>
              <p:spPr>
                <a:xfrm>
                  <a:off x="5205322" y="4301130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290" y="0"/>
                      </a:moveTo>
                      <a:cubicBezTo>
                        <a:pt x="277" y="0"/>
                        <a:pt x="213" y="37"/>
                        <a:pt x="138" y="86"/>
                      </a:cubicBezTo>
                      <a:cubicBezTo>
                        <a:pt x="58" y="139"/>
                        <a:pt x="0" y="190"/>
                        <a:pt x="5" y="193"/>
                      </a:cubicBezTo>
                      <a:cubicBezTo>
                        <a:pt x="5" y="194"/>
                        <a:pt x="6" y="194"/>
                        <a:pt x="7" y="194"/>
                      </a:cubicBezTo>
                      <a:cubicBezTo>
                        <a:pt x="20" y="194"/>
                        <a:pt x="84" y="158"/>
                        <a:pt x="154" y="109"/>
                      </a:cubicBezTo>
                      <a:cubicBezTo>
                        <a:pt x="235" y="56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6" name="Google Shape;4186;p33"/>
                <p:cNvSpPr/>
                <p:nvPr/>
              </p:nvSpPr>
              <p:spPr>
                <a:xfrm>
                  <a:off x="5076021" y="4388383"/>
                  <a:ext cx="33643" cy="22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9" extrusionOk="0">
                      <a:moveTo>
                        <a:pt x="290" y="0"/>
                      </a:moveTo>
                      <a:cubicBezTo>
                        <a:pt x="277" y="0"/>
                        <a:pt x="216" y="37"/>
                        <a:pt x="142" y="86"/>
                      </a:cubicBezTo>
                      <a:cubicBezTo>
                        <a:pt x="62" y="139"/>
                        <a:pt x="0" y="189"/>
                        <a:pt x="8" y="197"/>
                      </a:cubicBezTo>
                      <a:cubicBezTo>
                        <a:pt x="9" y="198"/>
                        <a:pt x="9" y="198"/>
                        <a:pt x="11" y="198"/>
                      </a:cubicBezTo>
                      <a:cubicBezTo>
                        <a:pt x="24" y="198"/>
                        <a:pt x="87" y="162"/>
                        <a:pt x="157" y="113"/>
                      </a:cubicBezTo>
                      <a:cubicBezTo>
                        <a:pt x="238" y="59"/>
                        <a:pt x="299" y="10"/>
                        <a:pt x="292" y="1"/>
                      </a:cubicBezTo>
                      <a:cubicBezTo>
                        <a:pt x="291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7" name="Google Shape;4187;p33"/>
                <p:cNvSpPr/>
                <p:nvPr/>
              </p:nvSpPr>
              <p:spPr>
                <a:xfrm>
                  <a:off x="5189398" y="4403972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9" y="0"/>
                      </a:move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1" y="9"/>
                        <a:pt x="39" y="78"/>
                        <a:pt x="93" y="154"/>
                      </a:cubicBezTo>
                      <a:cubicBezTo>
                        <a:pt x="144" y="229"/>
                        <a:pt x="191" y="289"/>
                        <a:pt x="199" y="289"/>
                      </a:cubicBezTo>
                      <a:cubicBezTo>
                        <a:pt x="200" y="289"/>
                        <a:pt x="200" y="289"/>
                        <a:pt x="200" y="288"/>
                      </a:cubicBezTo>
                      <a:cubicBezTo>
                        <a:pt x="208" y="284"/>
                        <a:pt x="170" y="215"/>
                        <a:pt x="116" y="138"/>
                      </a:cubicBezTo>
                      <a:cubicBezTo>
                        <a:pt x="64" y="60"/>
                        <a:pt x="16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8" name="Google Shape;4188;p33"/>
                <p:cNvSpPr/>
                <p:nvPr/>
              </p:nvSpPr>
              <p:spPr>
                <a:xfrm>
                  <a:off x="5101814" y="4274998"/>
                  <a:ext cx="23214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" h="289" extrusionOk="0">
                      <a:moveTo>
                        <a:pt x="9" y="1"/>
                      </a:moveTo>
                      <a:cubicBezTo>
                        <a:pt x="9" y="1"/>
                        <a:pt x="9" y="1"/>
                        <a:pt x="8" y="1"/>
                      </a:cubicBezTo>
                      <a:cubicBezTo>
                        <a:pt x="0" y="9"/>
                        <a:pt x="39" y="73"/>
                        <a:pt x="92" y="154"/>
                      </a:cubicBezTo>
                      <a:cubicBezTo>
                        <a:pt x="145" y="232"/>
                        <a:pt x="193" y="289"/>
                        <a:pt x="203" y="289"/>
                      </a:cubicBezTo>
                      <a:cubicBezTo>
                        <a:pt x="203" y="289"/>
                        <a:pt x="203" y="289"/>
                        <a:pt x="203" y="289"/>
                      </a:cubicBezTo>
                      <a:cubicBezTo>
                        <a:pt x="207" y="285"/>
                        <a:pt x="173" y="216"/>
                        <a:pt x="119" y="139"/>
                      </a:cubicBezTo>
                      <a:cubicBezTo>
                        <a:pt x="67" y="61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9" name="Google Shape;4189;p33"/>
                <p:cNvSpPr/>
                <p:nvPr/>
              </p:nvSpPr>
              <p:spPr>
                <a:xfrm>
                  <a:off x="5189061" y="427499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198" y="0"/>
                      </a:moveTo>
                      <a:cubicBezTo>
                        <a:pt x="186" y="0"/>
                        <a:pt x="142" y="59"/>
                        <a:pt x="92" y="135"/>
                      </a:cubicBezTo>
                      <a:cubicBezTo>
                        <a:pt x="39" y="216"/>
                        <a:pt x="0" y="280"/>
                        <a:pt x="7" y="289"/>
                      </a:cubicBezTo>
                      <a:cubicBezTo>
                        <a:pt x="8" y="289"/>
                        <a:pt x="8" y="289"/>
                        <a:pt x="8" y="289"/>
                      </a:cubicBezTo>
                      <a:cubicBezTo>
                        <a:pt x="18" y="289"/>
                        <a:pt x="63" y="228"/>
                        <a:pt x="115" y="151"/>
                      </a:cubicBezTo>
                      <a:cubicBezTo>
                        <a:pt x="168" y="73"/>
                        <a:pt x="207" y="4"/>
                        <a:pt x="200" y="1"/>
                      </a:cubicBezTo>
                      <a:cubicBezTo>
                        <a:pt x="199" y="0"/>
                        <a:pt x="199" y="0"/>
                        <a:pt x="1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0" name="Google Shape;4190;p33"/>
                <p:cNvSpPr/>
                <p:nvPr/>
              </p:nvSpPr>
              <p:spPr>
                <a:xfrm>
                  <a:off x="5102150" y="440430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200" y="1"/>
                      </a:moveTo>
                      <a:cubicBezTo>
                        <a:pt x="194" y="1"/>
                        <a:pt x="145" y="61"/>
                        <a:pt x="93" y="135"/>
                      </a:cubicBezTo>
                      <a:cubicBezTo>
                        <a:pt x="39" y="216"/>
                        <a:pt x="1" y="285"/>
                        <a:pt x="9" y="289"/>
                      </a:cubicBezTo>
                      <a:cubicBezTo>
                        <a:pt x="9" y="289"/>
                        <a:pt x="10" y="289"/>
                        <a:pt x="10" y="289"/>
                      </a:cubicBezTo>
                      <a:cubicBezTo>
                        <a:pt x="19" y="289"/>
                        <a:pt x="68" y="233"/>
                        <a:pt x="120" y="155"/>
                      </a:cubicBezTo>
                      <a:cubicBezTo>
                        <a:pt x="170" y="75"/>
                        <a:pt x="208" y="6"/>
                        <a:pt x="200" y="1"/>
                      </a:cubicBezTo>
                      <a:cubicBezTo>
                        <a:pt x="200" y="1"/>
                        <a:pt x="200" y="1"/>
                        <a:pt x="20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1" name="Google Shape;4191;p33"/>
                <p:cNvSpPr/>
                <p:nvPr/>
              </p:nvSpPr>
              <p:spPr>
                <a:xfrm>
                  <a:off x="5205322" y="4388047"/>
                  <a:ext cx="33643" cy="22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8" extrusionOk="0">
                      <a:moveTo>
                        <a:pt x="6" y="0"/>
                      </a:moveTo>
                      <a:cubicBezTo>
                        <a:pt x="6" y="0"/>
                        <a:pt x="5" y="0"/>
                        <a:pt x="5" y="1"/>
                      </a:cubicBezTo>
                      <a:cubicBezTo>
                        <a:pt x="0" y="8"/>
                        <a:pt x="62" y="59"/>
                        <a:pt x="143" y="112"/>
                      </a:cubicBezTo>
                      <a:cubicBezTo>
                        <a:pt x="216" y="161"/>
                        <a:pt x="277" y="197"/>
                        <a:pt x="290" y="197"/>
                      </a:cubicBezTo>
                      <a:cubicBezTo>
                        <a:pt x="291" y="197"/>
                        <a:pt x="292" y="197"/>
                        <a:pt x="292" y="197"/>
                      </a:cubicBezTo>
                      <a:cubicBezTo>
                        <a:pt x="299" y="188"/>
                        <a:pt x="239" y="139"/>
                        <a:pt x="158" y="85"/>
                      </a:cubicBezTo>
                      <a:cubicBezTo>
                        <a:pt x="81" y="38"/>
                        <a:pt x="18" y="0"/>
                        <a:pt x="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2" name="Google Shape;4192;p33"/>
                <p:cNvSpPr/>
                <p:nvPr/>
              </p:nvSpPr>
              <p:spPr>
                <a:xfrm>
                  <a:off x="5076021" y="4301578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7" y="1"/>
                      </a:moveTo>
                      <a:cubicBezTo>
                        <a:pt x="5" y="1"/>
                        <a:pt x="4" y="1"/>
                        <a:pt x="4" y="2"/>
                      </a:cubicBezTo>
                      <a:cubicBezTo>
                        <a:pt x="0" y="9"/>
                        <a:pt x="58" y="55"/>
                        <a:pt x="138" y="109"/>
                      </a:cubicBezTo>
                      <a:cubicBezTo>
                        <a:pt x="212" y="158"/>
                        <a:pt x="276" y="194"/>
                        <a:pt x="289" y="194"/>
                      </a:cubicBezTo>
                      <a:cubicBezTo>
                        <a:pt x="291" y="194"/>
                        <a:pt x="291" y="194"/>
                        <a:pt x="292" y="193"/>
                      </a:cubicBezTo>
                      <a:cubicBezTo>
                        <a:pt x="295" y="186"/>
                        <a:pt x="234" y="140"/>
                        <a:pt x="157" y="86"/>
                      </a:cubicBezTo>
                      <a:cubicBezTo>
                        <a:pt x="85" y="37"/>
                        <a:pt x="21" y="1"/>
                        <a:pt x="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3" name="Google Shape;4193;p33"/>
                <p:cNvSpPr/>
                <p:nvPr/>
              </p:nvSpPr>
              <p:spPr>
                <a:xfrm>
                  <a:off x="5214405" y="4336569"/>
                  <a:ext cx="38802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4" extrusionOk="0">
                      <a:moveTo>
                        <a:pt x="327" y="1"/>
                      </a:moveTo>
                      <a:cubicBezTo>
                        <a:pt x="301" y="1"/>
                        <a:pt x="240" y="8"/>
                        <a:pt x="169" y="23"/>
                      </a:cubicBezTo>
                      <a:cubicBezTo>
                        <a:pt x="77" y="42"/>
                        <a:pt x="0" y="61"/>
                        <a:pt x="4" y="69"/>
                      </a:cubicBezTo>
                      <a:cubicBezTo>
                        <a:pt x="4" y="72"/>
                        <a:pt x="10" y="74"/>
                        <a:pt x="21" y="74"/>
                      </a:cubicBezTo>
                      <a:cubicBezTo>
                        <a:pt x="50" y="74"/>
                        <a:pt x="110" y="63"/>
                        <a:pt x="177" y="49"/>
                      </a:cubicBezTo>
                      <a:cubicBezTo>
                        <a:pt x="269" y="35"/>
                        <a:pt x="345" y="12"/>
                        <a:pt x="342" y="3"/>
                      </a:cubicBezTo>
                      <a:cubicBezTo>
                        <a:pt x="342" y="2"/>
                        <a:pt x="336" y="1"/>
                        <a:pt x="32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4" name="Google Shape;4194;p33"/>
                <p:cNvSpPr/>
                <p:nvPr/>
              </p:nvSpPr>
              <p:spPr>
                <a:xfrm>
                  <a:off x="5061442" y="4366738"/>
                  <a:ext cx="38802" cy="8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5" extrusionOk="0">
                      <a:moveTo>
                        <a:pt x="329" y="0"/>
                      </a:moveTo>
                      <a:cubicBezTo>
                        <a:pt x="300" y="0"/>
                        <a:pt x="240" y="8"/>
                        <a:pt x="169" y="22"/>
                      </a:cubicBezTo>
                      <a:cubicBezTo>
                        <a:pt x="77" y="42"/>
                        <a:pt x="0" y="65"/>
                        <a:pt x="4" y="72"/>
                      </a:cubicBezTo>
                      <a:cubicBezTo>
                        <a:pt x="4" y="74"/>
                        <a:pt x="9" y="75"/>
                        <a:pt x="19" y="75"/>
                      </a:cubicBezTo>
                      <a:cubicBezTo>
                        <a:pt x="46" y="75"/>
                        <a:pt x="108" y="67"/>
                        <a:pt x="176" y="53"/>
                      </a:cubicBezTo>
                      <a:cubicBezTo>
                        <a:pt x="268" y="33"/>
                        <a:pt x="345" y="10"/>
                        <a:pt x="345" y="3"/>
                      </a:cubicBezTo>
                      <a:cubicBezTo>
                        <a:pt x="344" y="1"/>
                        <a:pt x="338" y="0"/>
                        <a:pt x="32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5" name="Google Shape;4195;p33"/>
                <p:cNvSpPr/>
                <p:nvPr/>
              </p:nvSpPr>
              <p:spPr>
                <a:xfrm>
                  <a:off x="5167978" y="4413056"/>
                  <a:ext cx="908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42" extrusionOk="0">
                      <a:moveTo>
                        <a:pt x="8" y="0"/>
                      </a:moveTo>
                      <a:cubicBezTo>
                        <a:pt x="0" y="4"/>
                        <a:pt x="8" y="80"/>
                        <a:pt x="27" y="176"/>
                      </a:cubicBezTo>
                      <a:cubicBezTo>
                        <a:pt x="43" y="268"/>
                        <a:pt x="66" y="341"/>
                        <a:pt x="73" y="341"/>
                      </a:cubicBezTo>
                      <a:cubicBezTo>
                        <a:pt x="80" y="341"/>
                        <a:pt x="73" y="260"/>
                        <a:pt x="54" y="168"/>
                      </a:cubicBezTo>
                      <a:cubicBezTo>
                        <a:pt x="39" y="73"/>
                        <a:pt x="16" y="0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6" name="Google Shape;4196;p33"/>
                <p:cNvSpPr/>
                <p:nvPr/>
              </p:nvSpPr>
              <p:spPr>
                <a:xfrm>
                  <a:off x="5137475" y="4260419"/>
                  <a:ext cx="9532" cy="37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338" extrusionOk="0">
                      <a:moveTo>
                        <a:pt x="8" y="1"/>
                      </a:move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0" y="1"/>
                        <a:pt x="8" y="77"/>
                        <a:pt x="27" y="173"/>
                      </a:cubicBezTo>
                      <a:cubicBezTo>
                        <a:pt x="46" y="263"/>
                        <a:pt x="68" y="338"/>
                        <a:pt x="76" y="338"/>
                      </a:cubicBezTo>
                      <a:cubicBezTo>
                        <a:pt x="76" y="338"/>
                        <a:pt x="76" y="338"/>
                        <a:pt x="77" y="338"/>
                      </a:cubicBezTo>
                      <a:cubicBezTo>
                        <a:pt x="85" y="338"/>
                        <a:pt x="77" y="261"/>
                        <a:pt x="58" y="166"/>
                      </a:cubicBezTo>
                      <a:cubicBezTo>
                        <a:pt x="39" y="76"/>
                        <a:pt x="17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197" name="Google Shape;4197;p33"/>
            <p:cNvSpPr/>
            <p:nvPr/>
          </p:nvSpPr>
          <p:spPr>
            <a:xfrm>
              <a:off x="4869678" y="4040379"/>
              <a:ext cx="342267" cy="92970"/>
            </a:xfrm>
            <a:custGeom>
              <a:avLst/>
              <a:gdLst/>
              <a:ahLst/>
              <a:cxnLst/>
              <a:rect l="l" t="t" r="r" b="b"/>
              <a:pathLst>
                <a:path w="3052" h="829" extrusionOk="0">
                  <a:moveTo>
                    <a:pt x="2893" y="0"/>
                  </a:moveTo>
                  <a:cubicBezTo>
                    <a:pt x="2891" y="0"/>
                    <a:pt x="2889" y="0"/>
                    <a:pt x="2887" y="0"/>
                  </a:cubicBezTo>
                  <a:lnTo>
                    <a:pt x="2086" y="299"/>
                  </a:lnTo>
                  <a:lnTo>
                    <a:pt x="200" y="430"/>
                  </a:lnTo>
                  <a:cubicBezTo>
                    <a:pt x="39" y="480"/>
                    <a:pt x="1" y="694"/>
                    <a:pt x="139" y="798"/>
                  </a:cubicBezTo>
                  <a:lnTo>
                    <a:pt x="181" y="828"/>
                  </a:lnTo>
                  <a:lnTo>
                    <a:pt x="2832" y="744"/>
                  </a:lnTo>
                  <a:cubicBezTo>
                    <a:pt x="2963" y="564"/>
                    <a:pt x="3025" y="365"/>
                    <a:pt x="3044" y="158"/>
                  </a:cubicBezTo>
                  <a:cubicBezTo>
                    <a:pt x="3051" y="72"/>
                    <a:pt x="2979" y="0"/>
                    <a:pt x="28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33"/>
            <p:cNvSpPr/>
            <p:nvPr/>
          </p:nvSpPr>
          <p:spPr>
            <a:xfrm>
              <a:off x="4621730" y="3895592"/>
              <a:ext cx="51699" cy="67176"/>
            </a:xfrm>
            <a:custGeom>
              <a:avLst/>
              <a:gdLst/>
              <a:ahLst/>
              <a:cxnLst/>
              <a:rect l="l" t="t" r="r" b="b"/>
              <a:pathLst>
                <a:path w="461" h="599" extrusionOk="0">
                  <a:moveTo>
                    <a:pt x="1" y="0"/>
                  </a:moveTo>
                  <a:lnTo>
                    <a:pt x="1" y="598"/>
                  </a:lnTo>
                  <a:lnTo>
                    <a:pt x="162" y="598"/>
                  </a:lnTo>
                  <a:cubicBezTo>
                    <a:pt x="327" y="598"/>
                    <a:pt x="461" y="464"/>
                    <a:pt x="461" y="299"/>
                  </a:cubicBezTo>
                  <a:cubicBezTo>
                    <a:pt x="461" y="135"/>
                    <a:pt x="327" y="0"/>
                    <a:pt x="1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33"/>
            <p:cNvSpPr/>
            <p:nvPr/>
          </p:nvSpPr>
          <p:spPr>
            <a:xfrm>
              <a:off x="4606703" y="3895592"/>
              <a:ext cx="15140" cy="67176"/>
            </a:xfrm>
            <a:custGeom>
              <a:avLst/>
              <a:gdLst/>
              <a:ahLst/>
              <a:cxnLst/>
              <a:rect l="l" t="t" r="r" b="b"/>
              <a:pathLst>
                <a:path w="135" h="599" extrusionOk="0">
                  <a:moveTo>
                    <a:pt x="1" y="0"/>
                  </a:moveTo>
                  <a:lnTo>
                    <a:pt x="1" y="4"/>
                  </a:lnTo>
                  <a:lnTo>
                    <a:pt x="1" y="598"/>
                  </a:lnTo>
                  <a:lnTo>
                    <a:pt x="135" y="598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33"/>
            <p:cNvSpPr/>
            <p:nvPr/>
          </p:nvSpPr>
          <p:spPr>
            <a:xfrm>
              <a:off x="4716715" y="3871143"/>
              <a:ext cx="164405" cy="73344"/>
            </a:xfrm>
            <a:custGeom>
              <a:avLst/>
              <a:gdLst/>
              <a:ahLst/>
              <a:cxnLst/>
              <a:rect l="l" t="t" r="r" b="b"/>
              <a:pathLst>
                <a:path w="1466" h="654" extrusionOk="0">
                  <a:moveTo>
                    <a:pt x="1334" y="0"/>
                  </a:moveTo>
                  <a:cubicBezTo>
                    <a:pt x="1174" y="54"/>
                    <a:pt x="717" y="215"/>
                    <a:pt x="491" y="353"/>
                  </a:cubicBezTo>
                  <a:cubicBezTo>
                    <a:pt x="491" y="353"/>
                    <a:pt x="317" y="231"/>
                    <a:pt x="213" y="231"/>
                  </a:cubicBezTo>
                  <a:cubicBezTo>
                    <a:pt x="204" y="231"/>
                    <a:pt x="196" y="232"/>
                    <a:pt x="189" y="234"/>
                  </a:cubicBezTo>
                  <a:cubicBezTo>
                    <a:pt x="93" y="257"/>
                    <a:pt x="1" y="406"/>
                    <a:pt x="12" y="524"/>
                  </a:cubicBezTo>
                  <a:cubicBezTo>
                    <a:pt x="18" y="610"/>
                    <a:pt x="80" y="653"/>
                    <a:pt x="141" y="653"/>
                  </a:cubicBezTo>
                  <a:cubicBezTo>
                    <a:pt x="166" y="653"/>
                    <a:pt x="191" y="646"/>
                    <a:pt x="212" y="632"/>
                  </a:cubicBezTo>
                  <a:cubicBezTo>
                    <a:pt x="288" y="579"/>
                    <a:pt x="238" y="502"/>
                    <a:pt x="288" y="483"/>
                  </a:cubicBezTo>
                  <a:cubicBezTo>
                    <a:pt x="290" y="482"/>
                    <a:pt x="293" y="482"/>
                    <a:pt x="296" y="482"/>
                  </a:cubicBezTo>
                  <a:cubicBezTo>
                    <a:pt x="320" y="482"/>
                    <a:pt x="361" y="514"/>
                    <a:pt x="396" y="547"/>
                  </a:cubicBezTo>
                  <a:cubicBezTo>
                    <a:pt x="416" y="568"/>
                    <a:pt x="444" y="579"/>
                    <a:pt x="471" y="579"/>
                  </a:cubicBezTo>
                  <a:cubicBezTo>
                    <a:pt x="494" y="579"/>
                    <a:pt x="518" y="571"/>
                    <a:pt x="537" y="556"/>
                  </a:cubicBezTo>
                  <a:lnTo>
                    <a:pt x="568" y="533"/>
                  </a:lnTo>
                  <a:cubicBezTo>
                    <a:pt x="921" y="487"/>
                    <a:pt x="1239" y="421"/>
                    <a:pt x="1465" y="303"/>
                  </a:cubicBezTo>
                  <a:cubicBezTo>
                    <a:pt x="1453" y="272"/>
                    <a:pt x="1442" y="245"/>
                    <a:pt x="1430" y="215"/>
                  </a:cubicBezTo>
                  <a:cubicBezTo>
                    <a:pt x="1403" y="142"/>
                    <a:pt x="1380" y="61"/>
                    <a:pt x="1334" y="0"/>
                  </a:cubicBez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33"/>
            <p:cNvSpPr/>
            <p:nvPr/>
          </p:nvSpPr>
          <p:spPr>
            <a:xfrm>
              <a:off x="4858127" y="3803965"/>
              <a:ext cx="157452" cy="106764"/>
            </a:xfrm>
            <a:custGeom>
              <a:avLst/>
              <a:gdLst/>
              <a:ahLst/>
              <a:cxnLst/>
              <a:rect l="l" t="t" r="r" b="b"/>
              <a:pathLst>
                <a:path w="1404" h="952" extrusionOk="0">
                  <a:moveTo>
                    <a:pt x="1147" y="1"/>
                  </a:moveTo>
                  <a:cubicBezTo>
                    <a:pt x="1088" y="1"/>
                    <a:pt x="1027" y="18"/>
                    <a:pt x="974" y="47"/>
                  </a:cubicBezTo>
                  <a:cubicBezTo>
                    <a:pt x="599" y="242"/>
                    <a:pt x="73" y="591"/>
                    <a:pt x="1" y="614"/>
                  </a:cubicBezTo>
                  <a:cubicBezTo>
                    <a:pt x="12" y="722"/>
                    <a:pt x="54" y="829"/>
                    <a:pt x="96" y="925"/>
                  </a:cubicBezTo>
                  <a:cubicBezTo>
                    <a:pt x="104" y="932"/>
                    <a:pt x="108" y="944"/>
                    <a:pt x="112" y="952"/>
                  </a:cubicBezTo>
                  <a:cubicBezTo>
                    <a:pt x="169" y="929"/>
                    <a:pt x="863" y="725"/>
                    <a:pt x="1181" y="561"/>
                  </a:cubicBezTo>
                  <a:cubicBezTo>
                    <a:pt x="1262" y="518"/>
                    <a:pt x="1354" y="426"/>
                    <a:pt x="1377" y="346"/>
                  </a:cubicBezTo>
                  <a:cubicBezTo>
                    <a:pt x="1400" y="273"/>
                    <a:pt x="1403" y="216"/>
                    <a:pt x="1372" y="147"/>
                  </a:cubicBezTo>
                  <a:cubicBezTo>
                    <a:pt x="1324" y="42"/>
                    <a:pt x="1237" y="1"/>
                    <a:pt x="11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bg>
      <p:bgPr>
        <a:solidFill>
          <a:schemeClr val="dk2"/>
        </a:solidFill>
        <a:effectLst/>
      </p:bgPr>
    </p:bg>
    <p:spTree>
      <p:nvGrpSpPr>
        <p:cNvPr id="1" name="Shape 4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3" name="Google Shape;4203;p34"/>
          <p:cNvGrpSpPr/>
          <p:nvPr/>
        </p:nvGrpSpPr>
        <p:grpSpPr>
          <a:xfrm>
            <a:off x="7317990" y="2128238"/>
            <a:ext cx="1936841" cy="1205022"/>
            <a:chOff x="3846690" y="770050"/>
            <a:chExt cx="1788734" cy="1053802"/>
          </a:xfrm>
        </p:grpSpPr>
        <p:sp>
          <p:nvSpPr>
            <p:cNvPr id="4204" name="Google Shape;4204;p34"/>
            <p:cNvSpPr/>
            <p:nvPr/>
          </p:nvSpPr>
          <p:spPr>
            <a:xfrm>
              <a:off x="3846690" y="770050"/>
              <a:ext cx="1788734" cy="1053802"/>
            </a:xfrm>
            <a:custGeom>
              <a:avLst/>
              <a:gdLst/>
              <a:ahLst/>
              <a:cxnLst/>
              <a:rect l="l" t="t" r="r" b="b"/>
              <a:pathLst>
                <a:path w="18551" h="10929" extrusionOk="0">
                  <a:moveTo>
                    <a:pt x="5465" y="0"/>
                  </a:moveTo>
                  <a:cubicBezTo>
                    <a:pt x="2453" y="0"/>
                    <a:pt x="0" y="2448"/>
                    <a:pt x="0" y="5465"/>
                  </a:cubicBezTo>
                  <a:cubicBezTo>
                    <a:pt x="0" y="8477"/>
                    <a:pt x="2453" y="10929"/>
                    <a:pt x="5465" y="10929"/>
                  </a:cubicBezTo>
                  <a:lnTo>
                    <a:pt x="18497" y="10929"/>
                  </a:lnTo>
                  <a:lnTo>
                    <a:pt x="18551" y="6767"/>
                  </a:lnTo>
                  <a:lnTo>
                    <a:pt x="5465" y="6779"/>
                  </a:lnTo>
                  <a:cubicBezTo>
                    <a:pt x="4740" y="6779"/>
                    <a:pt x="4151" y="6189"/>
                    <a:pt x="4151" y="5465"/>
                  </a:cubicBezTo>
                  <a:cubicBezTo>
                    <a:pt x="4151" y="4737"/>
                    <a:pt x="4740" y="4146"/>
                    <a:pt x="5465" y="4146"/>
                  </a:cubicBezTo>
                  <a:lnTo>
                    <a:pt x="18497" y="4150"/>
                  </a:lnTo>
                  <a:lnTo>
                    <a:pt x="18497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34"/>
            <p:cNvSpPr/>
            <p:nvPr/>
          </p:nvSpPr>
          <p:spPr>
            <a:xfrm>
              <a:off x="5501569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34"/>
            <p:cNvSpPr/>
            <p:nvPr/>
          </p:nvSpPr>
          <p:spPr>
            <a:xfrm>
              <a:off x="5378535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34"/>
            <p:cNvSpPr/>
            <p:nvPr/>
          </p:nvSpPr>
          <p:spPr>
            <a:xfrm>
              <a:off x="5255502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34"/>
            <p:cNvSpPr/>
            <p:nvPr/>
          </p:nvSpPr>
          <p:spPr>
            <a:xfrm>
              <a:off x="5132468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34"/>
            <p:cNvSpPr/>
            <p:nvPr/>
          </p:nvSpPr>
          <p:spPr>
            <a:xfrm>
              <a:off x="50094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34"/>
            <p:cNvSpPr/>
            <p:nvPr/>
          </p:nvSpPr>
          <p:spPr>
            <a:xfrm>
              <a:off x="4886401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34"/>
            <p:cNvSpPr/>
            <p:nvPr/>
          </p:nvSpPr>
          <p:spPr>
            <a:xfrm>
              <a:off x="4763367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34"/>
            <p:cNvSpPr/>
            <p:nvPr/>
          </p:nvSpPr>
          <p:spPr>
            <a:xfrm>
              <a:off x="46403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34"/>
            <p:cNvSpPr/>
            <p:nvPr/>
          </p:nvSpPr>
          <p:spPr>
            <a:xfrm>
              <a:off x="4517300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34"/>
            <p:cNvSpPr/>
            <p:nvPr/>
          </p:nvSpPr>
          <p:spPr>
            <a:xfrm>
              <a:off x="4393881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34"/>
            <p:cNvSpPr/>
            <p:nvPr/>
          </p:nvSpPr>
          <p:spPr>
            <a:xfrm>
              <a:off x="4270461" y="1600625"/>
              <a:ext cx="63350" cy="28155"/>
            </a:xfrm>
            <a:custGeom>
              <a:avLst/>
              <a:gdLst/>
              <a:ahLst/>
              <a:cxnLst/>
              <a:rect l="l" t="t" r="r" b="b"/>
              <a:pathLst>
                <a:path w="657" h="292" extrusionOk="0">
                  <a:moveTo>
                    <a:pt x="46" y="1"/>
                  </a:moveTo>
                  <a:lnTo>
                    <a:pt x="0" y="150"/>
                  </a:lnTo>
                  <a:cubicBezTo>
                    <a:pt x="204" y="219"/>
                    <a:pt x="418" y="265"/>
                    <a:pt x="637" y="291"/>
                  </a:cubicBezTo>
                  <a:lnTo>
                    <a:pt x="656" y="134"/>
                  </a:lnTo>
                  <a:cubicBezTo>
                    <a:pt x="449" y="107"/>
                    <a:pt x="246" y="61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34"/>
            <p:cNvSpPr/>
            <p:nvPr/>
          </p:nvSpPr>
          <p:spPr>
            <a:xfrm>
              <a:off x="4160734" y="1542965"/>
              <a:ext cx="59203" cy="47440"/>
            </a:xfrm>
            <a:custGeom>
              <a:avLst/>
              <a:gdLst/>
              <a:ahLst/>
              <a:cxnLst/>
              <a:rect l="l" t="t" r="r" b="b"/>
              <a:pathLst>
                <a:path w="614" h="492" extrusionOk="0">
                  <a:moveTo>
                    <a:pt x="100" y="1"/>
                  </a:moveTo>
                  <a:lnTo>
                    <a:pt x="1" y="123"/>
                  </a:lnTo>
                  <a:cubicBezTo>
                    <a:pt x="165" y="261"/>
                    <a:pt x="349" y="384"/>
                    <a:pt x="537" y="491"/>
                  </a:cubicBezTo>
                  <a:lnTo>
                    <a:pt x="613" y="350"/>
                  </a:lnTo>
                  <a:cubicBezTo>
                    <a:pt x="434" y="249"/>
                    <a:pt x="261" y="131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34"/>
            <p:cNvSpPr/>
            <p:nvPr/>
          </p:nvSpPr>
          <p:spPr>
            <a:xfrm>
              <a:off x="4080608" y="1450978"/>
              <a:ext cx="47343" cy="59589"/>
            </a:xfrm>
            <a:custGeom>
              <a:avLst/>
              <a:gdLst/>
              <a:ahLst/>
              <a:cxnLst/>
              <a:rect l="l" t="t" r="r" b="b"/>
              <a:pathLst>
                <a:path w="491" h="618" extrusionOk="0">
                  <a:moveTo>
                    <a:pt x="142" y="0"/>
                  </a:moveTo>
                  <a:lnTo>
                    <a:pt x="1" y="77"/>
                  </a:lnTo>
                  <a:cubicBezTo>
                    <a:pt x="107" y="269"/>
                    <a:pt x="230" y="449"/>
                    <a:pt x="368" y="617"/>
                  </a:cubicBezTo>
                  <a:lnTo>
                    <a:pt x="491" y="514"/>
                  </a:lnTo>
                  <a:cubicBezTo>
                    <a:pt x="360" y="357"/>
                    <a:pt x="241" y="184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34"/>
            <p:cNvSpPr/>
            <p:nvPr/>
          </p:nvSpPr>
          <p:spPr>
            <a:xfrm>
              <a:off x="4041750" y="1337587"/>
              <a:ext cx="28541" cy="63157"/>
            </a:xfrm>
            <a:custGeom>
              <a:avLst/>
              <a:gdLst/>
              <a:ahLst/>
              <a:cxnLst/>
              <a:rect l="l" t="t" r="r" b="b"/>
              <a:pathLst>
                <a:path w="296" h="655" extrusionOk="0">
                  <a:moveTo>
                    <a:pt x="158" y="0"/>
                  </a:moveTo>
                  <a:lnTo>
                    <a:pt x="1" y="19"/>
                  </a:lnTo>
                  <a:cubicBezTo>
                    <a:pt x="27" y="237"/>
                    <a:pt x="77" y="453"/>
                    <a:pt x="142" y="655"/>
                  </a:cubicBezTo>
                  <a:lnTo>
                    <a:pt x="296" y="605"/>
                  </a:lnTo>
                  <a:cubicBezTo>
                    <a:pt x="231" y="410"/>
                    <a:pt x="185" y="207"/>
                    <a:pt x="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34"/>
            <p:cNvSpPr/>
            <p:nvPr/>
          </p:nvSpPr>
          <p:spPr>
            <a:xfrm>
              <a:off x="4039532" y="1214457"/>
              <a:ext cx="24877" cy="63350"/>
            </a:xfrm>
            <a:custGeom>
              <a:avLst/>
              <a:gdLst/>
              <a:ahLst/>
              <a:cxnLst/>
              <a:rect l="l" t="t" r="r" b="b"/>
              <a:pathLst>
                <a:path w="258" h="657" extrusionOk="0">
                  <a:moveTo>
                    <a:pt x="100" y="1"/>
                  </a:moveTo>
                  <a:cubicBezTo>
                    <a:pt x="47" y="212"/>
                    <a:pt x="16" y="430"/>
                    <a:pt x="1" y="644"/>
                  </a:cubicBezTo>
                  <a:lnTo>
                    <a:pt x="162" y="656"/>
                  </a:lnTo>
                  <a:cubicBezTo>
                    <a:pt x="174" y="449"/>
                    <a:pt x="204" y="243"/>
                    <a:pt x="257" y="39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34"/>
            <p:cNvSpPr/>
            <p:nvPr/>
          </p:nvSpPr>
          <p:spPr>
            <a:xfrm>
              <a:off x="4070194" y="1101065"/>
              <a:ext cx="44451" cy="60746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0"/>
                  </a:moveTo>
                  <a:cubicBezTo>
                    <a:pt x="204" y="177"/>
                    <a:pt x="93" y="368"/>
                    <a:pt x="1" y="564"/>
                  </a:cubicBezTo>
                  <a:lnTo>
                    <a:pt x="146" y="629"/>
                  </a:lnTo>
                  <a:cubicBezTo>
                    <a:pt x="234" y="446"/>
                    <a:pt x="342" y="262"/>
                    <a:pt x="461" y="9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34"/>
            <p:cNvSpPr/>
            <p:nvPr/>
          </p:nvSpPr>
          <p:spPr>
            <a:xfrm>
              <a:off x="4143764" y="1014961"/>
              <a:ext cx="57757" cy="50043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3" y="0"/>
                  </a:moveTo>
                  <a:cubicBezTo>
                    <a:pt x="330" y="120"/>
                    <a:pt x="158" y="253"/>
                    <a:pt x="0" y="403"/>
                  </a:cubicBezTo>
                  <a:lnTo>
                    <a:pt x="108" y="518"/>
                  </a:lnTo>
                  <a:cubicBezTo>
                    <a:pt x="261" y="377"/>
                    <a:pt x="426" y="246"/>
                    <a:pt x="598" y="135"/>
                  </a:cubicBezTo>
                  <a:lnTo>
                    <a:pt x="5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34"/>
            <p:cNvSpPr/>
            <p:nvPr/>
          </p:nvSpPr>
          <p:spPr>
            <a:xfrm>
              <a:off x="4249056" y="968389"/>
              <a:ext cx="63253" cy="32302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1"/>
                  </a:moveTo>
                  <a:cubicBezTo>
                    <a:pt x="410" y="43"/>
                    <a:pt x="199" y="105"/>
                    <a:pt x="1" y="185"/>
                  </a:cubicBezTo>
                  <a:lnTo>
                    <a:pt x="58" y="334"/>
                  </a:lnTo>
                  <a:cubicBezTo>
                    <a:pt x="254" y="258"/>
                    <a:pt x="452" y="196"/>
                    <a:pt x="656" y="158"/>
                  </a:cubicBez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34"/>
            <p:cNvSpPr/>
            <p:nvPr/>
          </p:nvSpPr>
          <p:spPr>
            <a:xfrm>
              <a:off x="5479488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34"/>
            <p:cNvSpPr/>
            <p:nvPr/>
          </p:nvSpPr>
          <p:spPr>
            <a:xfrm>
              <a:off x="5356358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34"/>
            <p:cNvSpPr/>
            <p:nvPr/>
          </p:nvSpPr>
          <p:spPr>
            <a:xfrm>
              <a:off x="5233421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34"/>
            <p:cNvSpPr/>
            <p:nvPr/>
          </p:nvSpPr>
          <p:spPr>
            <a:xfrm>
              <a:off x="5110291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34"/>
            <p:cNvSpPr/>
            <p:nvPr/>
          </p:nvSpPr>
          <p:spPr>
            <a:xfrm>
              <a:off x="4987258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34"/>
            <p:cNvSpPr/>
            <p:nvPr/>
          </p:nvSpPr>
          <p:spPr>
            <a:xfrm>
              <a:off x="4864224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34"/>
            <p:cNvSpPr/>
            <p:nvPr/>
          </p:nvSpPr>
          <p:spPr>
            <a:xfrm>
              <a:off x="4741190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34"/>
            <p:cNvSpPr/>
            <p:nvPr/>
          </p:nvSpPr>
          <p:spPr>
            <a:xfrm>
              <a:off x="4618157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34"/>
            <p:cNvSpPr/>
            <p:nvPr/>
          </p:nvSpPr>
          <p:spPr>
            <a:xfrm>
              <a:off x="4495123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34"/>
            <p:cNvSpPr/>
            <p:nvPr/>
          </p:nvSpPr>
          <p:spPr>
            <a:xfrm>
              <a:off x="4371704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4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33" name="Google Shape;4233;p34"/>
          <p:cNvGrpSpPr/>
          <p:nvPr/>
        </p:nvGrpSpPr>
        <p:grpSpPr>
          <a:xfrm rot="-5400000" flipH="1">
            <a:off x="-3554004" y="-2057162"/>
            <a:ext cx="2674622" cy="6634147"/>
            <a:chOff x="8078470" y="-2114046"/>
            <a:chExt cx="2326770" cy="5771333"/>
          </a:xfrm>
        </p:grpSpPr>
        <p:sp>
          <p:nvSpPr>
            <p:cNvPr id="4234" name="Google Shape;4234;p34"/>
            <p:cNvSpPr/>
            <p:nvPr/>
          </p:nvSpPr>
          <p:spPr>
            <a:xfrm>
              <a:off x="8078470" y="-2114046"/>
              <a:ext cx="2326770" cy="5771333"/>
            </a:xfrm>
            <a:custGeom>
              <a:avLst/>
              <a:gdLst/>
              <a:ahLst/>
              <a:cxnLst/>
              <a:rect l="l" t="t" r="r" b="b"/>
              <a:pathLst>
                <a:path w="23962" h="59437" extrusionOk="0">
                  <a:moveTo>
                    <a:pt x="19811" y="0"/>
                  </a:moveTo>
                  <a:lnTo>
                    <a:pt x="19811" y="40446"/>
                  </a:lnTo>
                  <a:cubicBezTo>
                    <a:pt x="19792" y="41155"/>
                    <a:pt x="19210" y="41730"/>
                    <a:pt x="18497" y="41730"/>
                  </a:cubicBezTo>
                  <a:lnTo>
                    <a:pt x="5465" y="41726"/>
                  </a:lnTo>
                  <a:cubicBezTo>
                    <a:pt x="2453" y="41726"/>
                    <a:pt x="0" y="44178"/>
                    <a:pt x="0" y="47190"/>
                  </a:cubicBezTo>
                  <a:cubicBezTo>
                    <a:pt x="0" y="50206"/>
                    <a:pt x="2453" y="52654"/>
                    <a:pt x="5465" y="52654"/>
                  </a:cubicBezTo>
                  <a:lnTo>
                    <a:pt x="18497" y="52654"/>
                  </a:lnTo>
                  <a:cubicBezTo>
                    <a:pt x="19221" y="52654"/>
                    <a:pt x="19811" y="53245"/>
                    <a:pt x="19811" y="53972"/>
                  </a:cubicBezTo>
                  <a:cubicBezTo>
                    <a:pt x="19811" y="54697"/>
                    <a:pt x="19221" y="55287"/>
                    <a:pt x="18497" y="55287"/>
                  </a:cubicBezTo>
                  <a:lnTo>
                    <a:pt x="525" y="55287"/>
                  </a:lnTo>
                  <a:lnTo>
                    <a:pt x="525" y="59437"/>
                  </a:lnTo>
                  <a:lnTo>
                    <a:pt x="18497" y="59437"/>
                  </a:lnTo>
                  <a:cubicBezTo>
                    <a:pt x="21509" y="59437"/>
                    <a:pt x="23962" y="56984"/>
                    <a:pt x="23962" y="53972"/>
                  </a:cubicBezTo>
                  <a:cubicBezTo>
                    <a:pt x="23962" y="50960"/>
                    <a:pt x="21509" y="48509"/>
                    <a:pt x="18497" y="48509"/>
                  </a:cubicBezTo>
                  <a:lnTo>
                    <a:pt x="5465" y="48509"/>
                  </a:lnTo>
                  <a:cubicBezTo>
                    <a:pt x="4741" y="48509"/>
                    <a:pt x="4150" y="47918"/>
                    <a:pt x="4150" y="47190"/>
                  </a:cubicBezTo>
                  <a:cubicBezTo>
                    <a:pt x="4150" y="46466"/>
                    <a:pt x="4741" y="45876"/>
                    <a:pt x="5465" y="45876"/>
                  </a:cubicBezTo>
                  <a:lnTo>
                    <a:pt x="18497" y="45876"/>
                  </a:lnTo>
                  <a:cubicBezTo>
                    <a:pt x="21493" y="45876"/>
                    <a:pt x="23934" y="43450"/>
                    <a:pt x="23962" y="40458"/>
                  </a:cubicBezTo>
                  <a:lnTo>
                    <a:pt x="23962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34"/>
            <p:cNvSpPr/>
            <p:nvPr/>
          </p:nvSpPr>
          <p:spPr>
            <a:xfrm>
              <a:off x="9861126" y="3444384"/>
              <a:ext cx="62922" cy="19032"/>
            </a:xfrm>
            <a:custGeom>
              <a:avLst/>
              <a:gdLst/>
              <a:ahLst/>
              <a:cxnLst/>
              <a:rect l="l" t="t" r="r" b="b"/>
              <a:pathLst>
                <a:path w="648" h="196" extrusionOk="0">
                  <a:moveTo>
                    <a:pt x="625" y="0"/>
                  </a:moveTo>
                  <a:cubicBezTo>
                    <a:pt x="464" y="27"/>
                    <a:pt x="299" y="38"/>
                    <a:pt x="138" y="38"/>
                  </a:cubicBezTo>
                  <a:lnTo>
                    <a:pt x="0" y="38"/>
                  </a:lnTo>
                  <a:lnTo>
                    <a:pt x="0" y="195"/>
                  </a:lnTo>
                  <a:lnTo>
                    <a:pt x="138" y="195"/>
                  </a:lnTo>
                  <a:cubicBezTo>
                    <a:pt x="306" y="195"/>
                    <a:pt x="479" y="184"/>
                    <a:pt x="648" y="161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34"/>
            <p:cNvSpPr/>
            <p:nvPr/>
          </p:nvSpPr>
          <p:spPr>
            <a:xfrm>
              <a:off x="9736741" y="3448073"/>
              <a:ext cx="62340" cy="15342"/>
            </a:xfrm>
            <a:custGeom>
              <a:avLst/>
              <a:gdLst/>
              <a:ahLst/>
              <a:cxnLst/>
              <a:rect l="l" t="t" r="r" b="b"/>
              <a:pathLst>
                <a:path w="642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34"/>
            <p:cNvSpPr/>
            <p:nvPr/>
          </p:nvSpPr>
          <p:spPr>
            <a:xfrm>
              <a:off x="9612939" y="3448073"/>
              <a:ext cx="62243" cy="15342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34"/>
            <p:cNvSpPr/>
            <p:nvPr/>
          </p:nvSpPr>
          <p:spPr>
            <a:xfrm>
              <a:off x="9980170" y="3404864"/>
              <a:ext cx="62922" cy="40005"/>
            </a:xfrm>
            <a:custGeom>
              <a:avLst/>
              <a:gdLst/>
              <a:ahLst/>
              <a:cxnLst/>
              <a:rect l="l" t="t" r="r" b="b"/>
              <a:pathLst>
                <a:path w="648" h="412" extrusionOk="0">
                  <a:moveTo>
                    <a:pt x="567" y="1"/>
                  </a:moveTo>
                  <a:cubicBezTo>
                    <a:pt x="387" y="105"/>
                    <a:pt x="196" y="192"/>
                    <a:pt x="0" y="261"/>
                  </a:cubicBezTo>
                  <a:lnTo>
                    <a:pt x="54" y="411"/>
                  </a:lnTo>
                  <a:cubicBezTo>
                    <a:pt x="257" y="338"/>
                    <a:pt x="456" y="250"/>
                    <a:pt x="647" y="139"/>
                  </a:cubicBezTo>
                  <a:lnTo>
                    <a:pt x="5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34"/>
            <p:cNvSpPr/>
            <p:nvPr/>
          </p:nvSpPr>
          <p:spPr>
            <a:xfrm>
              <a:off x="10084358" y="3326408"/>
              <a:ext cx="53989" cy="55541"/>
            </a:xfrm>
            <a:custGeom>
              <a:avLst/>
              <a:gdLst/>
              <a:ahLst/>
              <a:cxnLst/>
              <a:rect l="l" t="t" r="r" b="b"/>
              <a:pathLst>
                <a:path w="556" h="572" extrusionOk="0">
                  <a:moveTo>
                    <a:pt x="430" y="1"/>
                  </a:moveTo>
                  <a:cubicBezTo>
                    <a:pt x="303" y="161"/>
                    <a:pt x="158" y="315"/>
                    <a:pt x="0" y="448"/>
                  </a:cubicBezTo>
                  <a:lnTo>
                    <a:pt x="103" y="572"/>
                  </a:lnTo>
                  <a:cubicBezTo>
                    <a:pt x="269" y="425"/>
                    <a:pt x="421" y="269"/>
                    <a:pt x="556" y="100"/>
                  </a:cubicBezTo>
                  <a:lnTo>
                    <a:pt x="4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34"/>
            <p:cNvSpPr/>
            <p:nvPr/>
          </p:nvSpPr>
          <p:spPr>
            <a:xfrm>
              <a:off x="10159125" y="3219988"/>
              <a:ext cx="37676" cy="62921"/>
            </a:xfrm>
            <a:custGeom>
              <a:avLst/>
              <a:gdLst/>
              <a:ahLst/>
              <a:cxnLst/>
              <a:rect l="l" t="t" r="r" b="b"/>
              <a:pathLst>
                <a:path w="388" h="648" extrusionOk="0">
                  <a:moveTo>
                    <a:pt x="238" y="0"/>
                  </a:moveTo>
                  <a:cubicBezTo>
                    <a:pt x="177" y="196"/>
                    <a:pt x="97" y="391"/>
                    <a:pt x="0" y="575"/>
                  </a:cubicBezTo>
                  <a:lnTo>
                    <a:pt x="143" y="648"/>
                  </a:lnTo>
                  <a:cubicBezTo>
                    <a:pt x="242" y="456"/>
                    <a:pt x="327" y="253"/>
                    <a:pt x="387" y="46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34"/>
            <p:cNvSpPr/>
            <p:nvPr/>
          </p:nvSpPr>
          <p:spPr>
            <a:xfrm>
              <a:off x="10194081" y="3099100"/>
              <a:ext cx="17284" cy="63309"/>
            </a:xfrm>
            <a:custGeom>
              <a:avLst/>
              <a:gdLst/>
              <a:ahLst/>
              <a:cxnLst/>
              <a:rect l="l" t="t" r="r" b="b"/>
              <a:pathLst>
                <a:path w="178" h="652" extrusionOk="0">
                  <a:moveTo>
                    <a:pt x="165" y="0"/>
                  </a:moveTo>
                  <a:lnTo>
                    <a:pt x="8" y="12"/>
                  </a:lnTo>
                  <a:cubicBezTo>
                    <a:pt x="16" y="104"/>
                    <a:pt x="20" y="191"/>
                    <a:pt x="20" y="283"/>
                  </a:cubicBezTo>
                  <a:cubicBezTo>
                    <a:pt x="20" y="398"/>
                    <a:pt x="12" y="518"/>
                    <a:pt x="1" y="636"/>
                  </a:cubicBezTo>
                  <a:lnTo>
                    <a:pt x="158" y="651"/>
                  </a:lnTo>
                  <a:cubicBezTo>
                    <a:pt x="173" y="529"/>
                    <a:pt x="177" y="407"/>
                    <a:pt x="177" y="283"/>
                  </a:cubicBezTo>
                  <a:cubicBezTo>
                    <a:pt x="177" y="188"/>
                    <a:pt x="173" y="92"/>
                    <a:pt x="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34"/>
            <p:cNvSpPr/>
            <p:nvPr/>
          </p:nvSpPr>
          <p:spPr>
            <a:xfrm>
              <a:off x="10162815" y="2977435"/>
              <a:ext cx="36511" cy="63309"/>
            </a:xfrm>
            <a:custGeom>
              <a:avLst/>
              <a:gdLst/>
              <a:ahLst/>
              <a:cxnLst/>
              <a:rect l="l" t="t" r="r" b="b"/>
              <a:pathLst>
                <a:path w="376" h="652" extrusionOk="0">
                  <a:moveTo>
                    <a:pt x="142" y="0"/>
                  </a:moveTo>
                  <a:lnTo>
                    <a:pt x="1" y="73"/>
                  </a:lnTo>
                  <a:cubicBezTo>
                    <a:pt x="93" y="257"/>
                    <a:pt x="165" y="452"/>
                    <a:pt x="223" y="652"/>
                  </a:cubicBezTo>
                  <a:lnTo>
                    <a:pt x="376" y="609"/>
                  </a:lnTo>
                  <a:cubicBezTo>
                    <a:pt x="319" y="402"/>
                    <a:pt x="238" y="195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34"/>
            <p:cNvSpPr/>
            <p:nvPr/>
          </p:nvSpPr>
          <p:spPr>
            <a:xfrm>
              <a:off x="10090282" y="2876937"/>
              <a:ext cx="53309" cy="56318"/>
            </a:xfrm>
            <a:custGeom>
              <a:avLst/>
              <a:gdLst/>
              <a:ahLst/>
              <a:cxnLst/>
              <a:rect l="l" t="t" r="r" b="b"/>
              <a:pathLst>
                <a:path w="549" h="580" extrusionOk="0">
                  <a:moveTo>
                    <a:pt x="108" y="1"/>
                  </a:moveTo>
                  <a:lnTo>
                    <a:pt x="1" y="120"/>
                  </a:lnTo>
                  <a:cubicBezTo>
                    <a:pt x="154" y="257"/>
                    <a:pt x="295" y="410"/>
                    <a:pt x="418" y="579"/>
                  </a:cubicBezTo>
                  <a:lnTo>
                    <a:pt x="548" y="479"/>
                  </a:lnTo>
                  <a:cubicBezTo>
                    <a:pt x="415" y="307"/>
                    <a:pt x="269" y="146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34"/>
            <p:cNvSpPr/>
            <p:nvPr/>
          </p:nvSpPr>
          <p:spPr>
            <a:xfrm>
              <a:off x="9987647" y="2811104"/>
              <a:ext cx="62631" cy="40976"/>
            </a:xfrm>
            <a:custGeom>
              <a:avLst/>
              <a:gdLst/>
              <a:ahLst/>
              <a:cxnLst/>
              <a:rect l="l" t="t" r="r" b="b"/>
              <a:pathLst>
                <a:path w="645" h="422" extrusionOk="0">
                  <a:moveTo>
                    <a:pt x="57" y="0"/>
                  </a:moveTo>
                  <a:lnTo>
                    <a:pt x="0" y="150"/>
                  </a:lnTo>
                  <a:cubicBezTo>
                    <a:pt x="195" y="223"/>
                    <a:pt x="383" y="315"/>
                    <a:pt x="559" y="421"/>
                  </a:cubicBezTo>
                  <a:lnTo>
                    <a:pt x="644" y="288"/>
                  </a:lnTo>
                  <a:cubicBezTo>
                    <a:pt x="456" y="173"/>
                    <a:pt x="261" y="77"/>
                    <a:pt x="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34"/>
            <p:cNvSpPr/>
            <p:nvPr/>
          </p:nvSpPr>
          <p:spPr>
            <a:xfrm>
              <a:off x="9868894" y="2789451"/>
              <a:ext cx="63408" cy="20197"/>
            </a:xfrm>
            <a:custGeom>
              <a:avLst/>
              <a:gdLst/>
              <a:ahLst/>
              <a:cxnLst/>
              <a:rect l="l" t="t" r="r" b="b"/>
              <a:pathLst>
                <a:path w="653" h="208" extrusionOk="0">
                  <a:moveTo>
                    <a:pt x="0" y="1"/>
                  </a:moveTo>
                  <a:lnTo>
                    <a:pt x="0" y="162"/>
                  </a:lnTo>
                  <a:lnTo>
                    <a:pt x="58" y="162"/>
                  </a:lnTo>
                  <a:cubicBezTo>
                    <a:pt x="246" y="162"/>
                    <a:pt x="437" y="177"/>
                    <a:pt x="621" y="208"/>
                  </a:cubicBezTo>
                  <a:lnTo>
                    <a:pt x="652" y="51"/>
                  </a:lnTo>
                  <a:cubicBezTo>
                    <a:pt x="456" y="20"/>
                    <a:pt x="258" y="1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34"/>
            <p:cNvSpPr/>
            <p:nvPr/>
          </p:nvSpPr>
          <p:spPr>
            <a:xfrm>
              <a:off x="9744994" y="2789451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34"/>
            <p:cNvSpPr/>
            <p:nvPr/>
          </p:nvSpPr>
          <p:spPr>
            <a:xfrm>
              <a:off x="9621095" y="2789451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34"/>
            <p:cNvSpPr/>
            <p:nvPr/>
          </p:nvSpPr>
          <p:spPr>
            <a:xfrm>
              <a:off x="9497196" y="2789451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34"/>
            <p:cNvSpPr/>
            <p:nvPr/>
          </p:nvSpPr>
          <p:spPr>
            <a:xfrm>
              <a:off x="9373296" y="2789451"/>
              <a:ext cx="61854" cy="1573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34"/>
            <p:cNvSpPr/>
            <p:nvPr/>
          </p:nvSpPr>
          <p:spPr>
            <a:xfrm>
              <a:off x="9249397" y="2789451"/>
              <a:ext cx="61854" cy="1573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34"/>
            <p:cNvSpPr/>
            <p:nvPr/>
          </p:nvSpPr>
          <p:spPr>
            <a:xfrm>
              <a:off x="9125497" y="2789451"/>
              <a:ext cx="61854" cy="1573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34"/>
            <p:cNvSpPr/>
            <p:nvPr/>
          </p:nvSpPr>
          <p:spPr>
            <a:xfrm>
              <a:off x="9001598" y="2789451"/>
              <a:ext cx="61854" cy="1573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34"/>
            <p:cNvSpPr/>
            <p:nvPr/>
          </p:nvSpPr>
          <p:spPr>
            <a:xfrm>
              <a:off x="8877601" y="2789451"/>
              <a:ext cx="61951" cy="15730"/>
            </a:xfrm>
            <a:custGeom>
              <a:avLst/>
              <a:gdLst/>
              <a:ahLst/>
              <a:cxnLst/>
              <a:rect l="l" t="t" r="r" b="b"/>
              <a:pathLst>
                <a:path w="638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34"/>
            <p:cNvSpPr/>
            <p:nvPr/>
          </p:nvSpPr>
          <p:spPr>
            <a:xfrm>
              <a:off x="8753799" y="2789451"/>
              <a:ext cx="61854" cy="1573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34"/>
            <p:cNvSpPr/>
            <p:nvPr/>
          </p:nvSpPr>
          <p:spPr>
            <a:xfrm>
              <a:off x="8629511" y="2789451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34"/>
            <p:cNvSpPr/>
            <p:nvPr/>
          </p:nvSpPr>
          <p:spPr>
            <a:xfrm>
              <a:off x="8505223" y="2773818"/>
              <a:ext cx="63699" cy="28742"/>
            </a:xfrm>
            <a:custGeom>
              <a:avLst/>
              <a:gdLst/>
              <a:ahLst/>
              <a:cxnLst/>
              <a:rect l="l" t="t" r="r" b="b"/>
              <a:pathLst>
                <a:path w="656" h="296" extrusionOk="0">
                  <a:moveTo>
                    <a:pt x="47" y="1"/>
                  </a:moveTo>
                  <a:lnTo>
                    <a:pt x="1" y="154"/>
                  </a:lnTo>
                  <a:cubicBezTo>
                    <a:pt x="203" y="220"/>
                    <a:pt x="419" y="269"/>
                    <a:pt x="636" y="296"/>
                  </a:cubicBezTo>
                  <a:lnTo>
                    <a:pt x="656" y="135"/>
                  </a:lnTo>
                  <a:cubicBezTo>
                    <a:pt x="449" y="112"/>
                    <a:pt x="246" y="66"/>
                    <a:pt x="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34"/>
            <p:cNvSpPr/>
            <p:nvPr/>
          </p:nvSpPr>
          <p:spPr>
            <a:xfrm>
              <a:off x="8394724" y="2716238"/>
              <a:ext cx="59621" cy="47288"/>
            </a:xfrm>
            <a:custGeom>
              <a:avLst/>
              <a:gdLst/>
              <a:ahLst/>
              <a:cxnLst/>
              <a:rect l="l" t="t" r="r" b="b"/>
              <a:pathLst>
                <a:path w="614" h="487" extrusionOk="0">
                  <a:moveTo>
                    <a:pt x="100" y="0"/>
                  </a:moveTo>
                  <a:lnTo>
                    <a:pt x="0" y="123"/>
                  </a:lnTo>
                  <a:cubicBezTo>
                    <a:pt x="165" y="261"/>
                    <a:pt x="349" y="383"/>
                    <a:pt x="537" y="487"/>
                  </a:cubicBezTo>
                  <a:lnTo>
                    <a:pt x="614" y="349"/>
                  </a:lnTo>
                  <a:cubicBezTo>
                    <a:pt x="434" y="249"/>
                    <a:pt x="261" y="130"/>
                    <a:pt x="1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34"/>
            <p:cNvSpPr/>
            <p:nvPr/>
          </p:nvSpPr>
          <p:spPr>
            <a:xfrm>
              <a:off x="8314034" y="2623509"/>
              <a:ext cx="47677" cy="59717"/>
            </a:xfrm>
            <a:custGeom>
              <a:avLst/>
              <a:gdLst/>
              <a:ahLst/>
              <a:cxnLst/>
              <a:rect l="l" t="t" r="r" b="b"/>
              <a:pathLst>
                <a:path w="491" h="615" extrusionOk="0">
                  <a:moveTo>
                    <a:pt x="142" y="1"/>
                  </a:moveTo>
                  <a:lnTo>
                    <a:pt x="0" y="77"/>
                  </a:lnTo>
                  <a:cubicBezTo>
                    <a:pt x="108" y="266"/>
                    <a:pt x="230" y="450"/>
                    <a:pt x="368" y="614"/>
                  </a:cubicBezTo>
                  <a:lnTo>
                    <a:pt x="490" y="514"/>
                  </a:lnTo>
                  <a:cubicBezTo>
                    <a:pt x="361" y="353"/>
                    <a:pt x="241" y="181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34"/>
            <p:cNvSpPr/>
            <p:nvPr/>
          </p:nvSpPr>
          <p:spPr>
            <a:xfrm>
              <a:off x="8274903" y="2509321"/>
              <a:ext cx="28742" cy="63698"/>
            </a:xfrm>
            <a:custGeom>
              <a:avLst/>
              <a:gdLst/>
              <a:ahLst/>
              <a:cxnLst/>
              <a:rect l="l" t="t" r="r" b="b"/>
              <a:pathLst>
                <a:path w="296" h="656" extrusionOk="0">
                  <a:moveTo>
                    <a:pt x="158" y="1"/>
                  </a:moveTo>
                  <a:lnTo>
                    <a:pt x="0" y="20"/>
                  </a:lnTo>
                  <a:cubicBezTo>
                    <a:pt x="28" y="234"/>
                    <a:pt x="78" y="449"/>
                    <a:pt x="143" y="655"/>
                  </a:cubicBezTo>
                  <a:lnTo>
                    <a:pt x="295" y="606"/>
                  </a:lnTo>
                  <a:cubicBezTo>
                    <a:pt x="230" y="411"/>
                    <a:pt x="184" y="204"/>
                    <a:pt x="1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34"/>
            <p:cNvSpPr/>
            <p:nvPr/>
          </p:nvSpPr>
          <p:spPr>
            <a:xfrm>
              <a:off x="8272669" y="2385422"/>
              <a:ext cx="25052" cy="63406"/>
            </a:xfrm>
            <a:custGeom>
              <a:avLst/>
              <a:gdLst/>
              <a:ahLst/>
              <a:cxnLst/>
              <a:rect l="l" t="t" r="r" b="b"/>
              <a:pathLst>
                <a:path w="258" h="653" extrusionOk="0">
                  <a:moveTo>
                    <a:pt x="101" y="0"/>
                  </a:moveTo>
                  <a:cubicBezTo>
                    <a:pt x="46" y="212"/>
                    <a:pt x="16" y="426"/>
                    <a:pt x="0" y="644"/>
                  </a:cubicBezTo>
                  <a:lnTo>
                    <a:pt x="161" y="652"/>
                  </a:lnTo>
                  <a:cubicBezTo>
                    <a:pt x="173" y="445"/>
                    <a:pt x="204" y="238"/>
                    <a:pt x="258" y="39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34"/>
            <p:cNvSpPr/>
            <p:nvPr/>
          </p:nvSpPr>
          <p:spPr>
            <a:xfrm>
              <a:off x="8303547" y="2271137"/>
              <a:ext cx="44764" cy="61173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1"/>
                  </a:moveTo>
                  <a:cubicBezTo>
                    <a:pt x="204" y="177"/>
                    <a:pt x="92" y="365"/>
                    <a:pt x="0" y="561"/>
                  </a:cubicBezTo>
                  <a:lnTo>
                    <a:pt x="147" y="630"/>
                  </a:lnTo>
                  <a:cubicBezTo>
                    <a:pt x="234" y="441"/>
                    <a:pt x="342" y="262"/>
                    <a:pt x="460" y="93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34"/>
            <p:cNvSpPr/>
            <p:nvPr/>
          </p:nvSpPr>
          <p:spPr>
            <a:xfrm>
              <a:off x="8377537" y="2184427"/>
              <a:ext cx="58164" cy="50395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5" y="1"/>
                  </a:moveTo>
                  <a:cubicBezTo>
                    <a:pt x="331" y="116"/>
                    <a:pt x="158" y="254"/>
                    <a:pt x="1" y="404"/>
                  </a:cubicBezTo>
                  <a:lnTo>
                    <a:pt x="108" y="519"/>
                  </a:lnTo>
                  <a:cubicBezTo>
                    <a:pt x="262" y="377"/>
                    <a:pt x="427" y="246"/>
                    <a:pt x="599" y="135"/>
                  </a:cubicBezTo>
                  <a:lnTo>
                    <a:pt x="5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34"/>
            <p:cNvSpPr/>
            <p:nvPr/>
          </p:nvSpPr>
          <p:spPr>
            <a:xfrm>
              <a:off x="8483667" y="2137237"/>
              <a:ext cx="63699" cy="32528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0"/>
                  </a:moveTo>
                  <a:cubicBezTo>
                    <a:pt x="411" y="43"/>
                    <a:pt x="200" y="108"/>
                    <a:pt x="0" y="188"/>
                  </a:cubicBezTo>
                  <a:lnTo>
                    <a:pt x="57" y="334"/>
                  </a:lnTo>
                  <a:cubicBezTo>
                    <a:pt x="253" y="257"/>
                    <a:pt x="453" y="200"/>
                    <a:pt x="655" y="158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34"/>
            <p:cNvSpPr/>
            <p:nvPr/>
          </p:nvSpPr>
          <p:spPr>
            <a:xfrm>
              <a:off x="9846561" y="2129469"/>
              <a:ext cx="63020" cy="17575"/>
            </a:xfrm>
            <a:custGeom>
              <a:avLst/>
              <a:gdLst/>
              <a:ahLst/>
              <a:cxnLst/>
              <a:rect l="l" t="t" r="r" b="b"/>
              <a:pathLst>
                <a:path w="649" h="181" extrusionOk="0">
                  <a:moveTo>
                    <a:pt x="629" y="0"/>
                  </a:moveTo>
                  <a:cubicBezTo>
                    <a:pt x="518" y="11"/>
                    <a:pt x="403" y="20"/>
                    <a:pt x="288" y="20"/>
                  </a:cubicBezTo>
                  <a:lnTo>
                    <a:pt x="0" y="20"/>
                  </a:lnTo>
                  <a:lnTo>
                    <a:pt x="0" y="181"/>
                  </a:lnTo>
                  <a:lnTo>
                    <a:pt x="288" y="181"/>
                  </a:lnTo>
                  <a:cubicBezTo>
                    <a:pt x="407" y="181"/>
                    <a:pt x="529" y="172"/>
                    <a:pt x="649" y="161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34"/>
            <p:cNvSpPr/>
            <p:nvPr/>
          </p:nvSpPr>
          <p:spPr>
            <a:xfrm>
              <a:off x="9722662" y="2131314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34"/>
            <p:cNvSpPr/>
            <p:nvPr/>
          </p:nvSpPr>
          <p:spPr>
            <a:xfrm>
              <a:off x="9598762" y="2131314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34"/>
            <p:cNvSpPr/>
            <p:nvPr/>
          </p:nvSpPr>
          <p:spPr>
            <a:xfrm>
              <a:off x="9474863" y="2131314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34"/>
            <p:cNvSpPr/>
            <p:nvPr/>
          </p:nvSpPr>
          <p:spPr>
            <a:xfrm>
              <a:off x="9350963" y="2131314"/>
              <a:ext cx="61854" cy="1573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34"/>
            <p:cNvSpPr/>
            <p:nvPr/>
          </p:nvSpPr>
          <p:spPr>
            <a:xfrm>
              <a:off x="9227064" y="2131314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34"/>
            <p:cNvSpPr/>
            <p:nvPr/>
          </p:nvSpPr>
          <p:spPr>
            <a:xfrm>
              <a:off x="9103164" y="2131314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34"/>
            <p:cNvSpPr/>
            <p:nvPr/>
          </p:nvSpPr>
          <p:spPr>
            <a:xfrm>
              <a:off x="8979265" y="2131314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34"/>
            <p:cNvSpPr/>
            <p:nvPr/>
          </p:nvSpPr>
          <p:spPr>
            <a:xfrm>
              <a:off x="8855366" y="2131314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34"/>
            <p:cNvSpPr/>
            <p:nvPr/>
          </p:nvSpPr>
          <p:spPr>
            <a:xfrm>
              <a:off x="8731466" y="2131314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34"/>
            <p:cNvSpPr/>
            <p:nvPr/>
          </p:nvSpPr>
          <p:spPr>
            <a:xfrm>
              <a:off x="8607178" y="2131314"/>
              <a:ext cx="62243" cy="15342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1"/>
                  </a:moveTo>
                  <a:lnTo>
                    <a:pt x="4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34"/>
            <p:cNvSpPr/>
            <p:nvPr/>
          </p:nvSpPr>
          <p:spPr>
            <a:xfrm>
              <a:off x="9967062" y="2094805"/>
              <a:ext cx="63117" cy="37675"/>
            </a:xfrm>
            <a:custGeom>
              <a:avLst/>
              <a:gdLst/>
              <a:ahLst/>
              <a:cxnLst/>
              <a:rect l="l" t="t" r="r" b="b"/>
              <a:pathLst>
                <a:path w="650" h="388" extrusionOk="0">
                  <a:moveTo>
                    <a:pt x="576" y="1"/>
                  </a:moveTo>
                  <a:cubicBezTo>
                    <a:pt x="392" y="96"/>
                    <a:pt x="197" y="177"/>
                    <a:pt x="1" y="239"/>
                  </a:cubicBezTo>
                  <a:lnTo>
                    <a:pt x="47" y="388"/>
                  </a:lnTo>
                  <a:cubicBezTo>
                    <a:pt x="254" y="326"/>
                    <a:pt x="457" y="246"/>
                    <a:pt x="649" y="142"/>
                  </a:cubicBezTo>
                  <a:lnTo>
                    <a:pt x="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34"/>
            <p:cNvSpPr/>
            <p:nvPr/>
          </p:nvSpPr>
          <p:spPr>
            <a:xfrm>
              <a:off x="10073483" y="2020427"/>
              <a:ext cx="55640" cy="53988"/>
            </a:xfrm>
            <a:custGeom>
              <a:avLst/>
              <a:gdLst/>
              <a:ahLst/>
              <a:cxnLst/>
              <a:rect l="l" t="t" r="r" b="b"/>
              <a:pathLst>
                <a:path w="573" h="556" extrusionOk="0">
                  <a:moveTo>
                    <a:pt x="453" y="1"/>
                  </a:moveTo>
                  <a:cubicBezTo>
                    <a:pt x="316" y="158"/>
                    <a:pt x="166" y="299"/>
                    <a:pt x="1" y="430"/>
                  </a:cubicBezTo>
                  <a:lnTo>
                    <a:pt x="100" y="556"/>
                  </a:lnTo>
                  <a:cubicBezTo>
                    <a:pt x="270" y="418"/>
                    <a:pt x="430" y="269"/>
                    <a:pt x="572" y="104"/>
                  </a:cubicBezTo>
                  <a:lnTo>
                    <a:pt x="4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34"/>
            <p:cNvSpPr/>
            <p:nvPr/>
          </p:nvSpPr>
          <p:spPr>
            <a:xfrm>
              <a:off x="10152426" y="1916240"/>
              <a:ext cx="39909" cy="62921"/>
            </a:xfrm>
            <a:custGeom>
              <a:avLst/>
              <a:gdLst/>
              <a:ahLst/>
              <a:cxnLst/>
              <a:rect l="l" t="t" r="r" b="b"/>
              <a:pathLst>
                <a:path w="411" h="648" extrusionOk="0">
                  <a:moveTo>
                    <a:pt x="261" y="0"/>
                  </a:moveTo>
                  <a:cubicBezTo>
                    <a:pt x="192" y="196"/>
                    <a:pt x="104" y="387"/>
                    <a:pt x="0" y="568"/>
                  </a:cubicBezTo>
                  <a:lnTo>
                    <a:pt x="138" y="648"/>
                  </a:lnTo>
                  <a:cubicBezTo>
                    <a:pt x="249" y="460"/>
                    <a:pt x="341" y="261"/>
                    <a:pt x="410" y="55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34"/>
            <p:cNvSpPr/>
            <p:nvPr/>
          </p:nvSpPr>
          <p:spPr>
            <a:xfrm>
              <a:off x="10192236" y="1809820"/>
              <a:ext cx="19129" cy="63406"/>
            </a:xfrm>
            <a:custGeom>
              <a:avLst/>
              <a:gdLst/>
              <a:ahLst/>
              <a:cxnLst/>
              <a:rect l="l" t="t" r="r" b="b"/>
              <a:pathLst>
                <a:path w="197" h="653" extrusionOk="0">
                  <a:moveTo>
                    <a:pt x="196" y="1"/>
                  </a:moveTo>
                  <a:lnTo>
                    <a:pt x="35" y="8"/>
                  </a:lnTo>
                  <a:cubicBezTo>
                    <a:pt x="35" y="51"/>
                    <a:pt x="39" y="93"/>
                    <a:pt x="39" y="134"/>
                  </a:cubicBezTo>
                  <a:cubicBezTo>
                    <a:pt x="39" y="300"/>
                    <a:pt x="23" y="464"/>
                    <a:pt x="0" y="629"/>
                  </a:cubicBezTo>
                  <a:lnTo>
                    <a:pt x="157" y="652"/>
                  </a:lnTo>
                  <a:cubicBezTo>
                    <a:pt x="184" y="484"/>
                    <a:pt x="196" y="307"/>
                    <a:pt x="196" y="134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34"/>
            <p:cNvSpPr/>
            <p:nvPr/>
          </p:nvSpPr>
          <p:spPr>
            <a:xfrm>
              <a:off x="10203403" y="1659510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0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34"/>
            <p:cNvSpPr/>
            <p:nvPr/>
          </p:nvSpPr>
          <p:spPr>
            <a:xfrm>
              <a:off x="10203403" y="1535612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1"/>
                  </a:moveTo>
                  <a:lnTo>
                    <a:pt x="0" y="641"/>
                  </a:lnTo>
                  <a:lnTo>
                    <a:pt x="161" y="6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34"/>
            <p:cNvSpPr/>
            <p:nvPr/>
          </p:nvSpPr>
          <p:spPr>
            <a:xfrm>
              <a:off x="10203403" y="1411714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34"/>
            <p:cNvSpPr/>
            <p:nvPr/>
          </p:nvSpPr>
          <p:spPr>
            <a:xfrm>
              <a:off x="10203403" y="1287816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1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34"/>
            <p:cNvSpPr/>
            <p:nvPr/>
          </p:nvSpPr>
          <p:spPr>
            <a:xfrm>
              <a:off x="10203403" y="1163917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34"/>
            <p:cNvSpPr/>
            <p:nvPr/>
          </p:nvSpPr>
          <p:spPr>
            <a:xfrm>
              <a:off x="10203403" y="1040019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1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34"/>
            <p:cNvSpPr/>
            <p:nvPr/>
          </p:nvSpPr>
          <p:spPr>
            <a:xfrm>
              <a:off x="10203403" y="916121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0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34"/>
            <p:cNvSpPr/>
            <p:nvPr/>
          </p:nvSpPr>
          <p:spPr>
            <a:xfrm>
              <a:off x="10203403" y="791834"/>
              <a:ext cx="15731" cy="62144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0" y="1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34"/>
            <p:cNvSpPr/>
            <p:nvPr/>
          </p:nvSpPr>
          <p:spPr>
            <a:xfrm>
              <a:off x="10203403" y="667936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0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34"/>
            <p:cNvSpPr/>
            <p:nvPr/>
          </p:nvSpPr>
          <p:spPr>
            <a:xfrm>
              <a:off x="10203403" y="544038"/>
              <a:ext cx="15731" cy="62144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0" y="1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34"/>
            <p:cNvSpPr/>
            <p:nvPr/>
          </p:nvSpPr>
          <p:spPr>
            <a:xfrm>
              <a:off x="10203403" y="420139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0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34"/>
            <p:cNvSpPr/>
            <p:nvPr/>
          </p:nvSpPr>
          <p:spPr>
            <a:xfrm>
              <a:off x="10203403" y="296241"/>
              <a:ext cx="15731" cy="62144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0" y="1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34"/>
            <p:cNvSpPr/>
            <p:nvPr/>
          </p:nvSpPr>
          <p:spPr>
            <a:xfrm>
              <a:off x="10203403" y="172343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0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34"/>
            <p:cNvSpPr/>
            <p:nvPr/>
          </p:nvSpPr>
          <p:spPr>
            <a:xfrm>
              <a:off x="10203403" y="11935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1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34"/>
            <p:cNvSpPr/>
            <p:nvPr/>
          </p:nvSpPr>
          <p:spPr>
            <a:xfrm>
              <a:off x="10203403" y="-111963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1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34"/>
            <p:cNvSpPr/>
            <p:nvPr/>
          </p:nvSpPr>
          <p:spPr>
            <a:xfrm>
              <a:off x="10203403" y="-236250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1"/>
                  </a:moveTo>
                  <a:lnTo>
                    <a:pt x="0" y="641"/>
                  </a:lnTo>
                  <a:lnTo>
                    <a:pt x="161" y="6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34"/>
            <p:cNvSpPr/>
            <p:nvPr/>
          </p:nvSpPr>
          <p:spPr>
            <a:xfrm>
              <a:off x="10203403" y="-360051"/>
              <a:ext cx="15731" cy="62144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0" y="0"/>
                  </a:moveTo>
                  <a:lnTo>
                    <a:pt x="0" y="639"/>
                  </a:lnTo>
                  <a:lnTo>
                    <a:pt x="161" y="639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34"/>
            <p:cNvSpPr/>
            <p:nvPr/>
          </p:nvSpPr>
          <p:spPr>
            <a:xfrm>
              <a:off x="10203403" y="-484046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1"/>
                  </a:moveTo>
                  <a:lnTo>
                    <a:pt x="0" y="641"/>
                  </a:lnTo>
                  <a:lnTo>
                    <a:pt x="161" y="6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34"/>
            <p:cNvSpPr/>
            <p:nvPr/>
          </p:nvSpPr>
          <p:spPr>
            <a:xfrm>
              <a:off x="10203403" y="-607847"/>
              <a:ext cx="15731" cy="62144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0" y="0"/>
                  </a:moveTo>
                  <a:lnTo>
                    <a:pt x="0" y="639"/>
                  </a:lnTo>
                  <a:lnTo>
                    <a:pt x="161" y="639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34"/>
            <p:cNvSpPr/>
            <p:nvPr/>
          </p:nvSpPr>
          <p:spPr>
            <a:xfrm>
              <a:off x="10203403" y="-731843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1"/>
                  </a:moveTo>
                  <a:lnTo>
                    <a:pt x="0" y="641"/>
                  </a:lnTo>
                  <a:lnTo>
                    <a:pt x="161" y="6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34"/>
            <p:cNvSpPr/>
            <p:nvPr/>
          </p:nvSpPr>
          <p:spPr>
            <a:xfrm>
              <a:off x="10203403" y="-855644"/>
              <a:ext cx="15731" cy="62144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0" y="0"/>
                  </a:moveTo>
                  <a:lnTo>
                    <a:pt x="0" y="639"/>
                  </a:lnTo>
                  <a:lnTo>
                    <a:pt x="161" y="639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34"/>
            <p:cNvSpPr/>
            <p:nvPr/>
          </p:nvSpPr>
          <p:spPr>
            <a:xfrm>
              <a:off x="10203403" y="-979639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1"/>
                  </a:moveTo>
                  <a:lnTo>
                    <a:pt x="0" y="641"/>
                  </a:lnTo>
                  <a:lnTo>
                    <a:pt x="161" y="6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34"/>
            <p:cNvSpPr/>
            <p:nvPr/>
          </p:nvSpPr>
          <p:spPr>
            <a:xfrm>
              <a:off x="10203403" y="-1103440"/>
              <a:ext cx="15731" cy="61756"/>
            </a:xfrm>
            <a:custGeom>
              <a:avLst/>
              <a:gdLst/>
              <a:ahLst/>
              <a:cxnLst/>
              <a:rect l="l" t="t" r="r" b="b"/>
              <a:pathLst>
                <a:path w="162" h="636" extrusionOk="0">
                  <a:moveTo>
                    <a:pt x="0" y="0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34"/>
            <p:cNvSpPr/>
            <p:nvPr/>
          </p:nvSpPr>
          <p:spPr>
            <a:xfrm>
              <a:off x="10203403" y="-1227436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1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34"/>
            <p:cNvSpPr/>
            <p:nvPr/>
          </p:nvSpPr>
          <p:spPr>
            <a:xfrm>
              <a:off x="10203403" y="-1351334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1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34"/>
            <p:cNvSpPr/>
            <p:nvPr/>
          </p:nvSpPr>
          <p:spPr>
            <a:xfrm>
              <a:off x="10203403" y="-1475232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34"/>
            <p:cNvSpPr/>
            <p:nvPr/>
          </p:nvSpPr>
          <p:spPr>
            <a:xfrm>
              <a:off x="10203403" y="-1586896"/>
              <a:ext cx="15731" cy="61950"/>
            </a:xfrm>
            <a:custGeom>
              <a:avLst/>
              <a:gdLst/>
              <a:ahLst/>
              <a:cxnLst/>
              <a:rect l="l" t="t" r="r" b="b"/>
              <a:pathLst>
                <a:path w="162" h="638" extrusionOk="0">
                  <a:moveTo>
                    <a:pt x="0" y="1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34"/>
            <p:cNvSpPr/>
            <p:nvPr/>
          </p:nvSpPr>
          <p:spPr>
            <a:xfrm>
              <a:off x="10203403" y="-1710697"/>
              <a:ext cx="15731" cy="61756"/>
            </a:xfrm>
            <a:custGeom>
              <a:avLst/>
              <a:gdLst/>
              <a:ahLst/>
              <a:cxnLst/>
              <a:rect l="l" t="t" r="r" b="b"/>
              <a:pathLst>
                <a:path w="162" h="636" extrusionOk="0">
                  <a:moveTo>
                    <a:pt x="0" y="0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34"/>
            <p:cNvSpPr/>
            <p:nvPr/>
          </p:nvSpPr>
          <p:spPr>
            <a:xfrm>
              <a:off x="10203403" y="-1834693"/>
              <a:ext cx="15731" cy="61950"/>
            </a:xfrm>
            <a:custGeom>
              <a:avLst/>
              <a:gdLst/>
              <a:ahLst/>
              <a:cxnLst/>
              <a:rect l="l" t="t" r="r" b="b"/>
              <a:pathLst>
                <a:path w="162" h="638" extrusionOk="0">
                  <a:moveTo>
                    <a:pt x="0" y="1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34"/>
            <p:cNvSpPr/>
            <p:nvPr/>
          </p:nvSpPr>
          <p:spPr>
            <a:xfrm>
              <a:off x="9492049" y="3448073"/>
              <a:ext cx="62146" cy="15342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34"/>
            <p:cNvSpPr/>
            <p:nvPr/>
          </p:nvSpPr>
          <p:spPr>
            <a:xfrm>
              <a:off x="9368053" y="3448073"/>
              <a:ext cx="62243" cy="15342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34"/>
            <p:cNvSpPr/>
            <p:nvPr/>
          </p:nvSpPr>
          <p:spPr>
            <a:xfrm>
              <a:off x="9244250" y="3448073"/>
              <a:ext cx="62146" cy="15342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34"/>
            <p:cNvSpPr/>
            <p:nvPr/>
          </p:nvSpPr>
          <p:spPr>
            <a:xfrm>
              <a:off x="9120254" y="3448073"/>
              <a:ext cx="62243" cy="15342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34"/>
            <p:cNvSpPr/>
            <p:nvPr/>
          </p:nvSpPr>
          <p:spPr>
            <a:xfrm>
              <a:off x="8996452" y="3448073"/>
              <a:ext cx="62146" cy="15342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34"/>
            <p:cNvSpPr/>
            <p:nvPr/>
          </p:nvSpPr>
          <p:spPr>
            <a:xfrm>
              <a:off x="8872455" y="3448073"/>
              <a:ext cx="61951" cy="15342"/>
            </a:xfrm>
            <a:custGeom>
              <a:avLst/>
              <a:gdLst/>
              <a:ahLst/>
              <a:cxnLst/>
              <a:rect l="l" t="t" r="r" b="b"/>
              <a:pathLst>
                <a:path w="638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34"/>
            <p:cNvSpPr/>
            <p:nvPr/>
          </p:nvSpPr>
          <p:spPr>
            <a:xfrm>
              <a:off x="8748653" y="3448073"/>
              <a:ext cx="61757" cy="15342"/>
            </a:xfrm>
            <a:custGeom>
              <a:avLst/>
              <a:gdLst/>
              <a:ahLst/>
              <a:cxnLst/>
              <a:rect l="l" t="t" r="r" b="b"/>
              <a:pathLst>
                <a:path w="636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34"/>
            <p:cNvSpPr/>
            <p:nvPr/>
          </p:nvSpPr>
          <p:spPr>
            <a:xfrm>
              <a:off x="8624656" y="3448073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34"/>
            <p:cNvSpPr/>
            <p:nvPr/>
          </p:nvSpPr>
          <p:spPr>
            <a:xfrm>
              <a:off x="8500854" y="3448073"/>
              <a:ext cx="61757" cy="15342"/>
            </a:xfrm>
            <a:custGeom>
              <a:avLst/>
              <a:gdLst/>
              <a:ahLst/>
              <a:cxnLst/>
              <a:rect l="l" t="t" r="r" b="b"/>
              <a:pathLst>
                <a:path w="636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5" y="157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34"/>
            <p:cNvSpPr/>
            <p:nvPr/>
          </p:nvSpPr>
          <p:spPr>
            <a:xfrm>
              <a:off x="8376857" y="3448073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34"/>
            <p:cNvSpPr/>
            <p:nvPr/>
          </p:nvSpPr>
          <p:spPr>
            <a:xfrm>
              <a:off x="8252570" y="3448073"/>
              <a:ext cx="62243" cy="15342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34"/>
            <p:cNvSpPr/>
            <p:nvPr/>
          </p:nvSpPr>
          <p:spPr>
            <a:xfrm>
              <a:off x="8168481" y="3448073"/>
              <a:ext cx="22431" cy="15342"/>
            </a:xfrm>
            <a:custGeom>
              <a:avLst/>
              <a:gdLst/>
              <a:ahLst/>
              <a:cxnLst/>
              <a:rect l="l" t="t" r="r" b="b"/>
              <a:pathLst>
                <a:path w="23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231" y="157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0" name="Google Shape;4320;p34"/>
          <p:cNvGrpSpPr/>
          <p:nvPr/>
        </p:nvGrpSpPr>
        <p:grpSpPr>
          <a:xfrm flipH="1">
            <a:off x="0" y="4648699"/>
            <a:ext cx="9143981" cy="494801"/>
            <a:chOff x="0" y="4648699"/>
            <a:chExt cx="9143981" cy="494801"/>
          </a:xfrm>
        </p:grpSpPr>
        <p:sp>
          <p:nvSpPr>
            <p:cNvPr id="4321" name="Google Shape;4321;p34"/>
            <p:cNvSpPr/>
            <p:nvPr/>
          </p:nvSpPr>
          <p:spPr>
            <a:xfrm>
              <a:off x="0" y="4684002"/>
              <a:ext cx="9143981" cy="459498"/>
            </a:xfrm>
            <a:custGeom>
              <a:avLst/>
              <a:gdLst/>
              <a:ahLst/>
              <a:cxnLst/>
              <a:rect l="l" t="t" r="r" b="b"/>
              <a:pathLst>
                <a:path w="56641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640" y="4399"/>
                  </a:lnTo>
                  <a:lnTo>
                    <a:pt x="5664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34"/>
            <p:cNvSpPr/>
            <p:nvPr/>
          </p:nvSpPr>
          <p:spPr>
            <a:xfrm>
              <a:off x="0" y="4648699"/>
              <a:ext cx="9143981" cy="35410"/>
            </a:xfrm>
            <a:custGeom>
              <a:avLst/>
              <a:gdLst/>
              <a:ahLst/>
              <a:cxnLst/>
              <a:rect l="l" t="t" r="r" b="b"/>
              <a:pathLst>
                <a:path w="56641" h="339" extrusionOk="0">
                  <a:moveTo>
                    <a:pt x="1" y="1"/>
                  </a:moveTo>
                  <a:lnTo>
                    <a:pt x="1" y="338"/>
                  </a:lnTo>
                  <a:lnTo>
                    <a:pt x="56640" y="338"/>
                  </a:lnTo>
                  <a:lnTo>
                    <a:pt x="56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34"/>
            <p:cNvSpPr/>
            <p:nvPr/>
          </p:nvSpPr>
          <p:spPr>
            <a:xfrm>
              <a:off x="2040151" y="5071842"/>
              <a:ext cx="412580" cy="71658"/>
            </a:xfrm>
            <a:custGeom>
              <a:avLst/>
              <a:gdLst/>
              <a:ahLst/>
              <a:cxnLst/>
              <a:rect l="l" t="t" r="r" b="b"/>
              <a:pathLst>
                <a:path w="5664" h="686" extrusionOk="0">
                  <a:moveTo>
                    <a:pt x="153" y="1"/>
                  </a:moveTo>
                  <a:lnTo>
                    <a:pt x="0" y="686"/>
                  </a:lnTo>
                  <a:lnTo>
                    <a:pt x="5663" y="686"/>
                  </a:lnTo>
                  <a:lnTo>
                    <a:pt x="55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34"/>
            <p:cNvSpPr/>
            <p:nvPr/>
          </p:nvSpPr>
          <p:spPr>
            <a:xfrm>
              <a:off x="2061858" y="4945347"/>
              <a:ext cx="369093" cy="58078"/>
            </a:xfrm>
            <a:custGeom>
              <a:avLst/>
              <a:gdLst/>
              <a:ahLst/>
              <a:cxnLst/>
              <a:rect l="l" t="t" r="r" b="b"/>
              <a:pathLst>
                <a:path w="5067" h="556" extrusionOk="0">
                  <a:moveTo>
                    <a:pt x="123" y="0"/>
                  </a:moveTo>
                  <a:lnTo>
                    <a:pt x="1" y="556"/>
                  </a:lnTo>
                  <a:lnTo>
                    <a:pt x="5066" y="556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34"/>
            <p:cNvSpPr/>
            <p:nvPr/>
          </p:nvSpPr>
          <p:spPr>
            <a:xfrm>
              <a:off x="2079413" y="4842459"/>
              <a:ext cx="333619" cy="47319"/>
            </a:xfrm>
            <a:custGeom>
              <a:avLst/>
              <a:gdLst/>
              <a:ahLst/>
              <a:cxnLst/>
              <a:rect l="l" t="t" r="r" b="b"/>
              <a:pathLst>
                <a:path w="4580" h="453" extrusionOk="0">
                  <a:moveTo>
                    <a:pt x="105" y="0"/>
                  </a:moveTo>
                  <a:lnTo>
                    <a:pt x="1" y="453"/>
                  </a:lnTo>
                  <a:lnTo>
                    <a:pt x="4580" y="453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34"/>
            <p:cNvSpPr/>
            <p:nvPr/>
          </p:nvSpPr>
          <p:spPr>
            <a:xfrm>
              <a:off x="2093981" y="4756387"/>
              <a:ext cx="304627" cy="40112"/>
            </a:xfrm>
            <a:custGeom>
              <a:avLst/>
              <a:gdLst/>
              <a:ahLst/>
              <a:cxnLst/>
              <a:rect l="l" t="t" r="r" b="b"/>
              <a:pathLst>
                <a:path w="4182" h="384" extrusionOk="0">
                  <a:moveTo>
                    <a:pt x="89" y="0"/>
                  </a:moveTo>
                  <a:lnTo>
                    <a:pt x="0" y="384"/>
                  </a:lnTo>
                  <a:lnTo>
                    <a:pt x="4181" y="384"/>
                  </a:lnTo>
                  <a:lnTo>
                    <a:pt x="40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34"/>
            <p:cNvSpPr/>
            <p:nvPr/>
          </p:nvSpPr>
          <p:spPr>
            <a:xfrm>
              <a:off x="2106218" y="4684000"/>
              <a:ext cx="280007" cy="33635"/>
            </a:xfrm>
            <a:custGeom>
              <a:avLst/>
              <a:gdLst/>
              <a:ahLst/>
              <a:cxnLst/>
              <a:rect l="l" t="t" r="r" b="b"/>
              <a:pathLst>
                <a:path w="3844" h="322" extrusionOk="0">
                  <a:moveTo>
                    <a:pt x="73" y="0"/>
                  </a:moveTo>
                  <a:lnTo>
                    <a:pt x="1" y="322"/>
                  </a:lnTo>
                  <a:lnTo>
                    <a:pt x="3844" y="322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28" name="Google Shape;4328;p34"/>
            <p:cNvGrpSpPr/>
            <p:nvPr/>
          </p:nvGrpSpPr>
          <p:grpSpPr>
            <a:xfrm>
              <a:off x="37553" y="4771963"/>
              <a:ext cx="9104869" cy="16152"/>
              <a:chOff x="37553" y="4958838"/>
              <a:chExt cx="9104869" cy="16152"/>
            </a:xfrm>
          </p:grpSpPr>
          <p:sp>
            <p:nvSpPr>
              <p:cNvPr id="4329" name="Google Shape;4329;p34"/>
              <p:cNvSpPr/>
              <p:nvPr/>
            </p:nvSpPr>
            <p:spPr>
              <a:xfrm>
                <a:off x="375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34"/>
              <p:cNvSpPr/>
              <p:nvPr/>
            </p:nvSpPr>
            <p:spPr>
              <a:xfrm>
                <a:off x="1364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34"/>
              <p:cNvSpPr/>
              <p:nvPr/>
            </p:nvSpPr>
            <p:spPr>
              <a:xfrm>
                <a:off x="2351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34"/>
              <p:cNvSpPr/>
              <p:nvPr/>
            </p:nvSpPr>
            <p:spPr>
              <a:xfrm>
                <a:off x="3338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34"/>
              <p:cNvSpPr/>
              <p:nvPr/>
            </p:nvSpPr>
            <p:spPr>
              <a:xfrm>
                <a:off x="4326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34"/>
              <p:cNvSpPr/>
              <p:nvPr/>
            </p:nvSpPr>
            <p:spPr>
              <a:xfrm>
                <a:off x="5313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34"/>
              <p:cNvSpPr/>
              <p:nvPr/>
            </p:nvSpPr>
            <p:spPr>
              <a:xfrm>
                <a:off x="63021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34"/>
              <p:cNvSpPr/>
              <p:nvPr/>
            </p:nvSpPr>
            <p:spPr>
              <a:xfrm>
                <a:off x="7288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34"/>
              <p:cNvSpPr/>
              <p:nvPr/>
            </p:nvSpPr>
            <p:spPr>
              <a:xfrm>
                <a:off x="827508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34"/>
              <p:cNvSpPr/>
              <p:nvPr/>
            </p:nvSpPr>
            <p:spPr>
              <a:xfrm>
                <a:off x="926419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34"/>
              <p:cNvSpPr/>
              <p:nvPr/>
            </p:nvSpPr>
            <p:spPr>
              <a:xfrm>
                <a:off x="1025092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34"/>
              <p:cNvSpPr/>
              <p:nvPr/>
            </p:nvSpPr>
            <p:spPr>
              <a:xfrm>
                <a:off x="1123907" y="4959056"/>
                <a:ext cx="53169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16" y="238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34"/>
              <p:cNvSpPr/>
              <p:nvPr/>
            </p:nvSpPr>
            <p:spPr>
              <a:xfrm>
                <a:off x="122258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34"/>
              <p:cNvSpPr/>
              <p:nvPr/>
            </p:nvSpPr>
            <p:spPr>
              <a:xfrm>
                <a:off x="1321253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34"/>
              <p:cNvSpPr/>
              <p:nvPr/>
            </p:nvSpPr>
            <p:spPr>
              <a:xfrm>
                <a:off x="1420164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34"/>
              <p:cNvSpPr/>
              <p:nvPr/>
            </p:nvSpPr>
            <p:spPr>
              <a:xfrm>
                <a:off x="151883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34"/>
              <p:cNvSpPr/>
              <p:nvPr/>
            </p:nvSpPr>
            <p:spPr>
              <a:xfrm>
                <a:off x="16174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34"/>
              <p:cNvSpPr/>
              <p:nvPr/>
            </p:nvSpPr>
            <p:spPr>
              <a:xfrm>
                <a:off x="1716326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34"/>
              <p:cNvSpPr/>
              <p:nvPr/>
            </p:nvSpPr>
            <p:spPr>
              <a:xfrm>
                <a:off x="1815046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34"/>
              <p:cNvSpPr/>
              <p:nvPr/>
            </p:nvSpPr>
            <p:spPr>
              <a:xfrm>
                <a:off x="1913862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34"/>
              <p:cNvSpPr/>
              <p:nvPr/>
            </p:nvSpPr>
            <p:spPr>
              <a:xfrm>
                <a:off x="2012535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34"/>
              <p:cNvSpPr/>
              <p:nvPr/>
            </p:nvSpPr>
            <p:spPr>
              <a:xfrm>
                <a:off x="2296291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8" y="238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34"/>
              <p:cNvSpPr/>
              <p:nvPr/>
            </p:nvSpPr>
            <p:spPr>
              <a:xfrm>
                <a:off x="2420554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34"/>
              <p:cNvSpPr/>
              <p:nvPr/>
            </p:nvSpPr>
            <p:spPr>
              <a:xfrm>
                <a:off x="2519227" y="4959056"/>
                <a:ext cx="53360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34"/>
              <p:cNvSpPr/>
              <p:nvPr/>
            </p:nvSpPr>
            <p:spPr>
              <a:xfrm>
                <a:off x="2618090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54" name="Google Shape;4354;p34"/>
              <p:cNvGrpSpPr/>
              <p:nvPr/>
            </p:nvGrpSpPr>
            <p:grpSpPr>
              <a:xfrm>
                <a:off x="2720503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4355" name="Google Shape;4355;p34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6" name="Google Shape;4356;p34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7" name="Google Shape;4357;p34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8" name="Google Shape;4358;p34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9" name="Google Shape;4359;p34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0" name="Google Shape;4360;p34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1" name="Google Shape;4361;p34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2" name="Google Shape;4362;p34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3" name="Google Shape;4363;p34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4" name="Google Shape;4364;p34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5" name="Google Shape;4365;p34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6" name="Google Shape;4366;p34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7" name="Google Shape;4367;p34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8" name="Google Shape;4368;p34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9" name="Google Shape;4369;p34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0" name="Google Shape;4370;p34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1" name="Google Shape;4371;p34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2" name="Google Shape;4372;p34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3" name="Google Shape;4373;p34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4" name="Google Shape;4374;p34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5" name="Google Shape;4375;p34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376" name="Google Shape;4376;p34"/>
              <p:cNvGrpSpPr/>
              <p:nvPr/>
            </p:nvGrpSpPr>
            <p:grpSpPr>
              <a:xfrm>
                <a:off x="4815202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4377" name="Google Shape;4377;p34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8" name="Google Shape;4378;p34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9" name="Google Shape;4379;p34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0" name="Google Shape;4380;p34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1" name="Google Shape;4381;p34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2" name="Google Shape;4382;p34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3" name="Google Shape;4383;p34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4" name="Google Shape;4384;p34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5" name="Google Shape;4385;p34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6" name="Google Shape;4386;p34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7" name="Google Shape;4387;p34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8" name="Google Shape;4388;p34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9" name="Google Shape;4389;p34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0" name="Google Shape;4390;p34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1" name="Google Shape;4391;p34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2" name="Google Shape;4392;p34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3" name="Google Shape;4393;p34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4" name="Google Shape;4394;p34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5" name="Google Shape;4395;p34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6" name="Google Shape;4396;p34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7" name="Google Shape;4397;p34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398" name="Google Shape;4398;p34"/>
              <p:cNvGrpSpPr/>
              <p:nvPr/>
            </p:nvGrpSpPr>
            <p:grpSpPr>
              <a:xfrm>
                <a:off x="6902726" y="4958838"/>
                <a:ext cx="2028342" cy="15933"/>
                <a:chOff x="2720503" y="5012365"/>
                <a:chExt cx="2028342" cy="11329"/>
              </a:xfrm>
            </p:grpSpPr>
            <p:sp>
              <p:nvSpPr>
                <p:cNvPr id="4399" name="Google Shape;4399;p34"/>
                <p:cNvSpPr/>
                <p:nvPr/>
              </p:nvSpPr>
              <p:spPr>
                <a:xfrm>
                  <a:off x="2720503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0" name="Google Shape;4400;p34"/>
                <p:cNvSpPr/>
                <p:nvPr/>
              </p:nvSpPr>
              <p:spPr>
                <a:xfrm>
                  <a:off x="2819414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1" name="Google Shape;4401;p34"/>
                <p:cNvSpPr/>
                <p:nvPr/>
              </p:nvSpPr>
              <p:spPr>
                <a:xfrm>
                  <a:off x="291808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2" name="Google Shape;4402;p34"/>
                <p:cNvSpPr/>
                <p:nvPr/>
              </p:nvSpPr>
              <p:spPr>
                <a:xfrm>
                  <a:off x="30167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3" name="Google Shape;4403;p34"/>
                <p:cNvSpPr/>
                <p:nvPr/>
              </p:nvSpPr>
              <p:spPr>
                <a:xfrm>
                  <a:off x="3115576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4" name="Google Shape;4404;p34"/>
                <p:cNvSpPr/>
                <p:nvPr/>
              </p:nvSpPr>
              <p:spPr>
                <a:xfrm>
                  <a:off x="32142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5" name="Google Shape;4405;p34"/>
                <p:cNvSpPr/>
                <p:nvPr/>
              </p:nvSpPr>
              <p:spPr>
                <a:xfrm>
                  <a:off x="3313160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6" name="Google Shape;4406;p34"/>
                <p:cNvSpPr/>
                <p:nvPr/>
              </p:nvSpPr>
              <p:spPr>
                <a:xfrm>
                  <a:off x="3411785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7" name="Google Shape;4407;p34"/>
                <p:cNvSpPr/>
                <p:nvPr/>
              </p:nvSpPr>
              <p:spPr>
                <a:xfrm>
                  <a:off x="3510458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8" name="Google Shape;4408;p34"/>
                <p:cNvSpPr/>
                <p:nvPr/>
              </p:nvSpPr>
              <p:spPr>
                <a:xfrm>
                  <a:off x="3609369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9" name="Google Shape;4409;p34"/>
                <p:cNvSpPr/>
                <p:nvPr/>
              </p:nvSpPr>
              <p:spPr>
                <a:xfrm>
                  <a:off x="3708042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0" name="Google Shape;4410;p34"/>
                <p:cNvSpPr/>
                <p:nvPr/>
              </p:nvSpPr>
              <p:spPr>
                <a:xfrm>
                  <a:off x="3806858" y="5012365"/>
                  <a:ext cx="53169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16" y="238"/>
                      </a:lnTo>
                      <a:lnTo>
                        <a:pt x="11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1" name="Google Shape;4411;p34"/>
                <p:cNvSpPr/>
                <p:nvPr/>
              </p:nvSpPr>
              <p:spPr>
                <a:xfrm>
                  <a:off x="3905531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2" name="Google Shape;4412;p34"/>
                <p:cNvSpPr/>
                <p:nvPr/>
              </p:nvSpPr>
              <p:spPr>
                <a:xfrm>
                  <a:off x="4004204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3" name="Google Shape;4413;p34"/>
                <p:cNvSpPr/>
                <p:nvPr/>
              </p:nvSpPr>
              <p:spPr>
                <a:xfrm>
                  <a:off x="4103115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8" y="238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4" name="Google Shape;4414;p34"/>
                <p:cNvSpPr/>
                <p:nvPr/>
              </p:nvSpPr>
              <p:spPr>
                <a:xfrm>
                  <a:off x="4201788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5" name="Google Shape;4415;p34"/>
                <p:cNvSpPr/>
                <p:nvPr/>
              </p:nvSpPr>
              <p:spPr>
                <a:xfrm>
                  <a:off x="43004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6" name="Google Shape;4416;p34"/>
                <p:cNvSpPr/>
                <p:nvPr/>
              </p:nvSpPr>
              <p:spPr>
                <a:xfrm>
                  <a:off x="4399277" y="5012365"/>
                  <a:ext cx="53312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7" name="Google Shape;4417;p34"/>
                <p:cNvSpPr/>
                <p:nvPr/>
              </p:nvSpPr>
              <p:spPr>
                <a:xfrm>
                  <a:off x="4497997" y="5012365"/>
                  <a:ext cx="53264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238" extrusionOk="0">
                      <a:moveTo>
                        <a:pt x="0" y="0"/>
                      </a:moveTo>
                      <a:lnTo>
                        <a:pt x="0" y="238"/>
                      </a:lnTo>
                      <a:lnTo>
                        <a:pt x="1119" y="238"/>
                      </a:lnTo>
                      <a:lnTo>
                        <a:pt x="11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8" name="Google Shape;4418;p34"/>
                <p:cNvSpPr/>
                <p:nvPr/>
              </p:nvSpPr>
              <p:spPr>
                <a:xfrm>
                  <a:off x="4596813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9" name="Google Shape;4419;p34"/>
                <p:cNvSpPr/>
                <p:nvPr/>
              </p:nvSpPr>
              <p:spPr>
                <a:xfrm>
                  <a:off x="4695486" y="5012365"/>
                  <a:ext cx="53360" cy="11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" h="238" extrusionOk="0">
                      <a:moveTo>
                        <a:pt x="1" y="0"/>
                      </a:moveTo>
                      <a:lnTo>
                        <a:pt x="1" y="238"/>
                      </a:lnTo>
                      <a:lnTo>
                        <a:pt x="1120" y="238"/>
                      </a:lnTo>
                      <a:lnTo>
                        <a:pt x="11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420" name="Google Shape;4420;p34"/>
              <p:cNvSpPr/>
              <p:nvPr/>
            </p:nvSpPr>
            <p:spPr>
              <a:xfrm>
                <a:off x="8990247" y="4959056"/>
                <a:ext cx="53312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38" extrusionOk="0">
                    <a:moveTo>
                      <a:pt x="1" y="0"/>
                    </a:moveTo>
                    <a:lnTo>
                      <a:pt x="1" y="238"/>
                    </a:lnTo>
                    <a:lnTo>
                      <a:pt x="1120" y="238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34"/>
              <p:cNvSpPr/>
              <p:nvPr/>
            </p:nvSpPr>
            <p:spPr>
              <a:xfrm>
                <a:off x="9089158" y="4959056"/>
                <a:ext cx="53264" cy="15934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238" extrusionOk="0">
                    <a:moveTo>
                      <a:pt x="0" y="0"/>
                    </a:moveTo>
                    <a:lnTo>
                      <a:pt x="0" y="238"/>
                    </a:lnTo>
                    <a:lnTo>
                      <a:pt x="1119" y="238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22" name="Google Shape;4422;p34"/>
          <p:cNvGrpSpPr/>
          <p:nvPr/>
        </p:nvGrpSpPr>
        <p:grpSpPr>
          <a:xfrm>
            <a:off x="292116" y="3804713"/>
            <a:ext cx="2044650" cy="843999"/>
            <a:chOff x="928666" y="227075"/>
            <a:chExt cx="2044650" cy="843999"/>
          </a:xfrm>
        </p:grpSpPr>
        <p:sp>
          <p:nvSpPr>
            <p:cNvPr id="4423" name="Google Shape;4423;p34"/>
            <p:cNvSpPr/>
            <p:nvPr/>
          </p:nvSpPr>
          <p:spPr>
            <a:xfrm>
              <a:off x="2146529" y="445545"/>
              <a:ext cx="798568" cy="625529"/>
            </a:xfrm>
            <a:custGeom>
              <a:avLst/>
              <a:gdLst/>
              <a:ahLst/>
              <a:cxnLst/>
              <a:rect l="l" t="t" r="r" b="b"/>
              <a:pathLst>
                <a:path w="1952" h="1529" extrusionOk="0">
                  <a:moveTo>
                    <a:pt x="974" y="0"/>
                  </a:moveTo>
                  <a:lnTo>
                    <a:pt x="1" y="1529"/>
                  </a:lnTo>
                  <a:lnTo>
                    <a:pt x="1951" y="1529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34"/>
            <p:cNvSpPr/>
            <p:nvPr/>
          </p:nvSpPr>
          <p:spPr>
            <a:xfrm>
              <a:off x="2146529" y="446772"/>
              <a:ext cx="400511" cy="624302"/>
            </a:xfrm>
            <a:custGeom>
              <a:avLst/>
              <a:gdLst/>
              <a:ahLst/>
              <a:cxnLst/>
              <a:rect l="l" t="t" r="r" b="b"/>
              <a:pathLst>
                <a:path w="979" h="1526" extrusionOk="0">
                  <a:moveTo>
                    <a:pt x="974" y="1"/>
                  </a:moveTo>
                  <a:lnTo>
                    <a:pt x="1" y="1526"/>
                  </a:lnTo>
                  <a:lnTo>
                    <a:pt x="978" y="1526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34"/>
            <p:cNvSpPr/>
            <p:nvPr/>
          </p:nvSpPr>
          <p:spPr>
            <a:xfrm>
              <a:off x="2546620" y="446772"/>
              <a:ext cx="127231" cy="249557"/>
            </a:xfrm>
            <a:custGeom>
              <a:avLst/>
              <a:gdLst/>
              <a:ahLst/>
              <a:cxnLst/>
              <a:rect l="l" t="t" r="r" b="b"/>
              <a:pathLst>
                <a:path w="311" h="610" extrusionOk="0">
                  <a:moveTo>
                    <a:pt x="0" y="1"/>
                  </a:moveTo>
                  <a:lnTo>
                    <a:pt x="0" y="610"/>
                  </a:lnTo>
                  <a:lnTo>
                    <a:pt x="310" y="4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34"/>
            <p:cNvSpPr/>
            <p:nvPr/>
          </p:nvSpPr>
          <p:spPr>
            <a:xfrm>
              <a:off x="2417757" y="446772"/>
              <a:ext cx="129276" cy="249557"/>
            </a:xfrm>
            <a:custGeom>
              <a:avLst/>
              <a:gdLst/>
              <a:ahLst/>
              <a:cxnLst/>
              <a:rect l="l" t="t" r="r" b="b"/>
              <a:pathLst>
                <a:path w="316" h="610" extrusionOk="0">
                  <a:moveTo>
                    <a:pt x="311" y="1"/>
                  </a:moveTo>
                  <a:lnTo>
                    <a:pt x="1" y="487"/>
                  </a:lnTo>
                  <a:lnTo>
                    <a:pt x="315" y="610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34"/>
            <p:cNvSpPr/>
            <p:nvPr/>
          </p:nvSpPr>
          <p:spPr>
            <a:xfrm>
              <a:off x="994529" y="445545"/>
              <a:ext cx="798159" cy="625529"/>
            </a:xfrm>
            <a:custGeom>
              <a:avLst/>
              <a:gdLst/>
              <a:ahLst/>
              <a:cxnLst/>
              <a:rect l="l" t="t" r="r" b="b"/>
              <a:pathLst>
                <a:path w="1951" h="1529" extrusionOk="0">
                  <a:moveTo>
                    <a:pt x="977" y="0"/>
                  </a:moveTo>
                  <a:lnTo>
                    <a:pt x="1" y="1529"/>
                  </a:lnTo>
                  <a:lnTo>
                    <a:pt x="1950" y="1529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34"/>
            <p:cNvSpPr/>
            <p:nvPr/>
          </p:nvSpPr>
          <p:spPr>
            <a:xfrm>
              <a:off x="996166" y="446772"/>
              <a:ext cx="398466" cy="624302"/>
            </a:xfrm>
            <a:custGeom>
              <a:avLst/>
              <a:gdLst/>
              <a:ahLst/>
              <a:cxnLst/>
              <a:rect l="l" t="t" r="r" b="b"/>
              <a:pathLst>
                <a:path w="974" h="1526" extrusionOk="0">
                  <a:moveTo>
                    <a:pt x="973" y="1"/>
                  </a:moveTo>
                  <a:lnTo>
                    <a:pt x="0" y="1526"/>
                  </a:lnTo>
                  <a:lnTo>
                    <a:pt x="973" y="1526"/>
                  </a:lnTo>
                  <a:lnTo>
                    <a:pt x="973" y="1"/>
                  </a:ln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34"/>
            <p:cNvSpPr/>
            <p:nvPr/>
          </p:nvSpPr>
          <p:spPr>
            <a:xfrm>
              <a:off x="1394211" y="446772"/>
              <a:ext cx="127640" cy="249557"/>
            </a:xfrm>
            <a:custGeom>
              <a:avLst/>
              <a:gdLst/>
              <a:ahLst/>
              <a:cxnLst/>
              <a:rect l="l" t="t" r="r" b="b"/>
              <a:pathLst>
                <a:path w="312" h="610" extrusionOk="0">
                  <a:moveTo>
                    <a:pt x="0" y="1"/>
                  </a:moveTo>
                  <a:lnTo>
                    <a:pt x="0" y="610"/>
                  </a:lnTo>
                  <a:lnTo>
                    <a:pt x="311" y="4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34"/>
            <p:cNvSpPr/>
            <p:nvPr/>
          </p:nvSpPr>
          <p:spPr>
            <a:xfrm>
              <a:off x="1267393" y="446772"/>
              <a:ext cx="127231" cy="249557"/>
            </a:xfrm>
            <a:custGeom>
              <a:avLst/>
              <a:gdLst/>
              <a:ahLst/>
              <a:cxnLst/>
              <a:rect l="l" t="t" r="r" b="b"/>
              <a:pathLst>
                <a:path w="311" h="610" extrusionOk="0">
                  <a:moveTo>
                    <a:pt x="310" y="1"/>
                  </a:moveTo>
                  <a:lnTo>
                    <a:pt x="0" y="487"/>
                  </a:lnTo>
                  <a:lnTo>
                    <a:pt x="310" y="610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34"/>
            <p:cNvSpPr/>
            <p:nvPr/>
          </p:nvSpPr>
          <p:spPr>
            <a:xfrm>
              <a:off x="1505484" y="227075"/>
              <a:ext cx="803068" cy="843994"/>
            </a:xfrm>
            <a:custGeom>
              <a:avLst/>
              <a:gdLst/>
              <a:ahLst/>
              <a:cxnLst/>
              <a:rect l="l" t="t" r="r" b="b"/>
              <a:pathLst>
                <a:path w="1963" h="2063" extrusionOk="0">
                  <a:moveTo>
                    <a:pt x="982" y="1"/>
                  </a:moveTo>
                  <a:lnTo>
                    <a:pt x="1" y="2063"/>
                  </a:lnTo>
                  <a:lnTo>
                    <a:pt x="1962" y="2063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34"/>
            <p:cNvSpPr/>
            <p:nvPr/>
          </p:nvSpPr>
          <p:spPr>
            <a:xfrm>
              <a:off x="1505484" y="229121"/>
              <a:ext cx="401739" cy="841948"/>
            </a:xfrm>
            <a:custGeom>
              <a:avLst/>
              <a:gdLst/>
              <a:ahLst/>
              <a:cxnLst/>
              <a:rect l="l" t="t" r="r" b="b"/>
              <a:pathLst>
                <a:path w="982" h="2058" extrusionOk="0">
                  <a:moveTo>
                    <a:pt x="982" y="1"/>
                  </a:moveTo>
                  <a:lnTo>
                    <a:pt x="1" y="2058"/>
                  </a:lnTo>
                  <a:lnTo>
                    <a:pt x="982" y="2058"/>
                  </a:lnTo>
                  <a:lnTo>
                    <a:pt x="982" y="4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34"/>
            <p:cNvSpPr/>
            <p:nvPr/>
          </p:nvSpPr>
          <p:spPr>
            <a:xfrm>
              <a:off x="1906802" y="230757"/>
              <a:ext cx="127231" cy="332606"/>
            </a:xfrm>
            <a:custGeom>
              <a:avLst/>
              <a:gdLst/>
              <a:ahLst/>
              <a:cxnLst/>
              <a:rect l="l" t="t" r="r" b="b"/>
              <a:pathLst>
                <a:path w="311" h="813" extrusionOk="0">
                  <a:moveTo>
                    <a:pt x="1" y="0"/>
                  </a:moveTo>
                  <a:lnTo>
                    <a:pt x="1" y="812"/>
                  </a:lnTo>
                  <a:lnTo>
                    <a:pt x="311" y="6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34"/>
            <p:cNvSpPr/>
            <p:nvPr/>
          </p:nvSpPr>
          <p:spPr>
            <a:xfrm>
              <a:off x="1779575" y="229121"/>
              <a:ext cx="127640" cy="334243"/>
            </a:xfrm>
            <a:custGeom>
              <a:avLst/>
              <a:gdLst/>
              <a:ahLst/>
              <a:cxnLst/>
              <a:rect l="l" t="t" r="r" b="b"/>
              <a:pathLst>
                <a:path w="312" h="817" extrusionOk="0">
                  <a:moveTo>
                    <a:pt x="312" y="1"/>
                  </a:moveTo>
                  <a:lnTo>
                    <a:pt x="1" y="655"/>
                  </a:lnTo>
                  <a:lnTo>
                    <a:pt x="312" y="816"/>
                  </a:lnTo>
                  <a:lnTo>
                    <a:pt x="312" y="4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34"/>
            <p:cNvSpPr/>
            <p:nvPr/>
          </p:nvSpPr>
          <p:spPr>
            <a:xfrm>
              <a:off x="2500802" y="507610"/>
              <a:ext cx="472513" cy="124779"/>
            </a:xfrm>
            <a:custGeom>
              <a:avLst/>
              <a:gdLst/>
              <a:ahLst/>
              <a:cxnLst/>
              <a:rect l="l" t="t" r="r" b="b"/>
              <a:pathLst>
                <a:path w="1155" h="305" extrusionOk="0">
                  <a:moveTo>
                    <a:pt x="411" y="1"/>
                  </a:moveTo>
                  <a:cubicBezTo>
                    <a:pt x="399" y="5"/>
                    <a:pt x="388" y="5"/>
                    <a:pt x="376" y="5"/>
                  </a:cubicBezTo>
                  <a:cubicBezTo>
                    <a:pt x="353" y="9"/>
                    <a:pt x="334" y="20"/>
                    <a:pt x="319" y="36"/>
                  </a:cubicBezTo>
                  <a:cubicBezTo>
                    <a:pt x="292" y="55"/>
                    <a:pt x="277" y="85"/>
                    <a:pt x="277" y="120"/>
                  </a:cubicBezTo>
                  <a:lnTo>
                    <a:pt x="277" y="124"/>
                  </a:lnTo>
                  <a:lnTo>
                    <a:pt x="265" y="124"/>
                  </a:lnTo>
                  <a:cubicBezTo>
                    <a:pt x="212" y="124"/>
                    <a:pt x="162" y="151"/>
                    <a:pt x="146" y="204"/>
                  </a:cubicBezTo>
                  <a:cubicBezTo>
                    <a:pt x="143" y="200"/>
                    <a:pt x="135" y="200"/>
                    <a:pt x="131" y="200"/>
                  </a:cubicBezTo>
                  <a:cubicBezTo>
                    <a:pt x="127" y="200"/>
                    <a:pt x="123" y="200"/>
                    <a:pt x="119" y="200"/>
                  </a:cubicBezTo>
                  <a:cubicBezTo>
                    <a:pt x="62" y="200"/>
                    <a:pt x="11" y="247"/>
                    <a:pt x="1" y="304"/>
                  </a:cubicBezTo>
                  <a:lnTo>
                    <a:pt x="1147" y="304"/>
                  </a:lnTo>
                  <a:cubicBezTo>
                    <a:pt x="1151" y="296"/>
                    <a:pt x="1151" y="289"/>
                    <a:pt x="1151" y="281"/>
                  </a:cubicBezTo>
                  <a:cubicBezTo>
                    <a:pt x="1154" y="246"/>
                    <a:pt x="1142" y="208"/>
                    <a:pt x="1116" y="181"/>
                  </a:cubicBezTo>
                  <a:lnTo>
                    <a:pt x="1093" y="158"/>
                  </a:lnTo>
                  <a:cubicBezTo>
                    <a:pt x="1073" y="147"/>
                    <a:pt x="1050" y="139"/>
                    <a:pt x="1027" y="139"/>
                  </a:cubicBezTo>
                  <a:cubicBezTo>
                    <a:pt x="1001" y="139"/>
                    <a:pt x="970" y="139"/>
                    <a:pt x="944" y="154"/>
                  </a:cubicBezTo>
                  <a:cubicBezTo>
                    <a:pt x="935" y="158"/>
                    <a:pt x="928" y="162"/>
                    <a:pt x="921" y="170"/>
                  </a:cubicBezTo>
                  <a:cubicBezTo>
                    <a:pt x="917" y="162"/>
                    <a:pt x="912" y="158"/>
                    <a:pt x="909" y="151"/>
                  </a:cubicBezTo>
                  <a:cubicBezTo>
                    <a:pt x="894" y="135"/>
                    <a:pt x="875" y="124"/>
                    <a:pt x="855" y="116"/>
                  </a:cubicBezTo>
                  <a:cubicBezTo>
                    <a:pt x="838" y="110"/>
                    <a:pt x="820" y="107"/>
                    <a:pt x="803" y="107"/>
                  </a:cubicBezTo>
                  <a:cubicBezTo>
                    <a:pt x="797" y="107"/>
                    <a:pt x="792" y="107"/>
                    <a:pt x="786" y="108"/>
                  </a:cubicBezTo>
                  <a:cubicBezTo>
                    <a:pt x="756" y="116"/>
                    <a:pt x="748" y="124"/>
                    <a:pt x="721" y="139"/>
                  </a:cubicBezTo>
                  <a:lnTo>
                    <a:pt x="717" y="143"/>
                  </a:lnTo>
                  <a:cubicBezTo>
                    <a:pt x="714" y="151"/>
                    <a:pt x="705" y="154"/>
                    <a:pt x="702" y="162"/>
                  </a:cubicBezTo>
                  <a:cubicBezTo>
                    <a:pt x="687" y="112"/>
                    <a:pt x="645" y="70"/>
                    <a:pt x="590" y="70"/>
                  </a:cubicBezTo>
                  <a:cubicBezTo>
                    <a:pt x="564" y="70"/>
                    <a:pt x="541" y="78"/>
                    <a:pt x="521" y="89"/>
                  </a:cubicBezTo>
                  <a:cubicBezTo>
                    <a:pt x="514" y="74"/>
                    <a:pt x="507" y="59"/>
                    <a:pt x="495" y="43"/>
                  </a:cubicBezTo>
                  <a:cubicBezTo>
                    <a:pt x="487" y="39"/>
                    <a:pt x="480" y="32"/>
                    <a:pt x="472" y="24"/>
                  </a:cubicBezTo>
                  <a:cubicBezTo>
                    <a:pt x="453" y="13"/>
                    <a:pt x="434" y="5"/>
                    <a:pt x="411" y="1"/>
                  </a:cubicBez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34"/>
            <p:cNvSpPr/>
            <p:nvPr/>
          </p:nvSpPr>
          <p:spPr>
            <a:xfrm>
              <a:off x="1915195" y="545249"/>
              <a:ext cx="380056" cy="132143"/>
            </a:xfrm>
            <a:custGeom>
              <a:avLst/>
              <a:gdLst/>
              <a:ahLst/>
              <a:cxnLst/>
              <a:rect l="l" t="t" r="r" b="b"/>
              <a:pathLst>
                <a:path w="929" h="323" extrusionOk="0">
                  <a:moveTo>
                    <a:pt x="437" y="1"/>
                  </a:moveTo>
                  <a:cubicBezTo>
                    <a:pt x="377" y="1"/>
                    <a:pt x="322" y="39"/>
                    <a:pt x="315" y="101"/>
                  </a:cubicBezTo>
                  <a:lnTo>
                    <a:pt x="288" y="101"/>
                  </a:lnTo>
                  <a:cubicBezTo>
                    <a:pt x="265" y="108"/>
                    <a:pt x="242" y="116"/>
                    <a:pt x="227" y="131"/>
                  </a:cubicBezTo>
                  <a:cubicBezTo>
                    <a:pt x="200" y="154"/>
                    <a:pt x="184" y="185"/>
                    <a:pt x="184" y="216"/>
                  </a:cubicBezTo>
                  <a:lnTo>
                    <a:pt x="184" y="220"/>
                  </a:lnTo>
                  <a:cubicBezTo>
                    <a:pt x="170" y="212"/>
                    <a:pt x="154" y="208"/>
                    <a:pt x="138" y="208"/>
                  </a:cubicBezTo>
                  <a:cubicBezTo>
                    <a:pt x="127" y="208"/>
                    <a:pt x="120" y="208"/>
                    <a:pt x="108" y="212"/>
                  </a:cubicBezTo>
                  <a:cubicBezTo>
                    <a:pt x="81" y="216"/>
                    <a:pt x="62" y="223"/>
                    <a:pt x="43" y="243"/>
                  </a:cubicBezTo>
                  <a:cubicBezTo>
                    <a:pt x="20" y="262"/>
                    <a:pt x="5" y="292"/>
                    <a:pt x="0" y="323"/>
                  </a:cubicBezTo>
                  <a:lnTo>
                    <a:pt x="920" y="323"/>
                  </a:lnTo>
                  <a:cubicBezTo>
                    <a:pt x="925" y="311"/>
                    <a:pt x="925" y="300"/>
                    <a:pt x="928" y="285"/>
                  </a:cubicBezTo>
                  <a:cubicBezTo>
                    <a:pt x="928" y="246"/>
                    <a:pt x="916" y="208"/>
                    <a:pt x="890" y="177"/>
                  </a:cubicBezTo>
                  <a:cubicBezTo>
                    <a:pt x="862" y="145"/>
                    <a:pt x="821" y="129"/>
                    <a:pt x="779" y="129"/>
                  </a:cubicBezTo>
                  <a:cubicBezTo>
                    <a:pt x="756" y="129"/>
                    <a:pt x="734" y="133"/>
                    <a:pt x="713" y="143"/>
                  </a:cubicBezTo>
                  <a:cubicBezTo>
                    <a:pt x="687" y="97"/>
                    <a:pt x="641" y="59"/>
                    <a:pt x="587" y="59"/>
                  </a:cubicBezTo>
                  <a:cubicBezTo>
                    <a:pt x="568" y="59"/>
                    <a:pt x="552" y="62"/>
                    <a:pt x="538" y="66"/>
                  </a:cubicBezTo>
                  <a:cubicBezTo>
                    <a:pt x="518" y="28"/>
                    <a:pt x="483" y="1"/>
                    <a:pt x="437" y="1"/>
                  </a:cubicBez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34"/>
            <p:cNvSpPr/>
            <p:nvPr/>
          </p:nvSpPr>
          <p:spPr>
            <a:xfrm>
              <a:off x="1373757" y="253547"/>
              <a:ext cx="289235" cy="118233"/>
            </a:xfrm>
            <a:custGeom>
              <a:avLst/>
              <a:gdLst/>
              <a:ahLst/>
              <a:cxnLst/>
              <a:rect l="l" t="t" r="r" b="b"/>
              <a:pathLst>
                <a:path w="707" h="289" extrusionOk="0">
                  <a:moveTo>
                    <a:pt x="326" y="1"/>
                  </a:moveTo>
                  <a:cubicBezTo>
                    <a:pt x="288" y="1"/>
                    <a:pt x="250" y="17"/>
                    <a:pt x="219" y="47"/>
                  </a:cubicBezTo>
                  <a:cubicBezTo>
                    <a:pt x="196" y="70"/>
                    <a:pt x="181" y="105"/>
                    <a:pt x="177" y="143"/>
                  </a:cubicBezTo>
                  <a:cubicBezTo>
                    <a:pt x="165" y="135"/>
                    <a:pt x="150" y="135"/>
                    <a:pt x="135" y="135"/>
                  </a:cubicBezTo>
                  <a:cubicBezTo>
                    <a:pt x="39" y="135"/>
                    <a:pt x="1" y="220"/>
                    <a:pt x="20" y="289"/>
                  </a:cubicBezTo>
                  <a:lnTo>
                    <a:pt x="706" y="289"/>
                  </a:lnTo>
                  <a:cubicBezTo>
                    <a:pt x="706" y="269"/>
                    <a:pt x="706" y="246"/>
                    <a:pt x="701" y="227"/>
                  </a:cubicBezTo>
                  <a:cubicBezTo>
                    <a:pt x="687" y="174"/>
                    <a:pt x="644" y="131"/>
                    <a:pt x="595" y="120"/>
                  </a:cubicBezTo>
                  <a:cubicBezTo>
                    <a:pt x="579" y="116"/>
                    <a:pt x="564" y="114"/>
                    <a:pt x="549" y="114"/>
                  </a:cubicBezTo>
                  <a:cubicBezTo>
                    <a:pt x="523" y="114"/>
                    <a:pt x="498" y="121"/>
                    <a:pt x="476" y="135"/>
                  </a:cubicBezTo>
                  <a:cubicBezTo>
                    <a:pt x="472" y="101"/>
                    <a:pt x="457" y="70"/>
                    <a:pt x="430" y="43"/>
                  </a:cubicBezTo>
                  <a:cubicBezTo>
                    <a:pt x="403" y="17"/>
                    <a:pt x="365" y="1"/>
                    <a:pt x="326" y="1"/>
                  </a:cubicBez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34"/>
            <p:cNvSpPr/>
            <p:nvPr/>
          </p:nvSpPr>
          <p:spPr>
            <a:xfrm>
              <a:off x="928666" y="500655"/>
              <a:ext cx="298236" cy="110869"/>
            </a:xfrm>
            <a:custGeom>
              <a:avLst/>
              <a:gdLst/>
              <a:ahLst/>
              <a:cxnLst/>
              <a:rect l="l" t="t" r="r" b="b"/>
              <a:pathLst>
                <a:path w="729" h="271" extrusionOk="0">
                  <a:moveTo>
                    <a:pt x="292" y="0"/>
                  </a:moveTo>
                  <a:cubicBezTo>
                    <a:pt x="281" y="0"/>
                    <a:pt x="269" y="2"/>
                    <a:pt x="257" y="7"/>
                  </a:cubicBezTo>
                  <a:cubicBezTo>
                    <a:pt x="208" y="18"/>
                    <a:pt x="169" y="68"/>
                    <a:pt x="169" y="118"/>
                  </a:cubicBezTo>
                  <a:cubicBezTo>
                    <a:pt x="169" y="129"/>
                    <a:pt x="173" y="137"/>
                    <a:pt x="173" y="148"/>
                  </a:cubicBezTo>
                  <a:cubicBezTo>
                    <a:pt x="165" y="145"/>
                    <a:pt x="157" y="145"/>
                    <a:pt x="146" y="145"/>
                  </a:cubicBezTo>
                  <a:cubicBezTo>
                    <a:pt x="96" y="145"/>
                    <a:pt x="47" y="171"/>
                    <a:pt x="19" y="217"/>
                  </a:cubicBezTo>
                  <a:cubicBezTo>
                    <a:pt x="12" y="233"/>
                    <a:pt x="4" y="252"/>
                    <a:pt x="1" y="271"/>
                  </a:cubicBezTo>
                  <a:lnTo>
                    <a:pt x="728" y="271"/>
                  </a:lnTo>
                  <a:cubicBezTo>
                    <a:pt x="701" y="233"/>
                    <a:pt x="659" y="206"/>
                    <a:pt x="613" y="206"/>
                  </a:cubicBezTo>
                  <a:cubicBezTo>
                    <a:pt x="587" y="206"/>
                    <a:pt x="564" y="214"/>
                    <a:pt x="544" y="225"/>
                  </a:cubicBezTo>
                  <a:cubicBezTo>
                    <a:pt x="544" y="168"/>
                    <a:pt x="507" y="114"/>
                    <a:pt x="433" y="114"/>
                  </a:cubicBezTo>
                  <a:cubicBezTo>
                    <a:pt x="433" y="114"/>
                    <a:pt x="415" y="114"/>
                    <a:pt x="406" y="118"/>
                  </a:cubicBezTo>
                  <a:cubicBezTo>
                    <a:pt x="406" y="99"/>
                    <a:pt x="403" y="79"/>
                    <a:pt x="392" y="64"/>
                  </a:cubicBezTo>
                  <a:lnTo>
                    <a:pt x="392" y="60"/>
                  </a:lnTo>
                  <a:cubicBezTo>
                    <a:pt x="380" y="41"/>
                    <a:pt x="364" y="26"/>
                    <a:pt x="349" y="18"/>
                  </a:cubicBezTo>
                  <a:cubicBezTo>
                    <a:pt x="333" y="6"/>
                    <a:pt x="313" y="0"/>
                    <a:pt x="292" y="0"/>
                  </a:cubicBez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39" name="Google Shape;4439;p34"/>
          <p:cNvGrpSpPr/>
          <p:nvPr/>
        </p:nvGrpSpPr>
        <p:grpSpPr>
          <a:xfrm>
            <a:off x="8746771" y="4010921"/>
            <a:ext cx="282810" cy="637787"/>
            <a:chOff x="7299431" y="222517"/>
            <a:chExt cx="240321" cy="541967"/>
          </a:xfrm>
        </p:grpSpPr>
        <p:sp>
          <p:nvSpPr>
            <p:cNvPr id="4440" name="Google Shape;4440;p34"/>
            <p:cNvSpPr/>
            <p:nvPr/>
          </p:nvSpPr>
          <p:spPr>
            <a:xfrm>
              <a:off x="7299431" y="222517"/>
              <a:ext cx="240321" cy="410833"/>
            </a:xfrm>
            <a:custGeom>
              <a:avLst/>
              <a:gdLst/>
              <a:ahLst/>
              <a:cxnLst/>
              <a:rect l="l" t="t" r="r" b="b"/>
              <a:pathLst>
                <a:path w="427" h="730" extrusionOk="0">
                  <a:moveTo>
                    <a:pt x="211" y="1"/>
                  </a:moveTo>
                  <a:cubicBezTo>
                    <a:pt x="211" y="1"/>
                    <a:pt x="1" y="399"/>
                    <a:pt x="1" y="519"/>
                  </a:cubicBezTo>
                  <a:cubicBezTo>
                    <a:pt x="1" y="637"/>
                    <a:pt x="96" y="729"/>
                    <a:pt x="211" y="729"/>
                  </a:cubicBezTo>
                  <a:cubicBezTo>
                    <a:pt x="330" y="729"/>
                    <a:pt x="427" y="637"/>
                    <a:pt x="427" y="519"/>
                  </a:cubicBezTo>
                  <a:cubicBezTo>
                    <a:pt x="427" y="399"/>
                    <a:pt x="211" y="1"/>
                    <a:pt x="2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34"/>
            <p:cNvSpPr/>
            <p:nvPr/>
          </p:nvSpPr>
          <p:spPr>
            <a:xfrm>
              <a:off x="7351209" y="468459"/>
              <a:ext cx="153648" cy="296025"/>
            </a:xfrm>
            <a:custGeom>
              <a:avLst/>
              <a:gdLst/>
              <a:ahLst/>
              <a:cxnLst/>
              <a:rect l="l" t="t" r="r" b="b"/>
              <a:pathLst>
                <a:path w="273" h="526" extrusionOk="0">
                  <a:moveTo>
                    <a:pt x="112" y="1"/>
                  </a:moveTo>
                  <a:lnTo>
                    <a:pt x="93" y="181"/>
                  </a:lnTo>
                  <a:lnTo>
                    <a:pt x="1" y="146"/>
                  </a:lnTo>
                  <a:lnTo>
                    <a:pt x="93" y="231"/>
                  </a:lnTo>
                  <a:lnTo>
                    <a:pt x="93" y="526"/>
                  </a:lnTo>
                  <a:lnTo>
                    <a:pt x="154" y="526"/>
                  </a:lnTo>
                  <a:lnTo>
                    <a:pt x="146" y="246"/>
                  </a:lnTo>
                  <a:lnTo>
                    <a:pt x="273" y="142"/>
                  </a:lnTo>
                  <a:lnTo>
                    <a:pt x="142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2" name="Google Shape;4442;p34"/>
          <p:cNvGrpSpPr/>
          <p:nvPr/>
        </p:nvGrpSpPr>
        <p:grpSpPr>
          <a:xfrm>
            <a:off x="8424012" y="4010921"/>
            <a:ext cx="282810" cy="637787"/>
            <a:chOff x="6229555" y="157796"/>
            <a:chExt cx="240321" cy="541967"/>
          </a:xfrm>
        </p:grpSpPr>
        <p:sp>
          <p:nvSpPr>
            <p:cNvPr id="4443" name="Google Shape;4443;p34"/>
            <p:cNvSpPr/>
            <p:nvPr/>
          </p:nvSpPr>
          <p:spPr>
            <a:xfrm>
              <a:off x="6229555" y="157796"/>
              <a:ext cx="240321" cy="410833"/>
            </a:xfrm>
            <a:custGeom>
              <a:avLst/>
              <a:gdLst/>
              <a:ahLst/>
              <a:cxnLst/>
              <a:rect l="l" t="t" r="r" b="b"/>
              <a:pathLst>
                <a:path w="427" h="730" extrusionOk="0">
                  <a:moveTo>
                    <a:pt x="212" y="1"/>
                  </a:moveTo>
                  <a:cubicBezTo>
                    <a:pt x="212" y="1"/>
                    <a:pt x="1" y="399"/>
                    <a:pt x="1" y="519"/>
                  </a:cubicBezTo>
                  <a:cubicBezTo>
                    <a:pt x="1" y="634"/>
                    <a:pt x="97" y="729"/>
                    <a:pt x="212" y="729"/>
                  </a:cubicBezTo>
                  <a:cubicBezTo>
                    <a:pt x="331" y="729"/>
                    <a:pt x="427" y="634"/>
                    <a:pt x="427" y="519"/>
                  </a:cubicBezTo>
                  <a:cubicBezTo>
                    <a:pt x="427" y="399"/>
                    <a:pt x="212" y="1"/>
                    <a:pt x="2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34"/>
            <p:cNvSpPr/>
            <p:nvPr/>
          </p:nvSpPr>
          <p:spPr>
            <a:xfrm>
              <a:off x="6281332" y="402049"/>
              <a:ext cx="153648" cy="297713"/>
            </a:xfrm>
            <a:custGeom>
              <a:avLst/>
              <a:gdLst/>
              <a:ahLst/>
              <a:cxnLst/>
              <a:rect l="l" t="t" r="r" b="b"/>
              <a:pathLst>
                <a:path w="273" h="529" extrusionOk="0">
                  <a:moveTo>
                    <a:pt x="112" y="0"/>
                  </a:moveTo>
                  <a:lnTo>
                    <a:pt x="93" y="184"/>
                  </a:lnTo>
                  <a:lnTo>
                    <a:pt x="1" y="149"/>
                  </a:lnTo>
                  <a:lnTo>
                    <a:pt x="93" y="234"/>
                  </a:lnTo>
                  <a:lnTo>
                    <a:pt x="93" y="529"/>
                  </a:lnTo>
                  <a:lnTo>
                    <a:pt x="154" y="529"/>
                  </a:lnTo>
                  <a:lnTo>
                    <a:pt x="147" y="249"/>
                  </a:lnTo>
                  <a:lnTo>
                    <a:pt x="273" y="145"/>
                  </a:lnTo>
                  <a:lnTo>
                    <a:pt x="143" y="1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5" name="Google Shape;4445;p34"/>
          <p:cNvGrpSpPr/>
          <p:nvPr/>
        </p:nvGrpSpPr>
        <p:grpSpPr>
          <a:xfrm>
            <a:off x="3990267" y="4209156"/>
            <a:ext cx="1609760" cy="788436"/>
            <a:chOff x="5302117" y="778706"/>
            <a:chExt cx="1609760" cy="788436"/>
          </a:xfrm>
        </p:grpSpPr>
        <p:sp>
          <p:nvSpPr>
            <p:cNvPr id="4446" name="Google Shape;4446;p34"/>
            <p:cNvSpPr/>
            <p:nvPr/>
          </p:nvSpPr>
          <p:spPr>
            <a:xfrm>
              <a:off x="5321668" y="1414545"/>
              <a:ext cx="241709" cy="71974"/>
            </a:xfrm>
            <a:custGeom>
              <a:avLst/>
              <a:gdLst/>
              <a:ahLst/>
              <a:cxnLst/>
              <a:rect l="l" t="t" r="r" b="b"/>
              <a:pathLst>
                <a:path w="2794" h="832" extrusionOk="0">
                  <a:moveTo>
                    <a:pt x="84" y="1"/>
                  </a:moveTo>
                  <a:cubicBezTo>
                    <a:pt x="0" y="169"/>
                    <a:pt x="84" y="257"/>
                    <a:pt x="84" y="257"/>
                  </a:cubicBezTo>
                  <a:lnTo>
                    <a:pt x="1939" y="257"/>
                  </a:lnTo>
                  <a:lnTo>
                    <a:pt x="2793" y="832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34"/>
            <p:cNvSpPr/>
            <p:nvPr/>
          </p:nvSpPr>
          <p:spPr>
            <a:xfrm>
              <a:off x="5319938" y="901044"/>
              <a:ext cx="1573098" cy="581244"/>
            </a:xfrm>
            <a:custGeom>
              <a:avLst/>
              <a:gdLst/>
              <a:ahLst/>
              <a:cxnLst/>
              <a:rect l="l" t="t" r="r" b="b"/>
              <a:pathLst>
                <a:path w="18184" h="6719" extrusionOk="0">
                  <a:moveTo>
                    <a:pt x="8354" y="0"/>
                  </a:moveTo>
                  <a:lnTo>
                    <a:pt x="8354" y="3035"/>
                  </a:lnTo>
                  <a:lnTo>
                    <a:pt x="208" y="3035"/>
                  </a:lnTo>
                  <a:cubicBezTo>
                    <a:pt x="8" y="3553"/>
                    <a:pt x="158" y="5560"/>
                    <a:pt x="158" y="5560"/>
                  </a:cubicBezTo>
                  <a:cubicBezTo>
                    <a:pt x="1" y="5679"/>
                    <a:pt x="104" y="6040"/>
                    <a:pt x="104" y="6040"/>
                  </a:cubicBezTo>
                  <a:lnTo>
                    <a:pt x="2035" y="6040"/>
                  </a:lnTo>
                  <a:lnTo>
                    <a:pt x="2346" y="6247"/>
                  </a:lnTo>
                  <a:lnTo>
                    <a:pt x="3039" y="6718"/>
                  </a:lnTo>
                  <a:lnTo>
                    <a:pt x="5415" y="6718"/>
                  </a:lnTo>
                  <a:lnTo>
                    <a:pt x="6101" y="6197"/>
                  </a:lnTo>
                  <a:lnTo>
                    <a:pt x="6308" y="6040"/>
                  </a:lnTo>
                  <a:lnTo>
                    <a:pt x="12711" y="6040"/>
                  </a:lnTo>
                  <a:lnTo>
                    <a:pt x="12853" y="6151"/>
                  </a:lnTo>
                  <a:lnTo>
                    <a:pt x="13386" y="6572"/>
                  </a:lnTo>
                  <a:lnTo>
                    <a:pt x="16122" y="6572"/>
                  </a:lnTo>
                  <a:lnTo>
                    <a:pt x="16684" y="6151"/>
                  </a:lnTo>
                  <a:lnTo>
                    <a:pt x="16811" y="6059"/>
                  </a:lnTo>
                  <a:lnTo>
                    <a:pt x="17885" y="6059"/>
                  </a:lnTo>
                  <a:cubicBezTo>
                    <a:pt x="18183" y="6059"/>
                    <a:pt x="18175" y="4465"/>
                    <a:pt x="17885" y="4465"/>
                  </a:cubicBezTo>
                  <a:lnTo>
                    <a:pt x="17678" y="3457"/>
                  </a:lnTo>
                  <a:cubicBezTo>
                    <a:pt x="17678" y="3457"/>
                    <a:pt x="16980" y="2859"/>
                    <a:pt x="16868" y="2813"/>
                  </a:cubicBezTo>
                  <a:cubicBezTo>
                    <a:pt x="16758" y="2767"/>
                    <a:pt x="13665" y="2434"/>
                    <a:pt x="13665" y="2434"/>
                  </a:cubicBezTo>
                  <a:cubicBezTo>
                    <a:pt x="13665" y="2434"/>
                    <a:pt x="12071" y="143"/>
                    <a:pt x="11856" y="100"/>
                  </a:cubicBezTo>
                  <a:cubicBezTo>
                    <a:pt x="11638" y="62"/>
                    <a:pt x="8354" y="0"/>
                    <a:pt x="83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34"/>
            <p:cNvSpPr/>
            <p:nvPr/>
          </p:nvSpPr>
          <p:spPr>
            <a:xfrm>
              <a:off x="5376342" y="1238154"/>
              <a:ext cx="1093054" cy="65746"/>
            </a:xfrm>
            <a:custGeom>
              <a:avLst/>
              <a:gdLst/>
              <a:ahLst/>
              <a:cxnLst/>
              <a:rect l="l" t="t" r="r" b="b"/>
              <a:pathLst>
                <a:path w="12635" h="760" extrusionOk="0">
                  <a:moveTo>
                    <a:pt x="0" y="1"/>
                  </a:moveTo>
                  <a:lnTo>
                    <a:pt x="88" y="759"/>
                  </a:lnTo>
                  <a:lnTo>
                    <a:pt x="12097" y="759"/>
                  </a:lnTo>
                  <a:cubicBezTo>
                    <a:pt x="12159" y="438"/>
                    <a:pt x="12339" y="151"/>
                    <a:pt x="126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34"/>
            <p:cNvSpPr/>
            <p:nvPr/>
          </p:nvSpPr>
          <p:spPr>
            <a:xfrm>
              <a:off x="6835228" y="1310215"/>
              <a:ext cx="45158" cy="76905"/>
            </a:xfrm>
            <a:custGeom>
              <a:avLst/>
              <a:gdLst/>
              <a:ahLst/>
              <a:cxnLst/>
              <a:rect l="l" t="t" r="r" b="b"/>
              <a:pathLst>
                <a:path w="522" h="889" extrusionOk="0">
                  <a:moveTo>
                    <a:pt x="406" y="0"/>
                  </a:moveTo>
                  <a:cubicBezTo>
                    <a:pt x="35" y="18"/>
                    <a:pt x="35" y="230"/>
                    <a:pt x="4" y="819"/>
                  </a:cubicBezTo>
                  <a:cubicBezTo>
                    <a:pt x="1" y="858"/>
                    <a:pt x="31" y="888"/>
                    <a:pt x="65" y="888"/>
                  </a:cubicBezTo>
                  <a:lnTo>
                    <a:pt x="387" y="888"/>
                  </a:lnTo>
                  <a:cubicBezTo>
                    <a:pt x="418" y="888"/>
                    <a:pt x="445" y="865"/>
                    <a:pt x="452" y="839"/>
                  </a:cubicBezTo>
                  <a:cubicBezTo>
                    <a:pt x="475" y="727"/>
                    <a:pt x="521" y="437"/>
                    <a:pt x="472" y="57"/>
                  </a:cubicBezTo>
                  <a:cubicBezTo>
                    <a:pt x="468" y="23"/>
                    <a:pt x="441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34"/>
            <p:cNvSpPr/>
            <p:nvPr/>
          </p:nvSpPr>
          <p:spPr>
            <a:xfrm>
              <a:off x="6846474" y="1376481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34"/>
            <p:cNvSpPr/>
            <p:nvPr/>
          </p:nvSpPr>
          <p:spPr>
            <a:xfrm>
              <a:off x="6847512" y="1368522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34"/>
            <p:cNvSpPr/>
            <p:nvPr/>
          </p:nvSpPr>
          <p:spPr>
            <a:xfrm>
              <a:off x="6848464" y="1360563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34"/>
            <p:cNvSpPr/>
            <p:nvPr/>
          </p:nvSpPr>
          <p:spPr>
            <a:xfrm>
              <a:off x="6750968" y="1307447"/>
              <a:ext cx="160909" cy="116785"/>
            </a:xfrm>
            <a:custGeom>
              <a:avLst/>
              <a:gdLst/>
              <a:ahLst/>
              <a:cxnLst/>
              <a:rect l="l" t="t" r="r" b="b"/>
              <a:pathLst>
                <a:path w="1860" h="1350" extrusionOk="0">
                  <a:moveTo>
                    <a:pt x="1660" y="1"/>
                  </a:moveTo>
                  <a:cubicBezTo>
                    <a:pt x="1618" y="1"/>
                    <a:pt x="1587" y="39"/>
                    <a:pt x="1591" y="78"/>
                  </a:cubicBezTo>
                  <a:cubicBezTo>
                    <a:pt x="1622" y="254"/>
                    <a:pt x="1675" y="676"/>
                    <a:pt x="1595" y="975"/>
                  </a:cubicBezTo>
                  <a:cubicBezTo>
                    <a:pt x="1587" y="1005"/>
                    <a:pt x="1561" y="1028"/>
                    <a:pt x="1526" y="1028"/>
                  </a:cubicBezTo>
                  <a:lnTo>
                    <a:pt x="66" y="1028"/>
                  </a:lnTo>
                  <a:cubicBezTo>
                    <a:pt x="32" y="1028"/>
                    <a:pt x="1" y="1055"/>
                    <a:pt x="1" y="1093"/>
                  </a:cubicBezTo>
                  <a:lnTo>
                    <a:pt x="1" y="1281"/>
                  </a:lnTo>
                  <a:cubicBezTo>
                    <a:pt x="1" y="1320"/>
                    <a:pt x="32" y="1350"/>
                    <a:pt x="66" y="1350"/>
                  </a:cubicBezTo>
                  <a:lnTo>
                    <a:pt x="1656" y="1350"/>
                  </a:lnTo>
                  <a:cubicBezTo>
                    <a:pt x="1691" y="1350"/>
                    <a:pt x="1718" y="1327"/>
                    <a:pt x="1725" y="1297"/>
                  </a:cubicBezTo>
                  <a:cubicBezTo>
                    <a:pt x="1760" y="1120"/>
                    <a:pt x="1859" y="553"/>
                    <a:pt x="1725" y="50"/>
                  </a:cubicBezTo>
                  <a:cubicBezTo>
                    <a:pt x="1718" y="20"/>
                    <a:pt x="1691" y="1"/>
                    <a:pt x="1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34"/>
            <p:cNvSpPr/>
            <p:nvPr/>
          </p:nvSpPr>
          <p:spPr>
            <a:xfrm>
              <a:off x="6431837" y="1271027"/>
              <a:ext cx="331506" cy="189711"/>
            </a:xfrm>
            <a:custGeom>
              <a:avLst/>
              <a:gdLst/>
              <a:ahLst/>
              <a:cxnLst/>
              <a:rect l="l" t="t" r="r" b="b"/>
              <a:pathLst>
                <a:path w="3832" h="2193" extrusionOk="0">
                  <a:moveTo>
                    <a:pt x="1900" y="1"/>
                  </a:moveTo>
                  <a:cubicBezTo>
                    <a:pt x="326" y="1"/>
                    <a:pt x="0" y="1771"/>
                    <a:pt x="0" y="1771"/>
                  </a:cubicBezTo>
                  <a:lnTo>
                    <a:pt x="533" y="2192"/>
                  </a:lnTo>
                  <a:lnTo>
                    <a:pt x="3269" y="2192"/>
                  </a:lnTo>
                  <a:lnTo>
                    <a:pt x="3831" y="1771"/>
                  </a:lnTo>
                  <a:cubicBezTo>
                    <a:pt x="3831" y="1771"/>
                    <a:pt x="3472" y="1"/>
                    <a:pt x="19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34"/>
            <p:cNvSpPr/>
            <p:nvPr/>
          </p:nvSpPr>
          <p:spPr>
            <a:xfrm>
              <a:off x="5519514" y="1271027"/>
              <a:ext cx="333929" cy="192393"/>
            </a:xfrm>
            <a:custGeom>
              <a:avLst/>
              <a:gdLst/>
              <a:ahLst/>
              <a:cxnLst/>
              <a:rect l="l" t="t" r="r" b="b"/>
              <a:pathLst>
                <a:path w="3860" h="2224" extrusionOk="0">
                  <a:moveTo>
                    <a:pt x="1928" y="1"/>
                  </a:moveTo>
                  <a:cubicBezTo>
                    <a:pt x="353" y="1"/>
                    <a:pt x="0" y="1844"/>
                    <a:pt x="0" y="1844"/>
                  </a:cubicBezTo>
                  <a:lnTo>
                    <a:pt x="560" y="2223"/>
                  </a:lnTo>
                  <a:lnTo>
                    <a:pt x="3296" y="2192"/>
                  </a:lnTo>
                  <a:lnTo>
                    <a:pt x="3859" y="1771"/>
                  </a:lnTo>
                  <a:cubicBezTo>
                    <a:pt x="3859" y="1771"/>
                    <a:pt x="3499" y="1"/>
                    <a:pt x="19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34"/>
            <p:cNvSpPr/>
            <p:nvPr/>
          </p:nvSpPr>
          <p:spPr>
            <a:xfrm>
              <a:off x="5516573" y="844799"/>
              <a:ext cx="334534" cy="202168"/>
            </a:xfrm>
            <a:custGeom>
              <a:avLst/>
              <a:gdLst/>
              <a:ahLst/>
              <a:cxnLst/>
              <a:rect l="l" t="t" r="r" b="b"/>
              <a:pathLst>
                <a:path w="3867" h="2337" extrusionOk="0">
                  <a:moveTo>
                    <a:pt x="1916" y="0"/>
                  </a:moveTo>
                  <a:cubicBezTo>
                    <a:pt x="341" y="0"/>
                    <a:pt x="0" y="1816"/>
                    <a:pt x="0" y="1816"/>
                  </a:cubicBezTo>
                  <a:lnTo>
                    <a:pt x="73" y="1866"/>
                  </a:lnTo>
                  <a:lnTo>
                    <a:pt x="766" y="2337"/>
                  </a:lnTo>
                  <a:lnTo>
                    <a:pt x="3142" y="2337"/>
                  </a:lnTo>
                  <a:lnTo>
                    <a:pt x="3828" y="1812"/>
                  </a:lnTo>
                  <a:lnTo>
                    <a:pt x="3867" y="1785"/>
                  </a:lnTo>
                  <a:cubicBezTo>
                    <a:pt x="3867" y="1785"/>
                    <a:pt x="3487" y="0"/>
                    <a:pt x="1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34"/>
            <p:cNvSpPr/>
            <p:nvPr/>
          </p:nvSpPr>
          <p:spPr>
            <a:xfrm>
              <a:off x="6063136" y="1151040"/>
              <a:ext cx="426148" cy="240750"/>
            </a:xfrm>
            <a:custGeom>
              <a:avLst/>
              <a:gdLst/>
              <a:ahLst/>
              <a:cxnLst/>
              <a:rect l="l" t="t" r="r" b="b"/>
              <a:pathLst>
                <a:path w="4926" h="2783" extrusionOk="0">
                  <a:moveTo>
                    <a:pt x="4576" y="1"/>
                  </a:moveTo>
                  <a:lnTo>
                    <a:pt x="4565" y="4"/>
                  </a:lnTo>
                  <a:cubicBezTo>
                    <a:pt x="4565" y="4"/>
                    <a:pt x="4565" y="8"/>
                    <a:pt x="4568" y="12"/>
                  </a:cubicBezTo>
                  <a:cubicBezTo>
                    <a:pt x="4599" y="73"/>
                    <a:pt x="4855" y="604"/>
                    <a:pt x="4909" y="1367"/>
                  </a:cubicBezTo>
                  <a:lnTo>
                    <a:pt x="4909" y="1367"/>
                  </a:lnTo>
                  <a:cubicBezTo>
                    <a:pt x="4862" y="1399"/>
                    <a:pt x="4401" y="1727"/>
                    <a:pt x="4183" y="2767"/>
                  </a:cubicBezTo>
                  <a:lnTo>
                    <a:pt x="85" y="2767"/>
                  </a:lnTo>
                  <a:cubicBezTo>
                    <a:pt x="85" y="2759"/>
                    <a:pt x="84" y="2743"/>
                    <a:pt x="81" y="2721"/>
                  </a:cubicBezTo>
                  <a:cubicBezTo>
                    <a:pt x="69" y="2472"/>
                    <a:pt x="23" y="1388"/>
                    <a:pt x="16" y="139"/>
                  </a:cubicBezTo>
                  <a:lnTo>
                    <a:pt x="0" y="139"/>
                  </a:lnTo>
                  <a:cubicBezTo>
                    <a:pt x="12" y="1568"/>
                    <a:pt x="69" y="2774"/>
                    <a:pt x="69" y="2778"/>
                  </a:cubicBezTo>
                  <a:lnTo>
                    <a:pt x="69" y="2783"/>
                  </a:lnTo>
                  <a:lnTo>
                    <a:pt x="4197" y="2783"/>
                  </a:lnTo>
                  <a:lnTo>
                    <a:pt x="4197" y="2778"/>
                  </a:lnTo>
                  <a:cubicBezTo>
                    <a:pt x="4312" y="2226"/>
                    <a:pt x="4492" y="1878"/>
                    <a:pt x="4645" y="1663"/>
                  </a:cubicBezTo>
                  <a:cubicBezTo>
                    <a:pt x="4722" y="1556"/>
                    <a:pt x="4791" y="1487"/>
                    <a:pt x="4841" y="1441"/>
                  </a:cubicBezTo>
                  <a:cubicBezTo>
                    <a:pt x="4867" y="1418"/>
                    <a:pt x="4887" y="1403"/>
                    <a:pt x="4902" y="1391"/>
                  </a:cubicBezTo>
                  <a:cubicBezTo>
                    <a:pt x="4910" y="1388"/>
                    <a:pt x="4913" y="1384"/>
                    <a:pt x="4917" y="1380"/>
                  </a:cubicBezTo>
                  <a:lnTo>
                    <a:pt x="4921" y="1376"/>
                  </a:lnTo>
                  <a:lnTo>
                    <a:pt x="4925" y="1372"/>
                  </a:lnTo>
                  <a:lnTo>
                    <a:pt x="4925" y="1368"/>
                  </a:lnTo>
                  <a:cubicBezTo>
                    <a:pt x="4867" y="553"/>
                    <a:pt x="4576" y="1"/>
                    <a:pt x="45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34"/>
            <p:cNvSpPr/>
            <p:nvPr/>
          </p:nvSpPr>
          <p:spPr>
            <a:xfrm>
              <a:off x="6096269" y="1195159"/>
              <a:ext cx="61163" cy="1298"/>
            </a:xfrm>
            <a:custGeom>
              <a:avLst/>
              <a:gdLst/>
              <a:ahLst/>
              <a:cxnLst/>
              <a:rect l="l" t="t" r="r" b="b"/>
              <a:pathLst>
                <a:path w="707" h="15" extrusionOk="0">
                  <a:moveTo>
                    <a:pt x="1" y="0"/>
                  </a:moveTo>
                  <a:lnTo>
                    <a:pt x="1" y="15"/>
                  </a:lnTo>
                  <a:lnTo>
                    <a:pt x="706" y="1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34"/>
            <p:cNvSpPr/>
            <p:nvPr/>
          </p:nvSpPr>
          <p:spPr>
            <a:xfrm>
              <a:off x="6495767" y="1116523"/>
              <a:ext cx="279514" cy="38928"/>
            </a:xfrm>
            <a:custGeom>
              <a:avLst/>
              <a:gdLst/>
              <a:ahLst/>
              <a:cxnLst/>
              <a:rect l="l" t="t" r="r" b="b"/>
              <a:pathLst>
                <a:path w="3231" h="450" extrusionOk="0">
                  <a:moveTo>
                    <a:pt x="1" y="1"/>
                  </a:moveTo>
                  <a:lnTo>
                    <a:pt x="1" y="16"/>
                  </a:lnTo>
                  <a:cubicBezTo>
                    <a:pt x="1" y="16"/>
                    <a:pt x="652" y="124"/>
                    <a:pt x="1318" y="230"/>
                  </a:cubicBezTo>
                  <a:cubicBezTo>
                    <a:pt x="1652" y="285"/>
                    <a:pt x="1993" y="338"/>
                    <a:pt x="2254" y="380"/>
                  </a:cubicBezTo>
                  <a:cubicBezTo>
                    <a:pt x="2384" y="400"/>
                    <a:pt x="2499" y="418"/>
                    <a:pt x="2583" y="430"/>
                  </a:cubicBezTo>
                  <a:cubicBezTo>
                    <a:pt x="2622" y="434"/>
                    <a:pt x="2656" y="441"/>
                    <a:pt x="2683" y="441"/>
                  </a:cubicBezTo>
                  <a:cubicBezTo>
                    <a:pt x="2710" y="446"/>
                    <a:pt x="2729" y="449"/>
                    <a:pt x="2737" y="449"/>
                  </a:cubicBezTo>
                  <a:cubicBezTo>
                    <a:pt x="2771" y="449"/>
                    <a:pt x="2817" y="441"/>
                    <a:pt x="2871" y="430"/>
                  </a:cubicBezTo>
                  <a:cubicBezTo>
                    <a:pt x="3028" y="395"/>
                    <a:pt x="3230" y="322"/>
                    <a:pt x="3230" y="322"/>
                  </a:cubicBezTo>
                  <a:lnTo>
                    <a:pt x="3227" y="311"/>
                  </a:lnTo>
                  <a:cubicBezTo>
                    <a:pt x="3227" y="311"/>
                    <a:pt x="3219" y="311"/>
                    <a:pt x="3212" y="315"/>
                  </a:cubicBezTo>
                  <a:cubicBezTo>
                    <a:pt x="3173" y="326"/>
                    <a:pt x="3085" y="357"/>
                    <a:pt x="2989" y="384"/>
                  </a:cubicBezTo>
                  <a:cubicBezTo>
                    <a:pt x="2894" y="411"/>
                    <a:pt x="2790" y="434"/>
                    <a:pt x="2737" y="434"/>
                  </a:cubicBezTo>
                  <a:cubicBezTo>
                    <a:pt x="2729" y="434"/>
                    <a:pt x="2714" y="430"/>
                    <a:pt x="2687" y="430"/>
                  </a:cubicBezTo>
                  <a:cubicBezTo>
                    <a:pt x="2491" y="403"/>
                    <a:pt x="1821" y="299"/>
                    <a:pt x="1196" y="196"/>
                  </a:cubicBezTo>
                  <a:cubicBezTo>
                    <a:pt x="885" y="147"/>
                    <a:pt x="586" y="96"/>
                    <a:pt x="368" y="62"/>
                  </a:cubicBezTo>
                  <a:cubicBezTo>
                    <a:pt x="257" y="43"/>
                    <a:pt x="165" y="27"/>
                    <a:pt x="100" y="16"/>
                  </a:cubicBezTo>
                  <a:cubicBezTo>
                    <a:pt x="70" y="13"/>
                    <a:pt x="47" y="9"/>
                    <a:pt x="27" y="4"/>
                  </a:cubicBezTo>
                  <a:cubicBezTo>
                    <a:pt x="12" y="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34"/>
            <p:cNvSpPr/>
            <p:nvPr/>
          </p:nvSpPr>
          <p:spPr>
            <a:xfrm>
              <a:off x="5340787" y="1372502"/>
              <a:ext cx="177865" cy="1384"/>
            </a:xfrm>
            <a:custGeom>
              <a:avLst/>
              <a:gdLst/>
              <a:ahLst/>
              <a:cxnLst/>
              <a:rect l="l" t="t" r="r" b="b"/>
              <a:pathLst>
                <a:path w="2056" h="16" extrusionOk="0">
                  <a:moveTo>
                    <a:pt x="1" y="0"/>
                  </a:moveTo>
                  <a:lnTo>
                    <a:pt x="1" y="16"/>
                  </a:lnTo>
                  <a:lnTo>
                    <a:pt x="2055" y="16"/>
                  </a:lnTo>
                  <a:lnTo>
                    <a:pt x="20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34"/>
            <p:cNvSpPr/>
            <p:nvPr/>
          </p:nvSpPr>
          <p:spPr>
            <a:xfrm>
              <a:off x="5342171" y="1175262"/>
              <a:ext cx="1122813" cy="1298"/>
            </a:xfrm>
            <a:custGeom>
              <a:avLst/>
              <a:gdLst/>
              <a:ahLst/>
              <a:cxnLst/>
              <a:rect l="l" t="t" r="r" b="b"/>
              <a:pathLst>
                <a:path w="12979" h="15" extrusionOk="0">
                  <a:moveTo>
                    <a:pt x="1" y="0"/>
                  </a:moveTo>
                  <a:lnTo>
                    <a:pt x="1" y="15"/>
                  </a:lnTo>
                  <a:lnTo>
                    <a:pt x="12979" y="15"/>
                  </a:lnTo>
                  <a:lnTo>
                    <a:pt x="129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34"/>
            <p:cNvSpPr/>
            <p:nvPr/>
          </p:nvSpPr>
          <p:spPr>
            <a:xfrm>
              <a:off x="6757716" y="1368782"/>
              <a:ext cx="69641" cy="1471"/>
            </a:xfrm>
            <a:custGeom>
              <a:avLst/>
              <a:gdLst/>
              <a:ahLst/>
              <a:cxnLst/>
              <a:rect l="l" t="t" r="r" b="b"/>
              <a:pathLst>
                <a:path w="805" h="17" extrusionOk="0">
                  <a:moveTo>
                    <a:pt x="0" y="1"/>
                  </a:moveTo>
                  <a:lnTo>
                    <a:pt x="0" y="16"/>
                  </a:lnTo>
                  <a:lnTo>
                    <a:pt x="805" y="16"/>
                  </a:lnTo>
                  <a:lnTo>
                    <a:pt x="8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34"/>
            <p:cNvSpPr/>
            <p:nvPr/>
          </p:nvSpPr>
          <p:spPr>
            <a:xfrm>
              <a:off x="6360554" y="926982"/>
              <a:ext cx="141617" cy="179417"/>
            </a:xfrm>
            <a:custGeom>
              <a:avLst/>
              <a:gdLst/>
              <a:ahLst/>
              <a:cxnLst/>
              <a:rect l="l" t="t" r="r" b="b"/>
              <a:pathLst>
                <a:path w="1637" h="2074" extrusionOk="0">
                  <a:moveTo>
                    <a:pt x="134" y="0"/>
                  </a:moveTo>
                  <a:lnTo>
                    <a:pt x="0" y="19"/>
                  </a:lnTo>
                  <a:cubicBezTo>
                    <a:pt x="73" y="475"/>
                    <a:pt x="1445" y="2069"/>
                    <a:pt x="1445" y="2069"/>
                  </a:cubicBezTo>
                  <a:cubicBezTo>
                    <a:pt x="1461" y="2072"/>
                    <a:pt x="1476" y="2073"/>
                    <a:pt x="1491" y="2073"/>
                  </a:cubicBezTo>
                  <a:cubicBezTo>
                    <a:pt x="1577" y="2073"/>
                    <a:pt x="1636" y="2031"/>
                    <a:pt x="1636" y="2031"/>
                  </a:cubicBezTo>
                  <a:cubicBezTo>
                    <a:pt x="1138" y="1307"/>
                    <a:pt x="637" y="628"/>
                    <a:pt x="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34"/>
            <p:cNvSpPr/>
            <p:nvPr/>
          </p:nvSpPr>
          <p:spPr>
            <a:xfrm>
              <a:off x="5498319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3" y="0"/>
                  </a:moveTo>
                  <a:cubicBezTo>
                    <a:pt x="907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7" y="2794"/>
                  </a:cubicBezTo>
                  <a:cubicBezTo>
                    <a:pt x="1403" y="3066"/>
                    <a:pt x="1788" y="3184"/>
                    <a:pt x="2145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1" y="391"/>
                  </a:cubicBezTo>
                  <a:cubicBezTo>
                    <a:pt x="2885" y="118"/>
                    <a:pt x="2501" y="0"/>
                    <a:pt x="2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34"/>
            <p:cNvSpPr/>
            <p:nvPr/>
          </p:nvSpPr>
          <p:spPr>
            <a:xfrm>
              <a:off x="5568651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0" y="0"/>
                  </a:moveTo>
                  <a:cubicBezTo>
                    <a:pt x="1188" y="0"/>
                    <a:pt x="1059" y="21"/>
                    <a:pt x="923" y="66"/>
                  </a:cubicBezTo>
                  <a:cubicBezTo>
                    <a:pt x="904" y="69"/>
                    <a:pt x="885" y="80"/>
                    <a:pt x="865" y="92"/>
                  </a:cubicBezTo>
                  <a:cubicBezTo>
                    <a:pt x="0" y="721"/>
                    <a:pt x="444" y="1866"/>
                    <a:pt x="1352" y="1866"/>
                  </a:cubicBezTo>
                  <a:cubicBezTo>
                    <a:pt x="1474" y="1866"/>
                    <a:pt x="1603" y="1846"/>
                    <a:pt x="1739" y="1801"/>
                  </a:cubicBezTo>
                  <a:cubicBezTo>
                    <a:pt x="1758" y="1797"/>
                    <a:pt x="1778" y="1786"/>
                    <a:pt x="1797" y="1774"/>
                  </a:cubicBezTo>
                  <a:cubicBezTo>
                    <a:pt x="2663" y="1145"/>
                    <a:pt x="2218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34"/>
            <p:cNvSpPr/>
            <p:nvPr/>
          </p:nvSpPr>
          <p:spPr>
            <a:xfrm>
              <a:off x="5574707" y="1352951"/>
              <a:ext cx="218178" cy="152772"/>
            </a:xfrm>
            <a:custGeom>
              <a:avLst/>
              <a:gdLst/>
              <a:ahLst/>
              <a:cxnLst/>
              <a:rect l="l" t="t" r="r" b="b"/>
              <a:pathLst>
                <a:path w="2522" h="1766" extrusionOk="0">
                  <a:moveTo>
                    <a:pt x="1240" y="1"/>
                  </a:moveTo>
                  <a:cubicBezTo>
                    <a:pt x="1126" y="1"/>
                    <a:pt x="1004" y="20"/>
                    <a:pt x="876" y="62"/>
                  </a:cubicBezTo>
                  <a:cubicBezTo>
                    <a:pt x="857" y="65"/>
                    <a:pt x="838" y="76"/>
                    <a:pt x="823" y="88"/>
                  </a:cubicBezTo>
                  <a:cubicBezTo>
                    <a:pt x="0" y="683"/>
                    <a:pt x="421" y="1766"/>
                    <a:pt x="1282" y="1766"/>
                  </a:cubicBezTo>
                  <a:cubicBezTo>
                    <a:pt x="1396" y="1766"/>
                    <a:pt x="1518" y="1747"/>
                    <a:pt x="1646" y="1705"/>
                  </a:cubicBezTo>
                  <a:cubicBezTo>
                    <a:pt x="1665" y="1701"/>
                    <a:pt x="1685" y="1690"/>
                    <a:pt x="1700" y="1678"/>
                  </a:cubicBezTo>
                  <a:cubicBezTo>
                    <a:pt x="2522" y="1083"/>
                    <a:pt x="2101" y="1"/>
                    <a:pt x="1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34"/>
            <p:cNvSpPr/>
            <p:nvPr/>
          </p:nvSpPr>
          <p:spPr>
            <a:xfrm>
              <a:off x="5602130" y="1371896"/>
              <a:ext cx="163331" cy="114882"/>
            </a:xfrm>
            <a:custGeom>
              <a:avLst/>
              <a:gdLst/>
              <a:ahLst/>
              <a:cxnLst/>
              <a:rect l="l" t="t" r="r" b="b"/>
              <a:pathLst>
                <a:path w="1888" h="1328" extrusionOk="0">
                  <a:moveTo>
                    <a:pt x="926" y="1"/>
                  </a:moveTo>
                  <a:cubicBezTo>
                    <a:pt x="841" y="1"/>
                    <a:pt x="750" y="15"/>
                    <a:pt x="655" y="46"/>
                  </a:cubicBezTo>
                  <a:cubicBezTo>
                    <a:pt x="639" y="53"/>
                    <a:pt x="628" y="57"/>
                    <a:pt x="616" y="69"/>
                  </a:cubicBezTo>
                  <a:cubicBezTo>
                    <a:pt x="0" y="516"/>
                    <a:pt x="315" y="1328"/>
                    <a:pt x="962" y="1328"/>
                  </a:cubicBezTo>
                  <a:cubicBezTo>
                    <a:pt x="1047" y="1328"/>
                    <a:pt x="1138" y="1313"/>
                    <a:pt x="1233" y="1283"/>
                  </a:cubicBezTo>
                  <a:cubicBezTo>
                    <a:pt x="1249" y="1275"/>
                    <a:pt x="1260" y="1268"/>
                    <a:pt x="1272" y="1260"/>
                  </a:cubicBezTo>
                  <a:cubicBezTo>
                    <a:pt x="1888" y="813"/>
                    <a:pt x="1574" y="1"/>
                    <a:pt x="9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34"/>
            <p:cNvSpPr/>
            <p:nvPr/>
          </p:nvSpPr>
          <p:spPr>
            <a:xfrm>
              <a:off x="5660956" y="1413161"/>
              <a:ext cx="45677" cy="32354"/>
            </a:xfrm>
            <a:custGeom>
              <a:avLst/>
              <a:gdLst/>
              <a:ahLst/>
              <a:cxnLst/>
              <a:rect l="l" t="t" r="r" b="b"/>
              <a:pathLst>
                <a:path w="528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4" y="17"/>
                    <a:pt x="171" y="20"/>
                  </a:cubicBezTo>
                  <a:cubicBezTo>
                    <a:pt x="0" y="146"/>
                    <a:pt x="89" y="374"/>
                    <a:pt x="269" y="374"/>
                  </a:cubicBezTo>
                  <a:cubicBezTo>
                    <a:pt x="292" y="374"/>
                    <a:pt x="317" y="370"/>
                    <a:pt x="343" y="361"/>
                  </a:cubicBezTo>
                  <a:cubicBezTo>
                    <a:pt x="350" y="358"/>
                    <a:pt x="355" y="358"/>
                    <a:pt x="358" y="354"/>
                  </a:cubicBezTo>
                  <a:cubicBezTo>
                    <a:pt x="528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34"/>
            <p:cNvSpPr/>
            <p:nvPr/>
          </p:nvSpPr>
          <p:spPr>
            <a:xfrm>
              <a:off x="5674019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7" y="625"/>
                  </a:lnTo>
                  <a:lnTo>
                    <a:pt x="169" y="62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34"/>
            <p:cNvSpPr/>
            <p:nvPr/>
          </p:nvSpPr>
          <p:spPr>
            <a:xfrm>
              <a:off x="562756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6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34"/>
            <p:cNvSpPr/>
            <p:nvPr/>
          </p:nvSpPr>
          <p:spPr>
            <a:xfrm>
              <a:off x="562756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6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34"/>
            <p:cNvSpPr/>
            <p:nvPr/>
          </p:nvSpPr>
          <p:spPr>
            <a:xfrm>
              <a:off x="5674019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7" y="1"/>
                  </a:moveTo>
                  <a:lnTo>
                    <a:pt x="0" y="625"/>
                  </a:lnTo>
                  <a:lnTo>
                    <a:pt x="227" y="62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34"/>
            <p:cNvSpPr/>
            <p:nvPr/>
          </p:nvSpPr>
          <p:spPr>
            <a:xfrm>
              <a:off x="5685957" y="1427521"/>
              <a:ext cx="54069" cy="40226"/>
            </a:xfrm>
            <a:custGeom>
              <a:avLst/>
              <a:gdLst/>
              <a:ahLst/>
              <a:cxnLst/>
              <a:rect l="l" t="t" r="r" b="b"/>
              <a:pathLst>
                <a:path w="625" h="465" extrusionOk="0">
                  <a:moveTo>
                    <a:pt x="54" y="1"/>
                  </a:moveTo>
                  <a:lnTo>
                    <a:pt x="27" y="50"/>
                  </a:lnTo>
                  <a:lnTo>
                    <a:pt x="0" y="100"/>
                  </a:lnTo>
                  <a:lnTo>
                    <a:pt x="510" y="464"/>
                  </a:lnTo>
                  <a:lnTo>
                    <a:pt x="567" y="364"/>
                  </a:lnTo>
                  <a:lnTo>
                    <a:pt x="625" y="264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34"/>
            <p:cNvSpPr/>
            <p:nvPr/>
          </p:nvSpPr>
          <p:spPr>
            <a:xfrm>
              <a:off x="5685957" y="1391014"/>
              <a:ext cx="54069" cy="40139"/>
            </a:xfrm>
            <a:custGeom>
              <a:avLst/>
              <a:gdLst/>
              <a:ahLst/>
              <a:cxnLst/>
              <a:rect l="l" t="t" r="r" b="b"/>
              <a:pathLst>
                <a:path w="625" h="464" extrusionOk="0">
                  <a:moveTo>
                    <a:pt x="510" y="0"/>
                  </a:moveTo>
                  <a:lnTo>
                    <a:pt x="0" y="365"/>
                  </a:lnTo>
                  <a:lnTo>
                    <a:pt x="27" y="414"/>
                  </a:lnTo>
                  <a:lnTo>
                    <a:pt x="54" y="464"/>
                  </a:lnTo>
                  <a:lnTo>
                    <a:pt x="625" y="200"/>
                  </a:lnTo>
                  <a:lnTo>
                    <a:pt x="567" y="101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34"/>
            <p:cNvSpPr/>
            <p:nvPr/>
          </p:nvSpPr>
          <p:spPr>
            <a:xfrm>
              <a:off x="5672894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4" y="1"/>
                    <a:pt x="102" y="3"/>
                    <a:pt x="90" y="7"/>
                  </a:cubicBezTo>
                  <a:cubicBezTo>
                    <a:pt x="86" y="7"/>
                    <a:pt x="82" y="11"/>
                    <a:pt x="82" y="11"/>
                  </a:cubicBezTo>
                  <a:cubicBezTo>
                    <a:pt x="1" y="68"/>
                    <a:pt x="43" y="177"/>
                    <a:pt x="127" y="177"/>
                  </a:cubicBezTo>
                  <a:cubicBezTo>
                    <a:pt x="138" y="177"/>
                    <a:pt x="150" y="176"/>
                    <a:pt x="162" y="172"/>
                  </a:cubicBezTo>
                  <a:cubicBezTo>
                    <a:pt x="166" y="172"/>
                    <a:pt x="171" y="168"/>
                    <a:pt x="171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34"/>
            <p:cNvSpPr/>
            <p:nvPr/>
          </p:nvSpPr>
          <p:spPr>
            <a:xfrm>
              <a:off x="6410556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4" y="0"/>
                  </a:moveTo>
                  <a:cubicBezTo>
                    <a:pt x="908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8" y="2794"/>
                  </a:cubicBezTo>
                  <a:cubicBezTo>
                    <a:pt x="1403" y="3066"/>
                    <a:pt x="1788" y="3184"/>
                    <a:pt x="2146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2" y="391"/>
                  </a:cubicBezTo>
                  <a:cubicBezTo>
                    <a:pt x="2886" y="118"/>
                    <a:pt x="2501" y="0"/>
                    <a:pt x="2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34"/>
            <p:cNvSpPr/>
            <p:nvPr/>
          </p:nvSpPr>
          <p:spPr>
            <a:xfrm>
              <a:off x="6480887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1" y="0"/>
                  </a:moveTo>
                  <a:cubicBezTo>
                    <a:pt x="1190" y="0"/>
                    <a:pt x="1060" y="21"/>
                    <a:pt x="924" y="66"/>
                  </a:cubicBezTo>
                  <a:cubicBezTo>
                    <a:pt x="905" y="69"/>
                    <a:pt x="885" y="80"/>
                    <a:pt x="870" y="92"/>
                  </a:cubicBezTo>
                  <a:cubicBezTo>
                    <a:pt x="1" y="721"/>
                    <a:pt x="445" y="1866"/>
                    <a:pt x="1353" y="1866"/>
                  </a:cubicBezTo>
                  <a:cubicBezTo>
                    <a:pt x="1474" y="1866"/>
                    <a:pt x="1604" y="1846"/>
                    <a:pt x="1740" y="1801"/>
                  </a:cubicBezTo>
                  <a:cubicBezTo>
                    <a:pt x="1759" y="1797"/>
                    <a:pt x="1778" y="1786"/>
                    <a:pt x="1798" y="1774"/>
                  </a:cubicBezTo>
                  <a:cubicBezTo>
                    <a:pt x="2663" y="1145"/>
                    <a:pt x="2222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34"/>
            <p:cNvSpPr/>
            <p:nvPr/>
          </p:nvSpPr>
          <p:spPr>
            <a:xfrm>
              <a:off x="6486943" y="1352951"/>
              <a:ext cx="218265" cy="152772"/>
            </a:xfrm>
            <a:custGeom>
              <a:avLst/>
              <a:gdLst/>
              <a:ahLst/>
              <a:cxnLst/>
              <a:rect l="l" t="t" r="r" b="b"/>
              <a:pathLst>
                <a:path w="2523" h="1766" extrusionOk="0">
                  <a:moveTo>
                    <a:pt x="1241" y="1"/>
                  </a:moveTo>
                  <a:cubicBezTo>
                    <a:pt x="1127" y="1"/>
                    <a:pt x="1005" y="20"/>
                    <a:pt x="877" y="62"/>
                  </a:cubicBezTo>
                  <a:cubicBezTo>
                    <a:pt x="858" y="65"/>
                    <a:pt x="838" y="76"/>
                    <a:pt x="823" y="88"/>
                  </a:cubicBezTo>
                  <a:cubicBezTo>
                    <a:pt x="1" y="683"/>
                    <a:pt x="421" y="1766"/>
                    <a:pt x="1282" y="1766"/>
                  </a:cubicBezTo>
                  <a:cubicBezTo>
                    <a:pt x="1397" y="1766"/>
                    <a:pt x="1519" y="1747"/>
                    <a:pt x="1647" y="1705"/>
                  </a:cubicBezTo>
                  <a:cubicBezTo>
                    <a:pt x="1666" y="1701"/>
                    <a:pt x="1685" y="1690"/>
                    <a:pt x="1700" y="1678"/>
                  </a:cubicBezTo>
                  <a:cubicBezTo>
                    <a:pt x="2522" y="1083"/>
                    <a:pt x="2102" y="1"/>
                    <a:pt x="12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34"/>
            <p:cNvSpPr/>
            <p:nvPr/>
          </p:nvSpPr>
          <p:spPr>
            <a:xfrm>
              <a:off x="6514366" y="1371896"/>
              <a:ext cx="163504" cy="114882"/>
            </a:xfrm>
            <a:custGeom>
              <a:avLst/>
              <a:gdLst/>
              <a:ahLst/>
              <a:cxnLst/>
              <a:rect l="l" t="t" r="r" b="b"/>
              <a:pathLst>
                <a:path w="1890" h="1328" extrusionOk="0">
                  <a:moveTo>
                    <a:pt x="927" y="1"/>
                  </a:moveTo>
                  <a:cubicBezTo>
                    <a:pt x="842" y="1"/>
                    <a:pt x="751" y="15"/>
                    <a:pt x="656" y="46"/>
                  </a:cubicBezTo>
                  <a:cubicBezTo>
                    <a:pt x="640" y="53"/>
                    <a:pt x="629" y="57"/>
                    <a:pt x="617" y="69"/>
                  </a:cubicBezTo>
                  <a:cubicBezTo>
                    <a:pt x="1" y="516"/>
                    <a:pt x="315" y="1328"/>
                    <a:pt x="962" y="1328"/>
                  </a:cubicBezTo>
                  <a:cubicBezTo>
                    <a:pt x="1048" y="1328"/>
                    <a:pt x="1139" y="1313"/>
                    <a:pt x="1234" y="1283"/>
                  </a:cubicBezTo>
                  <a:cubicBezTo>
                    <a:pt x="1250" y="1275"/>
                    <a:pt x="1261" y="1268"/>
                    <a:pt x="1276" y="1260"/>
                  </a:cubicBezTo>
                  <a:cubicBezTo>
                    <a:pt x="1889" y="813"/>
                    <a:pt x="1574" y="1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34"/>
            <p:cNvSpPr/>
            <p:nvPr/>
          </p:nvSpPr>
          <p:spPr>
            <a:xfrm>
              <a:off x="6573279" y="1413161"/>
              <a:ext cx="45937" cy="32354"/>
            </a:xfrm>
            <a:custGeom>
              <a:avLst/>
              <a:gdLst/>
              <a:ahLst/>
              <a:cxnLst/>
              <a:rect l="l" t="t" r="r" b="b"/>
              <a:pathLst>
                <a:path w="531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3" y="17"/>
                    <a:pt x="169" y="20"/>
                  </a:cubicBezTo>
                  <a:cubicBezTo>
                    <a:pt x="0" y="146"/>
                    <a:pt x="89" y="374"/>
                    <a:pt x="271" y="374"/>
                  </a:cubicBezTo>
                  <a:cubicBezTo>
                    <a:pt x="295" y="374"/>
                    <a:pt x="320" y="370"/>
                    <a:pt x="346" y="361"/>
                  </a:cubicBezTo>
                  <a:cubicBezTo>
                    <a:pt x="350" y="358"/>
                    <a:pt x="353" y="358"/>
                    <a:pt x="357" y="354"/>
                  </a:cubicBezTo>
                  <a:cubicBezTo>
                    <a:pt x="531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34"/>
            <p:cNvSpPr/>
            <p:nvPr/>
          </p:nvSpPr>
          <p:spPr>
            <a:xfrm>
              <a:off x="6586255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8" y="625"/>
                  </a:lnTo>
                  <a:lnTo>
                    <a:pt x="173" y="62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34"/>
            <p:cNvSpPr/>
            <p:nvPr/>
          </p:nvSpPr>
          <p:spPr>
            <a:xfrm>
              <a:off x="6539887" y="1391014"/>
              <a:ext cx="54415" cy="40139"/>
            </a:xfrm>
            <a:custGeom>
              <a:avLst/>
              <a:gdLst/>
              <a:ahLst/>
              <a:cxnLst/>
              <a:rect l="l" t="t" r="r" b="b"/>
              <a:pathLst>
                <a:path w="629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8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34"/>
            <p:cNvSpPr/>
            <p:nvPr/>
          </p:nvSpPr>
          <p:spPr>
            <a:xfrm>
              <a:off x="6539887" y="1427521"/>
              <a:ext cx="54415" cy="40226"/>
            </a:xfrm>
            <a:custGeom>
              <a:avLst/>
              <a:gdLst/>
              <a:ahLst/>
              <a:cxnLst/>
              <a:rect l="l" t="t" r="r" b="b"/>
              <a:pathLst>
                <a:path w="629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8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34"/>
            <p:cNvSpPr/>
            <p:nvPr/>
          </p:nvSpPr>
          <p:spPr>
            <a:xfrm>
              <a:off x="6586255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8" y="1"/>
                  </a:moveTo>
                  <a:lnTo>
                    <a:pt x="0" y="625"/>
                  </a:lnTo>
                  <a:lnTo>
                    <a:pt x="226" y="625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34"/>
            <p:cNvSpPr/>
            <p:nvPr/>
          </p:nvSpPr>
          <p:spPr>
            <a:xfrm>
              <a:off x="659819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8" y="1"/>
                  </a:moveTo>
                  <a:lnTo>
                    <a:pt x="28" y="50"/>
                  </a:lnTo>
                  <a:lnTo>
                    <a:pt x="0" y="100"/>
                  </a:lnTo>
                  <a:lnTo>
                    <a:pt x="511" y="464"/>
                  </a:lnTo>
                  <a:lnTo>
                    <a:pt x="568" y="364"/>
                  </a:lnTo>
                  <a:lnTo>
                    <a:pt x="625" y="264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34"/>
            <p:cNvSpPr/>
            <p:nvPr/>
          </p:nvSpPr>
          <p:spPr>
            <a:xfrm>
              <a:off x="659819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511" y="0"/>
                  </a:moveTo>
                  <a:lnTo>
                    <a:pt x="0" y="365"/>
                  </a:lnTo>
                  <a:lnTo>
                    <a:pt x="28" y="414"/>
                  </a:lnTo>
                  <a:lnTo>
                    <a:pt x="58" y="464"/>
                  </a:lnTo>
                  <a:lnTo>
                    <a:pt x="625" y="200"/>
                  </a:lnTo>
                  <a:lnTo>
                    <a:pt x="568" y="101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34"/>
            <p:cNvSpPr/>
            <p:nvPr/>
          </p:nvSpPr>
          <p:spPr>
            <a:xfrm>
              <a:off x="6585131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5" y="1"/>
                    <a:pt x="103" y="3"/>
                    <a:pt x="90" y="7"/>
                  </a:cubicBezTo>
                  <a:cubicBezTo>
                    <a:pt x="87" y="7"/>
                    <a:pt x="87" y="11"/>
                    <a:pt x="82" y="11"/>
                  </a:cubicBezTo>
                  <a:cubicBezTo>
                    <a:pt x="1" y="68"/>
                    <a:pt x="43" y="177"/>
                    <a:pt x="128" y="177"/>
                  </a:cubicBezTo>
                  <a:cubicBezTo>
                    <a:pt x="139" y="177"/>
                    <a:pt x="151" y="176"/>
                    <a:pt x="163" y="172"/>
                  </a:cubicBezTo>
                  <a:cubicBezTo>
                    <a:pt x="167" y="172"/>
                    <a:pt x="170" y="168"/>
                    <a:pt x="170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34"/>
            <p:cNvSpPr/>
            <p:nvPr/>
          </p:nvSpPr>
          <p:spPr>
            <a:xfrm>
              <a:off x="6078448" y="920667"/>
              <a:ext cx="377011" cy="234089"/>
            </a:xfrm>
            <a:custGeom>
              <a:avLst/>
              <a:gdLst/>
              <a:ahLst/>
              <a:cxnLst/>
              <a:rect l="l" t="t" r="r" b="b"/>
              <a:pathLst>
                <a:path w="4358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4307" y="2705"/>
                  </a:lnTo>
                  <a:lnTo>
                    <a:pt x="4357" y="2395"/>
                  </a:lnTo>
                  <a:cubicBezTo>
                    <a:pt x="4357" y="2395"/>
                    <a:pt x="2878" y="146"/>
                    <a:pt x="2809" y="100"/>
                  </a:cubicBezTo>
                  <a:cubicBezTo>
                    <a:pt x="2740" y="5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34"/>
            <p:cNvSpPr/>
            <p:nvPr/>
          </p:nvSpPr>
          <p:spPr>
            <a:xfrm>
              <a:off x="6080697" y="923003"/>
              <a:ext cx="372080" cy="229072"/>
            </a:xfrm>
            <a:custGeom>
              <a:avLst/>
              <a:gdLst/>
              <a:ahLst/>
              <a:cxnLst/>
              <a:rect l="l" t="t" r="r" b="b"/>
              <a:pathLst>
                <a:path w="4301" h="2648" extrusionOk="0">
                  <a:moveTo>
                    <a:pt x="1" y="0"/>
                  </a:moveTo>
                  <a:lnTo>
                    <a:pt x="1" y="2648"/>
                  </a:lnTo>
                  <a:lnTo>
                    <a:pt x="4258" y="2648"/>
                  </a:lnTo>
                  <a:lnTo>
                    <a:pt x="4300" y="2376"/>
                  </a:lnTo>
                  <a:cubicBezTo>
                    <a:pt x="3725" y="1502"/>
                    <a:pt x="2864" y="203"/>
                    <a:pt x="2772" y="99"/>
                  </a:cubicBezTo>
                  <a:cubicBezTo>
                    <a:pt x="2768" y="99"/>
                    <a:pt x="2768" y="96"/>
                    <a:pt x="2768" y="96"/>
                  </a:cubicBezTo>
                  <a:cubicBezTo>
                    <a:pt x="2710" y="80"/>
                    <a:pt x="2227" y="57"/>
                    <a:pt x="1629" y="42"/>
                  </a:cubicBezTo>
                  <a:cubicBezTo>
                    <a:pt x="1610" y="39"/>
                    <a:pt x="1595" y="39"/>
                    <a:pt x="1576" y="39"/>
                  </a:cubicBezTo>
                  <a:cubicBezTo>
                    <a:pt x="1526" y="39"/>
                    <a:pt x="1480" y="34"/>
                    <a:pt x="1430" y="34"/>
                  </a:cubicBezTo>
                  <a:cubicBezTo>
                    <a:pt x="959" y="23"/>
                    <a:pt x="438" y="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34"/>
            <p:cNvSpPr/>
            <p:nvPr/>
          </p:nvSpPr>
          <p:spPr>
            <a:xfrm>
              <a:off x="6291520" y="928626"/>
              <a:ext cx="35556" cy="224487"/>
            </a:xfrm>
            <a:custGeom>
              <a:avLst/>
              <a:gdLst/>
              <a:ahLst/>
              <a:cxnLst/>
              <a:rect l="l" t="t" r="r" b="b"/>
              <a:pathLst>
                <a:path w="411" h="2595" extrusionOk="0">
                  <a:moveTo>
                    <a:pt x="89" y="0"/>
                  </a:moveTo>
                  <a:lnTo>
                    <a:pt x="89" y="0"/>
                  </a:lnTo>
                  <a:cubicBezTo>
                    <a:pt x="151" y="54"/>
                    <a:pt x="112" y="2567"/>
                    <a:pt x="1" y="2595"/>
                  </a:cubicBezTo>
                  <a:lnTo>
                    <a:pt x="411" y="2595"/>
                  </a:lnTo>
                  <a:cubicBezTo>
                    <a:pt x="308" y="2483"/>
                    <a:pt x="269" y="172"/>
                    <a:pt x="312" y="15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34"/>
            <p:cNvSpPr/>
            <p:nvPr/>
          </p:nvSpPr>
          <p:spPr>
            <a:xfrm>
              <a:off x="6339618" y="1071538"/>
              <a:ext cx="136945" cy="91438"/>
            </a:xfrm>
            <a:custGeom>
              <a:avLst/>
              <a:gdLst/>
              <a:ahLst/>
              <a:cxnLst/>
              <a:rect l="l" t="t" r="r" b="b"/>
              <a:pathLst>
                <a:path w="1583" h="1057" extrusionOk="0">
                  <a:moveTo>
                    <a:pt x="562" y="1"/>
                  </a:moveTo>
                  <a:cubicBezTo>
                    <a:pt x="370" y="1"/>
                    <a:pt x="189" y="24"/>
                    <a:pt x="127" y="96"/>
                  </a:cubicBezTo>
                  <a:cubicBezTo>
                    <a:pt x="0" y="241"/>
                    <a:pt x="74" y="984"/>
                    <a:pt x="169" y="1035"/>
                  </a:cubicBezTo>
                  <a:cubicBezTo>
                    <a:pt x="200" y="1051"/>
                    <a:pt x="359" y="1057"/>
                    <a:pt x="557" y="1057"/>
                  </a:cubicBezTo>
                  <a:cubicBezTo>
                    <a:pt x="953" y="1057"/>
                    <a:pt x="1507" y="1035"/>
                    <a:pt x="1507" y="1035"/>
                  </a:cubicBezTo>
                  <a:cubicBezTo>
                    <a:pt x="1583" y="831"/>
                    <a:pt x="1530" y="547"/>
                    <a:pt x="1530" y="547"/>
                  </a:cubicBezTo>
                  <a:lnTo>
                    <a:pt x="1426" y="547"/>
                  </a:lnTo>
                  <a:cubicBezTo>
                    <a:pt x="1426" y="547"/>
                    <a:pt x="1261" y="103"/>
                    <a:pt x="1089" y="53"/>
                  </a:cubicBezTo>
                  <a:cubicBezTo>
                    <a:pt x="997" y="29"/>
                    <a:pt x="773" y="1"/>
                    <a:pt x="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34"/>
            <p:cNvSpPr/>
            <p:nvPr/>
          </p:nvSpPr>
          <p:spPr>
            <a:xfrm>
              <a:off x="6342906" y="1124135"/>
              <a:ext cx="51819" cy="28980"/>
            </a:xfrm>
            <a:custGeom>
              <a:avLst/>
              <a:gdLst/>
              <a:ahLst/>
              <a:cxnLst/>
              <a:rect l="l" t="t" r="r" b="b"/>
              <a:pathLst>
                <a:path w="599" h="335" extrusionOk="0">
                  <a:moveTo>
                    <a:pt x="1" y="1"/>
                  </a:moveTo>
                  <a:cubicBezTo>
                    <a:pt x="1" y="174"/>
                    <a:pt x="47" y="335"/>
                    <a:pt x="47" y="335"/>
                  </a:cubicBezTo>
                  <a:lnTo>
                    <a:pt x="545" y="335"/>
                  </a:lnTo>
                  <a:cubicBezTo>
                    <a:pt x="599" y="200"/>
                    <a:pt x="514" y="1"/>
                    <a:pt x="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34"/>
            <p:cNvSpPr/>
            <p:nvPr/>
          </p:nvSpPr>
          <p:spPr>
            <a:xfrm>
              <a:off x="5335164" y="1199830"/>
              <a:ext cx="59086" cy="113152"/>
            </a:xfrm>
            <a:custGeom>
              <a:avLst/>
              <a:gdLst/>
              <a:ahLst/>
              <a:cxnLst/>
              <a:rect l="l" t="t" r="r" b="b"/>
              <a:pathLst>
                <a:path w="683" h="1308" extrusionOk="0">
                  <a:moveTo>
                    <a:pt x="357" y="1"/>
                  </a:moveTo>
                  <a:cubicBezTo>
                    <a:pt x="259" y="1"/>
                    <a:pt x="154" y="9"/>
                    <a:pt x="43" y="26"/>
                  </a:cubicBezTo>
                  <a:cubicBezTo>
                    <a:pt x="1" y="521"/>
                    <a:pt x="43" y="1303"/>
                    <a:pt x="43" y="1303"/>
                  </a:cubicBezTo>
                  <a:cubicBezTo>
                    <a:pt x="112" y="1306"/>
                    <a:pt x="203" y="1308"/>
                    <a:pt x="294" y="1308"/>
                  </a:cubicBezTo>
                  <a:cubicBezTo>
                    <a:pt x="476" y="1308"/>
                    <a:pt x="656" y="1303"/>
                    <a:pt x="656" y="1303"/>
                  </a:cubicBezTo>
                  <a:cubicBezTo>
                    <a:pt x="683" y="835"/>
                    <a:pt x="633" y="26"/>
                    <a:pt x="633" y="26"/>
                  </a:cubicBezTo>
                  <a:cubicBezTo>
                    <a:pt x="547" y="9"/>
                    <a:pt x="455" y="1"/>
                    <a:pt x="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34"/>
            <p:cNvSpPr/>
            <p:nvPr/>
          </p:nvSpPr>
          <p:spPr>
            <a:xfrm>
              <a:off x="5349092" y="1296893"/>
              <a:ext cx="23012" cy="1471"/>
            </a:xfrm>
            <a:custGeom>
              <a:avLst/>
              <a:gdLst/>
              <a:ahLst/>
              <a:cxnLst/>
              <a:rect l="l" t="t" r="r" b="b"/>
              <a:pathLst>
                <a:path w="266" h="17" extrusionOk="0">
                  <a:moveTo>
                    <a:pt x="1" y="0"/>
                  </a:moveTo>
                  <a:lnTo>
                    <a:pt x="1" y="16"/>
                  </a:lnTo>
                  <a:lnTo>
                    <a:pt x="265" y="16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34"/>
            <p:cNvSpPr/>
            <p:nvPr/>
          </p:nvSpPr>
          <p:spPr>
            <a:xfrm>
              <a:off x="5349092" y="1285301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34"/>
            <p:cNvSpPr/>
            <p:nvPr/>
          </p:nvSpPr>
          <p:spPr>
            <a:xfrm>
              <a:off x="5349092" y="1273363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34"/>
            <p:cNvSpPr/>
            <p:nvPr/>
          </p:nvSpPr>
          <p:spPr>
            <a:xfrm>
              <a:off x="6805036" y="1198792"/>
              <a:ext cx="49830" cy="78722"/>
            </a:xfrm>
            <a:custGeom>
              <a:avLst/>
              <a:gdLst/>
              <a:ahLst/>
              <a:cxnLst/>
              <a:rect l="l" t="t" r="r" b="b"/>
              <a:pathLst>
                <a:path w="576" h="910" extrusionOk="0">
                  <a:moveTo>
                    <a:pt x="387" y="1"/>
                  </a:moveTo>
                  <a:cubicBezTo>
                    <a:pt x="387" y="1"/>
                    <a:pt x="28" y="50"/>
                    <a:pt x="0" y="119"/>
                  </a:cubicBezTo>
                  <a:cubicBezTo>
                    <a:pt x="0" y="119"/>
                    <a:pt x="46" y="613"/>
                    <a:pt x="97" y="882"/>
                  </a:cubicBezTo>
                  <a:cubicBezTo>
                    <a:pt x="97" y="882"/>
                    <a:pt x="356" y="910"/>
                    <a:pt x="499" y="910"/>
                  </a:cubicBezTo>
                  <a:cubicBezTo>
                    <a:pt x="532" y="910"/>
                    <a:pt x="559" y="908"/>
                    <a:pt x="575" y="905"/>
                  </a:cubicBezTo>
                  <a:cubicBezTo>
                    <a:pt x="575" y="905"/>
                    <a:pt x="456" y="307"/>
                    <a:pt x="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34"/>
            <p:cNvSpPr/>
            <p:nvPr/>
          </p:nvSpPr>
          <p:spPr>
            <a:xfrm>
              <a:off x="6814639" y="1247497"/>
              <a:ext cx="19378" cy="25606"/>
            </a:xfrm>
            <a:custGeom>
              <a:avLst/>
              <a:gdLst/>
              <a:ahLst/>
              <a:cxnLst/>
              <a:rect l="l" t="t" r="r" b="b"/>
              <a:pathLst>
                <a:path w="224" h="296" extrusionOk="0">
                  <a:moveTo>
                    <a:pt x="24" y="0"/>
                  </a:moveTo>
                  <a:cubicBezTo>
                    <a:pt x="12" y="0"/>
                    <a:pt x="1" y="12"/>
                    <a:pt x="1" y="27"/>
                  </a:cubicBezTo>
                  <a:lnTo>
                    <a:pt x="20" y="261"/>
                  </a:lnTo>
                  <a:cubicBezTo>
                    <a:pt x="24" y="273"/>
                    <a:pt x="32" y="280"/>
                    <a:pt x="43" y="284"/>
                  </a:cubicBezTo>
                  <a:cubicBezTo>
                    <a:pt x="92" y="288"/>
                    <a:pt x="158" y="292"/>
                    <a:pt x="196" y="296"/>
                  </a:cubicBezTo>
                  <a:cubicBezTo>
                    <a:pt x="211" y="296"/>
                    <a:pt x="223" y="280"/>
                    <a:pt x="223" y="265"/>
                  </a:cubicBezTo>
                  <a:cubicBezTo>
                    <a:pt x="211" y="161"/>
                    <a:pt x="193" y="62"/>
                    <a:pt x="184" y="20"/>
                  </a:cubicBezTo>
                  <a:cubicBezTo>
                    <a:pt x="181" y="8"/>
                    <a:pt x="173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34"/>
            <p:cNvSpPr/>
            <p:nvPr/>
          </p:nvSpPr>
          <p:spPr>
            <a:xfrm>
              <a:off x="5302117" y="974995"/>
              <a:ext cx="32528" cy="98619"/>
            </a:xfrm>
            <a:custGeom>
              <a:avLst/>
              <a:gdLst/>
              <a:ahLst/>
              <a:cxnLst/>
              <a:rect l="l" t="t" r="r" b="b"/>
              <a:pathLst>
                <a:path w="376" h="1140" extrusionOk="0">
                  <a:moveTo>
                    <a:pt x="88" y="1"/>
                  </a:moveTo>
                  <a:cubicBezTo>
                    <a:pt x="76" y="1"/>
                    <a:pt x="65" y="8"/>
                    <a:pt x="61" y="23"/>
                  </a:cubicBezTo>
                  <a:cubicBezTo>
                    <a:pt x="0" y="591"/>
                    <a:pt x="65" y="1019"/>
                    <a:pt x="84" y="1120"/>
                  </a:cubicBezTo>
                  <a:cubicBezTo>
                    <a:pt x="84" y="1131"/>
                    <a:pt x="96" y="1139"/>
                    <a:pt x="111" y="1139"/>
                  </a:cubicBezTo>
                  <a:lnTo>
                    <a:pt x="349" y="1139"/>
                  </a:lnTo>
                  <a:cubicBezTo>
                    <a:pt x="364" y="1139"/>
                    <a:pt x="375" y="1127"/>
                    <a:pt x="375" y="1111"/>
                  </a:cubicBezTo>
                  <a:cubicBezTo>
                    <a:pt x="375" y="1097"/>
                    <a:pt x="364" y="1085"/>
                    <a:pt x="349" y="1085"/>
                  </a:cubicBezTo>
                  <a:lnTo>
                    <a:pt x="276" y="1085"/>
                  </a:lnTo>
                  <a:cubicBezTo>
                    <a:pt x="260" y="1085"/>
                    <a:pt x="249" y="1074"/>
                    <a:pt x="249" y="1062"/>
                  </a:cubicBezTo>
                  <a:cubicBezTo>
                    <a:pt x="211" y="633"/>
                    <a:pt x="222" y="196"/>
                    <a:pt x="226" y="85"/>
                  </a:cubicBezTo>
                  <a:cubicBezTo>
                    <a:pt x="226" y="73"/>
                    <a:pt x="237" y="62"/>
                    <a:pt x="253" y="62"/>
                  </a:cubicBezTo>
                  <a:lnTo>
                    <a:pt x="322" y="62"/>
                  </a:lnTo>
                  <a:cubicBezTo>
                    <a:pt x="333" y="62"/>
                    <a:pt x="345" y="50"/>
                    <a:pt x="349" y="39"/>
                  </a:cubicBezTo>
                  <a:lnTo>
                    <a:pt x="349" y="31"/>
                  </a:lnTo>
                  <a:cubicBezTo>
                    <a:pt x="352" y="16"/>
                    <a:pt x="341" y="1"/>
                    <a:pt x="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34"/>
            <p:cNvSpPr/>
            <p:nvPr/>
          </p:nvSpPr>
          <p:spPr>
            <a:xfrm>
              <a:off x="5315959" y="786060"/>
              <a:ext cx="726771" cy="368695"/>
            </a:xfrm>
            <a:custGeom>
              <a:avLst/>
              <a:gdLst/>
              <a:ahLst/>
              <a:cxnLst/>
              <a:rect l="l" t="t" r="r" b="b"/>
              <a:pathLst>
                <a:path w="8401" h="4262" extrusionOk="0">
                  <a:moveTo>
                    <a:pt x="5323" y="0"/>
                  </a:moveTo>
                  <a:cubicBezTo>
                    <a:pt x="4963" y="0"/>
                    <a:pt x="4596" y="4"/>
                    <a:pt x="4231" y="4"/>
                  </a:cubicBezTo>
                  <a:lnTo>
                    <a:pt x="4074" y="4"/>
                  </a:lnTo>
                  <a:cubicBezTo>
                    <a:pt x="3809" y="8"/>
                    <a:pt x="3549" y="8"/>
                    <a:pt x="3292" y="12"/>
                  </a:cubicBezTo>
                  <a:cubicBezTo>
                    <a:pt x="1644" y="23"/>
                    <a:pt x="254" y="50"/>
                    <a:pt x="254" y="50"/>
                  </a:cubicBezTo>
                  <a:cubicBezTo>
                    <a:pt x="1" y="1364"/>
                    <a:pt x="181" y="3518"/>
                    <a:pt x="238" y="4108"/>
                  </a:cubicBezTo>
                  <a:cubicBezTo>
                    <a:pt x="250" y="4208"/>
                    <a:pt x="254" y="4261"/>
                    <a:pt x="254" y="4261"/>
                  </a:cubicBezTo>
                  <a:lnTo>
                    <a:pt x="8400" y="4261"/>
                  </a:lnTo>
                  <a:lnTo>
                    <a:pt x="8400" y="69"/>
                  </a:lnTo>
                  <a:cubicBezTo>
                    <a:pt x="7887" y="20"/>
                    <a:pt x="6665" y="4"/>
                    <a:pt x="53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34"/>
            <p:cNvSpPr/>
            <p:nvPr/>
          </p:nvSpPr>
          <p:spPr>
            <a:xfrm>
              <a:off x="5328589" y="1147060"/>
              <a:ext cx="714140" cy="18340"/>
            </a:xfrm>
            <a:custGeom>
              <a:avLst/>
              <a:gdLst/>
              <a:ahLst/>
              <a:cxnLst/>
              <a:rect l="l" t="t" r="r" b="b"/>
              <a:pathLst>
                <a:path w="8255" h="212" extrusionOk="0">
                  <a:moveTo>
                    <a:pt x="100" y="1"/>
                  </a:moveTo>
                  <a:cubicBezTo>
                    <a:pt x="0" y="27"/>
                    <a:pt x="73" y="211"/>
                    <a:pt x="73" y="211"/>
                  </a:cubicBezTo>
                  <a:lnTo>
                    <a:pt x="8254" y="211"/>
                  </a:lnTo>
                  <a:lnTo>
                    <a:pt x="8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34"/>
            <p:cNvSpPr/>
            <p:nvPr/>
          </p:nvSpPr>
          <p:spPr>
            <a:xfrm>
              <a:off x="5325648" y="778706"/>
              <a:ext cx="730058" cy="20416"/>
            </a:xfrm>
            <a:custGeom>
              <a:avLst/>
              <a:gdLst/>
              <a:ahLst/>
              <a:cxnLst/>
              <a:rect l="l" t="t" r="r" b="b"/>
              <a:pathLst>
                <a:path w="8439" h="236" extrusionOk="0">
                  <a:moveTo>
                    <a:pt x="130" y="1"/>
                  </a:moveTo>
                  <a:cubicBezTo>
                    <a:pt x="0" y="1"/>
                    <a:pt x="0" y="200"/>
                    <a:pt x="130" y="204"/>
                  </a:cubicBezTo>
                  <a:cubicBezTo>
                    <a:pt x="2253" y="212"/>
                    <a:pt x="4372" y="220"/>
                    <a:pt x="6495" y="227"/>
                  </a:cubicBezTo>
                  <a:cubicBezTo>
                    <a:pt x="7096" y="231"/>
                    <a:pt x="7702" y="231"/>
                    <a:pt x="8307" y="235"/>
                  </a:cubicBezTo>
                  <a:cubicBezTo>
                    <a:pt x="8438" y="235"/>
                    <a:pt x="8438" y="32"/>
                    <a:pt x="8307" y="32"/>
                  </a:cubicBezTo>
                  <a:cubicBezTo>
                    <a:pt x="6185" y="24"/>
                    <a:pt x="4065" y="16"/>
                    <a:pt x="1943" y="9"/>
                  </a:cubicBezTo>
                  <a:cubicBezTo>
                    <a:pt x="1341" y="5"/>
                    <a:pt x="736" y="1"/>
                    <a:pt x="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34"/>
            <p:cNvSpPr/>
            <p:nvPr/>
          </p:nvSpPr>
          <p:spPr>
            <a:xfrm>
              <a:off x="5353071" y="818500"/>
              <a:ext cx="667425" cy="6748"/>
            </a:xfrm>
            <a:custGeom>
              <a:avLst/>
              <a:gdLst/>
              <a:ahLst/>
              <a:cxnLst/>
              <a:rect l="l" t="t" r="r" b="b"/>
              <a:pathLst>
                <a:path w="7715" h="78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8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34"/>
            <p:cNvSpPr/>
            <p:nvPr/>
          </p:nvSpPr>
          <p:spPr>
            <a:xfrm>
              <a:off x="5353071" y="85993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3"/>
                  </a:lnTo>
                  <a:lnTo>
                    <a:pt x="7715" y="73"/>
                  </a:lnTo>
                  <a:lnTo>
                    <a:pt x="7715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34"/>
            <p:cNvSpPr/>
            <p:nvPr/>
          </p:nvSpPr>
          <p:spPr>
            <a:xfrm>
              <a:off x="5353071" y="901116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34"/>
            <p:cNvSpPr/>
            <p:nvPr/>
          </p:nvSpPr>
          <p:spPr>
            <a:xfrm>
              <a:off x="5353071" y="94220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5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34"/>
            <p:cNvSpPr/>
            <p:nvPr/>
          </p:nvSpPr>
          <p:spPr>
            <a:xfrm>
              <a:off x="5353071" y="983299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34"/>
            <p:cNvSpPr/>
            <p:nvPr/>
          </p:nvSpPr>
          <p:spPr>
            <a:xfrm>
              <a:off x="5353071" y="1024391"/>
              <a:ext cx="667425" cy="6661"/>
            </a:xfrm>
            <a:custGeom>
              <a:avLst/>
              <a:gdLst/>
              <a:ahLst/>
              <a:cxnLst/>
              <a:rect l="l" t="t" r="r" b="b"/>
              <a:pathLst>
                <a:path w="7715" h="77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7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34"/>
            <p:cNvSpPr/>
            <p:nvPr/>
          </p:nvSpPr>
          <p:spPr>
            <a:xfrm>
              <a:off x="5353071" y="1065829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2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34"/>
            <p:cNvSpPr/>
            <p:nvPr/>
          </p:nvSpPr>
          <p:spPr>
            <a:xfrm>
              <a:off x="5353071" y="1106920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4"/>
                  </a:lnTo>
                  <a:lnTo>
                    <a:pt x="7715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1" name="Google Shape;4511;p34"/>
          <p:cNvGrpSpPr/>
          <p:nvPr/>
        </p:nvGrpSpPr>
        <p:grpSpPr>
          <a:xfrm>
            <a:off x="2972441" y="4216191"/>
            <a:ext cx="682394" cy="774372"/>
            <a:chOff x="5933354" y="3578766"/>
            <a:chExt cx="682394" cy="774372"/>
          </a:xfrm>
        </p:grpSpPr>
        <p:sp>
          <p:nvSpPr>
            <p:cNvPr id="4512" name="Google Shape;4512;p34"/>
            <p:cNvSpPr/>
            <p:nvPr/>
          </p:nvSpPr>
          <p:spPr>
            <a:xfrm>
              <a:off x="6417139" y="3944939"/>
              <a:ext cx="29831" cy="26803"/>
            </a:xfrm>
            <a:custGeom>
              <a:avLst/>
              <a:gdLst/>
              <a:ahLst/>
              <a:cxnLst/>
              <a:rect l="l" t="t" r="r" b="b"/>
              <a:pathLst>
                <a:path w="266" h="239" extrusionOk="0">
                  <a:moveTo>
                    <a:pt x="74" y="1"/>
                  </a:moveTo>
                  <a:lnTo>
                    <a:pt x="0" y="112"/>
                  </a:lnTo>
                  <a:lnTo>
                    <a:pt x="193" y="239"/>
                  </a:lnTo>
                  <a:lnTo>
                    <a:pt x="265" y="12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34"/>
            <p:cNvSpPr/>
            <p:nvPr/>
          </p:nvSpPr>
          <p:spPr>
            <a:xfrm>
              <a:off x="6366450" y="3960415"/>
              <a:ext cx="29718" cy="26803"/>
            </a:xfrm>
            <a:custGeom>
              <a:avLst/>
              <a:gdLst/>
              <a:ahLst/>
              <a:cxnLst/>
              <a:rect l="l" t="t" r="r" b="b"/>
              <a:pathLst>
                <a:path w="265" h="239" extrusionOk="0">
                  <a:moveTo>
                    <a:pt x="73" y="1"/>
                  </a:moveTo>
                  <a:lnTo>
                    <a:pt x="1" y="112"/>
                  </a:lnTo>
                  <a:lnTo>
                    <a:pt x="192" y="239"/>
                  </a:lnTo>
                  <a:lnTo>
                    <a:pt x="265" y="128"/>
                  </a:lnTo>
                  <a:lnTo>
                    <a:pt x="73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34"/>
            <p:cNvSpPr/>
            <p:nvPr/>
          </p:nvSpPr>
          <p:spPr>
            <a:xfrm>
              <a:off x="6255989" y="3696637"/>
              <a:ext cx="184030" cy="272070"/>
            </a:xfrm>
            <a:custGeom>
              <a:avLst/>
              <a:gdLst/>
              <a:ahLst/>
              <a:cxnLst/>
              <a:rect l="l" t="t" r="r" b="b"/>
              <a:pathLst>
                <a:path w="1641" h="2426" extrusionOk="0">
                  <a:moveTo>
                    <a:pt x="369" y="0"/>
                  </a:moveTo>
                  <a:cubicBezTo>
                    <a:pt x="321" y="0"/>
                    <a:pt x="274" y="27"/>
                    <a:pt x="250" y="73"/>
                  </a:cubicBezTo>
                  <a:cubicBezTo>
                    <a:pt x="1" y="540"/>
                    <a:pt x="380" y="1230"/>
                    <a:pt x="395" y="1261"/>
                  </a:cubicBezTo>
                  <a:cubicBezTo>
                    <a:pt x="606" y="1633"/>
                    <a:pt x="928" y="1962"/>
                    <a:pt x="1101" y="2126"/>
                  </a:cubicBezTo>
                  <a:cubicBezTo>
                    <a:pt x="1216" y="2234"/>
                    <a:pt x="1368" y="2353"/>
                    <a:pt x="1469" y="2425"/>
                  </a:cubicBezTo>
                  <a:lnTo>
                    <a:pt x="1641" y="2234"/>
                  </a:lnTo>
                  <a:cubicBezTo>
                    <a:pt x="1580" y="2200"/>
                    <a:pt x="1469" y="2108"/>
                    <a:pt x="1253" y="1901"/>
                  </a:cubicBezTo>
                  <a:cubicBezTo>
                    <a:pt x="989" y="1644"/>
                    <a:pt x="767" y="1372"/>
                    <a:pt x="633" y="1127"/>
                  </a:cubicBezTo>
                  <a:cubicBezTo>
                    <a:pt x="541" y="966"/>
                    <a:pt x="338" y="479"/>
                    <a:pt x="487" y="200"/>
                  </a:cubicBezTo>
                  <a:cubicBezTo>
                    <a:pt x="522" y="134"/>
                    <a:pt x="495" y="54"/>
                    <a:pt x="430" y="16"/>
                  </a:cubicBezTo>
                  <a:cubicBezTo>
                    <a:pt x="411" y="5"/>
                    <a:pt x="390" y="0"/>
                    <a:pt x="3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34"/>
            <p:cNvSpPr/>
            <p:nvPr/>
          </p:nvSpPr>
          <p:spPr>
            <a:xfrm>
              <a:off x="6295576" y="4142661"/>
              <a:ext cx="25457" cy="24560"/>
            </a:xfrm>
            <a:custGeom>
              <a:avLst/>
              <a:gdLst/>
              <a:ahLst/>
              <a:cxnLst/>
              <a:rect l="l" t="t" r="r" b="b"/>
              <a:pathLst>
                <a:path w="227" h="219" extrusionOk="0">
                  <a:moveTo>
                    <a:pt x="77" y="1"/>
                  </a:moveTo>
                  <a:lnTo>
                    <a:pt x="0" y="123"/>
                  </a:lnTo>
                  <a:lnTo>
                    <a:pt x="146" y="219"/>
                  </a:lnTo>
                  <a:lnTo>
                    <a:pt x="226" y="93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F9B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34"/>
            <p:cNvSpPr/>
            <p:nvPr/>
          </p:nvSpPr>
          <p:spPr>
            <a:xfrm>
              <a:off x="6284025" y="4150399"/>
              <a:ext cx="32634" cy="32859"/>
            </a:xfrm>
            <a:custGeom>
              <a:avLst/>
              <a:gdLst/>
              <a:ahLst/>
              <a:cxnLst/>
              <a:rect l="l" t="t" r="r" b="b"/>
              <a:pathLst>
                <a:path w="291" h="293" extrusionOk="0">
                  <a:moveTo>
                    <a:pt x="119" y="1"/>
                  </a:moveTo>
                  <a:lnTo>
                    <a:pt x="0" y="181"/>
                  </a:lnTo>
                  <a:lnTo>
                    <a:pt x="176" y="292"/>
                  </a:lnTo>
                  <a:lnTo>
                    <a:pt x="291" y="112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AFB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34"/>
            <p:cNvSpPr/>
            <p:nvPr/>
          </p:nvSpPr>
          <p:spPr>
            <a:xfrm>
              <a:off x="6275278" y="4173614"/>
              <a:ext cx="59998" cy="43513"/>
            </a:xfrm>
            <a:custGeom>
              <a:avLst/>
              <a:gdLst/>
              <a:ahLst/>
              <a:cxnLst/>
              <a:rect l="l" t="t" r="r" b="b"/>
              <a:pathLst>
                <a:path w="535" h="388" extrusionOk="0">
                  <a:moveTo>
                    <a:pt x="20" y="1"/>
                  </a:moveTo>
                  <a:lnTo>
                    <a:pt x="16" y="8"/>
                  </a:lnTo>
                  <a:cubicBezTo>
                    <a:pt x="1" y="27"/>
                    <a:pt x="9" y="50"/>
                    <a:pt x="24" y="62"/>
                  </a:cubicBezTo>
                  <a:cubicBezTo>
                    <a:pt x="85" y="104"/>
                    <a:pt x="212" y="188"/>
                    <a:pt x="212" y="188"/>
                  </a:cubicBezTo>
                  <a:lnTo>
                    <a:pt x="507" y="388"/>
                  </a:lnTo>
                  <a:lnTo>
                    <a:pt x="534" y="346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34"/>
            <p:cNvSpPr/>
            <p:nvPr/>
          </p:nvSpPr>
          <p:spPr>
            <a:xfrm>
              <a:off x="6277521" y="4159035"/>
              <a:ext cx="62353" cy="53382"/>
            </a:xfrm>
            <a:custGeom>
              <a:avLst/>
              <a:gdLst/>
              <a:ahLst/>
              <a:cxnLst/>
              <a:rect l="l" t="t" r="r" b="b"/>
              <a:pathLst>
                <a:path w="556" h="476" extrusionOk="0">
                  <a:moveTo>
                    <a:pt x="107" y="0"/>
                  </a:moveTo>
                  <a:cubicBezTo>
                    <a:pt x="96" y="0"/>
                    <a:pt x="85" y="5"/>
                    <a:pt x="77" y="16"/>
                  </a:cubicBezTo>
                  <a:lnTo>
                    <a:pt x="35" y="81"/>
                  </a:lnTo>
                  <a:lnTo>
                    <a:pt x="0" y="131"/>
                  </a:lnTo>
                  <a:lnTo>
                    <a:pt x="514" y="476"/>
                  </a:lnTo>
                  <a:cubicBezTo>
                    <a:pt x="556" y="410"/>
                    <a:pt x="525" y="345"/>
                    <a:pt x="460" y="303"/>
                  </a:cubicBezTo>
                  <a:lnTo>
                    <a:pt x="399" y="261"/>
                  </a:lnTo>
                  <a:cubicBezTo>
                    <a:pt x="391" y="257"/>
                    <a:pt x="387" y="249"/>
                    <a:pt x="380" y="246"/>
                  </a:cubicBezTo>
                  <a:lnTo>
                    <a:pt x="376" y="242"/>
                  </a:lnTo>
                  <a:cubicBezTo>
                    <a:pt x="364" y="230"/>
                    <a:pt x="357" y="223"/>
                    <a:pt x="357" y="211"/>
                  </a:cubicBezTo>
                  <a:lnTo>
                    <a:pt x="357" y="203"/>
                  </a:lnTo>
                  <a:cubicBezTo>
                    <a:pt x="353" y="196"/>
                    <a:pt x="357" y="188"/>
                    <a:pt x="364" y="180"/>
                  </a:cubicBezTo>
                  <a:lnTo>
                    <a:pt x="364" y="177"/>
                  </a:lnTo>
                  <a:lnTo>
                    <a:pt x="246" y="85"/>
                  </a:lnTo>
                  <a:lnTo>
                    <a:pt x="242" y="88"/>
                  </a:lnTo>
                  <a:cubicBezTo>
                    <a:pt x="227" y="108"/>
                    <a:pt x="203" y="120"/>
                    <a:pt x="179" y="120"/>
                  </a:cubicBezTo>
                  <a:cubicBezTo>
                    <a:pt x="166" y="120"/>
                    <a:pt x="153" y="116"/>
                    <a:pt x="142" y="108"/>
                  </a:cubicBezTo>
                  <a:cubicBezTo>
                    <a:pt x="108" y="85"/>
                    <a:pt x="100" y="39"/>
                    <a:pt x="123" y="8"/>
                  </a:cubicBezTo>
                  <a:lnTo>
                    <a:pt x="123" y="4"/>
                  </a:lnTo>
                  <a:cubicBezTo>
                    <a:pt x="118" y="1"/>
                    <a:pt x="113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34"/>
            <p:cNvSpPr/>
            <p:nvPr/>
          </p:nvSpPr>
          <p:spPr>
            <a:xfrm>
              <a:off x="6190274" y="3918920"/>
              <a:ext cx="180105" cy="248295"/>
            </a:xfrm>
            <a:custGeom>
              <a:avLst/>
              <a:gdLst/>
              <a:ahLst/>
              <a:cxnLst/>
              <a:rect l="l" t="t" r="r" b="b"/>
              <a:pathLst>
                <a:path w="1606" h="2214" extrusionOk="0">
                  <a:moveTo>
                    <a:pt x="883" y="0"/>
                  </a:moveTo>
                  <a:cubicBezTo>
                    <a:pt x="847" y="0"/>
                    <a:pt x="810" y="1"/>
                    <a:pt x="771" y="3"/>
                  </a:cubicBezTo>
                  <a:cubicBezTo>
                    <a:pt x="525" y="15"/>
                    <a:pt x="115" y="68"/>
                    <a:pt x="0" y="95"/>
                  </a:cubicBezTo>
                  <a:lnTo>
                    <a:pt x="249" y="535"/>
                  </a:lnTo>
                  <a:cubicBezTo>
                    <a:pt x="334" y="517"/>
                    <a:pt x="525" y="482"/>
                    <a:pt x="721" y="466"/>
                  </a:cubicBezTo>
                  <a:cubicBezTo>
                    <a:pt x="778" y="462"/>
                    <a:pt x="828" y="461"/>
                    <a:pt x="871" y="461"/>
                  </a:cubicBezTo>
                  <a:cubicBezTo>
                    <a:pt x="1020" y="461"/>
                    <a:pt x="1088" y="481"/>
                    <a:pt x="1112" y="489"/>
                  </a:cubicBezTo>
                  <a:cubicBezTo>
                    <a:pt x="1127" y="528"/>
                    <a:pt x="1135" y="555"/>
                    <a:pt x="1135" y="586"/>
                  </a:cubicBezTo>
                  <a:cubicBezTo>
                    <a:pt x="1146" y="1103"/>
                    <a:pt x="1081" y="1513"/>
                    <a:pt x="886" y="1969"/>
                  </a:cubicBezTo>
                  <a:lnTo>
                    <a:pt x="1284" y="2214"/>
                  </a:lnTo>
                  <a:cubicBezTo>
                    <a:pt x="1507" y="1693"/>
                    <a:pt x="1606" y="1164"/>
                    <a:pt x="1595" y="574"/>
                  </a:cubicBezTo>
                  <a:cubicBezTo>
                    <a:pt x="1595" y="452"/>
                    <a:pt x="1556" y="356"/>
                    <a:pt x="1522" y="275"/>
                  </a:cubicBezTo>
                  <a:cubicBezTo>
                    <a:pt x="1464" y="149"/>
                    <a:pt x="1346" y="64"/>
                    <a:pt x="1165" y="26"/>
                  </a:cubicBezTo>
                  <a:cubicBezTo>
                    <a:pt x="1084" y="9"/>
                    <a:pt x="991" y="0"/>
                    <a:pt x="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34"/>
            <p:cNvSpPr/>
            <p:nvPr/>
          </p:nvSpPr>
          <p:spPr>
            <a:xfrm>
              <a:off x="6235019" y="4226437"/>
              <a:ext cx="31401" cy="78391"/>
            </a:xfrm>
            <a:custGeom>
              <a:avLst/>
              <a:gdLst/>
              <a:ahLst/>
              <a:cxnLst/>
              <a:rect l="l" t="t" r="r" b="b"/>
              <a:pathLst>
                <a:path w="280" h="699" extrusionOk="0">
                  <a:moveTo>
                    <a:pt x="172" y="1"/>
                  </a:moveTo>
                  <a:lnTo>
                    <a:pt x="0" y="672"/>
                  </a:lnTo>
                  <a:lnTo>
                    <a:pt x="112" y="699"/>
                  </a:lnTo>
                  <a:lnTo>
                    <a:pt x="280" y="32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34"/>
            <p:cNvSpPr/>
            <p:nvPr/>
          </p:nvSpPr>
          <p:spPr>
            <a:xfrm>
              <a:off x="6261148" y="4161614"/>
              <a:ext cx="38802" cy="13346"/>
            </a:xfrm>
            <a:custGeom>
              <a:avLst/>
              <a:gdLst/>
              <a:ahLst/>
              <a:cxnLst/>
              <a:rect l="l" t="t" r="r" b="b"/>
              <a:pathLst>
                <a:path w="346" h="119" extrusionOk="0">
                  <a:moveTo>
                    <a:pt x="31" y="0"/>
                  </a:moveTo>
                  <a:lnTo>
                    <a:pt x="1" y="119"/>
                  </a:lnTo>
                  <a:lnTo>
                    <a:pt x="346" y="11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1F2B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34"/>
            <p:cNvSpPr/>
            <p:nvPr/>
          </p:nvSpPr>
          <p:spPr>
            <a:xfrm>
              <a:off x="6182087" y="3985425"/>
              <a:ext cx="21195" cy="47775"/>
            </a:xfrm>
            <a:custGeom>
              <a:avLst/>
              <a:gdLst/>
              <a:ahLst/>
              <a:cxnLst/>
              <a:rect l="l" t="t" r="r" b="b"/>
              <a:pathLst>
                <a:path w="189" h="426" extrusionOk="0">
                  <a:moveTo>
                    <a:pt x="81" y="0"/>
                  </a:moveTo>
                  <a:lnTo>
                    <a:pt x="0" y="23"/>
                  </a:lnTo>
                  <a:lnTo>
                    <a:pt x="104" y="425"/>
                  </a:lnTo>
                  <a:lnTo>
                    <a:pt x="188" y="402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DB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34"/>
            <p:cNvSpPr/>
            <p:nvPr/>
          </p:nvSpPr>
          <p:spPr>
            <a:xfrm>
              <a:off x="6187246" y="4022771"/>
              <a:ext cx="25457" cy="31065"/>
            </a:xfrm>
            <a:custGeom>
              <a:avLst/>
              <a:gdLst/>
              <a:ahLst/>
              <a:cxnLst/>
              <a:rect l="l" t="t" r="r" b="b"/>
              <a:pathLst>
                <a:path w="227" h="277" extrusionOk="0">
                  <a:moveTo>
                    <a:pt x="170" y="0"/>
                  </a:moveTo>
                  <a:lnTo>
                    <a:pt x="0" y="46"/>
                  </a:lnTo>
                  <a:lnTo>
                    <a:pt x="62" y="276"/>
                  </a:lnTo>
                  <a:lnTo>
                    <a:pt x="227" y="235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FAFB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34"/>
            <p:cNvSpPr/>
            <p:nvPr/>
          </p:nvSpPr>
          <p:spPr>
            <a:xfrm>
              <a:off x="6129492" y="3965126"/>
              <a:ext cx="113379" cy="36336"/>
            </a:xfrm>
            <a:custGeom>
              <a:avLst/>
              <a:gdLst/>
              <a:ahLst/>
              <a:cxnLst/>
              <a:rect l="l" t="t" r="r" b="b"/>
              <a:pathLst>
                <a:path w="1011" h="324" extrusionOk="0">
                  <a:moveTo>
                    <a:pt x="52" y="1"/>
                  </a:moveTo>
                  <a:cubicBezTo>
                    <a:pt x="16" y="1"/>
                    <a:pt x="0" y="26"/>
                    <a:pt x="22" y="63"/>
                  </a:cubicBezTo>
                  <a:lnTo>
                    <a:pt x="144" y="261"/>
                  </a:lnTo>
                  <a:cubicBezTo>
                    <a:pt x="165" y="298"/>
                    <a:pt x="218" y="323"/>
                    <a:pt x="258" y="323"/>
                  </a:cubicBezTo>
                  <a:cubicBezTo>
                    <a:pt x="261" y="323"/>
                    <a:pt x="264" y="323"/>
                    <a:pt x="266" y="323"/>
                  </a:cubicBezTo>
                  <a:lnTo>
                    <a:pt x="929" y="266"/>
                  </a:lnTo>
                  <a:cubicBezTo>
                    <a:pt x="975" y="266"/>
                    <a:pt x="1010" y="224"/>
                    <a:pt x="1010" y="181"/>
                  </a:cubicBezTo>
                  <a:lnTo>
                    <a:pt x="1010" y="169"/>
                  </a:lnTo>
                  <a:cubicBezTo>
                    <a:pt x="1007" y="123"/>
                    <a:pt x="972" y="86"/>
                    <a:pt x="926" y="82"/>
                  </a:cubicBezTo>
                  <a:lnTo>
                    <a:pt x="59" y="1"/>
                  </a:lnTo>
                  <a:cubicBezTo>
                    <a:pt x="57" y="1"/>
                    <a:pt x="54" y="1"/>
                    <a:pt x="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34"/>
            <p:cNvSpPr/>
            <p:nvPr/>
          </p:nvSpPr>
          <p:spPr>
            <a:xfrm>
              <a:off x="6231094" y="4295186"/>
              <a:ext cx="54278" cy="27252"/>
            </a:xfrm>
            <a:custGeom>
              <a:avLst/>
              <a:gdLst/>
              <a:ahLst/>
              <a:cxnLst/>
              <a:rect l="l" t="t" r="r" b="b"/>
              <a:pathLst>
                <a:path w="484" h="243" extrusionOk="0">
                  <a:moveTo>
                    <a:pt x="32" y="1"/>
                  </a:moveTo>
                  <a:lnTo>
                    <a:pt x="0" y="116"/>
                  </a:lnTo>
                  <a:lnTo>
                    <a:pt x="453" y="243"/>
                  </a:lnTo>
                  <a:lnTo>
                    <a:pt x="483" y="128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34"/>
            <p:cNvSpPr/>
            <p:nvPr/>
          </p:nvSpPr>
          <p:spPr>
            <a:xfrm>
              <a:off x="6217749" y="4201540"/>
              <a:ext cx="72782" cy="72784"/>
            </a:xfrm>
            <a:custGeom>
              <a:avLst/>
              <a:gdLst/>
              <a:ahLst/>
              <a:cxnLst/>
              <a:rect l="l" t="t" r="r" b="b"/>
              <a:pathLst>
                <a:path w="649" h="649" extrusionOk="0">
                  <a:moveTo>
                    <a:pt x="399" y="47"/>
                  </a:moveTo>
                  <a:cubicBezTo>
                    <a:pt x="441" y="47"/>
                    <a:pt x="460" y="81"/>
                    <a:pt x="445" y="116"/>
                  </a:cubicBezTo>
                  <a:lnTo>
                    <a:pt x="418" y="177"/>
                  </a:lnTo>
                  <a:cubicBezTo>
                    <a:pt x="399" y="215"/>
                    <a:pt x="357" y="246"/>
                    <a:pt x="323" y="246"/>
                  </a:cubicBezTo>
                  <a:cubicBezTo>
                    <a:pt x="289" y="246"/>
                    <a:pt x="246" y="215"/>
                    <a:pt x="231" y="177"/>
                  </a:cubicBezTo>
                  <a:lnTo>
                    <a:pt x="204" y="116"/>
                  </a:lnTo>
                  <a:cubicBezTo>
                    <a:pt x="185" y="81"/>
                    <a:pt x="208" y="47"/>
                    <a:pt x="250" y="47"/>
                  </a:cubicBezTo>
                  <a:close/>
                  <a:moveTo>
                    <a:pt x="85" y="197"/>
                  </a:moveTo>
                  <a:cubicBezTo>
                    <a:pt x="94" y="197"/>
                    <a:pt x="102" y="199"/>
                    <a:pt x="112" y="204"/>
                  </a:cubicBezTo>
                  <a:lnTo>
                    <a:pt x="174" y="231"/>
                  </a:lnTo>
                  <a:cubicBezTo>
                    <a:pt x="211" y="250"/>
                    <a:pt x="243" y="288"/>
                    <a:pt x="243" y="323"/>
                  </a:cubicBezTo>
                  <a:cubicBezTo>
                    <a:pt x="243" y="357"/>
                    <a:pt x="211" y="399"/>
                    <a:pt x="174" y="418"/>
                  </a:cubicBezTo>
                  <a:lnTo>
                    <a:pt x="112" y="445"/>
                  </a:lnTo>
                  <a:cubicBezTo>
                    <a:pt x="103" y="449"/>
                    <a:pt x="94" y="450"/>
                    <a:pt x="87" y="450"/>
                  </a:cubicBezTo>
                  <a:cubicBezTo>
                    <a:pt x="61" y="450"/>
                    <a:pt x="43" y="432"/>
                    <a:pt x="43" y="399"/>
                  </a:cubicBezTo>
                  <a:lnTo>
                    <a:pt x="43" y="250"/>
                  </a:lnTo>
                  <a:cubicBezTo>
                    <a:pt x="43" y="218"/>
                    <a:pt x="60" y="197"/>
                    <a:pt x="85" y="197"/>
                  </a:cubicBezTo>
                  <a:close/>
                  <a:moveTo>
                    <a:pt x="555" y="202"/>
                  </a:moveTo>
                  <a:cubicBezTo>
                    <a:pt x="581" y="202"/>
                    <a:pt x="598" y="221"/>
                    <a:pt x="598" y="254"/>
                  </a:cubicBezTo>
                  <a:lnTo>
                    <a:pt x="598" y="406"/>
                  </a:lnTo>
                  <a:cubicBezTo>
                    <a:pt x="598" y="438"/>
                    <a:pt x="582" y="456"/>
                    <a:pt x="558" y="456"/>
                  </a:cubicBezTo>
                  <a:cubicBezTo>
                    <a:pt x="549" y="456"/>
                    <a:pt x="540" y="454"/>
                    <a:pt x="529" y="449"/>
                  </a:cubicBezTo>
                  <a:lnTo>
                    <a:pt x="472" y="422"/>
                  </a:lnTo>
                  <a:cubicBezTo>
                    <a:pt x="434" y="406"/>
                    <a:pt x="403" y="365"/>
                    <a:pt x="403" y="330"/>
                  </a:cubicBezTo>
                  <a:cubicBezTo>
                    <a:pt x="403" y="296"/>
                    <a:pt x="434" y="254"/>
                    <a:pt x="472" y="234"/>
                  </a:cubicBezTo>
                  <a:lnTo>
                    <a:pt x="529" y="208"/>
                  </a:lnTo>
                  <a:cubicBezTo>
                    <a:pt x="538" y="204"/>
                    <a:pt x="547" y="202"/>
                    <a:pt x="555" y="202"/>
                  </a:cubicBezTo>
                  <a:close/>
                  <a:moveTo>
                    <a:pt x="319" y="406"/>
                  </a:moveTo>
                  <a:cubicBezTo>
                    <a:pt x="353" y="406"/>
                    <a:pt x="395" y="438"/>
                    <a:pt x="411" y="475"/>
                  </a:cubicBezTo>
                  <a:lnTo>
                    <a:pt x="441" y="537"/>
                  </a:lnTo>
                  <a:cubicBezTo>
                    <a:pt x="457" y="576"/>
                    <a:pt x="437" y="606"/>
                    <a:pt x="395" y="606"/>
                  </a:cubicBezTo>
                  <a:lnTo>
                    <a:pt x="243" y="606"/>
                  </a:lnTo>
                  <a:cubicBezTo>
                    <a:pt x="200" y="606"/>
                    <a:pt x="181" y="576"/>
                    <a:pt x="200" y="537"/>
                  </a:cubicBezTo>
                  <a:lnTo>
                    <a:pt x="227" y="475"/>
                  </a:lnTo>
                  <a:cubicBezTo>
                    <a:pt x="243" y="438"/>
                    <a:pt x="284" y="406"/>
                    <a:pt x="319" y="406"/>
                  </a:cubicBezTo>
                  <a:close/>
                  <a:moveTo>
                    <a:pt x="323" y="1"/>
                  </a:moveTo>
                  <a:cubicBezTo>
                    <a:pt x="146" y="1"/>
                    <a:pt x="1" y="146"/>
                    <a:pt x="1" y="326"/>
                  </a:cubicBezTo>
                  <a:cubicBezTo>
                    <a:pt x="1" y="507"/>
                    <a:pt x="146" y="648"/>
                    <a:pt x="323" y="648"/>
                  </a:cubicBezTo>
                  <a:cubicBezTo>
                    <a:pt x="503" y="648"/>
                    <a:pt x="648" y="507"/>
                    <a:pt x="648" y="326"/>
                  </a:cubicBezTo>
                  <a:cubicBezTo>
                    <a:pt x="648" y="146"/>
                    <a:pt x="503" y="1"/>
                    <a:pt x="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34"/>
            <p:cNvSpPr/>
            <p:nvPr/>
          </p:nvSpPr>
          <p:spPr>
            <a:xfrm>
              <a:off x="6250046" y="4196829"/>
              <a:ext cx="8299" cy="5720"/>
            </a:xfrm>
            <a:custGeom>
              <a:avLst/>
              <a:gdLst/>
              <a:ahLst/>
              <a:cxnLst/>
              <a:rect l="l" t="t" r="r" b="b"/>
              <a:pathLst>
                <a:path w="74" h="51" extrusionOk="0">
                  <a:moveTo>
                    <a:pt x="36" y="1"/>
                  </a:moveTo>
                  <a:cubicBezTo>
                    <a:pt x="31" y="1"/>
                    <a:pt x="25" y="4"/>
                    <a:pt x="19" y="12"/>
                  </a:cubicBezTo>
                  <a:lnTo>
                    <a:pt x="1" y="50"/>
                  </a:lnTo>
                  <a:lnTo>
                    <a:pt x="73" y="50"/>
                  </a:lnTo>
                  <a:lnTo>
                    <a:pt x="54" y="12"/>
                  </a:lnTo>
                  <a:cubicBezTo>
                    <a:pt x="48" y="4"/>
                    <a:pt x="42" y="1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34"/>
            <p:cNvSpPr/>
            <p:nvPr/>
          </p:nvSpPr>
          <p:spPr>
            <a:xfrm>
              <a:off x="6240962" y="4198287"/>
              <a:ext cx="8299" cy="6392"/>
            </a:xfrm>
            <a:custGeom>
              <a:avLst/>
              <a:gdLst/>
              <a:ahLst/>
              <a:cxnLst/>
              <a:rect l="l" t="t" r="r" b="b"/>
              <a:pathLst>
                <a:path w="74" h="57" extrusionOk="0">
                  <a:moveTo>
                    <a:pt x="27" y="0"/>
                  </a:moveTo>
                  <a:cubicBezTo>
                    <a:pt x="20" y="0"/>
                    <a:pt x="15" y="6"/>
                    <a:pt x="13" y="18"/>
                  </a:cubicBezTo>
                  <a:lnTo>
                    <a:pt x="1" y="57"/>
                  </a:lnTo>
                  <a:lnTo>
                    <a:pt x="1" y="57"/>
                  </a:lnTo>
                  <a:lnTo>
                    <a:pt x="73" y="37"/>
                  </a:lnTo>
                  <a:lnTo>
                    <a:pt x="43" y="7"/>
                  </a:lnTo>
                  <a:cubicBezTo>
                    <a:pt x="37" y="2"/>
                    <a:pt x="32" y="0"/>
                    <a:pt x="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34"/>
            <p:cNvSpPr/>
            <p:nvPr/>
          </p:nvSpPr>
          <p:spPr>
            <a:xfrm>
              <a:off x="6232776" y="4202213"/>
              <a:ext cx="7514" cy="7177"/>
            </a:xfrm>
            <a:custGeom>
              <a:avLst/>
              <a:gdLst/>
              <a:ahLst/>
              <a:cxnLst/>
              <a:rect l="l" t="t" r="r" b="b"/>
              <a:pathLst>
                <a:path w="67" h="64" extrusionOk="0">
                  <a:moveTo>
                    <a:pt x="14" y="1"/>
                  </a:moveTo>
                  <a:cubicBezTo>
                    <a:pt x="6" y="1"/>
                    <a:pt x="1" y="8"/>
                    <a:pt x="1" y="22"/>
                  </a:cubicBezTo>
                  <a:lnTo>
                    <a:pt x="1" y="64"/>
                  </a:lnTo>
                  <a:lnTo>
                    <a:pt x="66" y="25"/>
                  </a:lnTo>
                  <a:lnTo>
                    <a:pt x="28" y="6"/>
                  </a:lnTo>
                  <a:cubicBezTo>
                    <a:pt x="23" y="2"/>
                    <a:pt x="18" y="1"/>
                    <a:pt x="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34"/>
            <p:cNvSpPr/>
            <p:nvPr/>
          </p:nvSpPr>
          <p:spPr>
            <a:xfrm>
              <a:off x="6224477" y="4208605"/>
              <a:ext cx="7626" cy="7177"/>
            </a:xfrm>
            <a:custGeom>
              <a:avLst/>
              <a:gdLst/>
              <a:ahLst/>
              <a:cxnLst/>
              <a:rect l="l" t="t" r="r" b="b"/>
              <a:pathLst>
                <a:path w="68" h="64" extrusionOk="0">
                  <a:moveTo>
                    <a:pt x="16" y="1"/>
                  </a:moveTo>
                  <a:cubicBezTo>
                    <a:pt x="6" y="1"/>
                    <a:pt x="0" y="11"/>
                    <a:pt x="6" y="26"/>
                  </a:cubicBezTo>
                  <a:lnTo>
                    <a:pt x="13" y="64"/>
                  </a:lnTo>
                  <a:lnTo>
                    <a:pt x="68" y="14"/>
                  </a:lnTo>
                  <a:lnTo>
                    <a:pt x="25" y="3"/>
                  </a:lnTo>
                  <a:cubicBezTo>
                    <a:pt x="22" y="1"/>
                    <a:pt x="19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34"/>
            <p:cNvSpPr/>
            <p:nvPr/>
          </p:nvSpPr>
          <p:spPr>
            <a:xfrm>
              <a:off x="6218197" y="4216680"/>
              <a:ext cx="7402" cy="72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23" y="0"/>
                  </a:moveTo>
                  <a:cubicBezTo>
                    <a:pt x="4" y="0"/>
                    <a:pt x="0" y="11"/>
                    <a:pt x="9" y="27"/>
                  </a:cubicBezTo>
                  <a:lnTo>
                    <a:pt x="32" y="6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34"/>
            <p:cNvSpPr/>
            <p:nvPr/>
          </p:nvSpPr>
          <p:spPr>
            <a:xfrm>
              <a:off x="6214384" y="4224755"/>
              <a:ext cx="6841" cy="8299"/>
            </a:xfrm>
            <a:custGeom>
              <a:avLst/>
              <a:gdLst/>
              <a:ahLst/>
              <a:cxnLst/>
              <a:rect l="l" t="t" r="r" b="b"/>
              <a:pathLst>
                <a:path w="61" h="74" extrusionOk="0">
                  <a:moveTo>
                    <a:pt x="61" y="1"/>
                  </a:moveTo>
                  <a:lnTo>
                    <a:pt x="20" y="12"/>
                  </a:lnTo>
                  <a:cubicBezTo>
                    <a:pt x="4" y="16"/>
                    <a:pt x="0" y="31"/>
                    <a:pt x="11" y="43"/>
                  </a:cubicBezTo>
                  <a:lnTo>
                    <a:pt x="43" y="73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34"/>
            <p:cNvSpPr/>
            <p:nvPr/>
          </p:nvSpPr>
          <p:spPr>
            <a:xfrm>
              <a:off x="6213039" y="4233727"/>
              <a:ext cx="6168" cy="8860"/>
            </a:xfrm>
            <a:custGeom>
              <a:avLst/>
              <a:gdLst/>
              <a:ahLst/>
              <a:cxnLst/>
              <a:rect l="l" t="t" r="r" b="b"/>
              <a:pathLst>
                <a:path w="55" h="79" extrusionOk="0">
                  <a:moveTo>
                    <a:pt x="55" y="1"/>
                  </a:moveTo>
                  <a:lnTo>
                    <a:pt x="16" y="24"/>
                  </a:lnTo>
                  <a:cubicBezTo>
                    <a:pt x="0" y="32"/>
                    <a:pt x="0" y="47"/>
                    <a:pt x="16" y="55"/>
                  </a:cubicBezTo>
                  <a:lnTo>
                    <a:pt x="55" y="7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34"/>
            <p:cNvSpPr/>
            <p:nvPr/>
          </p:nvSpPr>
          <p:spPr>
            <a:xfrm>
              <a:off x="6214384" y="4243260"/>
              <a:ext cx="6841" cy="8299"/>
            </a:xfrm>
            <a:custGeom>
              <a:avLst/>
              <a:gdLst/>
              <a:ahLst/>
              <a:cxnLst/>
              <a:rect l="l" t="t" r="r" b="b"/>
              <a:pathLst>
                <a:path w="61" h="74" extrusionOk="0">
                  <a:moveTo>
                    <a:pt x="43" y="0"/>
                  </a:moveTo>
                  <a:lnTo>
                    <a:pt x="11" y="31"/>
                  </a:lnTo>
                  <a:cubicBezTo>
                    <a:pt x="0" y="43"/>
                    <a:pt x="4" y="57"/>
                    <a:pt x="20" y="62"/>
                  </a:cubicBezTo>
                  <a:lnTo>
                    <a:pt x="61" y="7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34"/>
            <p:cNvSpPr/>
            <p:nvPr/>
          </p:nvSpPr>
          <p:spPr>
            <a:xfrm>
              <a:off x="6218197" y="4251783"/>
              <a:ext cx="7850" cy="7514"/>
            </a:xfrm>
            <a:custGeom>
              <a:avLst/>
              <a:gdLst/>
              <a:ahLst/>
              <a:cxnLst/>
              <a:rect l="l" t="t" r="r" b="b"/>
              <a:pathLst>
                <a:path w="70" h="67" extrusionOk="0">
                  <a:moveTo>
                    <a:pt x="32" y="1"/>
                  </a:moveTo>
                  <a:lnTo>
                    <a:pt x="12" y="39"/>
                  </a:lnTo>
                  <a:cubicBezTo>
                    <a:pt x="0" y="55"/>
                    <a:pt x="9" y="66"/>
                    <a:pt x="27" y="66"/>
                  </a:cubicBezTo>
                  <a:lnTo>
                    <a:pt x="69" y="66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34"/>
            <p:cNvSpPr/>
            <p:nvPr/>
          </p:nvSpPr>
          <p:spPr>
            <a:xfrm>
              <a:off x="6224701" y="4259970"/>
              <a:ext cx="7850" cy="7514"/>
            </a:xfrm>
            <a:custGeom>
              <a:avLst/>
              <a:gdLst/>
              <a:ahLst/>
              <a:cxnLst/>
              <a:rect l="l" t="t" r="r" b="b"/>
              <a:pathLst>
                <a:path w="70" h="67" extrusionOk="0">
                  <a:moveTo>
                    <a:pt x="15" y="0"/>
                  </a:moveTo>
                  <a:lnTo>
                    <a:pt x="4" y="43"/>
                  </a:lnTo>
                  <a:cubicBezTo>
                    <a:pt x="1" y="56"/>
                    <a:pt x="9" y="66"/>
                    <a:pt x="21" y="66"/>
                  </a:cubicBezTo>
                  <a:cubicBezTo>
                    <a:pt x="23" y="66"/>
                    <a:pt x="25" y="66"/>
                    <a:pt x="27" y="66"/>
                  </a:cubicBezTo>
                  <a:lnTo>
                    <a:pt x="69" y="5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34"/>
            <p:cNvSpPr/>
            <p:nvPr/>
          </p:nvSpPr>
          <p:spPr>
            <a:xfrm>
              <a:off x="6233224" y="4266475"/>
              <a:ext cx="7402" cy="7177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1" y="0"/>
                  </a:moveTo>
                  <a:lnTo>
                    <a:pt x="1" y="43"/>
                  </a:lnTo>
                  <a:cubicBezTo>
                    <a:pt x="1" y="56"/>
                    <a:pt x="6" y="63"/>
                    <a:pt x="14" y="63"/>
                  </a:cubicBezTo>
                  <a:cubicBezTo>
                    <a:pt x="18" y="63"/>
                    <a:pt x="22" y="61"/>
                    <a:pt x="27" y="57"/>
                  </a:cubicBezTo>
                  <a:lnTo>
                    <a:pt x="66" y="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34"/>
            <p:cNvSpPr/>
            <p:nvPr/>
          </p:nvSpPr>
          <p:spPr>
            <a:xfrm>
              <a:off x="6241411" y="4270737"/>
              <a:ext cx="8187" cy="6729"/>
            </a:xfrm>
            <a:custGeom>
              <a:avLst/>
              <a:gdLst/>
              <a:ahLst/>
              <a:cxnLst/>
              <a:rect l="l" t="t" r="r" b="b"/>
              <a:pathLst>
                <a:path w="73" h="60" extrusionOk="0">
                  <a:moveTo>
                    <a:pt x="0" y="1"/>
                  </a:moveTo>
                  <a:lnTo>
                    <a:pt x="12" y="42"/>
                  </a:lnTo>
                  <a:cubicBezTo>
                    <a:pt x="14" y="54"/>
                    <a:pt x="21" y="60"/>
                    <a:pt x="28" y="60"/>
                  </a:cubicBezTo>
                  <a:cubicBezTo>
                    <a:pt x="33" y="60"/>
                    <a:pt x="38" y="57"/>
                    <a:pt x="43" y="51"/>
                  </a:cubicBezTo>
                  <a:lnTo>
                    <a:pt x="73" y="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34"/>
            <p:cNvSpPr/>
            <p:nvPr/>
          </p:nvSpPr>
          <p:spPr>
            <a:xfrm>
              <a:off x="6250494" y="4273316"/>
              <a:ext cx="8635" cy="5271"/>
            </a:xfrm>
            <a:custGeom>
              <a:avLst/>
              <a:gdLst/>
              <a:ahLst/>
              <a:cxnLst/>
              <a:rect l="l" t="t" r="r" b="b"/>
              <a:pathLst>
                <a:path w="77" h="47" extrusionOk="0">
                  <a:moveTo>
                    <a:pt x="0" y="1"/>
                  </a:moveTo>
                  <a:lnTo>
                    <a:pt x="23" y="35"/>
                  </a:lnTo>
                  <a:cubicBezTo>
                    <a:pt x="27" y="43"/>
                    <a:pt x="33" y="47"/>
                    <a:pt x="38" y="47"/>
                  </a:cubicBezTo>
                  <a:cubicBezTo>
                    <a:pt x="44" y="47"/>
                    <a:pt x="50" y="43"/>
                    <a:pt x="54" y="35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34"/>
            <p:cNvSpPr/>
            <p:nvPr/>
          </p:nvSpPr>
          <p:spPr>
            <a:xfrm>
              <a:off x="6259466" y="4270737"/>
              <a:ext cx="8187" cy="6392"/>
            </a:xfrm>
            <a:custGeom>
              <a:avLst/>
              <a:gdLst/>
              <a:ahLst/>
              <a:cxnLst/>
              <a:rect l="l" t="t" r="r" b="b"/>
              <a:pathLst>
                <a:path w="73" h="57" extrusionOk="0">
                  <a:moveTo>
                    <a:pt x="73" y="1"/>
                  </a:moveTo>
                  <a:lnTo>
                    <a:pt x="0" y="19"/>
                  </a:lnTo>
                  <a:lnTo>
                    <a:pt x="31" y="51"/>
                  </a:lnTo>
                  <a:cubicBezTo>
                    <a:pt x="37" y="55"/>
                    <a:pt x="43" y="57"/>
                    <a:pt x="47" y="57"/>
                  </a:cubicBezTo>
                  <a:cubicBezTo>
                    <a:pt x="55" y="57"/>
                    <a:pt x="61" y="52"/>
                    <a:pt x="65" y="42"/>
                  </a:cubicBezTo>
                  <a:lnTo>
                    <a:pt x="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34"/>
            <p:cNvSpPr/>
            <p:nvPr/>
          </p:nvSpPr>
          <p:spPr>
            <a:xfrm>
              <a:off x="6268549" y="4266026"/>
              <a:ext cx="7402" cy="72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1"/>
                  </a:moveTo>
                  <a:lnTo>
                    <a:pt x="0" y="38"/>
                  </a:lnTo>
                  <a:lnTo>
                    <a:pt x="38" y="61"/>
                  </a:lnTo>
                  <a:cubicBezTo>
                    <a:pt x="42" y="64"/>
                    <a:pt x="46" y="65"/>
                    <a:pt x="50" y="65"/>
                  </a:cubicBezTo>
                  <a:cubicBezTo>
                    <a:pt x="59" y="65"/>
                    <a:pt x="65" y="57"/>
                    <a:pt x="65" y="47"/>
                  </a:cubicBezTo>
                  <a:lnTo>
                    <a:pt x="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34"/>
            <p:cNvSpPr/>
            <p:nvPr/>
          </p:nvSpPr>
          <p:spPr>
            <a:xfrm>
              <a:off x="6276624" y="4259522"/>
              <a:ext cx="7850" cy="7514"/>
            </a:xfrm>
            <a:custGeom>
              <a:avLst/>
              <a:gdLst/>
              <a:ahLst/>
              <a:cxnLst/>
              <a:rect l="l" t="t" r="r" b="b"/>
              <a:pathLst>
                <a:path w="70" h="67" extrusionOk="0">
                  <a:moveTo>
                    <a:pt x="54" y="1"/>
                  </a:moveTo>
                  <a:lnTo>
                    <a:pt x="1" y="55"/>
                  </a:lnTo>
                  <a:lnTo>
                    <a:pt x="43" y="66"/>
                  </a:lnTo>
                  <a:cubicBezTo>
                    <a:pt x="45" y="67"/>
                    <a:pt x="47" y="67"/>
                    <a:pt x="49" y="67"/>
                  </a:cubicBezTo>
                  <a:cubicBezTo>
                    <a:pt x="61" y="67"/>
                    <a:pt x="69" y="57"/>
                    <a:pt x="66" y="43"/>
                  </a:cubicBezTo>
                  <a:lnTo>
                    <a:pt x="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34"/>
            <p:cNvSpPr/>
            <p:nvPr/>
          </p:nvSpPr>
          <p:spPr>
            <a:xfrm>
              <a:off x="6283016" y="4251447"/>
              <a:ext cx="7850" cy="7402"/>
            </a:xfrm>
            <a:custGeom>
              <a:avLst/>
              <a:gdLst/>
              <a:ahLst/>
              <a:cxnLst/>
              <a:rect l="l" t="t" r="r" b="b"/>
              <a:pathLst>
                <a:path w="70" h="66" extrusionOk="0">
                  <a:moveTo>
                    <a:pt x="39" y="0"/>
                  </a:moveTo>
                  <a:lnTo>
                    <a:pt x="1" y="65"/>
                  </a:lnTo>
                  <a:lnTo>
                    <a:pt x="43" y="65"/>
                  </a:lnTo>
                  <a:cubicBezTo>
                    <a:pt x="62" y="65"/>
                    <a:pt x="70" y="53"/>
                    <a:pt x="59" y="39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34"/>
            <p:cNvSpPr/>
            <p:nvPr/>
          </p:nvSpPr>
          <p:spPr>
            <a:xfrm>
              <a:off x="6287389" y="4242475"/>
              <a:ext cx="7402" cy="8187"/>
            </a:xfrm>
            <a:custGeom>
              <a:avLst/>
              <a:gdLst/>
              <a:ahLst/>
              <a:cxnLst/>
              <a:rect l="l" t="t" r="r" b="b"/>
              <a:pathLst>
                <a:path w="66" h="73" extrusionOk="0">
                  <a:moveTo>
                    <a:pt x="20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43" y="64"/>
                  </a:lnTo>
                  <a:cubicBezTo>
                    <a:pt x="62" y="57"/>
                    <a:pt x="66" y="46"/>
                    <a:pt x="50" y="3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34"/>
            <p:cNvSpPr/>
            <p:nvPr/>
          </p:nvSpPr>
          <p:spPr>
            <a:xfrm>
              <a:off x="6289520" y="4233391"/>
              <a:ext cx="6168" cy="8187"/>
            </a:xfrm>
            <a:custGeom>
              <a:avLst/>
              <a:gdLst/>
              <a:ahLst/>
              <a:cxnLst/>
              <a:rect l="l" t="t" r="r" b="b"/>
              <a:pathLst>
                <a:path w="55" h="73" extrusionOk="0">
                  <a:moveTo>
                    <a:pt x="1" y="0"/>
                  </a:moveTo>
                  <a:lnTo>
                    <a:pt x="1" y="73"/>
                  </a:lnTo>
                  <a:lnTo>
                    <a:pt x="39" y="53"/>
                  </a:lnTo>
                  <a:cubicBezTo>
                    <a:pt x="54" y="42"/>
                    <a:pt x="54" y="30"/>
                    <a:pt x="39" y="1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34"/>
            <p:cNvSpPr/>
            <p:nvPr/>
          </p:nvSpPr>
          <p:spPr>
            <a:xfrm>
              <a:off x="6287389" y="4224418"/>
              <a:ext cx="7065" cy="8187"/>
            </a:xfrm>
            <a:custGeom>
              <a:avLst/>
              <a:gdLst/>
              <a:ahLst/>
              <a:cxnLst/>
              <a:rect l="l" t="t" r="r" b="b"/>
              <a:pathLst>
                <a:path w="63" h="73" extrusionOk="0">
                  <a:moveTo>
                    <a:pt x="0" y="0"/>
                  </a:moveTo>
                  <a:lnTo>
                    <a:pt x="20" y="73"/>
                  </a:lnTo>
                  <a:lnTo>
                    <a:pt x="50" y="42"/>
                  </a:lnTo>
                  <a:cubicBezTo>
                    <a:pt x="62" y="30"/>
                    <a:pt x="58" y="15"/>
                    <a:pt x="43" y="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34"/>
            <p:cNvSpPr/>
            <p:nvPr/>
          </p:nvSpPr>
          <p:spPr>
            <a:xfrm>
              <a:off x="6282679" y="4216119"/>
              <a:ext cx="7850" cy="7402"/>
            </a:xfrm>
            <a:custGeom>
              <a:avLst/>
              <a:gdLst/>
              <a:ahLst/>
              <a:cxnLst/>
              <a:rect l="l" t="t" r="r" b="b"/>
              <a:pathLst>
                <a:path w="70" h="66" extrusionOk="0">
                  <a:moveTo>
                    <a:pt x="0" y="1"/>
                  </a:moveTo>
                  <a:lnTo>
                    <a:pt x="39" y="66"/>
                  </a:lnTo>
                  <a:lnTo>
                    <a:pt x="62" y="28"/>
                  </a:lnTo>
                  <a:cubicBezTo>
                    <a:pt x="69" y="13"/>
                    <a:pt x="62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34"/>
            <p:cNvSpPr/>
            <p:nvPr/>
          </p:nvSpPr>
          <p:spPr>
            <a:xfrm>
              <a:off x="6276287" y="4208269"/>
              <a:ext cx="7738" cy="7514"/>
            </a:xfrm>
            <a:custGeom>
              <a:avLst/>
              <a:gdLst/>
              <a:ahLst/>
              <a:cxnLst/>
              <a:rect l="l" t="t" r="r" b="b"/>
              <a:pathLst>
                <a:path w="69" h="67" extrusionOk="0">
                  <a:moveTo>
                    <a:pt x="49" y="1"/>
                  </a:moveTo>
                  <a:cubicBezTo>
                    <a:pt x="47" y="1"/>
                    <a:pt x="45" y="1"/>
                    <a:pt x="42" y="2"/>
                  </a:cubicBezTo>
                  <a:lnTo>
                    <a:pt x="0" y="14"/>
                  </a:lnTo>
                  <a:lnTo>
                    <a:pt x="53" y="67"/>
                  </a:lnTo>
                  <a:lnTo>
                    <a:pt x="65" y="25"/>
                  </a:lnTo>
                  <a:cubicBezTo>
                    <a:pt x="69" y="9"/>
                    <a:pt x="60" y="1"/>
                    <a:pt x="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34"/>
            <p:cNvSpPr/>
            <p:nvPr/>
          </p:nvSpPr>
          <p:spPr>
            <a:xfrm>
              <a:off x="6268101" y="4202100"/>
              <a:ext cx="7289" cy="72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50" y="0"/>
                  </a:moveTo>
                  <a:cubicBezTo>
                    <a:pt x="46" y="0"/>
                    <a:pt x="42" y="1"/>
                    <a:pt x="38" y="3"/>
                  </a:cubicBezTo>
                  <a:lnTo>
                    <a:pt x="0" y="26"/>
                  </a:lnTo>
                  <a:lnTo>
                    <a:pt x="65" y="65"/>
                  </a:lnTo>
                  <a:lnTo>
                    <a:pt x="65" y="19"/>
                  </a:lnTo>
                  <a:cubicBezTo>
                    <a:pt x="65" y="7"/>
                    <a:pt x="59" y="0"/>
                    <a:pt x="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34"/>
            <p:cNvSpPr/>
            <p:nvPr/>
          </p:nvSpPr>
          <p:spPr>
            <a:xfrm>
              <a:off x="6259017" y="4198175"/>
              <a:ext cx="8299" cy="6505"/>
            </a:xfrm>
            <a:custGeom>
              <a:avLst/>
              <a:gdLst/>
              <a:ahLst/>
              <a:cxnLst/>
              <a:rect l="l" t="t" r="r" b="b"/>
              <a:pathLst>
                <a:path w="74" h="58" extrusionOk="0">
                  <a:moveTo>
                    <a:pt x="46" y="1"/>
                  </a:moveTo>
                  <a:cubicBezTo>
                    <a:pt x="41" y="1"/>
                    <a:pt x="36" y="3"/>
                    <a:pt x="31" y="8"/>
                  </a:cubicBezTo>
                  <a:lnTo>
                    <a:pt x="1" y="38"/>
                  </a:lnTo>
                  <a:lnTo>
                    <a:pt x="73" y="58"/>
                  </a:lnTo>
                  <a:lnTo>
                    <a:pt x="62" y="15"/>
                  </a:lnTo>
                  <a:cubicBezTo>
                    <a:pt x="60" y="6"/>
                    <a:pt x="53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34"/>
            <p:cNvSpPr/>
            <p:nvPr/>
          </p:nvSpPr>
          <p:spPr>
            <a:xfrm>
              <a:off x="6240177" y="4221839"/>
              <a:ext cx="28485" cy="28485"/>
            </a:xfrm>
            <a:custGeom>
              <a:avLst/>
              <a:gdLst/>
              <a:ahLst/>
              <a:cxnLst/>
              <a:rect l="l" t="t" r="r" b="b"/>
              <a:pathLst>
                <a:path w="254" h="254" extrusionOk="0">
                  <a:moveTo>
                    <a:pt x="126" y="0"/>
                  </a:moveTo>
                  <a:cubicBezTo>
                    <a:pt x="57" y="0"/>
                    <a:pt x="0" y="57"/>
                    <a:pt x="0" y="126"/>
                  </a:cubicBezTo>
                  <a:cubicBezTo>
                    <a:pt x="0" y="195"/>
                    <a:pt x="57" y="253"/>
                    <a:pt x="126" y="253"/>
                  </a:cubicBezTo>
                  <a:cubicBezTo>
                    <a:pt x="195" y="253"/>
                    <a:pt x="253" y="195"/>
                    <a:pt x="253" y="126"/>
                  </a:cubicBezTo>
                  <a:cubicBezTo>
                    <a:pt x="253" y="57"/>
                    <a:pt x="19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52" name="Google Shape;4552;p34"/>
            <p:cNvGrpSpPr/>
            <p:nvPr/>
          </p:nvGrpSpPr>
          <p:grpSpPr>
            <a:xfrm>
              <a:off x="6038096" y="3979369"/>
              <a:ext cx="465619" cy="269610"/>
              <a:chOff x="6038096" y="3979369"/>
              <a:chExt cx="465619" cy="269610"/>
            </a:xfrm>
          </p:grpSpPr>
          <p:sp>
            <p:nvSpPr>
              <p:cNvPr id="4553" name="Google Shape;4553;p34"/>
              <p:cNvSpPr/>
              <p:nvPr/>
            </p:nvSpPr>
            <p:spPr>
              <a:xfrm>
                <a:off x="6189825" y="4023669"/>
                <a:ext cx="68521" cy="211174"/>
              </a:xfrm>
              <a:custGeom>
                <a:avLst/>
                <a:gdLst/>
                <a:ahLst/>
                <a:cxnLst/>
                <a:rect l="l" t="t" r="r" b="b"/>
                <a:pathLst>
                  <a:path w="611" h="1883" extrusionOk="0">
                    <a:moveTo>
                      <a:pt x="124" y="0"/>
                    </a:moveTo>
                    <a:lnTo>
                      <a:pt x="0" y="31"/>
                    </a:lnTo>
                    <a:lnTo>
                      <a:pt x="487" y="1882"/>
                    </a:lnTo>
                    <a:lnTo>
                      <a:pt x="610" y="1851"/>
                    </a:lnTo>
                    <a:lnTo>
                      <a:pt x="12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4" name="Google Shape;4554;p34"/>
              <p:cNvSpPr/>
              <p:nvPr/>
            </p:nvSpPr>
            <p:spPr>
              <a:xfrm>
                <a:off x="6205301" y="4012453"/>
                <a:ext cx="222720" cy="65494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584" extrusionOk="0">
                    <a:moveTo>
                      <a:pt x="1955" y="0"/>
                    </a:moveTo>
                    <a:lnTo>
                      <a:pt x="0" y="460"/>
                    </a:lnTo>
                    <a:lnTo>
                      <a:pt x="32" y="583"/>
                    </a:lnTo>
                    <a:lnTo>
                      <a:pt x="1986" y="123"/>
                    </a:lnTo>
                    <a:lnTo>
                      <a:pt x="195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5" name="Google Shape;4555;p34"/>
              <p:cNvSpPr/>
              <p:nvPr/>
            </p:nvSpPr>
            <p:spPr>
              <a:xfrm>
                <a:off x="6038096" y="4064491"/>
                <a:ext cx="172030" cy="179324"/>
              </a:xfrm>
              <a:custGeom>
                <a:avLst/>
                <a:gdLst/>
                <a:ahLst/>
                <a:cxnLst/>
                <a:rect l="l" t="t" r="r" b="b"/>
                <a:pathLst>
                  <a:path w="1534" h="1599" extrusionOk="0">
                    <a:moveTo>
                      <a:pt x="1442" y="1"/>
                    </a:moveTo>
                    <a:lnTo>
                      <a:pt x="1" y="1513"/>
                    </a:lnTo>
                    <a:lnTo>
                      <a:pt x="93" y="1598"/>
                    </a:lnTo>
                    <a:lnTo>
                      <a:pt x="1534" y="84"/>
                    </a:lnTo>
                    <a:lnTo>
                      <a:pt x="144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6" name="Google Shape;4556;p34"/>
              <p:cNvSpPr/>
              <p:nvPr/>
            </p:nvSpPr>
            <p:spPr>
              <a:xfrm>
                <a:off x="6055702" y="4228568"/>
                <a:ext cx="194908" cy="20411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82" extrusionOk="0">
                    <a:moveTo>
                      <a:pt x="5" y="1"/>
                    </a:moveTo>
                    <a:lnTo>
                      <a:pt x="1" y="128"/>
                    </a:lnTo>
                    <a:lnTo>
                      <a:pt x="1734" y="181"/>
                    </a:lnTo>
                    <a:lnTo>
                      <a:pt x="1737" y="55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7" name="Google Shape;4557;p34"/>
              <p:cNvSpPr/>
              <p:nvPr/>
            </p:nvSpPr>
            <p:spPr>
              <a:xfrm>
                <a:off x="6256886" y="4012902"/>
                <a:ext cx="173264" cy="231697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2066" extrusionOk="0">
                    <a:moveTo>
                      <a:pt x="1445" y="1"/>
                    </a:moveTo>
                    <a:lnTo>
                      <a:pt x="0" y="1993"/>
                    </a:lnTo>
                    <a:lnTo>
                      <a:pt x="104" y="2065"/>
                    </a:lnTo>
                    <a:lnTo>
                      <a:pt x="1544" y="73"/>
                    </a:lnTo>
                    <a:lnTo>
                      <a:pt x="144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8" name="Google Shape;4558;p34"/>
              <p:cNvSpPr/>
              <p:nvPr/>
            </p:nvSpPr>
            <p:spPr>
              <a:xfrm>
                <a:off x="6409849" y="3979369"/>
                <a:ext cx="93865" cy="258388"/>
              </a:xfrm>
              <a:custGeom>
                <a:avLst/>
                <a:gdLst/>
                <a:ahLst/>
                <a:cxnLst/>
                <a:rect l="l" t="t" r="r" b="b"/>
                <a:pathLst>
                  <a:path w="837" h="2304" extrusionOk="0">
                    <a:moveTo>
                      <a:pt x="120" y="1"/>
                    </a:moveTo>
                    <a:lnTo>
                      <a:pt x="1" y="39"/>
                    </a:lnTo>
                    <a:lnTo>
                      <a:pt x="714" y="2304"/>
                    </a:lnTo>
                    <a:lnTo>
                      <a:pt x="836" y="2265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59" name="Google Shape;4559;p34"/>
            <p:cNvSpPr/>
            <p:nvPr/>
          </p:nvSpPr>
          <p:spPr>
            <a:xfrm>
              <a:off x="6268886" y="4257391"/>
              <a:ext cx="23775" cy="21196"/>
            </a:xfrm>
            <a:custGeom>
              <a:avLst/>
              <a:gdLst/>
              <a:ahLst/>
              <a:cxnLst/>
              <a:rect l="l" t="t" r="r" b="b"/>
              <a:pathLst>
                <a:path w="212" h="189" extrusionOk="0">
                  <a:moveTo>
                    <a:pt x="39" y="0"/>
                  </a:moveTo>
                  <a:lnTo>
                    <a:pt x="1" y="143"/>
                  </a:lnTo>
                  <a:lnTo>
                    <a:pt x="173" y="189"/>
                  </a:lnTo>
                  <a:lnTo>
                    <a:pt x="211" y="4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34"/>
            <p:cNvSpPr/>
            <p:nvPr/>
          </p:nvSpPr>
          <p:spPr>
            <a:xfrm>
              <a:off x="6261817" y="4266924"/>
              <a:ext cx="29046" cy="29270"/>
            </a:xfrm>
            <a:custGeom>
              <a:avLst/>
              <a:gdLst/>
              <a:ahLst/>
              <a:cxnLst/>
              <a:rect l="l" t="t" r="r" b="b"/>
              <a:pathLst>
                <a:path w="259" h="261" extrusionOk="0">
                  <a:moveTo>
                    <a:pt x="59" y="0"/>
                  </a:moveTo>
                  <a:lnTo>
                    <a:pt x="1" y="207"/>
                  </a:lnTo>
                  <a:lnTo>
                    <a:pt x="200" y="260"/>
                  </a:lnTo>
                  <a:lnTo>
                    <a:pt x="258" y="58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34"/>
            <p:cNvSpPr/>
            <p:nvPr/>
          </p:nvSpPr>
          <p:spPr>
            <a:xfrm>
              <a:off x="6255989" y="4294849"/>
              <a:ext cx="67623" cy="25457"/>
            </a:xfrm>
            <a:custGeom>
              <a:avLst/>
              <a:gdLst/>
              <a:ahLst/>
              <a:cxnLst/>
              <a:rect l="l" t="t" r="r" b="b"/>
              <a:pathLst>
                <a:path w="603" h="227" extrusionOk="0">
                  <a:moveTo>
                    <a:pt x="12" y="0"/>
                  </a:moveTo>
                  <a:lnTo>
                    <a:pt x="8" y="11"/>
                  </a:lnTo>
                  <a:cubicBezTo>
                    <a:pt x="1" y="31"/>
                    <a:pt x="12" y="54"/>
                    <a:pt x="35" y="57"/>
                  </a:cubicBezTo>
                  <a:cubicBezTo>
                    <a:pt x="104" y="80"/>
                    <a:pt x="250" y="123"/>
                    <a:pt x="250" y="123"/>
                  </a:cubicBezTo>
                  <a:lnTo>
                    <a:pt x="591" y="226"/>
                  </a:lnTo>
                  <a:lnTo>
                    <a:pt x="602" y="17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34"/>
            <p:cNvSpPr/>
            <p:nvPr/>
          </p:nvSpPr>
          <p:spPr>
            <a:xfrm>
              <a:off x="6257223" y="4277129"/>
              <a:ext cx="68969" cy="37569"/>
            </a:xfrm>
            <a:custGeom>
              <a:avLst/>
              <a:gdLst/>
              <a:ahLst/>
              <a:cxnLst/>
              <a:rect l="l" t="t" r="r" b="b"/>
              <a:pathLst>
                <a:path w="615" h="335" extrusionOk="0">
                  <a:moveTo>
                    <a:pt x="74" y="0"/>
                  </a:moveTo>
                  <a:cubicBezTo>
                    <a:pt x="58" y="0"/>
                    <a:pt x="43" y="11"/>
                    <a:pt x="40" y="28"/>
                  </a:cubicBezTo>
                  <a:lnTo>
                    <a:pt x="17" y="100"/>
                  </a:lnTo>
                  <a:lnTo>
                    <a:pt x="1" y="158"/>
                  </a:lnTo>
                  <a:lnTo>
                    <a:pt x="591" y="335"/>
                  </a:lnTo>
                  <a:cubicBezTo>
                    <a:pt x="614" y="261"/>
                    <a:pt x="565" y="208"/>
                    <a:pt x="492" y="185"/>
                  </a:cubicBezTo>
                  <a:lnTo>
                    <a:pt x="419" y="162"/>
                  </a:lnTo>
                  <a:cubicBezTo>
                    <a:pt x="411" y="162"/>
                    <a:pt x="404" y="158"/>
                    <a:pt x="400" y="155"/>
                  </a:cubicBezTo>
                  <a:lnTo>
                    <a:pt x="392" y="155"/>
                  </a:lnTo>
                  <a:cubicBezTo>
                    <a:pt x="377" y="146"/>
                    <a:pt x="369" y="139"/>
                    <a:pt x="365" y="132"/>
                  </a:cubicBezTo>
                  <a:cubicBezTo>
                    <a:pt x="361" y="128"/>
                    <a:pt x="361" y="128"/>
                    <a:pt x="361" y="123"/>
                  </a:cubicBezTo>
                  <a:cubicBezTo>
                    <a:pt x="358" y="116"/>
                    <a:pt x="358" y="105"/>
                    <a:pt x="361" y="97"/>
                  </a:cubicBezTo>
                  <a:lnTo>
                    <a:pt x="361" y="93"/>
                  </a:lnTo>
                  <a:lnTo>
                    <a:pt x="220" y="40"/>
                  </a:lnTo>
                  <a:lnTo>
                    <a:pt x="216" y="47"/>
                  </a:lnTo>
                  <a:cubicBezTo>
                    <a:pt x="207" y="78"/>
                    <a:pt x="180" y="96"/>
                    <a:pt x="151" y="96"/>
                  </a:cubicBezTo>
                  <a:cubicBezTo>
                    <a:pt x="143" y="96"/>
                    <a:pt x="135" y="95"/>
                    <a:pt x="128" y="93"/>
                  </a:cubicBezTo>
                  <a:cubicBezTo>
                    <a:pt x="89" y="82"/>
                    <a:pt x="66" y="43"/>
                    <a:pt x="78" y="5"/>
                  </a:cubicBezTo>
                  <a:lnTo>
                    <a:pt x="82" y="1"/>
                  </a:lnTo>
                  <a:cubicBezTo>
                    <a:pt x="79" y="1"/>
                    <a:pt x="77" y="0"/>
                    <a:pt x="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34"/>
            <p:cNvSpPr/>
            <p:nvPr/>
          </p:nvSpPr>
          <p:spPr>
            <a:xfrm>
              <a:off x="6133081" y="3908490"/>
              <a:ext cx="74464" cy="66279"/>
            </a:xfrm>
            <a:custGeom>
              <a:avLst/>
              <a:gdLst/>
              <a:ahLst/>
              <a:cxnLst/>
              <a:rect l="l" t="t" r="r" b="b"/>
              <a:pathLst>
                <a:path w="664" h="591" extrusionOk="0">
                  <a:moveTo>
                    <a:pt x="239" y="0"/>
                  </a:moveTo>
                  <a:cubicBezTo>
                    <a:pt x="108" y="0"/>
                    <a:pt x="1" y="108"/>
                    <a:pt x="1" y="242"/>
                  </a:cubicBezTo>
                  <a:lnTo>
                    <a:pt x="1" y="349"/>
                  </a:lnTo>
                  <a:cubicBezTo>
                    <a:pt x="1" y="483"/>
                    <a:pt x="108" y="591"/>
                    <a:pt x="239" y="591"/>
                  </a:cubicBezTo>
                  <a:lnTo>
                    <a:pt x="664" y="59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34"/>
            <p:cNvSpPr/>
            <p:nvPr/>
          </p:nvSpPr>
          <p:spPr>
            <a:xfrm>
              <a:off x="6140370" y="3916116"/>
              <a:ext cx="169900" cy="353825"/>
            </a:xfrm>
            <a:custGeom>
              <a:avLst/>
              <a:gdLst/>
              <a:ahLst/>
              <a:cxnLst/>
              <a:rect l="l" t="t" r="r" b="b"/>
              <a:pathLst>
                <a:path w="1515" h="3155" extrusionOk="0">
                  <a:moveTo>
                    <a:pt x="282" y="1"/>
                  </a:moveTo>
                  <a:cubicBezTo>
                    <a:pt x="227" y="1"/>
                    <a:pt x="223" y="60"/>
                    <a:pt x="205" y="60"/>
                  </a:cubicBezTo>
                  <a:cubicBezTo>
                    <a:pt x="203" y="60"/>
                    <a:pt x="202" y="60"/>
                    <a:pt x="200" y="59"/>
                  </a:cubicBezTo>
                  <a:lnTo>
                    <a:pt x="8" y="454"/>
                  </a:lnTo>
                  <a:cubicBezTo>
                    <a:pt x="1" y="454"/>
                    <a:pt x="208" y="629"/>
                    <a:pt x="464" y="890"/>
                  </a:cubicBezTo>
                  <a:cubicBezTo>
                    <a:pt x="683" y="1117"/>
                    <a:pt x="836" y="1292"/>
                    <a:pt x="864" y="1335"/>
                  </a:cubicBezTo>
                  <a:cubicBezTo>
                    <a:pt x="951" y="1503"/>
                    <a:pt x="1089" y="1940"/>
                    <a:pt x="1043" y="3052"/>
                  </a:cubicBezTo>
                  <a:lnTo>
                    <a:pt x="1499" y="3155"/>
                  </a:lnTo>
                  <a:cubicBezTo>
                    <a:pt x="1515" y="2795"/>
                    <a:pt x="1515" y="2469"/>
                    <a:pt x="1499" y="2193"/>
                  </a:cubicBezTo>
                  <a:cubicBezTo>
                    <a:pt x="1472" y="1703"/>
                    <a:pt x="1396" y="1350"/>
                    <a:pt x="1265" y="1112"/>
                  </a:cubicBezTo>
                  <a:cubicBezTo>
                    <a:pt x="1196" y="982"/>
                    <a:pt x="729" y="353"/>
                    <a:pt x="634" y="258"/>
                  </a:cubicBezTo>
                  <a:cubicBezTo>
                    <a:pt x="433" y="53"/>
                    <a:pt x="334" y="1"/>
                    <a:pt x="2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34"/>
            <p:cNvSpPr/>
            <p:nvPr/>
          </p:nvSpPr>
          <p:spPr>
            <a:xfrm>
              <a:off x="6117156" y="3682730"/>
              <a:ext cx="205562" cy="248182"/>
            </a:xfrm>
            <a:custGeom>
              <a:avLst/>
              <a:gdLst/>
              <a:ahLst/>
              <a:cxnLst/>
              <a:rect l="l" t="t" r="r" b="b"/>
              <a:pathLst>
                <a:path w="1833" h="2213" extrusionOk="0">
                  <a:moveTo>
                    <a:pt x="1366" y="1"/>
                  </a:moveTo>
                  <a:cubicBezTo>
                    <a:pt x="1114" y="1"/>
                    <a:pt x="812" y="187"/>
                    <a:pt x="671" y="335"/>
                  </a:cubicBezTo>
                  <a:cubicBezTo>
                    <a:pt x="215" y="867"/>
                    <a:pt x="1" y="1530"/>
                    <a:pt x="51" y="2213"/>
                  </a:cubicBezTo>
                  <a:lnTo>
                    <a:pt x="1124" y="2213"/>
                  </a:lnTo>
                  <a:cubicBezTo>
                    <a:pt x="1071" y="1787"/>
                    <a:pt x="1189" y="1381"/>
                    <a:pt x="1472" y="1044"/>
                  </a:cubicBezTo>
                  <a:cubicBezTo>
                    <a:pt x="1649" y="844"/>
                    <a:pt x="1833" y="485"/>
                    <a:pt x="1706" y="216"/>
                  </a:cubicBezTo>
                  <a:cubicBezTo>
                    <a:pt x="1633" y="59"/>
                    <a:pt x="1507" y="1"/>
                    <a:pt x="13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34"/>
            <p:cNvSpPr/>
            <p:nvPr/>
          </p:nvSpPr>
          <p:spPr>
            <a:xfrm>
              <a:off x="6283016" y="3645832"/>
              <a:ext cx="90389" cy="79961"/>
            </a:xfrm>
            <a:custGeom>
              <a:avLst/>
              <a:gdLst/>
              <a:ahLst/>
              <a:cxnLst/>
              <a:rect l="l" t="t" r="r" b="b"/>
              <a:pathLst>
                <a:path w="806" h="713" extrusionOk="0">
                  <a:moveTo>
                    <a:pt x="618" y="1"/>
                  </a:moveTo>
                  <a:cubicBezTo>
                    <a:pt x="415" y="85"/>
                    <a:pt x="250" y="208"/>
                    <a:pt x="101" y="388"/>
                  </a:cubicBezTo>
                  <a:cubicBezTo>
                    <a:pt x="32" y="476"/>
                    <a:pt x="1" y="645"/>
                    <a:pt x="124" y="702"/>
                  </a:cubicBezTo>
                  <a:cubicBezTo>
                    <a:pt x="145" y="710"/>
                    <a:pt x="166" y="713"/>
                    <a:pt x="188" y="713"/>
                  </a:cubicBezTo>
                  <a:cubicBezTo>
                    <a:pt x="267" y="713"/>
                    <a:pt x="343" y="667"/>
                    <a:pt x="388" y="607"/>
                  </a:cubicBezTo>
                  <a:cubicBezTo>
                    <a:pt x="511" y="464"/>
                    <a:pt x="641" y="372"/>
                    <a:pt x="805" y="315"/>
                  </a:cubicBezTo>
                  <a:cubicBezTo>
                    <a:pt x="783" y="277"/>
                    <a:pt x="756" y="234"/>
                    <a:pt x="733" y="193"/>
                  </a:cubicBezTo>
                  <a:cubicBezTo>
                    <a:pt x="695" y="128"/>
                    <a:pt x="657" y="66"/>
                    <a:pt x="618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34"/>
            <p:cNvSpPr/>
            <p:nvPr/>
          </p:nvSpPr>
          <p:spPr>
            <a:xfrm>
              <a:off x="6275839" y="3581570"/>
              <a:ext cx="99360" cy="110914"/>
            </a:xfrm>
            <a:custGeom>
              <a:avLst/>
              <a:gdLst/>
              <a:ahLst/>
              <a:cxnLst/>
              <a:rect l="l" t="t" r="r" b="b"/>
              <a:pathLst>
                <a:path w="886" h="989" extrusionOk="0">
                  <a:moveTo>
                    <a:pt x="508" y="1"/>
                  </a:moveTo>
                  <a:cubicBezTo>
                    <a:pt x="322" y="1"/>
                    <a:pt x="133" y="180"/>
                    <a:pt x="69" y="405"/>
                  </a:cubicBezTo>
                  <a:cubicBezTo>
                    <a:pt x="0" y="662"/>
                    <a:pt x="107" y="919"/>
                    <a:pt x="310" y="977"/>
                  </a:cubicBezTo>
                  <a:cubicBezTo>
                    <a:pt x="338" y="984"/>
                    <a:pt x="367" y="988"/>
                    <a:pt x="395" y="988"/>
                  </a:cubicBezTo>
                  <a:cubicBezTo>
                    <a:pt x="576" y="988"/>
                    <a:pt x="753" y="838"/>
                    <a:pt x="816" y="616"/>
                  </a:cubicBezTo>
                  <a:cubicBezTo>
                    <a:pt x="885" y="359"/>
                    <a:pt x="789" y="68"/>
                    <a:pt x="583" y="11"/>
                  </a:cubicBezTo>
                  <a:cubicBezTo>
                    <a:pt x="558" y="4"/>
                    <a:pt x="533" y="1"/>
                    <a:pt x="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34"/>
            <p:cNvSpPr/>
            <p:nvPr/>
          </p:nvSpPr>
          <p:spPr>
            <a:xfrm>
              <a:off x="6300286" y="3593122"/>
              <a:ext cx="108781" cy="130988"/>
            </a:xfrm>
            <a:custGeom>
              <a:avLst/>
              <a:gdLst/>
              <a:ahLst/>
              <a:cxnLst/>
              <a:rect l="l" t="t" r="r" b="b"/>
              <a:pathLst>
                <a:path w="970" h="1168" extrusionOk="0">
                  <a:moveTo>
                    <a:pt x="541" y="1"/>
                  </a:moveTo>
                  <a:cubicBezTo>
                    <a:pt x="370" y="1"/>
                    <a:pt x="213" y="114"/>
                    <a:pt x="165" y="283"/>
                  </a:cubicBezTo>
                  <a:lnTo>
                    <a:pt x="58" y="674"/>
                  </a:lnTo>
                  <a:cubicBezTo>
                    <a:pt x="0" y="881"/>
                    <a:pt x="119" y="1095"/>
                    <a:pt x="326" y="1153"/>
                  </a:cubicBezTo>
                  <a:cubicBezTo>
                    <a:pt x="361" y="1163"/>
                    <a:pt x="396" y="1167"/>
                    <a:pt x="431" y="1167"/>
                  </a:cubicBezTo>
                  <a:cubicBezTo>
                    <a:pt x="600" y="1167"/>
                    <a:pt x="753" y="1056"/>
                    <a:pt x="801" y="885"/>
                  </a:cubicBezTo>
                  <a:lnTo>
                    <a:pt x="913" y="494"/>
                  </a:lnTo>
                  <a:cubicBezTo>
                    <a:pt x="970" y="287"/>
                    <a:pt x="851" y="73"/>
                    <a:pt x="644" y="15"/>
                  </a:cubicBezTo>
                  <a:cubicBezTo>
                    <a:pt x="610" y="5"/>
                    <a:pt x="575" y="1"/>
                    <a:pt x="541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34"/>
            <p:cNvSpPr/>
            <p:nvPr/>
          </p:nvSpPr>
          <p:spPr>
            <a:xfrm>
              <a:off x="6310154" y="3645496"/>
              <a:ext cx="8299" cy="20747"/>
            </a:xfrm>
            <a:custGeom>
              <a:avLst/>
              <a:gdLst/>
              <a:ahLst/>
              <a:cxnLst/>
              <a:rect l="l" t="t" r="r" b="b"/>
              <a:pathLst>
                <a:path w="74" h="185" extrusionOk="0">
                  <a:moveTo>
                    <a:pt x="27" y="0"/>
                  </a:moveTo>
                  <a:lnTo>
                    <a:pt x="1" y="96"/>
                  </a:lnTo>
                  <a:cubicBezTo>
                    <a:pt x="9" y="111"/>
                    <a:pt x="33" y="185"/>
                    <a:pt x="48" y="185"/>
                  </a:cubicBezTo>
                  <a:cubicBezTo>
                    <a:pt x="52" y="185"/>
                    <a:pt x="55" y="179"/>
                    <a:pt x="58" y="165"/>
                  </a:cubicBezTo>
                  <a:cubicBezTo>
                    <a:pt x="73" y="111"/>
                    <a:pt x="43" y="53"/>
                    <a:pt x="27" y="0"/>
                  </a:cubicBezTo>
                  <a:close/>
                </a:path>
              </a:pathLst>
            </a:custGeom>
            <a:solidFill>
              <a:srgbClr val="BD8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34"/>
            <p:cNvSpPr/>
            <p:nvPr/>
          </p:nvSpPr>
          <p:spPr>
            <a:xfrm>
              <a:off x="6292548" y="3578766"/>
              <a:ext cx="101491" cy="56522"/>
            </a:xfrm>
            <a:custGeom>
              <a:avLst/>
              <a:gdLst/>
              <a:ahLst/>
              <a:cxnLst/>
              <a:rect l="l" t="t" r="r" b="b"/>
              <a:pathLst>
                <a:path w="905" h="504" extrusionOk="0">
                  <a:moveTo>
                    <a:pt x="459" y="1"/>
                  </a:moveTo>
                  <a:cubicBezTo>
                    <a:pt x="178" y="1"/>
                    <a:pt x="23" y="198"/>
                    <a:pt x="0" y="281"/>
                  </a:cubicBezTo>
                  <a:lnTo>
                    <a:pt x="135" y="227"/>
                  </a:lnTo>
                  <a:lnTo>
                    <a:pt x="135" y="227"/>
                  </a:lnTo>
                  <a:cubicBezTo>
                    <a:pt x="108" y="319"/>
                    <a:pt x="395" y="388"/>
                    <a:pt x="491" y="415"/>
                  </a:cubicBezTo>
                  <a:lnTo>
                    <a:pt x="798" y="503"/>
                  </a:lnTo>
                  <a:lnTo>
                    <a:pt x="904" y="124"/>
                  </a:lnTo>
                  <a:cubicBezTo>
                    <a:pt x="835" y="89"/>
                    <a:pt x="748" y="51"/>
                    <a:pt x="602" y="17"/>
                  </a:cubicBezTo>
                  <a:cubicBezTo>
                    <a:pt x="551" y="6"/>
                    <a:pt x="504" y="1"/>
                    <a:pt x="459" y="1"/>
                  </a:cubicBezTo>
                  <a:close/>
                </a:path>
              </a:pathLst>
            </a:custGeom>
            <a:solidFill>
              <a:srgbClr val="2A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34"/>
            <p:cNvSpPr/>
            <p:nvPr/>
          </p:nvSpPr>
          <p:spPr>
            <a:xfrm>
              <a:off x="6308024" y="3624972"/>
              <a:ext cx="23326" cy="35999"/>
            </a:xfrm>
            <a:custGeom>
              <a:avLst/>
              <a:gdLst/>
              <a:ahLst/>
              <a:cxnLst/>
              <a:rect l="l" t="t" r="r" b="b"/>
              <a:pathLst>
                <a:path w="208" h="321" extrusionOk="0">
                  <a:moveTo>
                    <a:pt x="126" y="0"/>
                  </a:moveTo>
                  <a:cubicBezTo>
                    <a:pt x="96" y="0"/>
                    <a:pt x="67" y="21"/>
                    <a:pt x="58" y="52"/>
                  </a:cubicBezTo>
                  <a:lnTo>
                    <a:pt x="8" y="229"/>
                  </a:lnTo>
                  <a:cubicBezTo>
                    <a:pt x="0" y="268"/>
                    <a:pt x="20" y="305"/>
                    <a:pt x="58" y="317"/>
                  </a:cubicBezTo>
                  <a:cubicBezTo>
                    <a:pt x="65" y="319"/>
                    <a:pt x="71" y="320"/>
                    <a:pt x="78" y="320"/>
                  </a:cubicBezTo>
                  <a:cubicBezTo>
                    <a:pt x="108" y="320"/>
                    <a:pt x="137" y="299"/>
                    <a:pt x="146" y="268"/>
                  </a:cubicBezTo>
                  <a:lnTo>
                    <a:pt x="196" y="91"/>
                  </a:lnTo>
                  <a:cubicBezTo>
                    <a:pt x="207" y="52"/>
                    <a:pt x="184" y="15"/>
                    <a:pt x="146" y="3"/>
                  </a:cubicBezTo>
                  <a:cubicBezTo>
                    <a:pt x="139" y="1"/>
                    <a:pt x="133" y="0"/>
                    <a:pt x="126" y="0"/>
                  </a:cubicBezTo>
                  <a:close/>
                </a:path>
              </a:pathLst>
            </a:custGeom>
            <a:solidFill>
              <a:srgbClr val="2A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34"/>
            <p:cNvSpPr/>
            <p:nvPr/>
          </p:nvSpPr>
          <p:spPr>
            <a:xfrm>
              <a:off x="6311388" y="3593458"/>
              <a:ext cx="73679" cy="44410"/>
            </a:xfrm>
            <a:custGeom>
              <a:avLst/>
              <a:gdLst/>
              <a:ahLst/>
              <a:cxnLst/>
              <a:rect l="l" t="t" r="r" b="b"/>
              <a:pathLst>
                <a:path w="657" h="396" extrusionOk="0">
                  <a:moveTo>
                    <a:pt x="101" y="1"/>
                  </a:moveTo>
                  <a:lnTo>
                    <a:pt x="1" y="368"/>
                  </a:lnTo>
                  <a:lnTo>
                    <a:pt x="158" y="395"/>
                  </a:lnTo>
                  <a:cubicBezTo>
                    <a:pt x="158" y="395"/>
                    <a:pt x="162" y="388"/>
                    <a:pt x="174" y="345"/>
                  </a:cubicBezTo>
                  <a:cubicBezTo>
                    <a:pt x="187" y="304"/>
                    <a:pt x="231" y="273"/>
                    <a:pt x="281" y="273"/>
                  </a:cubicBezTo>
                  <a:cubicBezTo>
                    <a:pt x="291" y="273"/>
                    <a:pt x="301" y="274"/>
                    <a:pt x="312" y="276"/>
                  </a:cubicBezTo>
                  <a:lnTo>
                    <a:pt x="598" y="356"/>
                  </a:lnTo>
                  <a:lnTo>
                    <a:pt x="656" y="158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2A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34"/>
            <p:cNvSpPr/>
            <p:nvPr/>
          </p:nvSpPr>
          <p:spPr>
            <a:xfrm>
              <a:off x="6301071" y="3644599"/>
              <a:ext cx="20298" cy="28149"/>
            </a:xfrm>
            <a:custGeom>
              <a:avLst/>
              <a:gdLst/>
              <a:ahLst/>
              <a:cxnLst/>
              <a:rect l="l" t="t" r="r" b="b"/>
              <a:pathLst>
                <a:path w="181" h="251" extrusionOk="0">
                  <a:moveTo>
                    <a:pt x="82" y="1"/>
                  </a:moveTo>
                  <a:cubicBezTo>
                    <a:pt x="81" y="1"/>
                    <a:pt x="79" y="1"/>
                    <a:pt x="78" y="1"/>
                  </a:cubicBezTo>
                  <a:cubicBezTo>
                    <a:pt x="32" y="4"/>
                    <a:pt x="1" y="66"/>
                    <a:pt x="13" y="135"/>
                  </a:cubicBezTo>
                  <a:cubicBezTo>
                    <a:pt x="20" y="200"/>
                    <a:pt x="57" y="251"/>
                    <a:pt x="100" y="251"/>
                  </a:cubicBezTo>
                  <a:cubicBezTo>
                    <a:pt x="103" y="251"/>
                    <a:pt x="105" y="250"/>
                    <a:pt x="108" y="250"/>
                  </a:cubicBezTo>
                  <a:cubicBezTo>
                    <a:pt x="151" y="245"/>
                    <a:pt x="181" y="185"/>
                    <a:pt x="170" y="116"/>
                  </a:cubicBezTo>
                  <a:cubicBezTo>
                    <a:pt x="162" y="49"/>
                    <a:pt x="123" y="1"/>
                    <a:pt x="82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34"/>
            <p:cNvSpPr/>
            <p:nvPr/>
          </p:nvSpPr>
          <p:spPr>
            <a:xfrm>
              <a:off x="6330789" y="3580561"/>
              <a:ext cx="99809" cy="60223"/>
            </a:xfrm>
            <a:custGeom>
              <a:avLst/>
              <a:gdLst/>
              <a:ahLst/>
              <a:cxnLst/>
              <a:rect l="l" t="t" r="r" b="b"/>
              <a:pathLst>
                <a:path w="890" h="537" extrusionOk="0">
                  <a:moveTo>
                    <a:pt x="232" y="1"/>
                  </a:moveTo>
                  <a:cubicBezTo>
                    <a:pt x="141" y="1"/>
                    <a:pt x="57" y="61"/>
                    <a:pt x="31" y="150"/>
                  </a:cubicBezTo>
                  <a:cubicBezTo>
                    <a:pt x="1" y="261"/>
                    <a:pt x="66" y="376"/>
                    <a:pt x="177" y="407"/>
                  </a:cubicBezTo>
                  <a:lnTo>
                    <a:pt x="602" y="529"/>
                  </a:lnTo>
                  <a:cubicBezTo>
                    <a:pt x="621" y="534"/>
                    <a:pt x="639" y="537"/>
                    <a:pt x="657" y="537"/>
                  </a:cubicBezTo>
                  <a:cubicBezTo>
                    <a:pt x="749" y="537"/>
                    <a:pt x="833" y="476"/>
                    <a:pt x="859" y="384"/>
                  </a:cubicBezTo>
                  <a:cubicBezTo>
                    <a:pt x="890" y="273"/>
                    <a:pt x="825" y="158"/>
                    <a:pt x="713" y="127"/>
                  </a:cubicBezTo>
                  <a:lnTo>
                    <a:pt x="288" y="8"/>
                  </a:lnTo>
                  <a:cubicBezTo>
                    <a:pt x="269" y="3"/>
                    <a:pt x="251" y="1"/>
                    <a:pt x="2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34"/>
            <p:cNvSpPr/>
            <p:nvPr/>
          </p:nvSpPr>
          <p:spPr>
            <a:xfrm>
              <a:off x="6218646" y="3696412"/>
              <a:ext cx="173376" cy="291696"/>
            </a:xfrm>
            <a:custGeom>
              <a:avLst/>
              <a:gdLst/>
              <a:ahLst/>
              <a:cxnLst/>
              <a:rect l="l" t="t" r="r" b="b"/>
              <a:pathLst>
                <a:path w="1546" h="2601" extrusionOk="0">
                  <a:moveTo>
                    <a:pt x="398" y="0"/>
                  </a:moveTo>
                  <a:cubicBezTo>
                    <a:pt x="355" y="0"/>
                    <a:pt x="312" y="21"/>
                    <a:pt x="288" y="59"/>
                  </a:cubicBezTo>
                  <a:cubicBezTo>
                    <a:pt x="0" y="504"/>
                    <a:pt x="318" y="1224"/>
                    <a:pt x="330" y="1255"/>
                  </a:cubicBezTo>
                  <a:cubicBezTo>
                    <a:pt x="506" y="1646"/>
                    <a:pt x="797" y="2006"/>
                    <a:pt x="955" y="2183"/>
                  </a:cubicBezTo>
                  <a:cubicBezTo>
                    <a:pt x="1062" y="2301"/>
                    <a:pt x="1169" y="2409"/>
                    <a:pt x="1261" y="2493"/>
                  </a:cubicBezTo>
                  <a:cubicBezTo>
                    <a:pt x="1319" y="2542"/>
                    <a:pt x="1365" y="2577"/>
                    <a:pt x="1399" y="2600"/>
                  </a:cubicBezTo>
                  <a:lnTo>
                    <a:pt x="1545" y="2374"/>
                  </a:lnTo>
                  <a:cubicBezTo>
                    <a:pt x="1487" y="2335"/>
                    <a:pt x="1326" y="2197"/>
                    <a:pt x="1127" y="1972"/>
                  </a:cubicBezTo>
                  <a:cubicBezTo>
                    <a:pt x="886" y="1692"/>
                    <a:pt x="690" y="1401"/>
                    <a:pt x="575" y="1148"/>
                  </a:cubicBezTo>
                  <a:cubicBezTo>
                    <a:pt x="498" y="975"/>
                    <a:pt x="341" y="473"/>
                    <a:pt x="514" y="209"/>
                  </a:cubicBezTo>
                  <a:cubicBezTo>
                    <a:pt x="552" y="144"/>
                    <a:pt x="537" y="64"/>
                    <a:pt x="472" y="22"/>
                  </a:cubicBezTo>
                  <a:cubicBezTo>
                    <a:pt x="449" y="7"/>
                    <a:pt x="424" y="0"/>
                    <a:pt x="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34"/>
            <p:cNvSpPr/>
            <p:nvPr/>
          </p:nvSpPr>
          <p:spPr>
            <a:xfrm>
              <a:off x="6368132" y="3964341"/>
              <a:ext cx="120444" cy="57756"/>
            </a:xfrm>
            <a:custGeom>
              <a:avLst/>
              <a:gdLst/>
              <a:ahLst/>
              <a:cxnLst/>
              <a:rect l="l" t="t" r="r" b="b"/>
              <a:pathLst>
                <a:path w="1074" h="515" extrusionOk="0">
                  <a:moveTo>
                    <a:pt x="775" y="1"/>
                  </a:moveTo>
                  <a:cubicBezTo>
                    <a:pt x="745" y="1"/>
                    <a:pt x="715" y="5"/>
                    <a:pt x="687" y="15"/>
                  </a:cubicBezTo>
                  <a:lnTo>
                    <a:pt x="46" y="273"/>
                  </a:lnTo>
                  <a:cubicBezTo>
                    <a:pt x="16" y="284"/>
                    <a:pt x="1" y="319"/>
                    <a:pt x="16" y="349"/>
                  </a:cubicBezTo>
                  <a:cubicBezTo>
                    <a:pt x="25" y="373"/>
                    <a:pt x="48" y="387"/>
                    <a:pt x="71" y="387"/>
                  </a:cubicBezTo>
                  <a:cubicBezTo>
                    <a:pt x="78" y="387"/>
                    <a:pt x="86" y="386"/>
                    <a:pt x="92" y="383"/>
                  </a:cubicBezTo>
                  <a:lnTo>
                    <a:pt x="729" y="130"/>
                  </a:lnTo>
                  <a:cubicBezTo>
                    <a:pt x="744" y="124"/>
                    <a:pt x="760" y="121"/>
                    <a:pt x="775" y="121"/>
                  </a:cubicBezTo>
                  <a:cubicBezTo>
                    <a:pt x="796" y="121"/>
                    <a:pt x="817" y="126"/>
                    <a:pt x="836" y="135"/>
                  </a:cubicBezTo>
                  <a:cubicBezTo>
                    <a:pt x="871" y="150"/>
                    <a:pt x="897" y="176"/>
                    <a:pt x="913" y="215"/>
                  </a:cubicBezTo>
                  <a:cubicBezTo>
                    <a:pt x="939" y="288"/>
                    <a:pt x="902" y="369"/>
                    <a:pt x="828" y="395"/>
                  </a:cubicBezTo>
                  <a:cubicBezTo>
                    <a:pt x="794" y="406"/>
                    <a:pt x="779" y="441"/>
                    <a:pt x="791" y="472"/>
                  </a:cubicBezTo>
                  <a:cubicBezTo>
                    <a:pt x="800" y="500"/>
                    <a:pt x="823" y="514"/>
                    <a:pt x="848" y="514"/>
                  </a:cubicBezTo>
                  <a:cubicBezTo>
                    <a:pt x="850" y="514"/>
                    <a:pt x="853" y="514"/>
                    <a:pt x="856" y="514"/>
                  </a:cubicBezTo>
                  <a:cubicBezTo>
                    <a:pt x="859" y="510"/>
                    <a:pt x="863" y="510"/>
                    <a:pt x="871" y="510"/>
                  </a:cubicBezTo>
                  <a:cubicBezTo>
                    <a:pt x="1005" y="460"/>
                    <a:pt x="1074" y="307"/>
                    <a:pt x="1024" y="173"/>
                  </a:cubicBezTo>
                  <a:cubicBezTo>
                    <a:pt x="1001" y="107"/>
                    <a:pt x="951" y="54"/>
                    <a:pt x="886" y="24"/>
                  </a:cubicBezTo>
                  <a:cubicBezTo>
                    <a:pt x="851" y="9"/>
                    <a:pt x="813" y="1"/>
                    <a:pt x="7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34"/>
            <p:cNvSpPr/>
            <p:nvPr/>
          </p:nvSpPr>
          <p:spPr>
            <a:xfrm>
              <a:off x="6430932" y="3959182"/>
              <a:ext cx="28821" cy="31513"/>
            </a:xfrm>
            <a:custGeom>
              <a:avLst/>
              <a:gdLst/>
              <a:ahLst/>
              <a:cxnLst/>
              <a:rect l="l" t="t" r="r" b="b"/>
              <a:pathLst>
                <a:path w="257" h="281" extrusionOk="0">
                  <a:moveTo>
                    <a:pt x="142" y="1"/>
                  </a:moveTo>
                  <a:lnTo>
                    <a:pt x="1" y="66"/>
                  </a:lnTo>
                  <a:cubicBezTo>
                    <a:pt x="1" y="66"/>
                    <a:pt x="20" y="70"/>
                    <a:pt x="66" y="123"/>
                  </a:cubicBezTo>
                  <a:cubicBezTo>
                    <a:pt x="119" y="185"/>
                    <a:pt x="58" y="265"/>
                    <a:pt x="135" y="280"/>
                  </a:cubicBezTo>
                  <a:cubicBezTo>
                    <a:pt x="137" y="281"/>
                    <a:pt x="139" y="281"/>
                    <a:pt x="141" y="281"/>
                  </a:cubicBezTo>
                  <a:cubicBezTo>
                    <a:pt x="191" y="281"/>
                    <a:pt x="257" y="205"/>
                    <a:pt x="250" y="142"/>
                  </a:cubicBezTo>
                  <a:cubicBezTo>
                    <a:pt x="253" y="119"/>
                    <a:pt x="245" y="100"/>
                    <a:pt x="234" y="77"/>
                  </a:cubicBezTo>
                  <a:cubicBezTo>
                    <a:pt x="219" y="31"/>
                    <a:pt x="146" y="1"/>
                    <a:pt x="142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34"/>
            <p:cNvSpPr/>
            <p:nvPr/>
          </p:nvSpPr>
          <p:spPr>
            <a:xfrm>
              <a:off x="6383159" y="3974659"/>
              <a:ext cx="25905" cy="31513"/>
            </a:xfrm>
            <a:custGeom>
              <a:avLst/>
              <a:gdLst/>
              <a:ahLst/>
              <a:cxnLst/>
              <a:rect l="l" t="t" r="r" b="b"/>
              <a:pathLst>
                <a:path w="231" h="281" extrusionOk="0">
                  <a:moveTo>
                    <a:pt x="116" y="1"/>
                  </a:moveTo>
                  <a:lnTo>
                    <a:pt x="5" y="78"/>
                  </a:lnTo>
                  <a:lnTo>
                    <a:pt x="5" y="78"/>
                  </a:lnTo>
                  <a:cubicBezTo>
                    <a:pt x="4" y="77"/>
                    <a:pt x="3" y="77"/>
                    <a:pt x="3" y="77"/>
                  </a:cubicBezTo>
                  <a:cubicBezTo>
                    <a:pt x="0" y="77"/>
                    <a:pt x="1" y="81"/>
                    <a:pt x="1" y="81"/>
                  </a:cubicBezTo>
                  <a:lnTo>
                    <a:pt x="5" y="78"/>
                  </a:lnTo>
                  <a:lnTo>
                    <a:pt x="5" y="78"/>
                  </a:lnTo>
                  <a:cubicBezTo>
                    <a:pt x="10" y="80"/>
                    <a:pt x="20" y="88"/>
                    <a:pt x="39" y="112"/>
                  </a:cubicBezTo>
                  <a:cubicBezTo>
                    <a:pt x="96" y="176"/>
                    <a:pt x="32" y="268"/>
                    <a:pt x="108" y="280"/>
                  </a:cubicBezTo>
                  <a:cubicBezTo>
                    <a:pt x="111" y="281"/>
                    <a:pt x="113" y="281"/>
                    <a:pt x="115" y="281"/>
                  </a:cubicBezTo>
                  <a:cubicBezTo>
                    <a:pt x="164" y="281"/>
                    <a:pt x="230" y="208"/>
                    <a:pt x="223" y="146"/>
                  </a:cubicBezTo>
                  <a:cubicBezTo>
                    <a:pt x="227" y="123"/>
                    <a:pt x="220" y="100"/>
                    <a:pt x="208" y="81"/>
                  </a:cubicBezTo>
                  <a:cubicBezTo>
                    <a:pt x="188" y="31"/>
                    <a:pt x="119" y="1"/>
                    <a:pt x="116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79" name="Google Shape;4579;p34"/>
            <p:cNvGrpSpPr/>
            <p:nvPr/>
          </p:nvGrpSpPr>
          <p:grpSpPr>
            <a:xfrm>
              <a:off x="5933354" y="4108432"/>
              <a:ext cx="244588" cy="244706"/>
              <a:chOff x="5933354" y="4119894"/>
              <a:chExt cx="244588" cy="244706"/>
            </a:xfrm>
          </p:grpSpPr>
          <p:sp>
            <p:nvSpPr>
              <p:cNvPr id="4580" name="Google Shape;4580;p34"/>
              <p:cNvSpPr/>
              <p:nvPr/>
            </p:nvSpPr>
            <p:spPr>
              <a:xfrm>
                <a:off x="6046394" y="4129763"/>
                <a:ext cx="3028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7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7" y="2001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1" name="Google Shape;4581;p34"/>
              <p:cNvSpPr/>
              <p:nvPr/>
            </p:nvSpPr>
            <p:spPr>
              <a:xfrm>
                <a:off x="6046394" y="4129763"/>
                <a:ext cx="3028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7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7" y="2001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2" name="Google Shape;4582;p34"/>
              <p:cNvSpPr/>
              <p:nvPr/>
            </p:nvSpPr>
            <p:spPr>
              <a:xfrm>
                <a:off x="6061870" y="4129763"/>
                <a:ext cx="3028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7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7" y="2001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3" name="Google Shape;4583;p34"/>
              <p:cNvSpPr/>
              <p:nvPr/>
            </p:nvSpPr>
            <p:spPr>
              <a:xfrm>
                <a:off x="600422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27" y="0"/>
                    </a:moveTo>
                    <a:lnTo>
                      <a:pt x="0" y="8"/>
                    </a:lnTo>
                    <a:lnTo>
                      <a:pt x="767" y="1859"/>
                    </a:lnTo>
                    <a:lnTo>
                      <a:pt x="790" y="1848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4" name="Google Shape;4584;p34"/>
              <p:cNvSpPr/>
              <p:nvPr/>
            </p:nvSpPr>
            <p:spPr>
              <a:xfrm>
                <a:off x="600422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27" y="0"/>
                    </a:moveTo>
                    <a:lnTo>
                      <a:pt x="0" y="8"/>
                    </a:lnTo>
                    <a:lnTo>
                      <a:pt x="767" y="1859"/>
                    </a:lnTo>
                    <a:lnTo>
                      <a:pt x="790" y="1848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5" name="Google Shape;4585;p34"/>
              <p:cNvSpPr/>
              <p:nvPr/>
            </p:nvSpPr>
            <p:spPr>
              <a:xfrm>
                <a:off x="6018358" y="4134922"/>
                <a:ext cx="88707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60" extrusionOk="0">
                    <a:moveTo>
                      <a:pt x="28" y="1"/>
                    </a:moveTo>
                    <a:lnTo>
                      <a:pt x="1" y="12"/>
                    </a:lnTo>
                    <a:lnTo>
                      <a:pt x="767" y="1859"/>
                    </a:lnTo>
                    <a:lnTo>
                      <a:pt x="790" y="1847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6" name="Google Shape;4586;p34"/>
              <p:cNvSpPr/>
              <p:nvPr/>
            </p:nvSpPr>
            <p:spPr>
              <a:xfrm>
                <a:off x="5948381" y="4205016"/>
                <a:ext cx="208478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51" y="789"/>
                    </a:lnTo>
                    <a:lnTo>
                      <a:pt x="1858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7" name="Google Shape;4587;p34"/>
              <p:cNvSpPr/>
              <p:nvPr/>
            </p:nvSpPr>
            <p:spPr>
              <a:xfrm>
                <a:off x="5948381" y="4205016"/>
                <a:ext cx="208478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51" y="789"/>
                    </a:lnTo>
                    <a:lnTo>
                      <a:pt x="1858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8" name="Google Shape;4588;p34"/>
              <p:cNvSpPr/>
              <p:nvPr/>
            </p:nvSpPr>
            <p:spPr>
              <a:xfrm>
                <a:off x="5954325" y="4190885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48" y="789"/>
                    </a:lnTo>
                    <a:lnTo>
                      <a:pt x="1859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9" name="Google Shape;4589;p34"/>
              <p:cNvSpPr/>
              <p:nvPr/>
            </p:nvSpPr>
            <p:spPr>
              <a:xfrm>
                <a:off x="5954325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8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0" name="Google Shape;4590;p34"/>
              <p:cNvSpPr/>
              <p:nvPr/>
            </p:nvSpPr>
            <p:spPr>
              <a:xfrm>
                <a:off x="5954325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8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1" name="Google Shape;4591;p34"/>
              <p:cNvSpPr/>
              <p:nvPr/>
            </p:nvSpPr>
            <p:spPr>
              <a:xfrm>
                <a:off x="5948381" y="4190885"/>
                <a:ext cx="208478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790" extrusionOk="0">
                    <a:moveTo>
                      <a:pt x="1851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8" y="23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2" name="Google Shape;4592;p34"/>
              <p:cNvSpPr/>
              <p:nvPr/>
            </p:nvSpPr>
            <p:spPr>
              <a:xfrm>
                <a:off x="601835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8" y="1859"/>
                    </a:lnTo>
                    <a:lnTo>
                      <a:pt x="790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3" name="Google Shape;4593;p34"/>
              <p:cNvSpPr/>
              <p:nvPr/>
            </p:nvSpPr>
            <p:spPr>
              <a:xfrm>
                <a:off x="601835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8" y="1859"/>
                    </a:lnTo>
                    <a:lnTo>
                      <a:pt x="790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4" name="Google Shape;4594;p34"/>
              <p:cNvSpPr/>
              <p:nvPr/>
            </p:nvSpPr>
            <p:spPr>
              <a:xfrm>
                <a:off x="6004228" y="4134922"/>
                <a:ext cx="88707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60" extrusionOk="0">
                    <a:moveTo>
                      <a:pt x="767" y="1"/>
                    </a:moveTo>
                    <a:lnTo>
                      <a:pt x="0" y="1847"/>
                    </a:lnTo>
                    <a:lnTo>
                      <a:pt x="27" y="1859"/>
                    </a:lnTo>
                    <a:lnTo>
                      <a:pt x="790" y="12"/>
                    </a:ln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5" name="Google Shape;4595;p34"/>
              <p:cNvSpPr/>
              <p:nvPr/>
            </p:nvSpPr>
            <p:spPr>
              <a:xfrm>
                <a:off x="5969800" y="4167109"/>
                <a:ext cx="160816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5" extrusionOk="0">
                    <a:moveTo>
                      <a:pt x="20" y="1"/>
                    </a:moveTo>
                    <a:lnTo>
                      <a:pt x="1" y="20"/>
                    </a:lnTo>
                    <a:lnTo>
                      <a:pt x="1414" y="1434"/>
                    </a:lnTo>
                    <a:lnTo>
                      <a:pt x="1434" y="1415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6" name="Google Shape;4596;p34"/>
              <p:cNvSpPr/>
              <p:nvPr/>
            </p:nvSpPr>
            <p:spPr>
              <a:xfrm>
                <a:off x="5980566" y="4156455"/>
                <a:ext cx="160816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4" extrusionOk="0">
                    <a:moveTo>
                      <a:pt x="20" y="0"/>
                    </a:moveTo>
                    <a:lnTo>
                      <a:pt x="0" y="19"/>
                    </a:lnTo>
                    <a:lnTo>
                      <a:pt x="1415" y="1434"/>
                    </a:lnTo>
                    <a:lnTo>
                      <a:pt x="1433" y="14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7" name="Google Shape;4597;p34"/>
              <p:cNvSpPr/>
              <p:nvPr/>
            </p:nvSpPr>
            <p:spPr>
              <a:xfrm>
                <a:off x="5980566" y="4167109"/>
                <a:ext cx="160816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5" extrusionOk="0">
                    <a:moveTo>
                      <a:pt x="1415" y="1"/>
                    </a:moveTo>
                    <a:lnTo>
                      <a:pt x="0" y="1415"/>
                    </a:lnTo>
                    <a:lnTo>
                      <a:pt x="20" y="1434"/>
                    </a:lnTo>
                    <a:lnTo>
                      <a:pt x="1433" y="20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8" name="Google Shape;4598;p34"/>
              <p:cNvSpPr/>
              <p:nvPr/>
            </p:nvSpPr>
            <p:spPr>
              <a:xfrm>
                <a:off x="5969800" y="4156455"/>
                <a:ext cx="160816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4" extrusionOk="0">
                    <a:moveTo>
                      <a:pt x="1414" y="0"/>
                    </a:moveTo>
                    <a:lnTo>
                      <a:pt x="1" y="1415"/>
                    </a:lnTo>
                    <a:lnTo>
                      <a:pt x="20" y="1434"/>
                    </a:lnTo>
                    <a:lnTo>
                      <a:pt x="1434" y="19"/>
                    </a:lnTo>
                    <a:lnTo>
                      <a:pt x="141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9" name="Google Shape;4599;p34"/>
              <p:cNvSpPr/>
              <p:nvPr/>
            </p:nvSpPr>
            <p:spPr>
              <a:xfrm>
                <a:off x="5943671" y="4248419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0" name="Google Shape;4600;p34"/>
              <p:cNvSpPr/>
              <p:nvPr/>
            </p:nvSpPr>
            <p:spPr>
              <a:xfrm>
                <a:off x="5943671" y="4232942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1" name="Google Shape;4601;p34"/>
              <p:cNvSpPr/>
              <p:nvPr/>
            </p:nvSpPr>
            <p:spPr>
              <a:xfrm>
                <a:off x="5940643" y="4127184"/>
                <a:ext cx="230009" cy="230015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2051" extrusionOk="0">
                    <a:moveTo>
                      <a:pt x="1027" y="200"/>
                    </a:moveTo>
                    <a:cubicBezTo>
                      <a:pt x="1483" y="200"/>
                      <a:pt x="1851" y="568"/>
                      <a:pt x="1851" y="1023"/>
                    </a:cubicBezTo>
                    <a:cubicBezTo>
                      <a:pt x="1851" y="1480"/>
                      <a:pt x="1483" y="1851"/>
                      <a:pt x="1027" y="1851"/>
                    </a:cubicBezTo>
                    <a:cubicBezTo>
                      <a:pt x="571" y="1851"/>
                      <a:pt x="199" y="1480"/>
                      <a:pt x="199" y="1023"/>
                    </a:cubicBezTo>
                    <a:cubicBezTo>
                      <a:pt x="199" y="568"/>
                      <a:pt x="571" y="200"/>
                      <a:pt x="1027" y="200"/>
                    </a:cubicBezTo>
                    <a:close/>
                    <a:moveTo>
                      <a:pt x="1027" y="1"/>
                    </a:moveTo>
                    <a:cubicBezTo>
                      <a:pt x="460" y="1"/>
                      <a:pt x="1" y="461"/>
                      <a:pt x="1" y="1023"/>
                    </a:cubicBezTo>
                    <a:cubicBezTo>
                      <a:pt x="1" y="1591"/>
                      <a:pt x="460" y="2051"/>
                      <a:pt x="1027" y="2051"/>
                    </a:cubicBezTo>
                    <a:cubicBezTo>
                      <a:pt x="1591" y="2051"/>
                      <a:pt x="2050" y="1591"/>
                      <a:pt x="2050" y="1023"/>
                    </a:cubicBezTo>
                    <a:cubicBezTo>
                      <a:pt x="2050" y="461"/>
                      <a:pt x="1591" y="1"/>
                      <a:pt x="10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2" name="Google Shape;4602;p34"/>
              <p:cNvSpPr/>
              <p:nvPr/>
            </p:nvSpPr>
            <p:spPr>
              <a:xfrm>
                <a:off x="5933354" y="4119894"/>
                <a:ext cx="244588" cy="244706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2182" extrusionOk="0">
                    <a:moveTo>
                      <a:pt x="1092" y="211"/>
                    </a:moveTo>
                    <a:cubicBezTo>
                      <a:pt x="1575" y="211"/>
                      <a:pt x="1969" y="606"/>
                      <a:pt x="1969" y="1088"/>
                    </a:cubicBezTo>
                    <a:cubicBezTo>
                      <a:pt x="1969" y="1576"/>
                      <a:pt x="1575" y="1967"/>
                      <a:pt x="1092" y="1967"/>
                    </a:cubicBezTo>
                    <a:cubicBezTo>
                      <a:pt x="605" y="1967"/>
                      <a:pt x="211" y="1576"/>
                      <a:pt x="211" y="1088"/>
                    </a:cubicBezTo>
                    <a:cubicBezTo>
                      <a:pt x="211" y="606"/>
                      <a:pt x="605" y="211"/>
                      <a:pt x="1092" y="211"/>
                    </a:cubicBezTo>
                    <a:close/>
                    <a:moveTo>
                      <a:pt x="1092" y="1"/>
                    </a:moveTo>
                    <a:cubicBezTo>
                      <a:pt x="490" y="1"/>
                      <a:pt x="0" y="491"/>
                      <a:pt x="0" y="1088"/>
                    </a:cubicBezTo>
                    <a:cubicBezTo>
                      <a:pt x="0" y="1691"/>
                      <a:pt x="490" y="2181"/>
                      <a:pt x="1092" y="2181"/>
                    </a:cubicBezTo>
                    <a:cubicBezTo>
                      <a:pt x="1690" y="2181"/>
                      <a:pt x="2181" y="1691"/>
                      <a:pt x="2181" y="1088"/>
                    </a:cubicBezTo>
                    <a:cubicBezTo>
                      <a:pt x="2181" y="491"/>
                      <a:pt x="1690" y="1"/>
                      <a:pt x="10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3" name="Google Shape;4603;p34"/>
              <p:cNvSpPr/>
              <p:nvPr/>
            </p:nvSpPr>
            <p:spPr>
              <a:xfrm>
                <a:off x="6033834" y="4220493"/>
                <a:ext cx="43624" cy="4351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8" extrusionOk="0">
                    <a:moveTo>
                      <a:pt x="196" y="0"/>
                    </a:moveTo>
                    <a:cubicBezTo>
                      <a:pt x="85" y="0"/>
                      <a:pt x="1" y="85"/>
                      <a:pt x="1" y="191"/>
                    </a:cubicBezTo>
                    <a:cubicBezTo>
                      <a:pt x="1" y="303"/>
                      <a:pt x="85" y="387"/>
                      <a:pt x="196" y="387"/>
                    </a:cubicBezTo>
                    <a:cubicBezTo>
                      <a:pt x="303" y="387"/>
                      <a:pt x="388" y="303"/>
                      <a:pt x="388" y="191"/>
                    </a:cubicBezTo>
                    <a:cubicBezTo>
                      <a:pt x="388" y="85"/>
                      <a:pt x="303" y="0"/>
                      <a:pt x="1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04" name="Google Shape;4604;p34"/>
            <p:cNvGrpSpPr/>
            <p:nvPr/>
          </p:nvGrpSpPr>
          <p:grpSpPr>
            <a:xfrm>
              <a:off x="6371609" y="4108432"/>
              <a:ext cx="244140" cy="244706"/>
              <a:chOff x="6371609" y="4119894"/>
              <a:chExt cx="244140" cy="244706"/>
            </a:xfrm>
          </p:grpSpPr>
          <p:sp>
            <p:nvSpPr>
              <p:cNvPr id="4605" name="Google Shape;4605;p34"/>
              <p:cNvSpPr/>
              <p:nvPr/>
            </p:nvSpPr>
            <p:spPr>
              <a:xfrm>
                <a:off x="6484200" y="4129763"/>
                <a:ext cx="3589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32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31" y="2001"/>
                    </a:ln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6" name="Google Shape;4606;p34"/>
              <p:cNvSpPr/>
              <p:nvPr/>
            </p:nvSpPr>
            <p:spPr>
              <a:xfrm>
                <a:off x="6484200" y="4129763"/>
                <a:ext cx="3589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32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31" y="2001"/>
                    </a:ln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7" name="Google Shape;4607;p34"/>
              <p:cNvSpPr/>
              <p:nvPr/>
            </p:nvSpPr>
            <p:spPr>
              <a:xfrm>
                <a:off x="6499676" y="4129763"/>
                <a:ext cx="3140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8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8" y="2001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8" name="Google Shape;4608;p34"/>
              <p:cNvSpPr/>
              <p:nvPr/>
            </p:nvSpPr>
            <p:spPr>
              <a:xfrm>
                <a:off x="6442034" y="4140978"/>
                <a:ext cx="89155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859" extrusionOk="0">
                    <a:moveTo>
                      <a:pt x="28" y="0"/>
                    </a:moveTo>
                    <a:lnTo>
                      <a:pt x="1" y="8"/>
                    </a:lnTo>
                    <a:lnTo>
                      <a:pt x="767" y="1859"/>
                    </a:lnTo>
                    <a:lnTo>
                      <a:pt x="795" y="184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9" name="Google Shape;4609;p34"/>
              <p:cNvSpPr/>
              <p:nvPr/>
            </p:nvSpPr>
            <p:spPr>
              <a:xfrm>
                <a:off x="6442034" y="4140978"/>
                <a:ext cx="89155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859" extrusionOk="0">
                    <a:moveTo>
                      <a:pt x="28" y="0"/>
                    </a:moveTo>
                    <a:lnTo>
                      <a:pt x="1" y="8"/>
                    </a:lnTo>
                    <a:lnTo>
                      <a:pt x="767" y="1859"/>
                    </a:lnTo>
                    <a:lnTo>
                      <a:pt x="795" y="184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0" name="Google Shape;4610;p34"/>
              <p:cNvSpPr/>
              <p:nvPr/>
            </p:nvSpPr>
            <p:spPr>
              <a:xfrm>
                <a:off x="6456277" y="4134922"/>
                <a:ext cx="89043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860" extrusionOk="0">
                    <a:moveTo>
                      <a:pt x="27" y="1"/>
                    </a:moveTo>
                    <a:lnTo>
                      <a:pt x="1" y="12"/>
                    </a:lnTo>
                    <a:lnTo>
                      <a:pt x="767" y="1859"/>
                    </a:lnTo>
                    <a:lnTo>
                      <a:pt x="794" y="1847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1" name="Google Shape;4611;p34"/>
              <p:cNvSpPr/>
              <p:nvPr/>
            </p:nvSpPr>
            <p:spPr>
              <a:xfrm>
                <a:off x="6386187" y="4205016"/>
                <a:ext cx="208926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90" extrusionOk="0">
                    <a:moveTo>
                      <a:pt x="12" y="0"/>
                    </a:moveTo>
                    <a:lnTo>
                      <a:pt x="0" y="23"/>
                    </a:lnTo>
                    <a:lnTo>
                      <a:pt x="1852" y="789"/>
                    </a:lnTo>
                    <a:lnTo>
                      <a:pt x="1863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2" name="Google Shape;4612;p34"/>
              <p:cNvSpPr/>
              <p:nvPr/>
            </p:nvSpPr>
            <p:spPr>
              <a:xfrm>
                <a:off x="6386187" y="4205016"/>
                <a:ext cx="208926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90" extrusionOk="0">
                    <a:moveTo>
                      <a:pt x="12" y="0"/>
                    </a:moveTo>
                    <a:lnTo>
                      <a:pt x="0" y="23"/>
                    </a:lnTo>
                    <a:lnTo>
                      <a:pt x="1852" y="789"/>
                    </a:lnTo>
                    <a:lnTo>
                      <a:pt x="1863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3" name="Google Shape;4613;p34"/>
              <p:cNvSpPr/>
              <p:nvPr/>
            </p:nvSpPr>
            <p:spPr>
              <a:xfrm>
                <a:off x="6392243" y="4190885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47" y="789"/>
                    </a:lnTo>
                    <a:lnTo>
                      <a:pt x="1859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4" name="Google Shape;4614;p34"/>
              <p:cNvSpPr/>
              <p:nvPr/>
            </p:nvSpPr>
            <p:spPr>
              <a:xfrm>
                <a:off x="6392243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7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5" name="Google Shape;4615;p34"/>
              <p:cNvSpPr/>
              <p:nvPr/>
            </p:nvSpPr>
            <p:spPr>
              <a:xfrm>
                <a:off x="6392243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7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6" name="Google Shape;4616;p34"/>
              <p:cNvSpPr/>
              <p:nvPr/>
            </p:nvSpPr>
            <p:spPr>
              <a:xfrm>
                <a:off x="6386187" y="4190885"/>
                <a:ext cx="208926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90" extrusionOk="0">
                    <a:moveTo>
                      <a:pt x="1852" y="0"/>
                    </a:moveTo>
                    <a:lnTo>
                      <a:pt x="0" y="763"/>
                    </a:lnTo>
                    <a:lnTo>
                      <a:pt x="12" y="789"/>
                    </a:lnTo>
                    <a:lnTo>
                      <a:pt x="1863" y="23"/>
                    </a:lnTo>
                    <a:lnTo>
                      <a:pt x="185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7" name="Google Shape;4617;p34"/>
              <p:cNvSpPr/>
              <p:nvPr/>
            </p:nvSpPr>
            <p:spPr>
              <a:xfrm>
                <a:off x="6456277" y="4140978"/>
                <a:ext cx="89043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7" y="1859"/>
                    </a:lnTo>
                    <a:lnTo>
                      <a:pt x="794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8" name="Google Shape;4618;p34"/>
              <p:cNvSpPr/>
              <p:nvPr/>
            </p:nvSpPr>
            <p:spPr>
              <a:xfrm>
                <a:off x="6456277" y="4140978"/>
                <a:ext cx="89043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7" y="1859"/>
                    </a:lnTo>
                    <a:lnTo>
                      <a:pt x="794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9" name="Google Shape;4619;p34"/>
              <p:cNvSpPr/>
              <p:nvPr/>
            </p:nvSpPr>
            <p:spPr>
              <a:xfrm>
                <a:off x="6442034" y="4134922"/>
                <a:ext cx="89155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860" extrusionOk="0">
                    <a:moveTo>
                      <a:pt x="767" y="1"/>
                    </a:moveTo>
                    <a:lnTo>
                      <a:pt x="1" y="1847"/>
                    </a:lnTo>
                    <a:lnTo>
                      <a:pt x="28" y="1859"/>
                    </a:lnTo>
                    <a:lnTo>
                      <a:pt x="795" y="12"/>
                    </a:ln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0" name="Google Shape;4620;p34"/>
              <p:cNvSpPr/>
              <p:nvPr/>
            </p:nvSpPr>
            <p:spPr>
              <a:xfrm>
                <a:off x="6407719" y="4167109"/>
                <a:ext cx="160816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5" extrusionOk="0">
                    <a:moveTo>
                      <a:pt x="20" y="1"/>
                    </a:moveTo>
                    <a:lnTo>
                      <a:pt x="1" y="20"/>
                    </a:lnTo>
                    <a:lnTo>
                      <a:pt x="1414" y="1434"/>
                    </a:lnTo>
                    <a:lnTo>
                      <a:pt x="1433" y="1415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1" name="Google Shape;4621;p34"/>
              <p:cNvSpPr/>
              <p:nvPr/>
            </p:nvSpPr>
            <p:spPr>
              <a:xfrm>
                <a:off x="6418484" y="4156455"/>
                <a:ext cx="161152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4" extrusionOk="0">
                    <a:moveTo>
                      <a:pt x="20" y="0"/>
                    </a:moveTo>
                    <a:lnTo>
                      <a:pt x="0" y="19"/>
                    </a:lnTo>
                    <a:lnTo>
                      <a:pt x="1414" y="1434"/>
                    </a:lnTo>
                    <a:lnTo>
                      <a:pt x="1437" y="14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2" name="Google Shape;4622;p34"/>
              <p:cNvSpPr/>
              <p:nvPr/>
            </p:nvSpPr>
            <p:spPr>
              <a:xfrm>
                <a:off x="6418484" y="4167109"/>
                <a:ext cx="161152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5" extrusionOk="0">
                    <a:moveTo>
                      <a:pt x="1414" y="1"/>
                    </a:moveTo>
                    <a:lnTo>
                      <a:pt x="0" y="1415"/>
                    </a:lnTo>
                    <a:lnTo>
                      <a:pt x="20" y="1434"/>
                    </a:lnTo>
                    <a:lnTo>
                      <a:pt x="1437" y="20"/>
                    </a:lnTo>
                    <a:lnTo>
                      <a:pt x="141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3" name="Google Shape;4623;p34"/>
              <p:cNvSpPr/>
              <p:nvPr/>
            </p:nvSpPr>
            <p:spPr>
              <a:xfrm>
                <a:off x="6407719" y="4156455"/>
                <a:ext cx="160816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4" extrusionOk="0">
                    <a:moveTo>
                      <a:pt x="1414" y="0"/>
                    </a:moveTo>
                    <a:lnTo>
                      <a:pt x="1" y="1415"/>
                    </a:lnTo>
                    <a:lnTo>
                      <a:pt x="20" y="1434"/>
                    </a:lnTo>
                    <a:lnTo>
                      <a:pt x="1433" y="19"/>
                    </a:lnTo>
                    <a:lnTo>
                      <a:pt x="141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4" name="Google Shape;4624;p34"/>
              <p:cNvSpPr/>
              <p:nvPr/>
            </p:nvSpPr>
            <p:spPr>
              <a:xfrm>
                <a:off x="6381589" y="4248419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5" name="Google Shape;4625;p34"/>
              <p:cNvSpPr/>
              <p:nvPr/>
            </p:nvSpPr>
            <p:spPr>
              <a:xfrm>
                <a:off x="6381589" y="4232942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6" name="Google Shape;4626;p34"/>
              <p:cNvSpPr/>
              <p:nvPr/>
            </p:nvSpPr>
            <p:spPr>
              <a:xfrm>
                <a:off x="6378449" y="4127184"/>
                <a:ext cx="230122" cy="230015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2051" extrusionOk="0">
                    <a:moveTo>
                      <a:pt x="1028" y="200"/>
                    </a:moveTo>
                    <a:cubicBezTo>
                      <a:pt x="1484" y="200"/>
                      <a:pt x="1855" y="568"/>
                      <a:pt x="1855" y="1023"/>
                    </a:cubicBezTo>
                    <a:cubicBezTo>
                      <a:pt x="1855" y="1480"/>
                      <a:pt x="1484" y="1851"/>
                      <a:pt x="1028" y="1851"/>
                    </a:cubicBezTo>
                    <a:cubicBezTo>
                      <a:pt x="572" y="1851"/>
                      <a:pt x="200" y="1480"/>
                      <a:pt x="200" y="1023"/>
                    </a:cubicBezTo>
                    <a:cubicBezTo>
                      <a:pt x="200" y="568"/>
                      <a:pt x="572" y="200"/>
                      <a:pt x="1028" y="200"/>
                    </a:cubicBezTo>
                    <a:close/>
                    <a:moveTo>
                      <a:pt x="1028" y="1"/>
                    </a:moveTo>
                    <a:cubicBezTo>
                      <a:pt x="460" y="1"/>
                      <a:pt x="0" y="461"/>
                      <a:pt x="0" y="1023"/>
                    </a:cubicBezTo>
                    <a:cubicBezTo>
                      <a:pt x="0" y="1591"/>
                      <a:pt x="460" y="2051"/>
                      <a:pt x="1028" y="2051"/>
                    </a:cubicBezTo>
                    <a:cubicBezTo>
                      <a:pt x="1591" y="2051"/>
                      <a:pt x="2051" y="1591"/>
                      <a:pt x="2051" y="1023"/>
                    </a:cubicBezTo>
                    <a:cubicBezTo>
                      <a:pt x="2051" y="461"/>
                      <a:pt x="1591" y="1"/>
                      <a:pt x="10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7" name="Google Shape;4627;p34"/>
              <p:cNvSpPr/>
              <p:nvPr/>
            </p:nvSpPr>
            <p:spPr>
              <a:xfrm>
                <a:off x="6371609" y="4119894"/>
                <a:ext cx="244140" cy="244706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2182" extrusionOk="0">
                    <a:moveTo>
                      <a:pt x="1089" y="211"/>
                    </a:moveTo>
                    <a:cubicBezTo>
                      <a:pt x="1572" y="211"/>
                      <a:pt x="1966" y="606"/>
                      <a:pt x="1966" y="1088"/>
                    </a:cubicBezTo>
                    <a:cubicBezTo>
                      <a:pt x="1966" y="1576"/>
                      <a:pt x="1572" y="1967"/>
                      <a:pt x="1089" y="1967"/>
                    </a:cubicBezTo>
                    <a:cubicBezTo>
                      <a:pt x="602" y="1967"/>
                      <a:pt x="211" y="1576"/>
                      <a:pt x="211" y="1088"/>
                    </a:cubicBezTo>
                    <a:cubicBezTo>
                      <a:pt x="211" y="606"/>
                      <a:pt x="602" y="211"/>
                      <a:pt x="1089" y="211"/>
                    </a:cubicBezTo>
                    <a:close/>
                    <a:moveTo>
                      <a:pt x="1089" y="1"/>
                    </a:moveTo>
                    <a:cubicBezTo>
                      <a:pt x="487" y="1"/>
                      <a:pt x="1" y="491"/>
                      <a:pt x="1" y="1088"/>
                    </a:cubicBezTo>
                    <a:cubicBezTo>
                      <a:pt x="1" y="1691"/>
                      <a:pt x="487" y="2181"/>
                      <a:pt x="1089" y="2181"/>
                    </a:cubicBezTo>
                    <a:cubicBezTo>
                      <a:pt x="1687" y="2181"/>
                      <a:pt x="2177" y="1691"/>
                      <a:pt x="2177" y="1088"/>
                    </a:cubicBezTo>
                    <a:cubicBezTo>
                      <a:pt x="2177" y="491"/>
                      <a:pt x="1687" y="1"/>
                      <a:pt x="10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8" name="Google Shape;4628;p34"/>
              <p:cNvSpPr/>
              <p:nvPr/>
            </p:nvSpPr>
            <p:spPr>
              <a:xfrm>
                <a:off x="6471752" y="4220493"/>
                <a:ext cx="43961" cy="43513"/>
              </a:xfrm>
              <a:custGeom>
                <a:avLst/>
                <a:gdLst/>
                <a:ahLst/>
                <a:cxnLst/>
                <a:rect l="l" t="t" r="r" b="b"/>
                <a:pathLst>
                  <a:path w="392" h="388" extrusionOk="0">
                    <a:moveTo>
                      <a:pt x="196" y="0"/>
                    </a:moveTo>
                    <a:cubicBezTo>
                      <a:pt x="88" y="0"/>
                      <a:pt x="1" y="85"/>
                      <a:pt x="1" y="191"/>
                    </a:cubicBezTo>
                    <a:cubicBezTo>
                      <a:pt x="1" y="303"/>
                      <a:pt x="88" y="387"/>
                      <a:pt x="196" y="387"/>
                    </a:cubicBezTo>
                    <a:cubicBezTo>
                      <a:pt x="303" y="387"/>
                      <a:pt x="392" y="303"/>
                      <a:pt x="392" y="191"/>
                    </a:cubicBezTo>
                    <a:cubicBezTo>
                      <a:pt x="392" y="85"/>
                      <a:pt x="303" y="0"/>
                      <a:pt x="1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anga One"/>
              <a:buNone/>
              <a:defRPr sz="3000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nga One"/>
              <a:buNone/>
              <a:defRPr sz="2800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nga One"/>
              <a:buNone/>
              <a:defRPr sz="2800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nga One"/>
              <a:buNone/>
              <a:defRPr sz="2800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nga One"/>
              <a:buNone/>
              <a:defRPr sz="2800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nga One"/>
              <a:buNone/>
              <a:defRPr sz="2800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nga One"/>
              <a:buNone/>
              <a:defRPr sz="2800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nga One"/>
              <a:buNone/>
              <a:defRPr sz="2800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nga One"/>
              <a:buNone/>
              <a:defRPr sz="2800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58" r:id="rId7"/>
    <p:sldLayoutId id="2147483659" r:id="rId8"/>
    <p:sldLayoutId id="2147483665" r:id="rId9"/>
    <p:sldLayoutId id="2147483669" r:id="rId10"/>
    <p:sldLayoutId id="2147483672" r:id="rId11"/>
    <p:sldLayoutId id="2147483673" r:id="rId12"/>
    <p:sldLayoutId id="2147483674" r:id="rId13"/>
    <p:sldLayoutId id="2147483675" r:id="rId14"/>
    <p:sldLayoutId id="2147483678" r:id="rId15"/>
    <p:sldLayoutId id="2147483679" r:id="rId16"/>
    <p:sldLayoutId id="2147483680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aurora.felisari@studenti.unipr.it?subject=2D%20Segmantic%20Segmentation%20-%20Progetto%20ADA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6.png"/><Relationship Id="rId5" Type="http://schemas.openxmlformats.org/officeDocument/2006/relationships/hyperlink" Target="https://github.com/felisariaurora/Autonomous_Driving_and_Adas_Technologies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9" name="Google Shape;4639;p38"/>
          <p:cNvSpPr txBox="1">
            <a:spLocks noGrp="1"/>
          </p:cNvSpPr>
          <p:nvPr>
            <p:ph type="ctrTitle"/>
          </p:nvPr>
        </p:nvSpPr>
        <p:spPr>
          <a:xfrm>
            <a:off x="774357" y="542550"/>
            <a:ext cx="5387546" cy="20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4800" noProof="0" dirty="0"/>
              <a:t>2D Semantic </a:t>
            </a:r>
            <a:br>
              <a:rPr lang="it-IT" sz="4800" noProof="0" dirty="0"/>
            </a:br>
            <a:r>
              <a:rPr lang="it-IT" sz="4800" noProof="0" dirty="0"/>
              <a:t>	Segmentation </a:t>
            </a:r>
            <a:br>
              <a:rPr lang="it-IT" sz="4800" noProof="0" dirty="0"/>
            </a:br>
            <a:r>
              <a:rPr lang="it-IT" sz="4800" noProof="0" dirty="0"/>
              <a:t>su Cityapes</a:t>
            </a:r>
          </a:p>
        </p:txBody>
      </p:sp>
      <p:sp>
        <p:nvSpPr>
          <p:cNvPr id="4640" name="Google Shape;4640;p38"/>
          <p:cNvSpPr txBox="1">
            <a:spLocks noGrp="1"/>
          </p:cNvSpPr>
          <p:nvPr>
            <p:ph type="subTitle" idx="1"/>
          </p:nvPr>
        </p:nvSpPr>
        <p:spPr>
          <a:xfrm>
            <a:off x="713099" y="2675958"/>
            <a:ext cx="4715635" cy="39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noProof="0" dirty="0"/>
              <a:t>U-Net from Scratch vs DeepLabV3+ Fine-Tuning</a:t>
            </a:r>
          </a:p>
        </p:txBody>
      </p:sp>
      <p:grpSp>
        <p:nvGrpSpPr>
          <p:cNvPr id="4641" name="Google Shape;4641;p38"/>
          <p:cNvGrpSpPr/>
          <p:nvPr/>
        </p:nvGrpSpPr>
        <p:grpSpPr>
          <a:xfrm rot="-5400000">
            <a:off x="7137890" y="344513"/>
            <a:ext cx="1936841" cy="1205022"/>
            <a:chOff x="3846690" y="770050"/>
            <a:chExt cx="1788734" cy="1053802"/>
          </a:xfrm>
        </p:grpSpPr>
        <p:sp>
          <p:nvSpPr>
            <p:cNvPr id="4642" name="Google Shape;4642;p38"/>
            <p:cNvSpPr/>
            <p:nvPr/>
          </p:nvSpPr>
          <p:spPr>
            <a:xfrm>
              <a:off x="3846690" y="770050"/>
              <a:ext cx="1788734" cy="1053802"/>
            </a:xfrm>
            <a:custGeom>
              <a:avLst/>
              <a:gdLst/>
              <a:ahLst/>
              <a:cxnLst/>
              <a:rect l="l" t="t" r="r" b="b"/>
              <a:pathLst>
                <a:path w="18551" h="10929" extrusionOk="0">
                  <a:moveTo>
                    <a:pt x="5465" y="0"/>
                  </a:moveTo>
                  <a:cubicBezTo>
                    <a:pt x="2453" y="0"/>
                    <a:pt x="0" y="2448"/>
                    <a:pt x="0" y="5465"/>
                  </a:cubicBezTo>
                  <a:cubicBezTo>
                    <a:pt x="0" y="8477"/>
                    <a:pt x="2453" y="10929"/>
                    <a:pt x="5465" y="10929"/>
                  </a:cubicBezTo>
                  <a:lnTo>
                    <a:pt x="18497" y="10929"/>
                  </a:lnTo>
                  <a:lnTo>
                    <a:pt x="18551" y="6767"/>
                  </a:lnTo>
                  <a:lnTo>
                    <a:pt x="5465" y="6779"/>
                  </a:lnTo>
                  <a:cubicBezTo>
                    <a:pt x="4740" y="6779"/>
                    <a:pt x="4151" y="6189"/>
                    <a:pt x="4151" y="5465"/>
                  </a:cubicBezTo>
                  <a:cubicBezTo>
                    <a:pt x="4151" y="4737"/>
                    <a:pt x="4740" y="4146"/>
                    <a:pt x="5465" y="4146"/>
                  </a:cubicBezTo>
                  <a:lnTo>
                    <a:pt x="18497" y="4150"/>
                  </a:lnTo>
                  <a:lnTo>
                    <a:pt x="18497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43" name="Google Shape;4643;p38"/>
            <p:cNvSpPr/>
            <p:nvPr/>
          </p:nvSpPr>
          <p:spPr>
            <a:xfrm>
              <a:off x="5501569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44" name="Google Shape;4644;p38"/>
            <p:cNvSpPr/>
            <p:nvPr/>
          </p:nvSpPr>
          <p:spPr>
            <a:xfrm>
              <a:off x="5378535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45" name="Google Shape;4645;p38"/>
            <p:cNvSpPr/>
            <p:nvPr/>
          </p:nvSpPr>
          <p:spPr>
            <a:xfrm>
              <a:off x="5255502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46" name="Google Shape;4646;p38"/>
            <p:cNvSpPr/>
            <p:nvPr/>
          </p:nvSpPr>
          <p:spPr>
            <a:xfrm>
              <a:off x="5132468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47" name="Google Shape;4647;p38"/>
            <p:cNvSpPr/>
            <p:nvPr/>
          </p:nvSpPr>
          <p:spPr>
            <a:xfrm>
              <a:off x="50094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48" name="Google Shape;4648;p38"/>
            <p:cNvSpPr/>
            <p:nvPr/>
          </p:nvSpPr>
          <p:spPr>
            <a:xfrm>
              <a:off x="4886401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49" name="Google Shape;4649;p38"/>
            <p:cNvSpPr/>
            <p:nvPr/>
          </p:nvSpPr>
          <p:spPr>
            <a:xfrm>
              <a:off x="4763367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50" name="Google Shape;4650;p38"/>
            <p:cNvSpPr/>
            <p:nvPr/>
          </p:nvSpPr>
          <p:spPr>
            <a:xfrm>
              <a:off x="46403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51" name="Google Shape;4651;p38"/>
            <p:cNvSpPr/>
            <p:nvPr/>
          </p:nvSpPr>
          <p:spPr>
            <a:xfrm>
              <a:off x="4517300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52" name="Google Shape;4652;p38"/>
            <p:cNvSpPr/>
            <p:nvPr/>
          </p:nvSpPr>
          <p:spPr>
            <a:xfrm>
              <a:off x="4393881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53" name="Google Shape;4653;p38"/>
            <p:cNvSpPr/>
            <p:nvPr/>
          </p:nvSpPr>
          <p:spPr>
            <a:xfrm>
              <a:off x="4270461" y="1600625"/>
              <a:ext cx="63350" cy="28155"/>
            </a:xfrm>
            <a:custGeom>
              <a:avLst/>
              <a:gdLst/>
              <a:ahLst/>
              <a:cxnLst/>
              <a:rect l="l" t="t" r="r" b="b"/>
              <a:pathLst>
                <a:path w="657" h="292" extrusionOk="0">
                  <a:moveTo>
                    <a:pt x="46" y="1"/>
                  </a:moveTo>
                  <a:lnTo>
                    <a:pt x="0" y="150"/>
                  </a:lnTo>
                  <a:cubicBezTo>
                    <a:pt x="204" y="219"/>
                    <a:pt x="418" y="265"/>
                    <a:pt x="637" y="291"/>
                  </a:cubicBezTo>
                  <a:lnTo>
                    <a:pt x="656" y="134"/>
                  </a:lnTo>
                  <a:cubicBezTo>
                    <a:pt x="449" y="107"/>
                    <a:pt x="246" y="61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54" name="Google Shape;4654;p38"/>
            <p:cNvSpPr/>
            <p:nvPr/>
          </p:nvSpPr>
          <p:spPr>
            <a:xfrm>
              <a:off x="4160734" y="1542965"/>
              <a:ext cx="59203" cy="47440"/>
            </a:xfrm>
            <a:custGeom>
              <a:avLst/>
              <a:gdLst/>
              <a:ahLst/>
              <a:cxnLst/>
              <a:rect l="l" t="t" r="r" b="b"/>
              <a:pathLst>
                <a:path w="614" h="492" extrusionOk="0">
                  <a:moveTo>
                    <a:pt x="100" y="1"/>
                  </a:moveTo>
                  <a:lnTo>
                    <a:pt x="1" y="123"/>
                  </a:lnTo>
                  <a:cubicBezTo>
                    <a:pt x="165" y="261"/>
                    <a:pt x="349" y="384"/>
                    <a:pt x="537" y="491"/>
                  </a:cubicBezTo>
                  <a:lnTo>
                    <a:pt x="613" y="350"/>
                  </a:lnTo>
                  <a:cubicBezTo>
                    <a:pt x="434" y="249"/>
                    <a:pt x="261" y="131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55" name="Google Shape;4655;p38"/>
            <p:cNvSpPr/>
            <p:nvPr/>
          </p:nvSpPr>
          <p:spPr>
            <a:xfrm>
              <a:off x="4080608" y="1450978"/>
              <a:ext cx="47343" cy="59589"/>
            </a:xfrm>
            <a:custGeom>
              <a:avLst/>
              <a:gdLst/>
              <a:ahLst/>
              <a:cxnLst/>
              <a:rect l="l" t="t" r="r" b="b"/>
              <a:pathLst>
                <a:path w="491" h="618" extrusionOk="0">
                  <a:moveTo>
                    <a:pt x="142" y="0"/>
                  </a:moveTo>
                  <a:lnTo>
                    <a:pt x="1" y="77"/>
                  </a:lnTo>
                  <a:cubicBezTo>
                    <a:pt x="107" y="269"/>
                    <a:pt x="230" y="449"/>
                    <a:pt x="368" y="617"/>
                  </a:cubicBezTo>
                  <a:lnTo>
                    <a:pt x="491" y="514"/>
                  </a:lnTo>
                  <a:cubicBezTo>
                    <a:pt x="360" y="357"/>
                    <a:pt x="241" y="184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56" name="Google Shape;4656;p38"/>
            <p:cNvSpPr/>
            <p:nvPr/>
          </p:nvSpPr>
          <p:spPr>
            <a:xfrm>
              <a:off x="4041750" y="1337587"/>
              <a:ext cx="28541" cy="63157"/>
            </a:xfrm>
            <a:custGeom>
              <a:avLst/>
              <a:gdLst/>
              <a:ahLst/>
              <a:cxnLst/>
              <a:rect l="l" t="t" r="r" b="b"/>
              <a:pathLst>
                <a:path w="296" h="655" extrusionOk="0">
                  <a:moveTo>
                    <a:pt x="158" y="0"/>
                  </a:moveTo>
                  <a:lnTo>
                    <a:pt x="1" y="19"/>
                  </a:lnTo>
                  <a:cubicBezTo>
                    <a:pt x="27" y="237"/>
                    <a:pt x="77" y="453"/>
                    <a:pt x="142" y="655"/>
                  </a:cubicBezTo>
                  <a:lnTo>
                    <a:pt x="296" y="605"/>
                  </a:lnTo>
                  <a:cubicBezTo>
                    <a:pt x="231" y="410"/>
                    <a:pt x="185" y="207"/>
                    <a:pt x="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57" name="Google Shape;4657;p38"/>
            <p:cNvSpPr/>
            <p:nvPr/>
          </p:nvSpPr>
          <p:spPr>
            <a:xfrm>
              <a:off x="4039532" y="1214457"/>
              <a:ext cx="24877" cy="63350"/>
            </a:xfrm>
            <a:custGeom>
              <a:avLst/>
              <a:gdLst/>
              <a:ahLst/>
              <a:cxnLst/>
              <a:rect l="l" t="t" r="r" b="b"/>
              <a:pathLst>
                <a:path w="258" h="657" extrusionOk="0">
                  <a:moveTo>
                    <a:pt x="100" y="1"/>
                  </a:moveTo>
                  <a:cubicBezTo>
                    <a:pt x="47" y="212"/>
                    <a:pt x="16" y="430"/>
                    <a:pt x="1" y="644"/>
                  </a:cubicBezTo>
                  <a:lnTo>
                    <a:pt x="162" y="656"/>
                  </a:lnTo>
                  <a:cubicBezTo>
                    <a:pt x="174" y="449"/>
                    <a:pt x="204" y="243"/>
                    <a:pt x="257" y="39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58" name="Google Shape;4658;p38"/>
            <p:cNvSpPr/>
            <p:nvPr/>
          </p:nvSpPr>
          <p:spPr>
            <a:xfrm>
              <a:off x="4070194" y="1101065"/>
              <a:ext cx="44451" cy="60746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0"/>
                  </a:moveTo>
                  <a:cubicBezTo>
                    <a:pt x="204" y="177"/>
                    <a:pt x="93" y="368"/>
                    <a:pt x="1" y="564"/>
                  </a:cubicBezTo>
                  <a:lnTo>
                    <a:pt x="146" y="629"/>
                  </a:lnTo>
                  <a:cubicBezTo>
                    <a:pt x="234" y="446"/>
                    <a:pt x="342" y="262"/>
                    <a:pt x="461" y="9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59" name="Google Shape;4659;p38"/>
            <p:cNvSpPr/>
            <p:nvPr/>
          </p:nvSpPr>
          <p:spPr>
            <a:xfrm>
              <a:off x="4143764" y="1014961"/>
              <a:ext cx="57757" cy="50043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3" y="0"/>
                  </a:moveTo>
                  <a:cubicBezTo>
                    <a:pt x="330" y="120"/>
                    <a:pt x="158" y="253"/>
                    <a:pt x="0" y="403"/>
                  </a:cubicBezTo>
                  <a:lnTo>
                    <a:pt x="108" y="518"/>
                  </a:lnTo>
                  <a:cubicBezTo>
                    <a:pt x="261" y="377"/>
                    <a:pt x="426" y="246"/>
                    <a:pt x="598" y="135"/>
                  </a:cubicBezTo>
                  <a:lnTo>
                    <a:pt x="5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60" name="Google Shape;4660;p38"/>
            <p:cNvSpPr/>
            <p:nvPr/>
          </p:nvSpPr>
          <p:spPr>
            <a:xfrm>
              <a:off x="4249056" y="968389"/>
              <a:ext cx="63253" cy="32302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1"/>
                  </a:moveTo>
                  <a:cubicBezTo>
                    <a:pt x="410" y="43"/>
                    <a:pt x="199" y="105"/>
                    <a:pt x="1" y="185"/>
                  </a:cubicBezTo>
                  <a:lnTo>
                    <a:pt x="58" y="334"/>
                  </a:lnTo>
                  <a:cubicBezTo>
                    <a:pt x="254" y="258"/>
                    <a:pt x="452" y="196"/>
                    <a:pt x="656" y="158"/>
                  </a:cubicBez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61" name="Google Shape;4661;p38"/>
            <p:cNvSpPr/>
            <p:nvPr/>
          </p:nvSpPr>
          <p:spPr>
            <a:xfrm>
              <a:off x="5479488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62" name="Google Shape;4662;p38"/>
            <p:cNvSpPr/>
            <p:nvPr/>
          </p:nvSpPr>
          <p:spPr>
            <a:xfrm>
              <a:off x="5356358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63" name="Google Shape;4663;p38"/>
            <p:cNvSpPr/>
            <p:nvPr/>
          </p:nvSpPr>
          <p:spPr>
            <a:xfrm>
              <a:off x="5233421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64" name="Google Shape;4664;p38"/>
            <p:cNvSpPr/>
            <p:nvPr/>
          </p:nvSpPr>
          <p:spPr>
            <a:xfrm>
              <a:off x="5110291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65" name="Google Shape;4665;p38"/>
            <p:cNvSpPr/>
            <p:nvPr/>
          </p:nvSpPr>
          <p:spPr>
            <a:xfrm>
              <a:off x="4987258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66" name="Google Shape;4666;p38"/>
            <p:cNvSpPr/>
            <p:nvPr/>
          </p:nvSpPr>
          <p:spPr>
            <a:xfrm>
              <a:off x="4864224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67" name="Google Shape;4667;p38"/>
            <p:cNvSpPr/>
            <p:nvPr/>
          </p:nvSpPr>
          <p:spPr>
            <a:xfrm>
              <a:off x="4741190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68" name="Google Shape;4668;p38"/>
            <p:cNvSpPr/>
            <p:nvPr/>
          </p:nvSpPr>
          <p:spPr>
            <a:xfrm>
              <a:off x="4618157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69" name="Google Shape;4669;p38"/>
            <p:cNvSpPr/>
            <p:nvPr/>
          </p:nvSpPr>
          <p:spPr>
            <a:xfrm>
              <a:off x="4495123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70" name="Google Shape;4670;p38"/>
            <p:cNvSpPr/>
            <p:nvPr/>
          </p:nvSpPr>
          <p:spPr>
            <a:xfrm>
              <a:off x="4371704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4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671" name="Google Shape;4671;p38"/>
          <p:cNvGrpSpPr/>
          <p:nvPr/>
        </p:nvGrpSpPr>
        <p:grpSpPr>
          <a:xfrm>
            <a:off x="7650331" y="4026260"/>
            <a:ext cx="419247" cy="637784"/>
            <a:chOff x="8742442" y="252908"/>
            <a:chExt cx="356260" cy="541964"/>
          </a:xfrm>
        </p:grpSpPr>
        <p:sp>
          <p:nvSpPr>
            <p:cNvPr id="4672" name="Google Shape;4672;p38"/>
            <p:cNvSpPr/>
            <p:nvPr/>
          </p:nvSpPr>
          <p:spPr>
            <a:xfrm>
              <a:off x="8742442" y="252908"/>
              <a:ext cx="356260" cy="354555"/>
            </a:xfrm>
            <a:custGeom>
              <a:avLst/>
              <a:gdLst/>
              <a:ahLst/>
              <a:cxnLst/>
              <a:rect l="l" t="t" r="r" b="b"/>
              <a:pathLst>
                <a:path w="633" h="630" extrusionOk="0">
                  <a:moveTo>
                    <a:pt x="314" y="0"/>
                  </a:moveTo>
                  <a:cubicBezTo>
                    <a:pt x="142" y="0"/>
                    <a:pt x="1" y="138"/>
                    <a:pt x="1" y="315"/>
                  </a:cubicBezTo>
                  <a:cubicBezTo>
                    <a:pt x="1" y="488"/>
                    <a:pt x="142" y="629"/>
                    <a:pt x="314" y="629"/>
                  </a:cubicBezTo>
                  <a:cubicBezTo>
                    <a:pt x="491" y="629"/>
                    <a:pt x="633" y="488"/>
                    <a:pt x="633" y="315"/>
                  </a:cubicBezTo>
                  <a:cubicBezTo>
                    <a:pt x="633" y="138"/>
                    <a:pt x="491" y="0"/>
                    <a:pt x="3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73" name="Google Shape;4673;p38"/>
            <p:cNvSpPr/>
            <p:nvPr/>
          </p:nvSpPr>
          <p:spPr>
            <a:xfrm>
              <a:off x="8826299" y="377849"/>
              <a:ext cx="214432" cy="417024"/>
            </a:xfrm>
            <a:custGeom>
              <a:avLst/>
              <a:gdLst/>
              <a:ahLst/>
              <a:cxnLst/>
              <a:rect l="l" t="t" r="r" b="b"/>
              <a:pathLst>
                <a:path w="381" h="741" extrusionOk="0">
                  <a:moveTo>
                    <a:pt x="158" y="1"/>
                  </a:moveTo>
                  <a:lnTo>
                    <a:pt x="131" y="254"/>
                  </a:lnTo>
                  <a:lnTo>
                    <a:pt x="1" y="208"/>
                  </a:lnTo>
                  <a:lnTo>
                    <a:pt x="131" y="323"/>
                  </a:lnTo>
                  <a:lnTo>
                    <a:pt x="131" y="740"/>
                  </a:lnTo>
                  <a:lnTo>
                    <a:pt x="215" y="740"/>
                  </a:lnTo>
                  <a:lnTo>
                    <a:pt x="208" y="346"/>
                  </a:lnTo>
                  <a:lnTo>
                    <a:pt x="381" y="204"/>
                  </a:lnTo>
                  <a:lnTo>
                    <a:pt x="204" y="273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674" name="Google Shape;4674;p38"/>
          <p:cNvGrpSpPr/>
          <p:nvPr/>
        </p:nvGrpSpPr>
        <p:grpSpPr>
          <a:xfrm>
            <a:off x="7074956" y="4430251"/>
            <a:ext cx="549061" cy="233787"/>
            <a:chOff x="6498881" y="1318079"/>
            <a:chExt cx="466572" cy="198664"/>
          </a:xfrm>
        </p:grpSpPr>
        <p:sp>
          <p:nvSpPr>
            <p:cNvPr id="4675" name="Google Shape;4675;p38"/>
            <p:cNvSpPr/>
            <p:nvPr/>
          </p:nvSpPr>
          <p:spPr>
            <a:xfrm>
              <a:off x="6550658" y="1343967"/>
              <a:ext cx="35457" cy="172775"/>
            </a:xfrm>
            <a:custGeom>
              <a:avLst/>
              <a:gdLst/>
              <a:ahLst/>
              <a:cxnLst/>
              <a:rect l="l" t="t" r="r" b="b"/>
              <a:pathLst>
                <a:path w="63" h="307" extrusionOk="0">
                  <a:moveTo>
                    <a:pt x="1" y="1"/>
                  </a:moveTo>
                  <a:lnTo>
                    <a:pt x="1" y="307"/>
                  </a:lnTo>
                  <a:lnTo>
                    <a:pt x="62" y="307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76" name="Google Shape;4676;p38"/>
            <p:cNvSpPr/>
            <p:nvPr/>
          </p:nvSpPr>
          <p:spPr>
            <a:xfrm>
              <a:off x="6870327" y="1343967"/>
              <a:ext cx="34332" cy="172775"/>
            </a:xfrm>
            <a:custGeom>
              <a:avLst/>
              <a:gdLst/>
              <a:ahLst/>
              <a:cxnLst/>
              <a:rect l="l" t="t" r="r" b="b"/>
              <a:pathLst>
                <a:path w="61" h="307" extrusionOk="0">
                  <a:moveTo>
                    <a:pt x="0" y="1"/>
                  </a:moveTo>
                  <a:lnTo>
                    <a:pt x="0" y="307"/>
                  </a:lnTo>
                  <a:lnTo>
                    <a:pt x="61" y="307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77" name="Google Shape;4677;p38"/>
            <p:cNvSpPr/>
            <p:nvPr/>
          </p:nvSpPr>
          <p:spPr>
            <a:xfrm>
              <a:off x="6498881" y="1318079"/>
              <a:ext cx="466572" cy="78227"/>
            </a:xfrm>
            <a:custGeom>
              <a:avLst/>
              <a:gdLst/>
              <a:ahLst/>
              <a:cxnLst/>
              <a:rect l="l" t="t" r="r" b="b"/>
              <a:pathLst>
                <a:path w="829" h="139" extrusionOk="0">
                  <a:moveTo>
                    <a:pt x="1" y="1"/>
                  </a:moveTo>
                  <a:lnTo>
                    <a:pt x="1" y="139"/>
                  </a:lnTo>
                  <a:lnTo>
                    <a:pt x="829" y="139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78" name="Google Shape;4678;p38"/>
            <p:cNvSpPr/>
            <p:nvPr/>
          </p:nvSpPr>
          <p:spPr>
            <a:xfrm>
              <a:off x="6498881" y="1421633"/>
              <a:ext cx="466572" cy="43334"/>
            </a:xfrm>
            <a:custGeom>
              <a:avLst/>
              <a:gdLst/>
              <a:ahLst/>
              <a:cxnLst/>
              <a:rect l="l" t="t" r="r" b="b"/>
              <a:pathLst>
                <a:path w="829" h="77" extrusionOk="0">
                  <a:moveTo>
                    <a:pt x="1" y="1"/>
                  </a:moveTo>
                  <a:lnTo>
                    <a:pt x="1" y="77"/>
                  </a:lnTo>
                  <a:lnTo>
                    <a:pt x="829" y="77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679" name="Google Shape;4679;p38"/>
          <p:cNvGrpSpPr/>
          <p:nvPr/>
        </p:nvGrpSpPr>
        <p:grpSpPr>
          <a:xfrm>
            <a:off x="8178735" y="4028907"/>
            <a:ext cx="348379" cy="632488"/>
            <a:chOff x="9013159" y="960258"/>
            <a:chExt cx="296039" cy="537464"/>
          </a:xfrm>
        </p:grpSpPr>
        <p:sp>
          <p:nvSpPr>
            <p:cNvPr id="4680" name="Google Shape;4680;p38"/>
            <p:cNvSpPr/>
            <p:nvPr/>
          </p:nvSpPr>
          <p:spPr>
            <a:xfrm>
              <a:off x="9013159" y="960258"/>
              <a:ext cx="296039" cy="420963"/>
            </a:xfrm>
            <a:custGeom>
              <a:avLst/>
              <a:gdLst/>
              <a:ahLst/>
              <a:cxnLst/>
              <a:rect l="l" t="t" r="r" b="b"/>
              <a:pathLst>
                <a:path w="526" h="748" extrusionOk="0">
                  <a:moveTo>
                    <a:pt x="261" y="0"/>
                  </a:moveTo>
                  <a:cubicBezTo>
                    <a:pt x="261" y="0"/>
                    <a:pt x="0" y="407"/>
                    <a:pt x="0" y="529"/>
                  </a:cubicBezTo>
                  <a:cubicBezTo>
                    <a:pt x="0" y="649"/>
                    <a:pt x="115" y="748"/>
                    <a:pt x="261" y="748"/>
                  </a:cubicBezTo>
                  <a:cubicBezTo>
                    <a:pt x="407" y="748"/>
                    <a:pt x="525" y="649"/>
                    <a:pt x="525" y="529"/>
                  </a:cubicBezTo>
                  <a:cubicBezTo>
                    <a:pt x="525" y="407"/>
                    <a:pt x="261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81" name="Google Shape;4681;p38"/>
            <p:cNvSpPr/>
            <p:nvPr/>
          </p:nvSpPr>
          <p:spPr>
            <a:xfrm>
              <a:off x="9099267" y="120169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3" y="181"/>
                  </a:lnTo>
                  <a:lnTo>
                    <a:pt x="1" y="146"/>
                  </a:lnTo>
                  <a:lnTo>
                    <a:pt x="93" y="231"/>
                  </a:lnTo>
                  <a:lnTo>
                    <a:pt x="93" y="526"/>
                  </a:lnTo>
                  <a:lnTo>
                    <a:pt x="154" y="526"/>
                  </a:lnTo>
                  <a:lnTo>
                    <a:pt x="146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682" name="Google Shape;4682;p38"/>
          <p:cNvGrpSpPr/>
          <p:nvPr/>
        </p:nvGrpSpPr>
        <p:grpSpPr>
          <a:xfrm>
            <a:off x="266586" y="3515803"/>
            <a:ext cx="673217" cy="1133828"/>
            <a:chOff x="6542207" y="2185022"/>
            <a:chExt cx="492153" cy="828821"/>
          </a:xfrm>
        </p:grpSpPr>
        <p:sp>
          <p:nvSpPr>
            <p:cNvPr id="4683" name="Google Shape;4683;p38"/>
            <p:cNvSpPr/>
            <p:nvPr/>
          </p:nvSpPr>
          <p:spPr>
            <a:xfrm>
              <a:off x="6911311" y="2185022"/>
              <a:ext cx="57069" cy="233510"/>
            </a:xfrm>
            <a:custGeom>
              <a:avLst/>
              <a:gdLst/>
              <a:ahLst/>
              <a:cxnLst/>
              <a:rect l="l" t="t" r="r" b="b"/>
              <a:pathLst>
                <a:path w="109" h="446" extrusionOk="0">
                  <a:moveTo>
                    <a:pt x="1" y="0"/>
                  </a:moveTo>
                  <a:lnTo>
                    <a:pt x="1" y="445"/>
                  </a:lnTo>
                  <a:lnTo>
                    <a:pt x="109" y="445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84" name="Google Shape;4684;p38"/>
            <p:cNvSpPr/>
            <p:nvPr/>
          </p:nvSpPr>
          <p:spPr>
            <a:xfrm>
              <a:off x="6911311" y="2185022"/>
              <a:ext cx="57069" cy="48692"/>
            </a:xfrm>
            <a:custGeom>
              <a:avLst/>
              <a:gdLst/>
              <a:ahLst/>
              <a:cxnLst/>
              <a:rect l="l" t="t" r="r" b="b"/>
              <a:pathLst>
                <a:path w="109" h="93" extrusionOk="0">
                  <a:moveTo>
                    <a:pt x="1" y="0"/>
                  </a:moveTo>
                  <a:lnTo>
                    <a:pt x="1" y="92"/>
                  </a:lnTo>
                  <a:lnTo>
                    <a:pt x="109" y="92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85" name="Google Shape;4685;p38"/>
            <p:cNvSpPr/>
            <p:nvPr/>
          </p:nvSpPr>
          <p:spPr>
            <a:xfrm>
              <a:off x="6574667" y="2253087"/>
              <a:ext cx="441891" cy="759169"/>
            </a:xfrm>
            <a:custGeom>
              <a:avLst/>
              <a:gdLst/>
              <a:ahLst/>
              <a:cxnLst/>
              <a:rect l="l" t="t" r="r" b="b"/>
              <a:pathLst>
                <a:path w="844" h="1450" extrusionOk="0">
                  <a:moveTo>
                    <a:pt x="414" y="1"/>
                  </a:moveTo>
                  <a:lnTo>
                    <a:pt x="0" y="395"/>
                  </a:lnTo>
                  <a:lnTo>
                    <a:pt x="0" y="1449"/>
                  </a:lnTo>
                  <a:lnTo>
                    <a:pt x="843" y="1449"/>
                  </a:lnTo>
                  <a:lnTo>
                    <a:pt x="843" y="39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86" name="Google Shape;4686;p38"/>
            <p:cNvSpPr/>
            <p:nvPr/>
          </p:nvSpPr>
          <p:spPr>
            <a:xfrm>
              <a:off x="6570479" y="2867245"/>
              <a:ext cx="448174" cy="146598"/>
            </a:xfrm>
            <a:custGeom>
              <a:avLst/>
              <a:gdLst/>
              <a:ahLst/>
              <a:cxnLst/>
              <a:rect l="l" t="t" r="r" b="b"/>
              <a:pathLst>
                <a:path w="856" h="280" extrusionOk="0">
                  <a:moveTo>
                    <a:pt x="1" y="0"/>
                  </a:moveTo>
                  <a:lnTo>
                    <a:pt x="1" y="280"/>
                  </a:lnTo>
                  <a:lnTo>
                    <a:pt x="855" y="280"/>
                  </a:lnTo>
                  <a:lnTo>
                    <a:pt x="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87" name="Google Shape;4687;p38"/>
            <p:cNvSpPr/>
            <p:nvPr/>
          </p:nvSpPr>
          <p:spPr>
            <a:xfrm>
              <a:off x="6570479" y="2523777"/>
              <a:ext cx="448174" cy="147645"/>
            </a:xfrm>
            <a:custGeom>
              <a:avLst/>
              <a:gdLst/>
              <a:ahLst/>
              <a:cxnLst/>
              <a:rect l="l" t="t" r="r" b="b"/>
              <a:pathLst>
                <a:path w="856" h="282" extrusionOk="0">
                  <a:moveTo>
                    <a:pt x="1" y="1"/>
                  </a:moveTo>
                  <a:lnTo>
                    <a:pt x="1" y="281"/>
                  </a:lnTo>
                  <a:lnTo>
                    <a:pt x="855" y="281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88" name="Google Shape;4688;p38"/>
            <p:cNvSpPr/>
            <p:nvPr/>
          </p:nvSpPr>
          <p:spPr>
            <a:xfrm>
              <a:off x="6839061" y="2505976"/>
              <a:ext cx="89006" cy="177489"/>
            </a:xfrm>
            <a:custGeom>
              <a:avLst/>
              <a:gdLst/>
              <a:ahLst/>
              <a:cxnLst/>
              <a:rect l="l" t="t" r="r" b="b"/>
              <a:pathLst>
                <a:path w="170" h="339" extrusionOk="0">
                  <a:moveTo>
                    <a:pt x="1" y="1"/>
                  </a:moveTo>
                  <a:lnTo>
                    <a:pt x="1" y="338"/>
                  </a:lnTo>
                  <a:lnTo>
                    <a:pt x="169" y="338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89" name="Google Shape;4689;p38"/>
            <p:cNvSpPr/>
            <p:nvPr/>
          </p:nvSpPr>
          <p:spPr>
            <a:xfrm>
              <a:off x="6823355" y="2490268"/>
              <a:ext cx="120944" cy="208902"/>
            </a:xfrm>
            <a:custGeom>
              <a:avLst/>
              <a:gdLst/>
              <a:ahLst/>
              <a:cxnLst/>
              <a:rect l="l" t="t" r="r" b="b"/>
              <a:pathLst>
                <a:path w="231" h="399" extrusionOk="0">
                  <a:moveTo>
                    <a:pt x="169" y="61"/>
                  </a:moveTo>
                  <a:lnTo>
                    <a:pt x="169" y="337"/>
                  </a:lnTo>
                  <a:lnTo>
                    <a:pt x="61" y="337"/>
                  </a:lnTo>
                  <a:lnTo>
                    <a:pt x="61" y="61"/>
                  </a:lnTo>
                  <a:close/>
                  <a:moveTo>
                    <a:pt x="1" y="0"/>
                  </a:moveTo>
                  <a:lnTo>
                    <a:pt x="1" y="398"/>
                  </a:lnTo>
                  <a:lnTo>
                    <a:pt x="231" y="398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90" name="Google Shape;4690;p38"/>
            <p:cNvSpPr/>
            <p:nvPr/>
          </p:nvSpPr>
          <p:spPr>
            <a:xfrm>
              <a:off x="6662624" y="2505976"/>
              <a:ext cx="89006" cy="177489"/>
            </a:xfrm>
            <a:custGeom>
              <a:avLst/>
              <a:gdLst/>
              <a:ahLst/>
              <a:cxnLst/>
              <a:rect l="l" t="t" r="r" b="b"/>
              <a:pathLst>
                <a:path w="170" h="339" extrusionOk="0">
                  <a:moveTo>
                    <a:pt x="0" y="1"/>
                  </a:moveTo>
                  <a:lnTo>
                    <a:pt x="0" y="338"/>
                  </a:lnTo>
                  <a:lnTo>
                    <a:pt x="170" y="338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91" name="Google Shape;4691;p38"/>
            <p:cNvSpPr/>
            <p:nvPr/>
          </p:nvSpPr>
          <p:spPr>
            <a:xfrm>
              <a:off x="6646917" y="2490268"/>
              <a:ext cx="120944" cy="208902"/>
            </a:xfrm>
            <a:custGeom>
              <a:avLst/>
              <a:gdLst/>
              <a:ahLst/>
              <a:cxnLst/>
              <a:rect l="l" t="t" r="r" b="b"/>
              <a:pathLst>
                <a:path w="231" h="399" extrusionOk="0">
                  <a:moveTo>
                    <a:pt x="168" y="61"/>
                  </a:moveTo>
                  <a:lnTo>
                    <a:pt x="168" y="337"/>
                  </a:lnTo>
                  <a:lnTo>
                    <a:pt x="62" y="337"/>
                  </a:lnTo>
                  <a:lnTo>
                    <a:pt x="62" y="61"/>
                  </a:lnTo>
                  <a:close/>
                  <a:moveTo>
                    <a:pt x="0" y="0"/>
                  </a:moveTo>
                  <a:lnTo>
                    <a:pt x="0" y="398"/>
                  </a:lnTo>
                  <a:lnTo>
                    <a:pt x="230" y="398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92" name="Google Shape;4692;p38"/>
            <p:cNvSpPr/>
            <p:nvPr/>
          </p:nvSpPr>
          <p:spPr>
            <a:xfrm>
              <a:off x="6662624" y="2810699"/>
              <a:ext cx="89006" cy="105237"/>
            </a:xfrm>
            <a:custGeom>
              <a:avLst/>
              <a:gdLst/>
              <a:ahLst/>
              <a:cxnLst/>
              <a:rect l="l" t="t" r="r" b="b"/>
              <a:pathLst>
                <a:path w="170" h="201" extrusionOk="0">
                  <a:moveTo>
                    <a:pt x="0" y="1"/>
                  </a:moveTo>
                  <a:lnTo>
                    <a:pt x="0" y="200"/>
                  </a:lnTo>
                  <a:lnTo>
                    <a:pt x="170" y="200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93" name="Google Shape;4693;p38"/>
            <p:cNvSpPr/>
            <p:nvPr/>
          </p:nvSpPr>
          <p:spPr>
            <a:xfrm>
              <a:off x="6646917" y="2794991"/>
              <a:ext cx="120944" cy="136650"/>
            </a:xfrm>
            <a:custGeom>
              <a:avLst/>
              <a:gdLst/>
              <a:ahLst/>
              <a:cxnLst/>
              <a:rect l="l" t="t" r="r" b="b"/>
              <a:pathLst>
                <a:path w="231" h="261" extrusionOk="0">
                  <a:moveTo>
                    <a:pt x="168" y="62"/>
                  </a:moveTo>
                  <a:lnTo>
                    <a:pt x="168" y="200"/>
                  </a:lnTo>
                  <a:lnTo>
                    <a:pt x="62" y="200"/>
                  </a:lnTo>
                  <a:lnTo>
                    <a:pt x="62" y="62"/>
                  </a:lnTo>
                  <a:close/>
                  <a:moveTo>
                    <a:pt x="0" y="0"/>
                  </a:moveTo>
                  <a:lnTo>
                    <a:pt x="0" y="261"/>
                  </a:lnTo>
                  <a:lnTo>
                    <a:pt x="230" y="261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94" name="Google Shape;4694;p38"/>
            <p:cNvSpPr/>
            <p:nvPr/>
          </p:nvSpPr>
          <p:spPr>
            <a:xfrm>
              <a:off x="6821260" y="2788708"/>
              <a:ext cx="116756" cy="225133"/>
            </a:xfrm>
            <a:custGeom>
              <a:avLst/>
              <a:gdLst/>
              <a:ahLst/>
              <a:cxnLst/>
              <a:rect l="l" t="t" r="r" b="b"/>
              <a:pathLst>
                <a:path w="223" h="430" extrusionOk="0">
                  <a:moveTo>
                    <a:pt x="0" y="0"/>
                  </a:moveTo>
                  <a:lnTo>
                    <a:pt x="0" y="430"/>
                  </a:lnTo>
                  <a:lnTo>
                    <a:pt x="223" y="430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95" name="Google Shape;4695;p38"/>
            <p:cNvSpPr/>
            <p:nvPr/>
          </p:nvSpPr>
          <p:spPr>
            <a:xfrm>
              <a:off x="6877280" y="2788708"/>
              <a:ext cx="62828" cy="225133"/>
            </a:xfrm>
            <a:custGeom>
              <a:avLst/>
              <a:gdLst/>
              <a:ahLst/>
              <a:cxnLst/>
              <a:rect l="l" t="t" r="r" b="b"/>
              <a:pathLst>
                <a:path w="120" h="430" extrusionOk="0">
                  <a:moveTo>
                    <a:pt x="1" y="0"/>
                  </a:moveTo>
                  <a:lnTo>
                    <a:pt x="1" y="430"/>
                  </a:lnTo>
                  <a:lnTo>
                    <a:pt x="119" y="43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96" name="Google Shape;4696;p38"/>
            <p:cNvSpPr/>
            <p:nvPr/>
          </p:nvSpPr>
          <p:spPr>
            <a:xfrm>
              <a:off x="6542207" y="2191305"/>
              <a:ext cx="492153" cy="288484"/>
            </a:xfrm>
            <a:custGeom>
              <a:avLst/>
              <a:gdLst/>
              <a:ahLst/>
              <a:cxnLst/>
              <a:rect l="l" t="t" r="r" b="b"/>
              <a:pathLst>
                <a:path w="940" h="551" extrusionOk="0">
                  <a:moveTo>
                    <a:pt x="483" y="0"/>
                  </a:moveTo>
                  <a:cubicBezTo>
                    <a:pt x="469" y="0"/>
                    <a:pt x="453" y="4"/>
                    <a:pt x="446" y="15"/>
                  </a:cubicBezTo>
                  <a:lnTo>
                    <a:pt x="20" y="460"/>
                  </a:lnTo>
                  <a:cubicBezTo>
                    <a:pt x="1" y="479"/>
                    <a:pt x="1" y="513"/>
                    <a:pt x="24" y="536"/>
                  </a:cubicBezTo>
                  <a:cubicBezTo>
                    <a:pt x="33" y="545"/>
                    <a:pt x="46" y="550"/>
                    <a:pt x="59" y="550"/>
                  </a:cubicBezTo>
                  <a:cubicBezTo>
                    <a:pt x="74" y="550"/>
                    <a:pt x="89" y="545"/>
                    <a:pt x="101" y="533"/>
                  </a:cubicBezTo>
                  <a:lnTo>
                    <a:pt x="483" y="130"/>
                  </a:lnTo>
                  <a:lnTo>
                    <a:pt x="840" y="510"/>
                  </a:lnTo>
                  <a:cubicBezTo>
                    <a:pt x="852" y="522"/>
                    <a:pt x="866" y="527"/>
                    <a:pt x="880" y="527"/>
                  </a:cubicBezTo>
                  <a:cubicBezTo>
                    <a:pt x="893" y="527"/>
                    <a:pt x="906" y="522"/>
                    <a:pt x="917" y="513"/>
                  </a:cubicBezTo>
                  <a:cubicBezTo>
                    <a:pt x="940" y="490"/>
                    <a:pt x="940" y="456"/>
                    <a:pt x="920" y="437"/>
                  </a:cubicBezTo>
                  <a:lnTo>
                    <a:pt x="522" y="15"/>
                  </a:lnTo>
                  <a:cubicBezTo>
                    <a:pt x="515" y="4"/>
                    <a:pt x="499" y="0"/>
                    <a:pt x="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697" name="Google Shape;4697;p38"/>
          <p:cNvGrpSpPr/>
          <p:nvPr/>
        </p:nvGrpSpPr>
        <p:grpSpPr>
          <a:xfrm>
            <a:off x="1478137" y="4026260"/>
            <a:ext cx="282810" cy="637787"/>
            <a:chOff x="6229555" y="157796"/>
            <a:chExt cx="240321" cy="541967"/>
          </a:xfrm>
        </p:grpSpPr>
        <p:sp>
          <p:nvSpPr>
            <p:cNvPr id="4698" name="Google Shape;4698;p38"/>
            <p:cNvSpPr/>
            <p:nvPr/>
          </p:nvSpPr>
          <p:spPr>
            <a:xfrm>
              <a:off x="6229555" y="157796"/>
              <a:ext cx="240321" cy="410833"/>
            </a:xfrm>
            <a:custGeom>
              <a:avLst/>
              <a:gdLst/>
              <a:ahLst/>
              <a:cxnLst/>
              <a:rect l="l" t="t" r="r" b="b"/>
              <a:pathLst>
                <a:path w="427" h="730" extrusionOk="0">
                  <a:moveTo>
                    <a:pt x="212" y="1"/>
                  </a:moveTo>
                  <a:cubicBezTo>
                    <a:pt x="212" y="1"/>
                    <a:pt x="1" y="399"/>
                    <a:pt x="1" y="519"/>
                  </a:cubicBezTo>
                  <a:cubicBezTo>
                    <a:pt x="1" y="634"/>
                    <a:pt x="97" y="729"/>
                    <a:pt x="212" y="729"/>
                  </a:cubicBezTo>
                  <a:cubicBezTo>
                    <a:pt x="331" y="729"/>
                    <a:pt x="427" y="634"/>
                    <a:pt x="427" y="519"/>
                  </a:cubicBezTo>
                  <a:cubicBezTo>
                    <a:pt x="427" y="399"/>
                    <a:pt x="212" y="1"/>
                    <a:pt x="2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699" name="Google Shape;4699;p38"/>
            <p:cNvSpPr/>
            <p:nvPr/>
          </p:nvSpPr>
          <p:spPr>
            <a:xfrm>
              <a:off x="6281332" y="402049"/>
              <a:ext cx="153648" cy="297713"/>
            </a:xfrm>
            <a:custGeom>
              <a:avLst/>
              <a:gdLst/>
              <a:ahLst/>
              <a:cxnLst/>
              <a:rect l="l" t="t" r="r" b="b"/>
              <a:pathLst>
                <a:path w="273" h="529" extrusionOk="0">
                  <a:moveTo>
                    <a:pt x="112" y="0"/>
                  </a:moveTo>
                  <a:lnTo>
                    <a:pt x="93" y="184"/>
                  </a:lnTo>
                  <a:lnTo>
                    <a:pt x="1" y="149"/>
                  </a:lnTo>
                  <a:lnTo>
                    <a:pt x="93" y="234"/>
                  </a:lnTo>
                  <a:lnTo>
                    <a:pt x="93" y="529"/>
                  </a:lnTo>
                  <a:lnTo>
                    <a:pt x="154" y="529"/>
                  </a:lnTo>
                  <a:lnTo>
                    <a:pt x="147" y="249"/>
                  </a:lnTo>
                  <a:lnTo>
                    <a:pt x="273" y="145"/>
                  </a:lnTo>
                  <a:lnTo>
                    <a:pt x="143" y="1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700" name="Google Shape;4700;p38"/>
          <p:cNvGrpSpPr/>
          <p:nvPr/>
        </p:nvGrpSpPr>
        <p:grpSpPr>
          <a:xfrm>
            <a:off x="1023512" y="4154241"/>
            <a:ext cx="370898" cy="495392"/>
            <a:chOff x="9358153" y="1076757"/>
            <a:chExt cx="315175" cy="420966"/>
          </a:xfrm>
        </p:grpSpPr>
        <p:sp>
          <p:nvSpPr>
            <p:cNvPr id="4701" name="Google Shape;4701;p38"/>
            <p:cNvSpPr/>
            <p:nvPr/>
          </p:nvSpPr>
          <p:spPr>
            <a:xfrm>
              <a:off x="9358153" y="1076757"/>
              <a:ext cx="315175" cy="315722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80" y="0"/>
                  </a:moveTo>
                  <a:cubicBezTo>
                    <a:pt x="127" y="0"/>
                    <a:pt x="1" y="127"/>
                    <a:pt x="1" y="281"/>
                  </a:cubicBezTo>
                  <a:cubicBezTo>
                    <a:pt x="1" y="433"/>
                    <a:pt x="127" y="560"/>
                    <a:pt x="280" y="560"/>
                  </a:cubicBezTo>
                  <a:cubicBezTo>
                    <a:pt x="434" y="560"/>
                    <a:pt x="560" y="433"/>
                    <a:pt x="560" y="281"/>
                  </a:cubicBezTo>
                  <a:cubicBezTo>
                    <a:pt x="560" y="127"/>
                    <a:pt x="434" y="0"/>
                    <a:pt x="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02" name="Google Shape;4702;p38"/>
            <p:cNvSpPr/>
            <p:nvPr/>
          </p:nvSpPr>
          <p:spPr>
            <a:xfrm>
              <a:off x="9444261" y="120169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2" y="181"/>
                  </a:lnTo>
                  <a:lnTo>
                    <a:pt x="0" y="146"/>
                  </a:lnTo>
                  <a:lnTo>
                    <a:pt x="92" y="231"/>
                  </a:lnTo>
                  <a:lnTo>
                    <a:pt x="92" y="526"/>
                  </a:lnTo>
                  <a:lnTo>
                    <a:pt x="154" y="526"/>
                  </a:lnTo>
                  <a:lnTo>
                    <a:pt x="147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703" name="Google Shape;4703;p38"/>
          <p:cNvGrpSpPr/>
          <p:nvPr/>
        </p:nvGrpSpPr>
        <p:grpSpPr>
          <a:xfrm>
            <a:off x="2802631" y="4116970"/>
            <a:ext cx="1475976" cy="662498"/>
            <a:chOff x="6706693" y="1706442"/>
            <a:chExt cx="821767" cy="368854"/>
          </a:xfrm>
        </p:grpSpPr>
        <p:sp>
          <p:nvSpPr>
            <p:cNvPr id="4704" name="Google Shape;4704;p38"/>
            <p:cNvSpPr/>
            <p:nvPr/>
          </p:nvSpPr>
          <p:spPr>
            <a:xfrm>
              <a:off x="7136577" y="1706442"/>
              <a:ext cx="56500" cy="45564"/>
            </a:xfrm>
            <a:custGeom>
              <a:avLst/>
              <a:gdLst/>
              <a:ahLst/>
              <a:cxnLst/>
              <a:rect l="l" t="t" r="r" b="b"/>
              <a:pathLst>
                <a:path w="1173" h="946" extrusionOk="0">
                  <a:moveTo>
                    <a:pt x="590" y="1"/>
                  </a:moveTo>
                  <a:cubicBezTo>
                    <a:pt x="459" y="1"/>
                    <a:pt x="360" y="15"/>
                    <a:pt x="360" y="15"/>
                  </a:cubicBezTo>
                  <a:lnTo>
                    <a:pt x="0" y="945"/>
                  </a:lnTo>
                  <a:lnTo>
                    <a:pt x="1173" y="945"/>
                  </a:lnTo>
                  <a:lnTo>
                    <a:pt x="801" y="15"/>
                  </a:lnTo>
                  <a:cubicBezTo>
                    <a:pt x="728" y="4"/>
                    <a:pt x="655" y="1"/>
                    <a:pt x="5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05" name="Google Shape;4705;p38"/>
            <p:cNvSpPr/>
            <p:nvPr/>
          </p:nvSpPr>
          <p:spPr>
            <a:xfrm>
              <a:off x="7130605" y="1747865"/>
              <a:ext cx="68398" cy="8044"/>
            </a:xfrm>
            <a:custGeom>
              <a:avLst/>
              <a:gdLst/>
              <a:ahLst/>
              <a:cxnLst/>
              <a:rect l="l" t="t" r="r" b="b"/>
              <a:pathLst>
                <a:path w="1420" h="167" extrusionOk="0">
                  <a:moveTo>
                    <a:pt x="1323" y="1"/>
                  </a:moveTo>
                  <a:cubicBezTo>
                    <a:pt x="913" y="5"/>
                    <a:pt x="507" y="13"/>
                    <a:pt x="98" y="16"/>
                  </a:cubicBezTo>
                  <a:cubicBezTo>
                    <a:pt x="1" y="20"/>
                    <a:pt x="1" y="166"/>
                    <a:pt x="98" y="166"/>
                  </a:cubicBezTo>
                  <a:cubicBezTo>
                    <a:pt x="507" y="162"/>
                    <a:pt x="913" y="154"/>
                    <a:pt x="1323" y="151"/>
                  </a:cubicBezTo>
                  <a:cubicBezTo>
                    <a:pt x="1419" y="147"/>
                    <a:pt x="1419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06" name="Google Shape;4706;p38"/>
            <p:cNvSpPr/>
            <p:nvPr/>
          </p:nvSpPr>
          <p:spPr>
            <a:xfrm>
              <a:off x="6709741" y="1751863"/>
              <a:ext cx="815668" cy="270350"/>
            </a:xfrm>
            <a:custGeom>
              <a:avLst/>
              <a:gdLst/>
              <a:ahLst/>
              <a:cxnLst/>
              <a:rect l="l" t="t" r="r" b="b"/>
              <a:pathLst>
                <a:path w="16934" h="5613" extrusionOk="0">
                  <a:moveTo>
                    <a:pt x="9780" y="1"/>
                  </a:moveTo>
                  <a:cubicBezTo>
                    <a:pt x="8530" y="1"/>
                    <a:pt x="7103" y="57"/>
                    <a:pt x="5733" y="240"/>
                  </a:cubicBezTo>
                  <a:lnTo>
                    <a:pt x="3821" y="2608"/>
                  </a:lnTo>
                  <a:cubicBezTo>
                    <a:pt x="3821" y="2608"/>
                    <a:pt x="1031" y="3198"/>
                    <a:pt x="759" y="3294"/>
                  </a:cubicBezTo>
                  <a:cubicBezTo>
                    <a:pt x="488" y="3386"/>
                    <a:pt x="0" y="4314"/>
                    <a:pt x="330" y="5612"/>
                  </a:cubicBezTo>
                  <a:lnTo>
                    <a:pt x="16708" y="5612"/>
                  </a:lnTo>
                  <a:cubicBezTo>
                    <a:pt x="16708" y="5612"/>
                    <a:pt x="16934" y="4164"/>
                    <a:pt x="16573" y="3045"/>
                  </a:cubicBezTo>
                  <a:lnTo>
                    <a:pt x="15072" y="2597"/>
                  </a:lnTo>
                  <a:cubicBezTo>
                    <a:pt x="15072" y="2597"/>
                    <a:pt x="14159" y="722"/>
                    <a:pt x="13458" y="160"/>
                  </a:cubicBezTo>
                  <a:cubicBezTo>
                    <a:pt x="13458" y="160"/>
                    <a:pt x="11867" y="1"/>
                    <a:pt x="9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4707" name="Google Shape;4707;p38"/>
            <p:cNvGrpSpPr/>
            <p:nvPr/>
          </p:nvGrpSpPr>
          <p:grpSpPr>
            <a:xfrm>
              <a:off x="6867617" y="1903827"/>
              <a:ext cx="604343" cy="15220"/>
              <a:chOff x="6867617" y="1903827"/>
              <a:chExt cx="604343" cy="15220"/>
            </a:xfrm>
          </p:grpSpPr>
          <p:sp>
            <p:nvSpPr>
              <p:cNvPr id="4708" name="Google Shape;4708;p38"/>
              <p:cNvSpPr/>
              <p:nvPr/>
            </p:nvSpPr>
            <p:spPr>
              <a:xfrm>
                <a:off x="746434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09" name="Google Shape;4709;p38"/>
              <p:cNvSpPr/>
              <p:nvPr/>
            </p:nvSpPr>
            <p:spPr>
              <a:xfrm>
                <a:off x="745678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10" name="Google Shape;4710;p38"/>
              <p:cNvSpPr/>
              <p:nvPr/>
            </p:nvSpPr>
            <p:spPr>
              <a:xfrm>
                <a:off x="7449225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11" name="Google Shape;4711;p38"/>
              <p:cNvSpPr/>
              <p:nvPr/>
            </p:nvSpPr>
            <p:spPr>
              <a:xfrm>
                <a:off x="744161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12" name="Google Shape;4712;p38"/>
              <p:cNvSpPr/>
              <p:nvPr/>
            </p:nvSpPr>
            <p:spPr>
              <a:xfrm>
                <a:off x="743405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13" name="Google Shape;4713;p38"/>
              <p:cNvSpPr/>
              <p:nvPr/>
            </p:nvSpPr>
            <p:spPr>
              <a:xfrm>
                <a:off x="742653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14" name="Google Shape;4714;p38"/>
              <p:cNvSpPr/>
              <p:nvPr/>
            </p:nvSpPr>
            <p:spPr>
              <a:xfrm>
                <a:off x="741897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15" name="Google Shape;4715;p38"/>
              <p:cNvSpPr/>
              <p:nvPr/>
            </p:nvSpPr>
            <p:spPr>
              <a:xfrm>
                <a:off x="7411366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16" name="Google Shape;4716;p38"/>
              <p:cNvSpPr/>
              <p:nvPr/>
            </p:nvSpPr>
            <p:spPr>
              <a:xfrm>
                <a:off x="740380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17" name="Google Shape;4717;p38"/>
              <p:cNvSpPr/>
              <p:nvPr/>
            </p:nvSpPr>
            <p:spPr>
              <a:xfrm>
                <a:off x="73962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18" name="Google Shape;4718;p38"/>
              <p:cNvSpPr/>
              <p:nvPr/>
            </p:nvSpPr>
            <p:spPr>
              <a:xfrm>
                <a:off x="7388632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19" name="Google Shape;4719;p38"/>
              <p:cNvSpPr/>
              <p:nvPr/>
            </p:nvSpPr>
            <p:spPr>
              <a:xfrm>
                <a:off x="7381118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20" name="Google Shape;4720;p38"/>
              <p:cNvSpPr/>
              <p:nvPr/>
            </p:nvSpPr>
            <p:spPr>
              <a:xfrm>
                <a:off x="7373748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21" name="Google Shape;4721;p38"/>
              <p:cNvSpPr/>
              <p:nvPr/>
            </p:nvSpPr>
            <p:spPr>
              <a:xfrm>
                <a:off x="7366138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22" name="Google Shape;4722;p38"/>
              <p:cNvSpPr/>
              <p:nvPr/>
            </p:nvSpPr>
            <p:spPr>
              <a:xfrm>
                <a:off x="735857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23" name="Google Shape;4723;p38"/>
              <p:cNvSpPr/>
              <p:nvPr/>
            </p:nvSpPr>
            <p:spPr>
              <a:xfrm>
                <a:off x="7351014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24" name="Google Shape;4724;p38"/>
              <p:cNvSpPr/>
              <p:nvPr/>
            </p:nvSpPr>
            <p:spPr>
              <a:xfrm>
                <a:off x="73434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25" name="Google Shape;4725;p38"/>
              <p:cNvSpPr/>
              <p:nvPr/>
            </p:nvSpPr>
            <p:spPr>
              <a:xfrm>
                <a:off x="73358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26" name="Google Shape;4726;p38"/>
              <p:cNvSpPr/>
              <p:nvPr/>
            </p:nvSpPr>
            <p:spPr>
              <a:xfrm>
                <a:off x="73283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27" name="Google Shape;4727;p38"/>
              <p:cNvSpPr/>
              <p:nvPr/>
            </p:nvSpPr>
            <p:spPr>
              <a:xfrm>
                <a:off x="732076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28" name="Google Shape;4728;p38"/>
              <p:cNvSpPr/>
              <p:nvPr/>
            </p:nvSpPr>
            <p:spPr>
              <a:xfrm>
                <a:off x="7313155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29" name="Google Shape;4729;p38"/>
              <p:cNvSpPr/>
              <p:nvPr/>
            </p:nvSpPr>
            <p:spPr>
              <a:xfrm>
                <a:off x="730559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30" name="Google Shape;4730;p38"/>
              <p:cNvSpPr/>
              <p:nvPr/>
            </p:nvSpPr>
            <p:spPr>
              <a:xfrm>
                <a:off x="7298079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31" name="Google Shape;4731;p38"/>
              <p:cNvSpPr/>
              <p:nvPr/>
            </p:nvSpPr>
            <p:spPr>
              <a:xfrm>
                <a:off x="729051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32" name="Google Shape;4732;p38"/>
              <p:cNvSpPr/>
              <p:nvPr/>
            </p:nvSpPr>
            <p:spPr>
              <a:xfrm>
                <a:off x="7283099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33" name="Google Shape;4733;p38"/>
              <p:cNvSpPr/>
              <p:nvPr/>
            </p:nvSpPr>
            <p:spPr>
              <a:xfrm>
                <a:off x="727553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34" name="Google Shape;4734;p38"/>
              <p:cNvSpPr/>
              <p:nvPr/>
            </p:nvSpPr>
            <p:spPr>
              <a:xfrm>
                <a:off x="7267927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35" name="Google Shape;4735;p38"/>
              <p:cNvSpPr/>
              <p:nvPr/>
            </p:nvSpPr>
            <p:spPr>
              <a:xfrm>
                <a:off x="7260413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36" name="Google Shape;4736;p38"/>
              <p:cNvSpPr/>
              <p:nvPr/>
            </p:nvSpPr>
            <p:spPr>
              <a:xfrm>
                <a:off x="725285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37" name="Google Shape;4737;p38"/>
              <p:cNvSpPr/>
              <p:nvPr/>
            </p:nvSpPr>
            <p:spPr>
              <a:xfrm>
                <a:off x="724528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38" name="Google Shape;4738;p38"/>
              <p:cNvSpPr/>
              <p:nvPr/>
            </p:nvSpPr>
            <p:spPr>
              <a:xfrm>
                <a:off x="723767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39" name="Google Shape;4739;p38"/>
              <p:cNvSpPr/>
              <p:nvPr/>
            </p:nvSpPr>
            <p:spPr>
              <a:xfrm>
                <a:off x="723011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40" name="Google Shape;4740;p38"/>
              <p:cNvSpPr/>
              <p:nvPr/>
            </p:nvSpPr>
            <p:spPr>
              <a:xfrm>
                <a:off x="722255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41" name="Google Shape;4741;p38"/>
              <p:cNvSpPr/>
              <p:nvPr/>
            </p:nvSpPr>
            <p:spPr>
              <a:xfrm>
                <a:off x="721499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42" name="Google Shape;4742;p38"/>
              <p:cNvSpPr/>
              <p:nvPr/>
            </p:nvSpPr>
            <p:spPr>
              <a:xfrm>
                <a:off x="720743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43" name="Google Shape;4743;p38"/>
              <p:cNvSpPr/>
              <p:nvPr/>
            </p:nvSpPr>
            <p:spPr>
              <a:xfrm>
                <a:off x="719986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44" name="Google Shape;4744;p38"/>
              <p:cNvSpPr/>
              <p:nvPr/>
            </p:nvSpPr>
            <p:spPr>
              <a:xfrm>
                <a:off x="719230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45" name="Google Shape;4745;p38"/>
              <p:cNvSpPr/>
              <p:nvPr/>
            </p:nvSpPr>
            <p:spPr>
              <a:xfrm>
                <a:off x="7184888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46" name="Google Shape;4746;p38"/>
              <p:cNvSpPr/>
              <p:nvPr/>
            </p:nvSpPr>
            <p:spPr>
              <a:xfrm>
                <a:off x="7177374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47" name="Google Shape;4747;p38"/>
              <p:cNvSpPr/>
              <p:nvPr/>
            </p:nvSpPr>
            <p:spPr>
              <a:xfrm>
                <a:off x="7169764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48" name="Google Shape;4748;p38"/>
              <p:cNvSpPr/>
              <p:nvPr/>
            </p:nvSpPr>
            <p:spPr>
              <a:xfrm>
                <a:off x="716220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49" name="Google Shape;4749;p38"/>
              <p:cNvSpPr/>
              <p:nvPr/>
            </p:nvSpPr>
            <p:spPr>
              <a:xfrm>
                <a:off x="715464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50" name="Google Shape;4750;p38"/>
              <p:cNvSpPr/>
              <p:nvPr/>
            </p:nvSpPr>
            <p:spPr>
              <a:xfrm>
                <a:off x="714707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51" name="Google Shape;4751;p38"/>
              <p:cNvSpPr/>
              <p:nvPr/>
            </p:nvSpPr>
            <p:spPr>
              <a:xfrm>
                <a:off x="713946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52" name="Google Shape;4752;p38"/>
              <p:cNvSpPr/>
              <p:nvPr/>
            </p:nvSpPr>
            <p:spPr>
              <a:xfrm>
                <a:off x="7131953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53" name="Google Shape;4753;p38"/>
              <p:cNvSpPr/>
              <p:nvPr/>
            </p:nvSpPr>
            <p:spPr>
              <a:xfrm>
                <a:off x="712439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54" name="Google Shape;4754;p38"/>
              <p:cNvSpPr/>
              <p:nvPr/>
            </p:nvSpPr>
            <p:spPr>
              <a:xfrm>
                <a:off x="71168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55" name="Google Shape;4755;p38"/>
              <p:cNvSpPr/>
              <p:nvPr/>
            </p:nvSpPr>
            <p:spPr>
              <a:xfrm>
                <a:off x="7109219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56" name="Google Shape;4756;p38"/>
              <p:cNvSpPr/>
              <p:nvPr/>
            </p:nvSpPr>
            <p:spPr>
              <a:xfrm>
                <a:off x="710165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57" name="Google Shape;4757;p38"/>
              <p:cNvSpPr/>
              <p:nvPr/>
            </p:nvSpPr>
            <p:spPr>
              <a:xfrm>
                <a:off x="709409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58" name="Google Shape;4758;p38"/>
              <p:cNvSpPr/>
              <p:nvPr/>
            </p:nvSpPr>
            <p:spPr>
              <a:xfrm>
                <a:off x="7086725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3" y="158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59" name="Google Shape;4759;p38"/>
              <p:cNvSpPr/>
              <p:nvPr/>
            </p:nvSpPr>
            <p:spPr>
              <a:xfrm>
                <a:off x="707916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60" name="Google Shape;4760;p38"/>
              <p:cNvSpPr/>
              <p:nvPr/>
            </p:nvSpPr>
            <p:spPr>
              <a:xfrm>
                <a:off x="707160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61" name="Google Shape;4761;p38"/>
              <p:cNvSpPr/>
              <p:nvPr/>
            </p:nvSpPr>
            <p:spPr>
              <a:xfrm>
                <a:off x="7063991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62" name="Google Shape;4762;p38"/>
              <p:cNvSpPr/>
              <p:nvPr/>
            </p:nvSpPr>
            <p:spPr>
              <a:xfrm>
                <a:off x="70564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63" name="Google Shape;4763;p38"/>
              <p:cNvSpPr/>
              <p:nvPr/>
            </p:nvSpPr>
            <p:spPr>
              <a:xfrm>
                <a:off x="7048915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64" name="Google Shape;4764;p38"/>
              <p:cNvSpPr/>
              <p:nvPr/>
            </p:nvSpPr>
            <p:spPr>
              <a:xfrm>
                <a:off x="7041304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65" name="Google Shape;4765;p38"/>
              <p:cNvSpPr/>
              <p:nvPr/>
            </p:nvSpPr>
            <p:spPr>
              <a:xfrm>
                <a:off x="70337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66" name="Google Shape;4766;p38"/>
              <p:cNvSpPr/>
              <p:nvPr/>
            </p:nvSpPr>
            <p:spPr>
              <a:xfrm>
                <a:off x="702618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67" name="Google Shape;4767;p38"/>
              <p:cNvSpPr/>
              <p:nvPr/>
            </p:nvSpPr>
            <p:spPr>
              <a:xfrm>
                <a:off x="701861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68" name="Google Shape;4768;p38"/>
              <p:cNvSpPr/>
              <p:nvPr/>
            </p:nvSpPr>
            <p:spPr>
              <a:xfrm>
                <a:off x="701100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69" name="Google Shape;4769;p38"/>
              <p:cNvSpPr/>
              <p:nvPr/>
            </p:nvSpPr>
            <p:spPr>
              <a:xfrm>
                <a:off x="7003494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70" name="Google Shape;4770;p38"/>
              <p:cNvSpPr/>
              <p:nvPr/>
            </p:nvSpPr>
            <p:spPr>
              <a:xfrm>
                <a:off x="699593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71" name="Google Shape;4771;p38"/>
              <p:cNvSpPr/>
              <p:nvPr/>
            </p:nvSpPr>
            <p:spPr>
              <a:xfrm>
                <a:off x="6988514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72" name="Google Shape;4772;p38"/>
              <p:cNvSpPr/>
              <p:nvPr/>
            </p:nvSpPr>
            <p:spPr>
              <a:xfrm>
                <a:off x="69809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73" name="Google Shape;4773;p38"/>
              <p:cNvSpPr/>
              <p:nvPr/>
            </p:nvSpPr>
            <p:spPr>
              <a:xfrm>
                <a:off x="69733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74" name="Google Shape;4774;p38"/>
              <p:cNvSpPr/>
              <p:nvPr/>
            </p:nvSpPr>
            <p:spPr>
              <a:xfrm>
                <a:off x="69658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75" name="Google Shape;4775;p38"/>
              <p:cNvSpPr/>
              <p:nvPr/>
            </p:nvSpPr>
            <p:spPr>
              <a:xfrm>
                <a:off x="695826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76" name="Google Shape;4776;p38"/>
              <p:cNvSpPr/>
              <p:nvPr/>
            </p:nvSpPr>
            <p:spPr>
              <a:xfrm>
                <a:off x="695070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77" name="Google Shape;4777;p38"/>
              <p:cNvSpPr/>
              <p:nvPr/>
            </p:nvSpPr>
            <p:spPr>
              <a:xfrm>
                <a:off x="694314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78" name="Google Shape;4778;p38"/>
              <p:cNvSpPr/>
              <p:nvPr/>
            </p:nvSpPr>
            <p:spPr>
              <a:xfrm>
                <a:off x="6935531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79" name="Google Shape;4779;p38"/>
              <p:cNvSpPr/>
              <p:nvPr/>
            </p:nvSpPr>
            <p:spPr>
              <a:xfrm>
                <a:off x="692796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80" name="Google Shape;4780;p38"/>
              <p:cNvSpPr/>
              <p:nvPr/>
            </p:nvSpPr>
            <p:spPr>
              <a:xfrm>
                <a:off x="6920455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81" name="Google Shape;4781;p38"/>
              <p:cNvSpPr/>
              <p:nvPr/>
            </p:nvSpPr>
            <p:spPr>
              <a:xfrm>
                <a:off x="691284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82" name="Google Shape;4782;p38"/>
              <p:cNvSpPr/>
              <p:nvPr/>
            </p:nvSpPr>
            <p:spPr>
              <a:xfrm>
                <a:off x="690528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83" name="Google Shape;4783;p38"/>
              <p:cNvSpPr/>
              <p:nvPr/>
            </p:nvSpPr>
            <p:spPr>
              <a:xfrm>
                <a:off x="689772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84" name="Google Shape;4784;p38"/>
              <p:cNvSpPr/>
              <p:nvPr/>
            </p:nvSpPr>
            <p:spPr>
              <a:xfrm>
                <a:off x="6890303" y="1903827"/>
                <a:ext cx="7466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85" name="Google Shape;4785;p38"/>
              <p:cNvSpPr/>
              <p:nvPr/>
            </p:nvSpPr>
            <p:spPr>
              <a:xfrm>
                <a:off x="688278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86" name="Google Shape;4786;p38"/>
              <p:cNvSpPr/>
              <p:nvPr/>
            </p:nvSpPr>
            <p:spPr>
              <a:xfrm>
                <a:off x="687522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4787" name="Google Shape;4787;p38"/>
              <p:cNvSpPr/>
              <p:nvPr/>
            </p:nvSpPr>
            <p:spPr>
              <a:xfrm>
                <a:off x="686761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4788" name="Google Shape;4788;p38"/>
            <p:cNvSpPr/>
            <p:nvPr/>
          </p:nvSpPr>
          <p:spPr>
            <a:xfrm>
              <a:off x="7485013" y="1913460"/>
              <a:ext cx="43447" cy="61892"/>
            </a:xfrm>
            <a:custGeom>
              <a:avLst/>
              <a:gdLst/>
              <a:ahLst/>
              <a:cxnLst/>
              <a:rect l="l" t="t" r="r" b="b"/>
              <a:pathLst>
                <a:path w="902" h="1285" extrusionOk="0">
                  <a:moveTo>
                    <a:pt x="382" y="0"/>
                  </a:moveTo>
                  <a:cubicBezTo>
                    <a:pt x="238" y="0"/>
                    <a:pt x="78" y="11"/>
                    <a:pt x="51" y="39"/>
                  </a:cubicBezTo>
                  <a:cubicBezTo>
                    <a:pt x="0" y="92"/>
                    <a:pt x="322" y="1284"/>
                    <a:pt x="380" y="1284"/>
                  </a:cubicBezTo>
                  <a:lnTo>
                    <a:pt x="741" y="1284"/>
                  </a:lnTo>
                  <a:cubicBezTo>
                    <a:pt x="901" y="1284"/>
                    <a:pt x="767" y="23"/>
                    <a:pt x="626" y="20"/>
                  </a:cubicBezTo>
                  <a:cubicBezTo>
                    <a:pt x="610" y="8"/>
                    <a:pt x="501" y="0"/>
                    <a:pt x="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89" name="Google Shape;4789;p38"/>
            <p:cNvSpPr/>
            <p:nvPr/>
          </p:nvSpPr>
          <p:spPr>
            <a:xfrm>
              <a:off x="7496476" y="1923045"/>
              <a:ext cx="17774" cy="771"/>
            </a:xfrm>
            <a:custGeom>
              <a:avLst/>
              <a:gdLst/>
              <a:ahLst/>
              <a:cxnLst/>
              <a:rect l="l" t="t" r="r" b="b"/>
              <a:pathLst>
                <a:path w="369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90" name="Google Shape;4790;p38"/>
            <p:cNvSpPr/>
            <p:nvPr/>
          </p:nvSpPr>
          <p:spPr>
            <a:xfrm>
              <a:off x="7497584" y="1929114"/>
              <a:ext cx="17774" cy="819"/>
            </a:xfrm>
            <a:custGeom>
              <a:avLst/>
              <a:gdLst/>
              <a:ahLst/>
              <a:cxnLst/>
              <a:rect l="l" t="t" r="r" b="b"/>
              <a:pathLst>
                <a:path w="369" h="17" extrusionOk="0">
                  <a:moveTo>
                    <a:pt x="0" y="1"/>
                  </a:moveTo>
                  <a:lnTo>
                    <a:pt x="0" y="17"/>
                  </a:lnTo>
                  <a:lnTo>
                    <a:pt x="368" y="17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91" name="Google Shape;4791;p38"/>
            <p:cNvSpPr/>
            <p:nvPr/>
          </p:nvSpPr>
          <p:spPr>
            <a:xfrm>
              <a:off x="7498885" y="1935231"/>
              <a:ext cx="17726" cy="771"/>
            </a:xfrm>
            <a:custGeom>
              <a:avLst/>
              <a:gdLst/>
              <a:ahLst/>
              <a:cxnLst/>
              <a:rect l="l" t="t" r="r" b="b"/>
              <a:pathLst>
                <a:path w="368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92" name="Google Shape;4792;p38"/>
            <p:cNvSpPr/>
            <p:nvPr/>
          </p:nvSpPr>
          <p:spPr>
            <a:xfrm>
              <a:off x="6724611" y="1929307"/>
              <a:ext cx="33284" cy="48887"/>
            </a:xfrm>
            <a:custGeom>
              <a:avLst/>
              <a:gdLst/>
              <a:ahLst/>
              <a:cxnLst/>
              <a:rect l="l" t="t" r="r" b="b"/>
              <a:pathLst>
                <a:path w="691" h="1015" extrusionOk="0">
                  <a:moveTo>
                    <a:pt x="238" y="1"/>
                  </a:moveTo>
                  <a:cubicBezTo>
                    <a:pt x="0" y="430"/>
                    <a:pt x="0" y="947"/>
                    <a:pt x="0" y="947"/>
                  </a:cubicBezTo>
                  <a:cubicBezTo>
                    <a:pt x="95" y="992"/>
                    <a:pt x="235" y="1015"/>
                    <a:pt x="351" y="1015"/>
                  </a:cubicBezTo>
                  <a:cubicBezTo>
                    <a:pt x="451" y="1015"/>
                    <a:pt x="533" y="998"/>
                    <a:pt x="552" y="966"/>
                  </a:cubicBezTo>
                  <a:cubicBezTo>
                    <a:pt x="598" y="894"/>
                    <a:pt x="690" y="165"/>
                    <a:pt x="678" y="101"/>
                  </a:cubicBezTo>
                  <a:cubicBezTo>
                    <a:pt x="667" y="39"/>
                    <a:pt x="238" y="1"/>
                    <a:pt x="2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93" name="Google Shape;4793;p38"/>
            <p:cNvSpPr/>
            <p:nvPr/>
          </p:nvSpPr>
          <p:spPr>
            <a:xfrm>
              <a:off x="6892759" y="1769299"/>
              <a:ext cx="93782" cy="108179"/>
            </a:xfrm>
            <a:custGeom>
              <a:avLst/>
              <a:gdLst/>
              <a:ahLst/>
              <a:cxnLst/>
              <a:rect l="l" t="t" r="r" b="b"/>
              <a:pathLst>
                <a:path w="1947" h="2246" extrusionOk="0">
                  <a:moveTo>
                    <a:pt x="1808" y="1"/>
                  </a:moveTo>
                  <a:lnTo>
                    <a:pt x="0" y="2246"/>
                  </a:lnTo>
                  <a:lnTo>
                    <a:pt x="0" y="2246"/>
                  </a:lnTo>
                  <a:lnTo>
                    <a:pt x="560" y="2173"/>
                  </a:lnTo>
                  <a:cubicBezTo>
                    <a:pt x="560" y="2173"/>
                    <a:pt x="1483" y="1311"/>
                    <a:pt x="1946" y="28"/>
                  </a:cubicBezTo>
                  <a:lnTo>
                    <a:pt x="18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94" name="Google Shape;4794;p38"/>
            <p:cNvSpPr/>
            <p:nvPr/>
          </p:nvSpPr>
          <p:spPr>
            <a:xfrm>
              <a:off x="7456594" y="1995921"/>
              <a:ext cx="68735" cy="31066"/>
            </a:xfrm>
            <a:custGeom>
              <a:avLst/>
              <a:gdLst/>
              <a:ahLst/>
              <a:cxnLst/>
              <a:rect l="l" t="t" r="r" b="b"/>
              <a:pathLst>
                <a:path w="1427" h="645" extrusionOk="0">
                  <a:moveTo>
                    <a:pt x="89" y="1"/>
                  </a:moveTo>
                  <a:lnTo>
                    <a:pt x="1" y="645"/>
                  </a:lnTo>
                  <a:lnTo>
                    <a:pt x="1101" y="645"/>
                  </a:lnTo>
                  <a:cubicBezTo>
                    <a:pt x="1250" y="626"/>
                    <a:pt x="1426" y="62"/>
                    <a:pt x="1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95" name="Google Shape;4795;p38"/>
            <p:cNvSpPr/>
            <p:nvPr/>
          </p:nvSpPr>
          <p:spPr>
            <a:xfrm>
              <a:off x="7310795" y="1934316"/>
              <a:ext cx="145851" cy="88479"/>
            </a:xfrm>
            <a:custGeom>
              <a:avLst/>
              <a:gdLst/>
              <a:ahLst/>
              <a:cxnLst/>
              <a:rect l="l" t="t" r="r" b="b"/>
              <a:pathLst>
                <a:path w="3028" h="1837" extrusionOk="0">
                  <a:moveTo>
                    <a:pt x="1527" y="1"/>
                  </a:moveTo>
                  <a:cubicBezTo>
                    <a:pt x="766" y="1"/>
                    <a:pt x="0" y="620"/>
                    <a:pt x="0" y="1836"/>
                  </a:cubicBezTo>
                  <a:lnTo>
                    <a:pt x="3028" y="1836"/>
                  </a:lnTo>
                  <a:cubicBezTo>
                    <a:pt x="3028" y="606"/>
                    <a:pt x="2280" y="1"/>
                    <a:pt x="15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96" name="Google Shape;4796;p38"/>
            <p:cNvSpPr/>
            <p:nvPr/>
          </p:nvSpPr>
          <p:spPr>
            <a:xfrm>
              <a:off x="6814489" y="1934124"/>
              <a:ext cx="145851" cy="88672"/>
            </a:xfrm>
            <a:custGeom>
              <a:avLst/>
              <a:gdLst/>
              <a:ahLst/>
              <a:cxnLst/>
              <a:rect l="l" t="t" r="r" b="b"/>
              <a:pathLst>
                <a:path w="3028" h="1841" extrusionOk="0">
                  <a:moveTo>
                    <a:pt x="1523" y="1"/>
                  </a:moveTo>
                  <a:cubicBezTo>
                    <a:pt x="763" y="1"/>
                    <a:pt x="0" y="617"/>
                    <a:pt x="0" y="1828"/>
                  </a:cubicBezTo>
                  <a:lnTo>
                    <a:pt x="3028" y="1840"/>
                  </a:lnTo>
                  <a:cubicBezTo>
                    <a:pt x="3028" y="607"/>
                    <a:pt x="2277" y="1"/>
                    <a:pt x="1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97" name="Google Shape;4797;p38"/>
            <p:cNvSpPr/>
            <p:nvPr/>
          </p:nvSpPr>
          <p:spPr>
            <a:xfrm>
              <a:off x="6800087" y="1945539"/>
              <a:ext cx="174848" cy="129757"/>
            </a:xfrm>
            <a:custGeom>
              <a:avLst/>
              <a:gdLst/>
              <a:ahLst/>
              <a:cxnLst/>
              <a:rect l="l" t="t" r="r" b="b"/>
              <a:pathLst>
                <a:path w="3630" h="2694" extrusionOk="0">
                  <a:moveTo>
                    <a:pt x="1814" y="1"/>
                  </a:moveTo>
                  <a:cubicBezTo>
                    <a:pt x="1512" y="1"/>
                    <a:pt x="1187" y="100"/>
                    <a:pt x="870" y="330"/>
                  </a:cubicBezTo>
                  <a:cubicBezTo>
                    <a:pt x="839" y="350"/>
                    <a:pt x="816" y="373"/>
                    <a:pt x="798" y="399"/>
                  </a:cubicBezTo>
                  <a:cubicBezTo>
                    <a:pt x="0" y="1500"/>
                    <a:pt x="769" y="2693"/>
                    <a:pt x="1816" y="2693"/>
                  </a:cubicBezTo>
                  <a:cubicBezTo>
                    <a:pt x="2118" y="2693"/>
                    <a:pt x="2442" y="2594"/>
                    <a:pt x="2759" y="2366"/>
                  </a:cubicBezTo>
                  <a:cubicBezTo>
                    <a:pt x="2786" y="2343"/>
                    <a:pt x="2813" y="2320"/>
                    <a:pt x="2832" y="2293"/>
                  </a:cubicBezTo>
                  <a:cubicBezTo>
                    <a:pt x="3629" y="1193"/>
                    <a:pt x="2860" y="1"/>
                    <a:pt x="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98" name="Google Shape;4798;p38"/>
            <p:cNvSpPr/>
            <p:nvPr/>
          </p:nvSpPr>
          <p:spPr>
            <a:xfrm>
              <a:off x="6832551" y="1969670"/>
              <a:ext cx="109870" cy="81399"/>
            </a:xfrm>
            <a:custGeom>
              <a:avLst/>
              <a:gdLst/>
              <a:ahLst/>
              <a:cxnLst/>
              <a:rect l="l" t="t" r="r" b="b"/>
              <a:pathLst>
                <a:path w="2281" h="1690" extrusionOk="0">
                  <a:moveTo>
                    <a:pt x="1140" y="1"/>
                  </a:moveTo>
                  <a:cubicBezTo>
                    <a:pt x="950" y="1"/>
                    <a:pt x="745" y="64"/>
                    <a:pt x="545" y="209"/>
                  </a:cubicBezTo>
                  <a:cubicBezTo>
                    <a:pt x="529" y="220"/>
                    <a:pt x="515" y="236"/>
                    <a:pt x="503" y="252"/>
                  </a:cubicBezTo>
                  <a:cubicBezTo>
                    <a:pt x="1" y="940"/>
                    <a:pt x="482" y="1689"/>
                    <a:pt x="1140" y="1689"/>
                  </a:cubicBezTo>
                  <a:cubicBezTo>
                    <a:pt x="1331" y="1689"/>
                    <a:pt x="1536" y="1627"/>
                    <a:pt x="1737" y="1481"/>
                  </a:cubicBezTo>
                  <a:cubicBezTo>
                    <a:pt x="1752" y="1470"/>
                    <a:pt x="1764" y="1458"/>
                    <a:pt x="1775" y="1442"/>
                  </a:cubicBezTo>
                  <a:cubicBezTo>
                    <a:pt x="2280" y="751"/>
                    <a:pt x="1797" y="1"/>
                    <a:pt x="1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799" name="Google Shape;4799;p38"/>
            <p:cNvSpPr/>
            <p:nvPr/>
          </p:nvSpPr>
          <p:spPr>
            <a:xfrm>
              <a:off x="6841077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2" y="12"/>
                  </a:moveTo>
                  <a:cubicBezTo>
                    <a:pt x="1226" y="12"/>
                    <a:pt x="1464" y="119"/>
                    <a:pt x="1633" y="291"/>
                  </a:cubicBezTo>
                  <a:cubicBezTo>
                    <a:pt x="1805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9" y="1633"/>
                  </a:cubicBezTo>
                  <a:cubicBezTo>
                    <a:pt x="1663" y="1648"/>
                    <a:pt x="1652" y="1663"/>
                    <a:pt x="1633" y="1679"/>
                  </a:cubicBezTo>
                  <a:cubicBezTo>
                    <a:pt x="1406" y="1840"/>
                    <a:pt x="1176" y="1913"/>
                    <a:pt x="962" y="1913"/>
                  </a:cubicBezTo>
                  <a:cubicBezTo>
                    <a:pt x="701" y="1913"/>
                    <a:pt x="464" y="1805"/>
                    <a:pt x="292" y="1633"/>
                  </a:cubicBezTo>
                  <a:cubicBezTo>
                    <a:pt x="119" y="1460"/>
                    <a:pt x="16" y="1227"/>
                    <a:pt x="16" y="962"/>
                  </a:cubicBezTo>
                  <a:cubicBezTo>
                    <a:pt x="16" y="747"/>
                    <a:pt x="85" y="518"/>
                    <a:pt x="249" y="291"/>
                  </a:cubicBezTo>
                  <a:cubicBezTo>
                    <a:pt x="260" y="277"/>
                    <a:pt x="276" y="261"/>
                    <a:pt x="292" y="249"/>
                  </a:cubicBezTo>
                  <a:cubicBezTo>
                    <a:pt x="517" y="84"/>
                    <a:pt x="747" y="12"/>
                    <a:pt x="962" y="12"/>
                  </a:cubicBezTo>
                  <a:close/>
                  <a:moveTo>
                    <a:pt x="962" y="1"/>
                  </a:moveTo>
                  <a:cubicBezTo>
                    <a:pt x="747" y="1"/>
                    <a:pt x="513" y="70"/>
                    <a:pt x="283" y="238"/>
                  </a:cubicBezTo>
                  <a:cubicBezTo>
                    <a:pt x="264" y="249"/>
                    <a:pt x="249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0" y="1927"/>
                    <a:pt x="962" y="1927"/>
                  </a:cubicBezTo>
                  <a:cubicBezTo>
                    <a:pt x="1180" y="1927"/>
                    <a:pt x="1414" y="1855"/>
                    <a:pt x="1644" y="1690"/>
                  </a:cubicBezTo>
                  <a:cubicBezTo>
                    <a:pt x="1659" y="1674"/>
                    <a:pt x="1675" y="1660"/>
                    <a:pt x="1690" y="1640"/>
                  </a:cubicBezTo>
                  <a:cubicBezTo>
                    <a:pt x="1855" y="1414"/>
                    <a:pt x="1928" y="1181"/>
                    <a:pt x="1928" y="962"/>
                  </a:cubicBezTo>
                  <a:cubicBezTo>
                    <a:pt x="1928" y="429"/>
                    <a:pt x="1495" y="1"/>
                    <a:pt x="9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00" name="Google Shape;4800;p38"/>
            <p:cNvSpPr/>
            <p:nvPr/>
          </p:nvSpPr>
          <p:spPr>
            <a:xfrm>
              <a:off x="6841318" y="1978051"/>
              <a:ext cx="92337" cy="64686"/>
            </a:xfrm>
            <a:custGeom>
              <a:avLst/>
              <a:gdLst/>
              <a:ahLst/>
              <a:cxnLst/>
              <a:rect l="l" t="t" r="r" b="b"/>
              <a:pathLst>
                <a:path w="1917" h="1343" extrusionOk="0">
                  <a:moveTo>
                    <a:pt x="977" y="1"/>
                  </a:moveTo>
                  <a:cubicBezTo>
                    <a:pt x="320" y="1"/>
                    <a:pt x="1" y="822"/>
                    <a:pt x="623" y="1277"/>
                  </a:cubicBezTo>
                  <a:cubicBezTo>
                    <a:pt x="635" y="1284"/>
                    <a:pt x="650" y="1291"/>
                    <a:pt x="666" y="1296"/>
                  </a:cubicBezTo>
                  <a:cubicBezTo>
                    <a:pt x="763" y="1328"/>
                    <a:pt x="855" y="1342"/>
                    <a:pt x="942" y="1342"/>
                  </a:cubicBezTo>
                  <a:cubicBezTo>
                    <a:pt x="1595" y="1342"/>
                    <a:pt x="1916" y="519"/>
                    <a:pt x="1290" y="66"/>
                  </a:cubicBezTo>
                  <a:cubicBezTo>
                    <a:pt x="1279" y="58"/>
                    <a:pt x="1267" y="50"/>
                    <a:pt x="1252" y="46"/>
                  </a:cubicBezTo>
                  <a:cubicBezTo>
                    <a:pt x="1156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01" name="Google Shape;4801;p38"/>
            <p:cNvSpPr/>
            <p:nvPr/>
          </p:nvSpPr>
          <p:spPr>
            <a:xfrm>
              <a:off x="6852685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1" y="472"/>
                  </a:moveTo>
                  <a:lnTo>
                    <a:pt x="751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67" y="614"/>
                  </a:lnTo>
                  <a:lnTo>
                    <a:pt x="774" y="637"/>
                  </a:lnTo>
                  <a:lnTo>
                    <a:pt x="824" y="622"/>
                  </a:lnTo>
                  <a:lnTo>
                    <a:pt x="817" y="591"/>
                  </a:lnTo>
                  <a:lnTo>
                    <a:pt x="901" y="545"/>
                  </a:lnTo>
                  <a:lnTo>
                    <a:pt x="859" y="633"/>
                  </a:lnTo>
                  <a:lnTo>
                    <a:pt x="828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8" y="829"/>
                  </a:lnTo>
                  <a:lnTo>
                    <a:pt x="859" y="817"/>
                  </a:lnTo>
                  <a:lnTo>
                    <a:pt x="901" y="905"/>
                  </a:lnTo>
                  <a:lnTo>
                    <a:pt x="817" y="863"/>
                  </a:lnTo>
                  <a:lnTo>
                    <a:pt x="824" y="832"/>
                  </a:lnTo>
                  <a:lnTo>
                    <a:pt x="774" y="817"/>
                  </a:lnTo>
                  <a:lnTo>
                    <a:pt x="767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1" y="886"/>
                  </a:lnTo>
                  <a:lnTo>
                    <a:pt x="721" y="982"/>
                  </a:lnTo>
                  <a:lnTo>
                    <a:pt x="690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5" y="836"/>
                  </a:lnTo>
                  <a:lnTo>
                    <a:pt x="667" y="817"/>
                  </a:lnTo>
                  <a:lnTo>
                    <a:pt x="621" y="832"/>
                  </a:lnTo>
                  <a:lnTo>
                    <a:pt x="629" y="863"/>
                  </a:lnTo>
                  <a:lnTo>
                    <a:pt x="541" y="905"/>
                  </a:lnTo>
                  <a:lnTo>
                    <a:pt x="541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0" y="771"/>
                  </a:lnTo>
                  <a:lnTo>
                    <a:pt x="621" y="752"/>
                  </a:lnTo>
                  <a:lnTo>
                    <a:pt x="575" y="729"/>
                  </a:lnTo>
                  <a:lnTo>
                    <a:pt x="560" y="756"/>
                  </a:lnTo>
                  <a:lnTo>
                    <a:pt x="468" y="725"/>
                  </a:lnTo>
                  <a:lnTo>
                    <a:pt x="560" y="694"/>
                  </a:lnTo>
                  <a:lnTo>
                    <a:pt x="575" y="725"/>
                  </a:lnTo>
                  <a:lnTo>
                    <a:pt x="621" y="698"/>
                  </a:lnTo>
                  <a:lnTo>
                    <a:pt x="610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1" y="545"/>
                  </a:lnTo>
                  <a:lnTo>
                    <a:pt x="629" y="591"/>
                  </a:lnTo>
                  <a:lnTo>
                    <a:pt x="621" y="622"/>
                  </a:lnTo>
                  <a:lnTo>
                    <a:pt x="667" y="637"/>
                  </a:lnTo>
                  <a:lnTo>
                    <a:pt x="675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0" y="564"/>
                  </a:lnTo>
                  <a:lnTo>
                    <a:pt x="721" y="472"/>
                  </a:lnTo>
                  <a:close/>
                  <a:moveTo>
                    <a:pt x="625" y="1"/>
                  </a:moveTo>
                  <a:lnTo>
                    <a:pt x="575" y="20"/>
                  </a:lnTo>
                  <a:lnTo>
                    <a:pt x="694" y="388"/>
                  </a:lnTo>
                  <a:lnTo>
                    <a:pt x="644" y="541"/>
                  </a:lnTo>
                  <a:lnTo>
                    <a:pt x="502" y="468"/>
                  </a:lnTo>
                  <a:lnTo>
                    <a:pt x="327" y="123"/>
                  </a:lnTo>
                  <a:lnTo>
                    <a:pt x="281" y="146"/>
                  </a:lnTo>
                  <a:lnTo>
                    <a:pt x="422" y="426"/>
                  </a:lnTo>
                  <a:lnTo>
                    <a:pt x="422" y="426"/>
                  </a:lnTo>
                  <a:lnTo>
                    <a:pt x="143" y="284"/>
                  </a:lnTo>
                  <a:lnTo>
                    <a:pt x="120" y="330"/>
                  </a:lnTo>
                  <a:lnTo>
                    <a:pt x="465" y="507"/>
                  </a:lnTo>
                  <a:lnTo>
                    <a:pt x="537" y="648"/>
                  </a:lnTo>
                  <a:lnTo>
                    <a:pt x="384" y="698"/>
                  </a:lnTo>
                  <a:lnTo>
                    <a:pt x="16" y="579"/>
                  </a:lnTo>
                  <a:lnTo>
                    <a:pt x="0" y="629"/>
                  </a:lnTo>
                  <a:lnTo>
                    <a:pt x="299" y="725"/>
                  </a:lnTo>
                  <a:lnTo>
                    <a:pt x="0" y="825"/>
                  </a:lnTo>
                  <a:lnTo>
                    <a:pt x="16" y="871"/>
                  </a:lnTo>
                  <a:lnTo>
                    <a:pt x="384" y="752"/>
                  </a:lnTo>
                  <a:lnTo>
                    <a:pt x="537" y="802"/>
                  </a:lnTo>
                  <a:lnTo>
                    <a:pt x="465" y="947"/>
                  </a:lnTo>
                  <a:lnTo>
                    <a:pt x="120" y="1124"/>
                  </a:lnTo>
                  <a:lnTo>
                    <a:pt x="143" y="1170"/>
                  </a:lnTo>
                  <a:lnTo>
                    <a:pt x="422" y="1024"/>
                  </a:lnTo>
                  <a:lnTo>
                    <a:pt x="281" y="1308"/>
                  </a:lnTo>
                  <a:lnTo>
                    <a:pt x="327" y="1331"/>
                  </a:lnTo>
                  <a:lnTo>
                    <a:pt x="502" y="986"/>
                  </a:lnTo>
                  <a:lnTo>
                    <a:pt x="644" y="913"/>
                  </a:lnTo>
                  <a:lnTo>
                    <a:pt x="694" y="1066"/>
                  </a:lnTo>
                  <a:lnTo>
                    <a:pt x="575" y="1434"/>
                  </a:lnTo>
                  <a:lnTo>
                    <a:pt x="625" y="1449"/>
                  </a:lnTo>
                  <a:lnTo>
                    <a:pt x="721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48" y="1066"/>
                  </a:lnTo>
                  <a:lnTo>
                    <a:pt x="797" y="913"/>
                  </a:lnTo>
                  <a:lnTo>
                    <a:pt x="943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0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0" y="426"/>
                  </a:lnTo>
                  <a:lnTo>
                    <a:pt x="1020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3" y="468"/>
                  </a:lnTo>
                  <a:lnTo>
                    <a:pt x="797" y="541"/>
                  </a:lnTo>
                  <a:lnTo>
                    <a:pt x="748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1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02" name="Google Shape;4802;p38"/>
            <p:cNvSpPr/>
            <p:nvPr/>
          </p:nvSpPr>
          <p:spPr>
            <a:xfrm>
              <a:off x="6875468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47" y="0"/>
                  </a:moveTo>
                  <a:cubicBezTo>
                    <a:pt x="205" y="0"/>
                    <a:pt x="161" y="14"/>
                    <a:pt x="118" y="44"/>
                  </a:cubicBezTo>
                  <a:cubicBezTo>
                    <a:pt x="114" y="48"/>
                    <a:pt x="110" y="52"/>
                    <a:pt x="110" y="56"/>
                  </a:cubicBezTo>
                  <a:cubicBezTo>
                    <a:pt x="0" y="208"/>
                    <a:pt x="105" y="373"/>
                    <a:pt x="249" y="373"/>
                  </a:cubicBezTo>
                  <a:cubicBezTo>
                    <a:pt x="290" y="373"/>
                    <a:pt x="334" y="360"/>
                    <a:pt x="378" y="328"/>
                  </a:cubicBezTo>
                  <a:cubicBezTo>
                    <a:pt x="382" y="324"/>
                    <a:pt x="386" y="320"/>
                    <a:pt x="390" y="316"/>
                  </a:cubicBezTo>
                  <a:cubicBezTo>
                    <a:pt x="500" y="164"/>
                    <a:pt x="392" y="0"/>
                    <a:pt x="2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03" name="Google Shape;4803;p38"/>
            <p:cNvSpPr/>
            <p:nvPr/>
          </p:nvSpPr>
          <p:spPr>
            <a:xfrm>
              <a:off x="7297501" y="1945539"/>
              <a:ext cx="174800" cy="129757"/>
            </a:xfrm>
            <a:custGeom>
              <a:avLst/>
              <a:gdLst/>
              <a:ahLst/>
              <a:cxnLst/>
              <a:rect l="l" t="t" r="r" b="b"/>
              <a:pathLst>
                <a:path w="3629" h="2694" extrusionOk="0">
                  <a:moveTo>
                    <a:pt x="1816" y="1"/>
                  </a:moveTo>
                  <a:cubicBezTo>
                    <a:pt x="1514" y="1"/>
                    <a:pt x="1188" y="100"/>
                    <a:pt x="870" y="330"/>
                  </a:cubicBezTo>
                  <a:cubicBezTo>
                    <a:pt x="844" y="350"/>
                    <a:pt x="821" y="373"/>
                    <a:pt x="798" y="399"/>
                  </a:cubicBezTo>
                  <a:cubicBezTo>
                    <a:pt x="0" y="1500"/>
                    <a:pt x="771" y="2693"/>
                    <a:pt x="1818" y="2693"/>
                  </a:cubicBezTo>
                  <a:cubicBezTo>
                    <a:pt x="2119" y="2693"/>
                    <a:pt x="2443" y="2594"/>
                    <a:pt x="2759" y="2366"/>
                  </a:cubicBezTo>
                  <a:cubicBezTo>
                    <a:pt x="2790" y="2343"/>
                    <a:pt x="2813" y="2320"/>
                    <a:pt x="2832" y="2293"/>
                  </a:cubicBezTo>
                  <a:cubicBezTo>
                    <a:pt x="3629" y="1193"/>
                    <a:pt x="2862" y="1"/>
                    <a:pt x="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04" name="Google Shape;4804;p38"/>
            <p:cNvSpPr/>
            <p:nvPr/>
          </p:nvSpPr>
          <p:spPr>
            <a:xfrm>
              <a:off x="7330158" y="1969670"/>
              <a:ext cx="109726" cy="81399"/>
            </a:xfrm>
            <a:custGeom>
              <a:avLst/>
              <a:gdLst/>
              <a:ahLst/>
              <a:cxnLst/>
              <a:rect l="l" t="t" r="r" b="b"/>
              <a:pathLst>
                <a:path w="2278" h="1690" extrusionOk="0">
                  <a:moveTo>
                    <a:pt x="1137" y="1"/>
                  </a:moveTo>
                  <a:cubicBezTo>
                    <a:pt x="947" y="1"/>
                    <a:pt x="741" y="64"/>
                    <a:pt x="541" y="209"/>
                  </a:cubicBezTo>
                  <a:cubicBezTo>
                    <a:pt x="525" y="220"/>
                    <a:pt x="514" y="236"/>
                    <a:pt x="502" y="252"/>
                  </a:cubicBezTo>
                  <a:cubicBezTo>
                    <a:pt x="0" y="940"/>
                    <a:pt x="482" y="1689"/>
                    <a:pt x="1138" y="1689"/>
                  </a:cubicBezTo>
                  <a:cubicBezTo>
                    <a:pt x="1328" y="1689"/>
                    <a:pt x="1533" y="1627"/>
                    <a:pt x="1733" y="1481"/>
                  </a:cubicBezTo>
                  <a:cubicBezTo>
                    <a:pt x="1748" y="1470"/>
                    <a:pt x="1763" y="1458"/>
                    <a:pt x="1775" y="1442"/>
                  </a:cubicBezTo>
                  <a:cubicBezTo>
                    <a:pt x="2277" y="751"/>
                    <a:pt x="1795" y="1"/>
                    <a:pt x="11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05" name="Google Shape;4805;p38"/>
            <p:cNvSpPr/>
            <p:nvPr/>
          </p:nvSpPr>
          <p:spPr>
            <a:xfrm>
              <a:off x="7338491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6" y="12"/>
                  </a:moveTo>
                  <a:cubicBezTo>
                    <a:pt x="1226" y="12"/>
                    <a:pt x="1464" y="119"/>
                    <a:pt x="1636" y="291"/>
                  </a:cubicBezTo>
                  <a:cubicBezTo>
                    <a:pt x="1809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8" y="1633"/>
                  </a:cubicBezTo>
                  <a:cubicBezTo>
                    <a:pt x="1667" y="1648"/>
                    <a:pt x="1652" y="1663"/>
                    <a:pt x="1636" y="1679"/>
                  </a:cubicBezTo>
                  <a:cubicBezTo>
                    <a:pt x="1410" y="1840"/>
                    <a:pt x="1180" y="1913"/>
                    <a:pt x="966" y="1913"/>
                  </a:cubicBezTo>
                  <a:cubicBezTo>
                    <a:pt x="702" y="1913"/>
                    <a:pt x="464" y="1805"/>
                    <a:pt x="295" y="1633"/>
                  </a:cubicBezTo>
                  <a:cubicBezTo>
                    <a:pt x="122" y="1460"/>
                    <a:pt x="16" y="1227"/>
                    <a:pt x="16" y="962"/>
                  </a:cubicBezTo>
                  <a:cubicBezTo>
                    <a:pt x="16" y="747"/>
                    <a:pt x="88" y="518"/>
                    <a:pt x="249" y="291"/>
                  </a:cubicBezTo>
                  <a:cubicBezTo>
                    <a:pt x="265" y="277"/>
                    <a:pt x="276" y="261"/>
                    <a:pt x="295" y="249"/>
                  </a:cubicBezTo>
                  <a:cubicBezTo>
                    <a:pt x="521" y="84"/>
                    <a:pt x="751" y="12"/>
                    <a:pt x="966" y="12"/>
                  </a:cubicBezTo>
                  <a:close/>
                  <a:moveTo>
                    <a:pt x="966" y="1"/>
                  </a:moveTo>
                  <a:cubicBezTo>
                    <a:pt x="748" y="1"/>
                    <a:pt x="513" y="70"/>
                    <a:pt x="288" y="238"/>
                  </a:cubicBezTo>
                  <a:cubicBezTo>
                    <a:pt x="269" y="249"/>
                    <a:pt x="253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3" y="1927"/>
                    <a:pt x="966" y="1927"/>
                  </a:cubicBezTo>
                  <a:cubicBezTo>
                    <a:pt x="1180" y="1927"/>
                    <a:pt x="1418" y="1855"/>
                    <a:pt x="1644" y="1690"/>
                  </a:cubicBezTo>
                  <a:cubicBezTo>
                    <a:pt x="1663" y="1674"/>
                    <a:pt x="1678" y="1660"/>
                    <a:pt x="1690" y="1640"/>
                  </a:cubicBezTo>
                  <a:cubicBezTo>
                    <a:pt x="1859" y="1414"/>
                    <a:pt x="1928" y="1181"/>
                    <a:pt x="1928" y="962"/>
                  </a:cubicBezTo>
                  <a:cubicBezTo>
                    <a:pt x="1928" y="429"/>
                    <a:pt x="1498" y="1"/>
                    <a:pt x="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06" name="Google Shape;4806;p38"/>
            <p:cNvSpPr/>
            <p:nvPr/>
          </p:nvSpPr>
          <p:spPr>
            <a:xfrm>
              <a:off x="7338780" y="1978051"/>
              <a:ext cx="92289" cy="64686"/>
            </a:xfrm>
            <a:custGeom>
              <a:avLst/>
              <a:gdLst/>
              <a:ahLst/>
              <a:cxnLst/>
              <a:rect l="l" t="t" r="r" b="b"/>
              <a:pathLst>
                <a:path w="1916" h="1343" extrusionOk="0">
                  <a:moveTo>
                    <a:pt x="977" y="1"/>
                  </a:moveTo>
                  <a:cubicBezTo>
                    <a:pt x="322" y="1"/>
                    <a:pt x="0" y="822"/>
                    <a:pt x="627" y="1277"/>
                  </a:cubicBezTo>
                  <a:cubicBezTo>
                    <a:pt x="638" y="1284"/>
                    <a:pt x="653" y="1291"/>
                    <a:pt x="664" y="1296"/>
                  </a:cubicBezTo>
                  <a:cubicBezTo>
                    <a:pt x="762" y="1328"/>
                    <a:pt x="855" y="1342"/>
                    <a:pt x="942" y="1342"/>
                  </a:cubicBezTo>
                  <a:cubicBezTo>
                    <a:pt x="1597" y="1342"/>
                    <a:pt x="1915" y="519"/>
                    <a:pt x="1293" y="66"/>
                  </a:cubicBezTo>
                  <a:cubicBezTo>
                    <a:pt x="1282" y="58"/>
                    <a:pt x="1266" y="50"/>
                    <a:pt x="1251" y="46"/>
                  </a:cubicBezTo>
                  <a:cubicBezTo>
                    <a:pt x="1155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07" name="Google Shape;4807;p38"/>
            <p:cNvSpPr/>
            <p:nvPr/>
          </p:nvSpPr>
          <p:spPr>
            <a:xfrm>
              <a:off x="7350099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5" y="472"/>
                  </a:moveTo>
                  <a:lnTo>
                    <a:pt x="755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71" y="614"/>
                  </a:lnTo>
                  <a:lnTo>
                    <a:pt x="778" y="637"/>
                  </a:lnTo>
                  <a:lnTo>
                    <a:pt x="829" y="622"/>
                  </a:lnTo>
                  <a:lnTo>
                    <a:pt x="817" y="591"/>
                  </a:lnTo>
                  <a:lnTo>
                    <a:pt x="905" y="545"/>
                  </a:lnTo>
                  <a:lnTo>
                    <a:pt x="905" y="545"/>
                  </a:lnTo>
                  <a:lnTo>
                    <a:pt x="859" y="633"/>
                  </a:lnTo>
                  <a:lnTo>
                    <a:pt x="829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9" y="829"/>
                  </a:lnTo>
                  <a:lnTo>
                    <a:pt x="859" y="817"/>
                  </a:lnTo>
                  <a:lnTo>
                    <a:pt x="905" y="905"/>
                  </a:lnTo>
                  <a:lnTo>
                    <a:pt x="905" y="905"/>
                  </a:lnTo>
                  <a:lnTo>
                    <a:pt x="817" y="863"/>
                  </a:lnTo>
                  <a:lnTo>
                    <a:pt x="829" y="832"/>
                  </a:lnTo>
                  <a:lnTo>
                    <a:pt x="778" y="817"/>
                  </a:lnTo>
                  <a:lnTo>
                    <a:pt x="771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5" y="886"/>
                  </a:lnTo>
                  <a:lnTo>
                    <a:pt x="725" y="982"/>
                  </a:lnTo>
                  <a:lnTo>
                    <a:pt x="694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9" y="836"/>
                  </a:lnTo>
                  <a:lnTo>
                    <a:pt x="671" y="817"/>
                  </a:lnTo>
                  <a:lnTo>
                    <a:pt x="622" y="832"/>
                  </a:lnTo>
                  <a:lnTo>
                    <a:pt x="629" y="863"/>
                  </a:lnTo>
                  <a:lnTo>
                    <a:pt x="544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3" y="771"/>
                  </a:lnTo>
                  <a:lnTo>
                    <a:pt x="622" y="752"/>
                  </a:lnTo>
                  <a:lnTo>
                    <a:pt x="576" y="729"/>
                  </a:lnTo>
                  <a:lnTo>
                    <a:pt x="564" y="756"/>
                  </a:lnTo>
                  <a:lnTo>
                    <a:pt x="468" y="725"/>
                  </a:lnTo>
                  <a:lnTo>
                    <a:pt x="564" y="694"/>
                  </a:lnTo>
                  <a:lnTo>
                    <a:pt x="576" y="725"/>
                  </a:lnTo>
                  <a:lnTo>
                    <a:pt x="622" y="698"/>
                  </a:lnTo>
                  <a:lnTo>
                    <a:pt x="613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4" y="545"/>
                  </a:lnTo>
                  <a:lnTo>
                    <a:pt x="629" y="591"/>
                  </a:lnTo>
                  <a:lnTo>
                    <a:pt x="622" y="622"/>
                  </a:lnTo>
                  <a:lnTo>
                    <a:pt x="671" y="637"/>
                  </a:lnTo>
                  <a:lnTo>
                    <a:pt x="679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4" y="564"/>
                  </a:lnTo>
                  <a:lnTo>
                    <a:pt x="725" y="472"/>
                  </a:lnTo>
                  <a:close/>
                  <a:moveTo>
                    <a:pt x="625" y="1"/>
                  </a:moveTo>
                  <a:lnTo>
                    <a:pt x="576" y="20"/>
                  </a:lnTo>
                  <a:lnTo>
                    <a:pt x="698" y="388"/>
                  </a:lnTo>
                  <a:lnTo>
                    <a:pt x="648" y="541"/>
                  </a:lnTo>
                  <a:lnTo>
                    <a:pt x="502" y="468"/>
                  </a:lnTo>
                  <a:lnTo>
                    <a:pt x="326" y="123"/>
                  </a:lnTo>
                  <a:lnTo>
                    <a:pt x="280" y="146"/>
                  </a:lnTo>
                  <a:lnTo>
                    <a:pt x="426" y="426"/>
                  </a:lnTo>
                  <a:lnTo>
                    <a:pt x="426" y="426"/>
                  </a:lnTo>
                  <a:lnTo>
                    <a:pt x="142" y="284"/>
                  </a:lnTo>
                  <a:lnTo>
                    <a:pt x="120" y="330"/>
                  </a:lnTo>
                  <a:lnTo>
                    <a:pt x="464" y="507"/>
                  </a:lnTo>
                  <a:lnTo>
                    <a:pt x="537" y="648"/>
                  </a:lnTo>
                  <a:lnTo>
                    <a:pt x="383" y="698"/>
                  </a:lnTo>
                  <a:lnTo>
                    <a:pt x="16" y="579"/>
                  </a:lnTo>
                  <a:lnTo>
                    <a:pt x="1" y="629"/>
                  </a:lnTo>
                  <a:lnTo>
                    <a:pt x="300" y="725"/>
                  </a:lnTo>
                  <a:lnTo>
                    <a:pt x="1" y="825"/>
                  </a:lnTo>
                  <a:lnTo>
                    <a:pt x="16" y="871"/>
                  </a:lnTo>
                  <a:lnTo>
                    <a:pt x="383" y="752"/>
                  </a:lnTo>
                  <a:lnTo>
                    <a:pt x="537" y="802"/>
                  </a:lnTo>
                  <a:lnTo>
                    <a:pt x="464" y="947"/>
                  </a:lnTo>
                  <a:lnTo>
                    <a:pt x="120" y="1124"/>
                  </a:lnTo>
                  <a:lnTo>
                    <a:pt x="142" y="1170"/>
                  </a:lnTo>
                  <a:lnTo>
                    <a:pt x="426" y="1024"/>
                  </a:lnTo>
                  <a:lnTo>
                    <a:pt x="280" y="1308"/>
                  </a:lnTo>
                  <a:lnTo>
                    <a:pt x="326" y="1331"/>
                  </a:lnTo>
                  <a:lnTo>
                    <a:pt x="502" y="986"/>
                  </a:lnTo>
                  <a:lnTo>
                    <a:pt x="648" y="913"/>
                  </a:lnTo>
                  <a:lnTo>
                    <a:pt x="698" y="1066"/>
                  </a:lnTo>
                  <a:lnTo>
                    <a:pt x="576" y="1434"/>
                  </a:lnTo>
                  <a:lnTo>
                    <a:pt x="625" y="1449"/>
                  </a:lnTo>
                  <a:lnTo>
                    <a:pt x="725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51" y="1066"/>
                  </a:lnTo>
                  <a:lnTo>
                    <a:pt x="801" y="913"/>
                  </a:lnTo>
                  <a:lnTo>
                    <a:pt x="944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4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4" y="426"/>
                  </a:lnTo>
                  <a:lnTo>
                    <a:pt x="1024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4" y="468"/>
                  </a:lnTo>
                  <a:lnTo>
                    <a:pt x="801" y="541"/>
                  </a:lnTo>
                  <a:lnTo>
                    <a:pt x="751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5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08" name="Google Shape;4808;p38"/>
            <p:cNvSpPr/>
            <p:nvPr/>
          </p:nvSpPr>
          <p:spPr>
            <a:xfrm>
              <a:off x="7372833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51" y="0"/>
                  </a:moveTo>
                  <a:cubicBezTo>
                    <a:pt x="210" y="0"/>
                    <a:pt x="165" y="14"/>
                    <a:pt x="122" y="44"/>
                  </a:cubicBezTo>
                  <a:lnTo>
                    <a:pt x="111" y="56"/>
                  </a:lnTo>
                  <a:cubicBezTo>
                    <a:pt x="1" y="208"/>
                    <a:pt x="108" y="373"/>
                    <a:pt x="253" y="373"/>
                  </a:cubicBezTo>
                  <a:cubicBezTo>
                    <a:pt x="295" y="373"/>
                    <a:pt x="340" y="360"/>
                    <a:pt x="383" y="328"/>
                  </a:cubicBezTo>
                  <a:cubicBezTo>
                    <a:pt x="387" y="324"/>
                    <a:pt x="391" y="320"/>
                    <a:pt x="391" y="316"/>
                  </a:cubicBezTo>
                  <a:cubicBezTo>
                    <a:pt x="501" y="164"/>
                    <a:pt x="395" y="0"/>
                    <a:pt x="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09" name="Google Shape;4809;p38"/>
            <p:cNvSpPr/>
            <p:nvPr/>
          </p:nvSpPr>
          <p:spPr>
            <a:xfrm>
              <a:off x="6706693" y="1990093"/>
              <a:ext cx="85690" cy="37280"/>
            </a:xfrm>
            <a:custGeom>
              <a:avLst/>
              <a:gdLst/>
              <a:ahLst/>
              <a:cxnLst/>
              <a:rect l="l" t="t" r="r" b="b"/>
              <a:pathLst>
                <a:path w="1779" h="774" extrusionOk="0">
                  <a:moveTo>
                    <a:pt x="465" y="0"/>
                  </a:moveTo>
                  <a:cubicBezTo>
                    <a:pt x="250" y="0"/>
                    <a:pt x="36" y="13"/>
                    <a:pt x="24" y="53"/>
                  </a:cubicBezTo>
                  <a:cubicBezTo>
                    <a:pt x="1" y="126"/>
                    <a:pt x="245" y="643"/>
                    <a:pt x="464" y="774"/>
                  </a:cubicBezTo>
                  <a:lnTo>
                    <a:pt x="1713" y="774"/>
                  </a:lnTo>
                  <a:cubicBezTo>
                    <a:pt x="1713" y="774"/>
                    <a:pt x="1779" y="666"/>
                    <a:pt x="1713" y="601"/>
                  </a:cubicBezTo>
                  <a:lnTo>
                    <a:pt x="1253" y="601"/>
                  </a:lnTo>
                  <a:cubicBezTo>
                    <a:pt x="1253" y="601"/>
                    <a:pt x="1001" y="49"/>
                    <a:pt x="909" y="23"/>
                  </a:cubicBezTo>
                  <a:cubicBezTo>
                    <a:pt x="866" y="11"/>
                    <a:pt x="665" y="0"/>
                    <a:pt x="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10" name="Google Shape;4810;p38"/>
            <p:cNvSpPr/>
            <p:nvPr/>
          </p:nvSpPr>
          <p:spPr>
            <a:xfrm>
              <a:off x="6952341" y="1761207"/>
              <a:ext cx="439914" cy="112802"/>
            </a:xfrm>
            <a:custGeom>
              <a:avLst/>
              <a:gdLst/>
              <a:ahLst/>
              <a:cxnLst/>
              <a:rect l="l" t="t" r="r" b="b"/>
              <a:pathLst>
                <a:path w="9133" h="2342" extrusionOk="0">
                  <a:moveTo>
                    <a:pt x="4535" y="0"/>
                  </a:moveTo>
                  <a:cubicBezTo>
                    <a:pt x="3505" y="0"/>
                    <a:pt x="2340" y="39"/>
                    <a:pt x="1158" y="157"/>
                  </a:cubicBezTo>
                  <a:cubicBezTo>
                    <a:pt x="1158" y="157"/>
                    <a:pt x="350" y="1490"/>
                    <a:pt x="0" y="2341"/>
                  </a:cubicBezTo>
                  <a:lnTo>
                    <a:pt x="9013" y="2341"/>
                  </a:lnTo>
                  <a:cubicBezTo>
                    <a:pt x="9082" y="2341"/>
                    <a:pt x="9133" y="2268"/>
                    <a:pt x="9101" y="2207"/>
                  </a:cubicBezTo>
                  <a:cubicBezTo>
                    <a:pt x="8944" y="1844"/>
                    <a:pt x="8492" y="836"/>
                    <a:pt x="8105" y="157"/>
                  </a:cubicBezTo>
                  <a:cubicBezTo>
                    <a:pt x="8105" y="157"/>
                    <a:pt x="6593" y="0"/>
                    <a:pt x="45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11" name="Google Shape;4811;p38"/>
            <p:cNvSpPr/>
            <p:nvPr/>
          </p:nvSpPr>
          <p:spPr>
            <a:xfrm>
              <a:off x="6955472" y="1762652"/>
              <a:ext cx="429365" cy="109864"/>
            </a:xfrm>
            <a:custGeom>
              <a:avLst/>
              <a:gdLst/>
              <a:ahLst/>
              <a:cxnLst/>
              <a:rect l="l" t="t" r="r" b="b"/>
              <a:pathLst>
                <a:path w="8914" h="2281" extrusionOk="0">
                  <a:moveTo>
                    <a:pt x="4469" y="1"/>
                  </a:moveTo>
                  <a:cubicBezTo>
                    <a:pt x="3292" y="1"/>
                    <a:pt x="2174" y="51"/>
                    <a:pt x="1143" y="150"/>
                  </a:cubicBezTo>
                  <a:cubicBezTo>
                    <a:pt x="1124" y="154"/>
                    <a:pt x="1108" y="166"/>
                    <a:pt x="1097" y="181"/>
                  </a:cubicBezTo>
                  <a:cubicBezTo>
                    <a:pt x="966" y="395"/>
                    <a:pt x="349" y="1441"/>
                    <a:pt x="16" y="2192"/>
                  </a:cubicBezTo>
                  <a:cubicBezTo>
                    <a:pt x="1" y="2235"/>
                    <a:pt x="32" y="2281"/>
                    <a:pt x="73" y="2281"/>
                  </a:cubicBezTo>
                  <a:lnTo>
                    <a:pt x="8408" y="2281"/>
                  </a:lnTo>
                  <a:cubicBezTo>
                    <a:pt x="8711" y="2281"/>
                    <a:pt x="8914" y="1966"/>
                    <a:pt x="8787" y="1690"/>
                  </a:cubicBezTo>
                  <a:cubicBezTo>
                    <a:pt x="8580" y="1242"/>
                    <a:pt x="8297" y="641"/>
                    <a:pt x="8037" y="181"/>
                  </a:cubicBezTo>
                  <a:cubicBezTo>
                    <a:pt x="8025" y="166"/>
                    <a:pt x="8010" y="154"/>
                    <a:pt x="7987" y="150"/>
                  </a:cubicBezTo>
                  <a:cubicBezTo>
                    <a:pt x="7715" y="127"/>
                    <a:pt x="6300" y="1"/>
                    <a:pt x="4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12" name="Google Shape;4812;p38"/>
            <p:cNvSpPr/>
            <p:nvPr/>
          </p:nvSpPr>
          <p:spPr>
            <a:xfrm>
              <a:off x="7117744" y="1761400"/>
              <a:ext cx="17918" cy="112610"/>
            </a:xfrm>
            <a:custGeom>
              <a:avLst/>
              <a:gdLst/>
              <a:ahLst/>
              <a:cxnLst/>
              <a:rect l="l" t="t" r="r" b="b"/>
              <a:pathLst>
                <a:path w="372" h="2338" extrusionOk="0">
                  <a:moveTo>
                    <a:pt x="360" y="0"/>
                  </a:moveTo>
                  <a:cubicBezTo>
                    <a:pt x="96" y="1184"/>
                    <a:pt x="0" y="2337"/>
                    <a:pt x="0" y="2337"/>
                  </a:cubicBezTo>
                  <a:lnTo>
                    <a:pt x="15" y="2337"/>
                  </a:lnTo>
                  <a:cubicBezTo>
                    <a:pt x="15" y="2337"/>
                    <a:pt x="15" y="2318"/>
                    <a:pt x="20" y="2287"/>
                  </a:cubicBezTo>
                  <a:cubicBezTo>
                    <a:pt x="43" y="2050"/>
                    <a:pt x="142" y="1039"/>
                    <a:pt x="372" y="4"/>
                  </a:cubicBezTo>
                  <a:lnTo>
                    <a:pt x="3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13" name="Google Shape;4813;p38"/>
            <p:cNvSpPr/>
            <p:nvPr/>
          </p:nvSpPr>
          <p:spPr>
            <a:xfrm>
              <a:off x="7298224" y="1766505"/>
              <a:ext cx="31453" cy="106204"/>
            </a:xfrm>
            <a:custGeom>
              <a:avLst/>
              <a:gdLst/>
              <a:ahLst/>
              <a:cxnLst/>
              <a:rect l="l" t="t" r="r" b="b"/>
              <a:pathLst>
                <a:path w="653" h="2205" extrusionOk="0">
                  <a:moveTo>
                    <a:pt x="16" y="1"/>
                  </a:moveTo>
                  <a:lnTo>
                    <a:pt x="1" y="9"/>
                  </a:lnTo>
                  <a:cubicBezTo>
                    <a:pt x="158" y="411"/>
                    <a:pt x="319" y="963"/>
                    <a:pt x="438" y="1407"/>
                  </a:cubicBezTo>
                  <a:cubicBezTo>
                    <a:pt x="498" y="1633"/>
                    <a:pt x="549" y="1833"/>
                    <a:pt x="583" y="1975"/>
                  </a:cubicBezTo>
                  <a:cubicBezTo>
                    <a:pt x="602" y="2047"/>
                    <a:pt x="613" y="2101"/>
                    <a:pt x="625" y="2143"/>
                  </a:cubicBezTo>
                  <a:cubicBezTo>
                    <a:pt x="633" y="2181"/>
                    <a:pt x="636" y="2204"/>
                    <a:pt x="636" y="2204"/>
                  </a:cubicBezTo>
                  <a:lnTo>
                    <a:pt x="652" y="2201"/>
                  </a:lnTo>
                  <a:cubicBezTo>
                    <a:pt x="652" y="2201"/>
                    <a:pt x="330" y="814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14" name="Google Shape;4814;p38"/>
            <p:cNvSpPr/>
            <p:nvPr/>
          </p:nvSpPr>
          <p:spPr>
            <a:xfrm>
              <a:off x="6930185" y="1878203"/>
              <a:ext cx="409087" cy="132550"/>
            </a:xfrm>
            <a:custGeom>
              <a:avLst/>
              <a:gdLst/>
              <a:ahLst/>
              <a:cxnLst/>
              <a:rect l="l" t="t" r="r" b="b"/>
              <a:pathLst>
                <a:path w="8493" h="2752" extrusionOk="0">
                  <a:moveTo>
                    <a:pt x="8320" y="0"/>
                  </a:moveTo>
                  <a:lnTo>
                    <a:pt x="8305" y="8"/>
                  </a:lnTo>
                  <a:cubicBezTo>
                    <a:pt x="8351" y="119"/>
                    <a:pt x="8392" y="303"/>
                    <a:pt x="8427" y="460"/>
                  </a:cubicBezTo>
                  <a:cubicBezTo>
                    <a:pt x="8443" y="541"/>
                    <a:pt x="8454" y="614"/>
                    <a:pt x="8461" y="663"/>
                  </a:cubicBezTo>
                  <a:cubicBezTo>
                    <a:pt x="8470" y="690"/>
                    <a:pt x="8473" y="709"/>
                    <a:pt x="8473" y="725"/>
                  </a:cubicBezTo>
                  <a:cubicBezTo>
                    <a:pt x="8475" y="732"/>
                    <a:pt x="8476" y="737"/>
                    <a:pt x="8476" y="741"/>
                  </a:cubicBezTo>
                  <a:lnTo>
                    <a:pt x="8476" y="741"/>
                  </a:lnTo>
                  <a:cubicBezTo>
                    <a:pt x="8239" y="782"/>
                    <a:pt x="8058" y="926"/>
                    <a:pt x="7918" y="1120"/>
                  </a:cubicBezTo>
                  <a:cubicBezTo>
                    <a:pt x="7699" y="1415"/>
                    <a:pt x="7580" y="1820"/>
                    <a:pt x="7511" y="2154"/>
                  </a:cubicBezTo>
                  <a:cubicBezTo>
                    <a:pt x="7449" y="2451"/>
                    <a:pt x="7434" y="2692"/>
                    <a:pt x="7432" y="2736"/>
                  </a:cubicBezTo>
                  <a:lnTo>
                    <a:pt x="1046" y="2736"/>
                  </a:lnTo>
                  <a:cubicBezTo>
                    <a:pt x="953" y="2005"/>
                    <a:pt x="698" y="1563"/>
                    <a:pt x="460" y="1307"/>
                  </a:cubicBezTo>
                  <a:cubicBezTo>
                    <a:pt x="249" y="1071"/>
                    <a:pt x="56" y="989"/>
                    <a:pt x="19" y="975"/>
                  </a:cubicBezTo>
                  <a:lnTo>
                    <a:pt x="19" y="975"/>
                  </a:lnTo>
                  <a:lnTo>
                    <a:pt x="411" y="46"/>
                  </a:lnTo>
                  <a:lnTo>
                    <a:pt x="400" y="43"/>
                  </a:lnTo>
                  <a:lnTo>
                    <a:pt x="1" y="985"/>
                  </a:lnTo>
                  <a:lnTo>
                    <a:pt x="9" y="985"/>
                  </a:lnTo>
                  <a:lnTo>
                    <a:pt x="12" y="989"/>
                  </a:lnTo>
                  <a:cubicBezTo>
                    <a:pt x="35" y="996"/>
                    <a:pt x="246" y="1081"/>
                    <a:pt x="472" y="1341"/>
                  </a:cubicBezTo>
                  <a:cubicBezTo>
                    <a:pt x="699" y="1599"/>
                    <a:pt x="943" y="2036"/>
                    <a:pt x="1031" y="2744"/>
                  </a:cubicBezTo>
                  <a:lnTo>
                    <a:pt x="1031" y="2752"/>
                  </a:lnTo>
                  <a:lnTo>
                    <a:pt x="7442" y="2752"/>
                  </a:lnTo>
                  <a:lnTo>
                    <a:pt x="7442" y="2744"/>
                  </a:lnTo>
                  <a:cubicBezTo>
                    <a:pt x="7442" y="2744"/>
                    <a:pt x="7446" y="2736"/>
                    <a:pt x="7446" y="2725"/>
                  </a:cubicBezTo>
                  <a:cubicBezTo>
                    <a:pt x="7454" y="2625"/>
                    <a:pt x="7492" y="2165"/>
                    <a:pt x="7642" y="1717"/>
                  </a:cubicBezTo>
                  <a:cubicBezTo>
                    <a:pt x="7715" y="1491"/>
                    <a:pt x="7818" y="1269"/>
                    <a:pt x="7956" y="1093"/>
                  </a:cubicBezTo>
                  <a:cubicBezTo>
                    <a:pt x="8094" y="920"/>
                    <a:pt x="8266" y="789"/>
                    <a:pt x="8484" y="755"/>
                  </a:cubicBezTo>
                  <a:lnTo>
                    <a:pt x="8493" y="752"/>
                  </a:lnTo>
                  <a:lnTo>
                    <a:pt x="8493" y="748"/>
                  </a:lnTo>
                  <a:cubicBezTo>
                    <a:pt x="8493" y="748"/>
                    <a:pt x="8473" y="617"/>
                    <a:pt x="8438" y="460"/>
                  </a:cubicBezTo>
                  <a:cubicBezTo>
                    <a:pt x="8408" y="303"/>
                    <a:pt x="8366" y="115"/>
                    <a:pt x="83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15" name="Google Shape;4815;p38"/>
            <p:cNvSpPr/>
            <p:nvPr/>
          </p:nvSpPr>
          <p:spPr>
            <a:xfrm>
              <a:off x="7111097" y="1878203"/>
              <a:ext cx="7418" cy="127396"/>
            </a:xfrm>
            <a:custGeom>
              <a:avLst/>
              <a:gdLst/>
              <a:ahLst/>
              <a:cxnLst/>
              <a:rect l="l" t="t" r="r" b="b"/>
              <a:pathLst>
                <a:path w="154" h="2645" extrusionOk="0">
                  <a:moveTo>
                    <a:pt x="138" y="0"/>
                  </a:moveTo>
                  <a:cubicBezTo>
                    <a:pt x="23" y="499"/>
                    <a:pt x="0" y="1315"/>
                    <a:pt x="0" y="1909"/>
                  </a:cubicBezTo>
                  <a:cubicBezTo>
                    <a:pt x="0" y="2334"/>
                    <a:pt x="11" y="2644"/>
                    <a:pt x="11" y="2644"/>
                  </a:cubicBezTo>
                  <a:lnTo>
                    <a:pt x="27" y="2644"/>
                  </a:lnTo>
                  <a:cubicBezTo>
                    <a:pt x="27" y="2644"/>
                    <a:pt x="27" y="2625"/>
                    <a:pt x="23" y="2587"/>
                  </a:cubicBezTo>
                  <a:cubicBezTo>
                    <a:pt x="20" y="2480"/>
                    <a:pt x="15" y="2227"/>
                    <a:pt x="15" y="1909"/>
                  </a:cubicBezTo>
                  <a:cubicBezTo>
                    <a:pt x="15" y="1315"/>
                    <a:pt x="38" y="499"/>
                    <a:pt x="153" y="4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16" name="Google Shape;4816;p38"/>
            <p:cNvSpPr/>
            <p:nvPr/>
          </p:nvSpPr>
          <p:spPr>
            <a:xfrm>
              <a:off x="7076369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0" y="1"/>
                  </a:moveTo>
                  <a:lnTo>
                    <a:pt x="0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17" name="Google Shape;4817;p38"/>
            <p:cNvSpPr/>
            <p:nvPr/>
          </p:nvSpPr>
          <p:spPr>
            <a:xfrm>
              <a:off x="7284015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1" y="1"/>
                  </a:moveTo>
                  <a:lnTo>
                    <a:pt x="1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18" name="Google Shape;4818;p38"/>
            <p:cNvSpPr/>
            <p:nvPr/>
          </p:nvSpPr>
          <p:spPr>
            <a:xfrm>
              <a:off x="6948825" y="1883549"/>
              <a:ext cx="440829" cy="819"/>
            </a:xfrm>
            <a:custGeom>
              <a:avLst/>
              <a:gdLst/>
              <a:ahLst/>
              <a:cxnLst/>
              <a:rect l="l" t="t" r="r" b="b"/>
              <a:pathLst>
                <a:path w="9152" h="17" extrusionOk="0">
                  <a:moveTo>
                    <a:pt x="1" y="1"/>
                  </a:moveTo>
                  <a:lnTo>
                    <a:pt x="1" y="16"/>
                  </a:lnTo>
                  <a:lnTo>
                    <a:pt x="9151" y="16"/>
                  </a:lnTo>
                  <a:lnTo>
                    <a:pt x="91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19" name="Google Shape;4819;p38"/>
            <p:cNvSpPr/>
            <p:nvPr/>
          </p:nvSpPr>
          <p:spPr>
            <a:xfrm>
              <a:off x="6939288" y="1839092"/>
              <a:ext cx="67194" cy="39303"/>
            </a:xfrm>
            <a:custGeom>
              <a:avLst/>
              <a:gdLst/>
              <a:ahLst/>
              <a:cxnLst/>
              <a:rect l="l" t="t" r="r" b="b"/>
              <a:pathLst>
                <a:path w="1395" h="816" extrusionOk="0">
                  <a:moveTo>
                    <a:pt x="1083" y="0"/>
                  </a:moveTo>
                  <a:cubicBezTo>
                    <a:pt x="875" y="0"/>
                    <a:pt x="569" y="21"/>
                    <a:pt x="425" y="54"/>
                  </a:cubicBezTo>
                  <a:cubicBezTo>
                    <a:pt x="352" y="69"/>
                    <a:pt x="202" y="445"/>
                    <a:pt x="202" y="445"/>
                  </a:cubicBezTo>
                  <a:lnTo>
                    <a:pt x="69" y="445"/>
                  </a:lnTo>
                  <a:cubicBezTo>
                    <a:pt x="69" y="445"/>
                    <a:pt x="0" y="697"/>
                    <a:pt x="69" y="797"/>
                  </a:cubicBezTo>
                  <a:cubicBezTo>
                    <a:pt x="69" y="797"/>
                    <a:pt x="580" y="816"/>
                    <a:pt x="936" y="816"/>
                  </a:cubicBezTo>
                  <a:cubicBezTo>
                    <a:pt x="1115" y="816"/>
                    <a:pt x="1254" y="811"/>
                    <a:pt x="1272" y="797"/>
                  </a:cubicBezTo>
                  <a:cubicBezTo>
                    <a:pt x="1329" y="751"/>
                    <a:pt x="1394" y="38"/>
                    <a:pt x="1272" y="11"/>
                  </a:cubicBezTo>
                  <a:cubicBezTo>
                    <a:pt x="1237" y="4"/>
                    <a:pt x="1168" y="0"/>
                    <a:pt x="10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20" name="Google Shape;4820;p38"/>
            <p:cNvSpPr/>
            <p:nvPr/>
          </p:nvSpPr>
          <p:spPr>
            <a:xfrm>
              <a:off x="6975605" y="1867124"/>
              <a:ext cx="20519" cy="1493"/>
            </a:xfrm>
            <a:custGeom>
              <a:avLst/>
              <a:gdLst/>
              <a:ahLst/>
              <a:cxnLst/>
              <a:rect l="l" t="t" r="r" b="b"/>
              <a:pathLst>
                <a:path w="426" h="31" extrusionOk="0">
                  <a:moveTo>
                    <a:pt x="0" y="0"/>
                  </a:moveTo>
                  <a:lnTo>
                    <a:pt x="0" y="16"/>
                  </a:lnTo>
                  <a:lnTo>
                    <a:pt x="426" y="31"/>
                  </a:lnTo>
                  <a:lnTo>
                    <a:pt x="42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21" name="Google Shape;4821;p38"/>
            <p:cNvSpPr/>
            <p:nvPr/>
          </p:nvSpPr>
          <p:spPr>
            <a:xfrm>
              <a:off x="6745081" y="1878010"/>
              <a:ext cx="170417" cy="36798"/>
            </a:xfrm>
            <a:custGeom>
              <a:avLst/>
              <a:gdLst/>
              <a:ahLst/>
              <a:cxnLst/>
              <a:rect l="l" t="t" r="r" b="b"/>
              <a:pathLst>
                <a:path w="3538" h="764" extrusionOk="0">
                  <a:moveTo>
                    <a:pt x="3534" y="1"/>
                  </a:moveTo>
                  <a:cubicBezTo>
                    <a:pt x="3534" y="1"/>
                    <a:pt x="3522" y="4"/>
                    <a:pt x="3503" y="8"/>
                  </a:cubicBezTo>
                  <a:cubicBezTo>
                    <a:pt x="3346" y="47"/>
                    <a:pt x="2653" y="227"/>
                    <a:pt x="1978" y="395"/>
                  </a:cubicBezTo>
                  <a:cubicBezTo>
                    <a:pt x="1641" y="480"/>
                    <a:pt x="1311" y="564"/>
                    <a:pt x="1058" y="629"/>
                  </a:cubicBezTo>
                  <a:cubicBezTo>
                    <a:pt x="932" y="660"/>
                    <a:pt x="824" y="687"/>
                    <a:pt x="744" y="706"/>
                  </a:cubicBezTo>
                  <a:cubicBezTo>
                    <a:pt x="663" y="724"/>
                    <a:pt x="610" y="736"/>
                    <a:pt x="594" y="740"/>
                  </a:cubicBezTo>
                  <a:cubicBezTo>
                    <a:pt x="552" y="744"/>
                    <a:pt x="472" y="747"/>
                    <a:pt x="384" y="747"/>
                  </a:cubicBezTo>
                  <a:cubicBezTo>
                    <a:pt x="295" y="747"/>
                    <a:pt x="200" y="744"/>
                    <a:pt x="127" y="744"/>
                  </a:cubicBezTo>
                  <a:cubicBezTo>
                    <a:pt x="89" y="740"/>
                    <a:pt x="58" y="740"/>
                    <a:pt x="35" y="740"/>
                  </a:cubicBezTo>
                  <a:lnTo>
                    <a:pt x="0" y="740"/>
                  </a:lnTo>
                  <a:lnTo>
                    <a:pt x="0" y="752"/>
                  </a:lnTo>
                  <a:cubicBezTo>
                    <a:pt x="0" y="752"/>
                    <a:pt x="207" y="763"/>
                    <a:pt x="384" y="763"/>
                  </a:cubicBezTo>
                  <a:cubicBezTo>
                    <a:pt x="472" y="763"/>
                    <a:pt x="552" y="759"/>
                    <a:pt x="598" y="752"/>
                  </a:cubicBezTo>
                  <a:cubicBezTo>
                    <a:pt x="614" y="752"/>
                    <a:pt x="671" y="736"/>
                    <a:pt x="763" y="717"/>
                  </a:cubicBezTo>
                  <a:cubicBezTo>
                    <a:pt x="1388" y="564"/>
                    <a:pt x="3537" y="16"/>
                    <a:pt x="3537" y="16"/>
                  </a:cubicBezTo>
                  <a:lnTo>
                    <a:pt x="35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22" name="Google Shape;4822;p38"/>
            <p:cNvSpPr/>
            <p:nvPr/>
          </p:nvSpPr>
          <p:spPr>
            <a:xfrm>
              <a:off x="6732173" y="1970104"/>
              <a:ext cx="14065" cy="819"/>
            </a:xfrm>
            <a:custGeom>
              <a:avLst/>
              <a:gdLst/>
              <a:ahLst/>
              <a:cxnLst/>
              <a:rect l="l" t="t" r="r" b="b"/>
              <a:pathLst>
                <a:path w="292" h="17" extrusionOk="0">
                  <a:moveTo>
                    <a:pt x="291" y="1"/>
                  </a:moveTo>
                  <a:lnTo>
                    <a:pt x="1" y="4"/>
                  </a:lnTo>
                  <a:lnTo>
                    <a:pt x="1" y="16"/>
                  </a:lnTo>
                  <a:lnTo>
                    <a:pt x="291" y="16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23" name="Google Shape;4823;p38"/>
            <p:cNvSpPr/>
            <p:nvPr/>
          </p:nvSpPr>
          <p:spPr>
            <a:xfrm>
              <a:off x="6734003" y="1964950"/>
              <a:ext cx="14065" cy="771"/>
            </a:xfrm>
            <a:custGeom>
              <a:avLst/>
              <a:gdLst/>
              <a:ahLst/>
              <a:cxnLst/>
              <a:rect l="l" t="t" r="r" b="b"/>
              <a:pathLst>
                <a:path w="292" h="16" extrusionOk="0">
                  <a:moveTo>
                    <a:pt x="0" y="0"/>
                  </a:moveTo>
                  <a:lnTo>
                    <a:pt x="0" y="16"/>
                  </a:lnTo>
                  <a:lnTo>
                    <a:pt x="292" y="16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24" name="Google Shape;4824;p38"/>
            <p:cNvSpPr/>
            <p:nvPr/>
          </p:nvSpPr>
          <p:spPr>
            <a:xfrm>
              <a:off x="6735689" y="1959796"/>
              <a:ext cx="14017" cy="771"/>
            </a:xfrm>
            <a:custGeom>
              <a:avLst/>
              <a:gdLst/>
              <a:ahLst/>
              <a:cxnLst/>
              <a:rect l="l" t="t" r="r" b="b"/>
              <a:pathLst>
                <a:path w="291" h="16" extrusionOk="0">
                  <a:moveTo>
                    <a:pt x="0" y="0"/>
                  </a:moveTo>
                  <a:lnTo>
                    <a:pt x="0" y="15"/>
                  </a:lnTo>
                  <a:lnTo>
                    <a:pt x="291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825" name="Google Shape;4825;p38"/>
          <p:cNvGrpSpPr/>
          <p:nvPr/>
        </p:nvGrpSpPr>
        <p:grpSpPr>
          <a:xfrm>
            <a:off x="5320296" y="4325656"/>
            <a:ext cx="1289131" cy="709819"/>
            <a:chOff x="6803356" y="2469281"/>
            <a:chExt cx="717739" cy="395200"/>
          </a:xfrm>
        </p:grpSpPr>
        <p:sp>
          <p:nvSpPr>
            <p:cNvPr id="4826" name="Google Shape;4826;p38"/>
            <p:cNvSpPr/>
            <p:nvPr/>
          </p:nvSpPr>
          <p:spPr>
            <a:xfrm>
              <a:off x="7000982" y="2772632"/>
              <a:ext cx="330092" cy="39592"/>
            </a:xfrm>
            <a:custGeom>
              <a:avLst/>
              <a:gdLst/>
              <a:ahLst/>
              <a:cxnLst/>
              <a:rect l="l" t="t" r="r" b="b"/>
              <a:pathLst>
                <a:path w="6853" h="822" extrusionOk="0">
                  <a:moveTo>
                    <a:pt x="1" y="1"/>
                  </a:moveTo>
                  <a:lnTo>
                    <a:pt x="59" y="729"/>
                  </a:lnTo>
                  <a:lnTo>
                    <a:pt x="461" y="729"/>
                  </a:lnTo>
                  <a:lnTo>
                    <a:pt x="699" y="545"/>
                  </a:lnTo>
                  <a:lnTo>
                    <a:pt x="5715" y="415"/>
                  </a:lnTo>
                  <a:cubicBezTo>
                    <a:pt x="5716" y="415"/>
                    <a:pt x="5718" y="415"/>
                    <a:pt x="5720" y="415"/>
                  </a:cubicBezTo>
                  <a:cubicBezTo>
                    <a:pt x="5752" y="415"/>
                    <a:pt x="5780" y="444"/>
                    <a:pt x="5780" y="480"/>
                  </a:cubicBezTo>
                  <a:cubicBezTo>
                    <a:pt x="5780" y="515"/>
                    <a:pt x="5810" y="545"/>
                    <a:pt x="5844" y="545"/>
                  </a:cubicBezTo>
                  <a:lnTo>
                    <a:pt x="6097" y="545"/>
                  </a:lnTo>
                  <a:cubicBezTo>
                    <a:pt x="6120" y="545"/>
                    <a:pt x="6140" y="553"/>
                    <a:pt x="6151" y="572"/>
                  </a:cubicBezTo>
                  <a:lnTo>
                    <a:pt x="6323" y="821"/>
                  </a:lnTo>
                  <a:lnTo>
                    <a:pt x="6852" y="821"/>
                  </a:lnTo>
                  <a:lnTo>
                    <a:pt x="6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27" name="Google Shape;4827;p38"/>
            <p:cNvSpPr/>
            <p:nvPr/>
          </p:nvSpPr>
          <p:spPr>
            <a:xfrm>
              <a:off x="6810961" y="2469281"/>
              <a:ext cx="710133" cy="348811"/>
            </a:xfrm>
            <a:custGeom>
              <a:avLst/>
              <a:gdLst/>
              <a:ahLst/>
              <a:cxnLst/>
              <a:rect l="l" t="t" r="r" b="b"/>
              <a:pathLst>
                <a:path w="14743" h="7242" extrusionOk="0">
                  <a:moveTo>
                    <a:pt x="4573" y="0"/>
                  </a:moveTo>
                  <a:cubicBezTo>
                    <a:pt x="2661" y="0"/>
                    <a:pt x="1401" y="65"/>
                    <a:pt x="962" y="91"/>
                  </a:cubicBezTo>
                  <a:cubicBezTo>
                    <a:pt x="855" y="100"/>
                    <a:pt x="767" y="169"/>
                    <a:pt x="736" y="268"/>
                  </a:cubicBezTo>
                  <a:cubicBezTo>
                    <a:pt x="338" y="1609"/>
                    <a:pt x="258" y="3441"/>
                    <a:pt x="246" y="3881"/>
                  </a:cubicBezTo>
                  <a:cubicBezTo>
                    <a:pt x="242" y="3943"/>
                    <a:pt x="207" y="4000"/>
                    <a:pt x="154" y="4027"/>
                  </a:cubicBezTo>
                  <a:cubicBezTo>
                    <a:pt x="104" y="4058"/>
                    <a:pt x="69" y="4111"/>
                    <a:pt x="65" y="4169"/>
                  </a:cubicBezTo>
                  <a:cubicBezTo>
                    <a:pt x="0" y="5146"/>
                    <a:pt x="108" y="6636"/>
                    <a:pt x="108" y="6636"/>
                  </a:cubicBezTo>
                  <a:lnTo>
                    <a:pt x="859" y="6636"/>
                  </a:lnTo>
                  <a:lnTo>
                    <a:pt x="1747" y="7242"/>
                  </a:lnTo>
                  <a:lnTo>
                    <a:pt x="3863" y="7242"/>
                  </a:lnTo>
                  <a:lnTo>
                    <a:pt x="4656" y="6636"/>
                  </a:lnTo>
                  <a:lnTo>
                    <a:pt x="10354" y="6636"/>
                  </a:lnTo>
                  <a:lnTo>
                    <a:pt x="10952" y="7108"/>
                  </a:lnTo>
                  <a:lnTo>
                    <a:pt x="13386" y="7108"/>
                  </a:lnTo>
                  <a:lnTo>
                    <a:pt x="13887" y="6736"/>
                  </a:lnTo>
                  <a:lnTo>
                    <a:pt x="14454" y="6736"/>
                  </a:lnTo>
                  <a:cubicBezTo>
                    <a:pt x="14520" y="6736"/>
                    <a:pt x="14577" y="6686"/>
                    <a:pt x="14581" y="6617"/>
                  </a:cubicBezTo>
                  <a:cubicBezTo>
                    <a:pt x="14742" y="4935"/>
                    <a:pt x="14412" y="3533"/>
                    <a:pt x="14412" y="3533"/>
                  </a:cubicBezTo>
                  <a:lnTo>
                    <a:pt x="13519" y="3234"/>
                  </a:lnTo>
                  <a:lnTo>
                    <a:pt x="12274" y="367"/>
                  </a:lnTo>
                  <a:cubicBezTo>
                    <a:pt x="12254" y="329"/>
                    <a:pt x="12220" y="306"/>
                    <a:pt x="12178" y="303"/>
                  </a:cubicBezTo>
                  <a:cubicBezTo>
                    <a:pt x="9095" y="66"/>
                    <a:pt x="6503" y="0"/>
                    <a:pt x="4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28" name="Google Shape;4828;p38"/>
            <p:cNvSpPr/>
            <p:nvPr/>
          </p:nvSpPr>
          <p:spPr>
            <a:xfrm>
              <a:off x="6804271" y="2758471"/>
              <a:ext cx="38582" cy="34004"/>
            </a:xfrm>
            <a:custGeom>
              <a:avLst/>
              <a:gdLst/>
              <a:ahLst/>
              <a:cxnLst/>
              <a:rect l="l" t="t" r="r" b="b"/>
              <a:pathLst>
                <a:path w="801" h="706" extrusionOk="0">
                  <a:moveTo>
                    <a:pt x="84" y="1"/>
                  </a:moveTo>
                  <a:cubicBezTo>
                    <a:pt x="38" y="1"/>
                    <a:pt x="1" y="38"/>
                    <a:pt x="1" y="84"/>
                  </a:cubicBezTo>
                  <a:cubicBezTo>
                    <a:pt x="1" y="196"/>
                    <a:pt x="4" y="410"/>
                    <a:pt x="50" y="640"/>
                  </a:cubicBezTo>
                  <a:cubicBezTo>
                    <a:pt x="58" y="678"/>
                    <a:pt x="93" y="705"/>
                    <a:pt x="130" y="705"/>
                  </a:cubicBezTo>
                  <a:lnTo>
                    <a:pt x="717" y="705"/>
                  </a:lnTo>
                  <a:cubicBezTo>
                    <a:pt x="763" y="705"/>
                    <a:pt x="801" y="667"/>
                    <a:pt x="797" y="617"/>
                  </a:cubicBezTo>
                  <a:lnTo>
                    <a:pt x="770" y="81"/>
                  </a:lnTo>
                  <a:cubicBezTo>
                    <a:pt x="770" y="35"/>
                    <a:pt x="732" y="1"/>
                    <a:pt x="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29" name="Google Shape;4829;p38"/>
            <p:cNvSpPr/>
            <p:nvPr/>
          </p:nvSpPr>
          <p:spPr>
            <a:xfrm>
              <a:off x="7391563" y="2497121"/>
              <a:ext cx="64785" cy="128119"/>
            </a:xfrm>
            <a:custGeom>
              <a:avLst/>
              <a:gdLst/>
              <a:ahLst/>
              <a:cxnLst/>
              <a:rect l="l" t="t" r="r" b="b"/>
              <a:pathLst>
                <a:path w="1345" h="2660" extrusionOk="0">
                  <a:moveTo>
                    <a:pt x="0" y="1"/>
                  </a:moveTo>
                  <a:cubicBezTo>
                    <a:pt x="126" y="1104"/>
                    <a:pt x="759" y="2659"/>
                    <a:pt x="759" y="2659"/>
                  </a:cubicBezTo>
                  <a:lnTo>
                    <a:pt x="1345" y="265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30" name="Google Shape;4830;p38"/>
            <p:cNvSpPr/>
            <p:nvPr/>
          </p:nvSpPr>
          <p:spPr>
            <a:xfrm>
              <a:off x="7309969" y="2717867"/>
              <a:ext cx="164107" cy="93825"/>
            </a:xfrm>
            <a:custGeom>
              <a:avLst/>
              <a:gdLst/>
              <a:ahLst/>
              <a:cxnLst/>
              <a:rect l="l" t="t" r="r" b="b"/>
              <a:pathLst>
                <a:path w="3407" h="1948" extrusionOk="0">
                  <a:moveTo>
                    <a:pt x="1687" y="0"/>
                  </a:moveTo>
                  <a:cubicBezTo>
                    <a:pt x="288" y="0"/>
                    <a:pt x="0" y="1575"/>
                    <a:pt x="0" y="1575"/>
                  </a:cubicBezTo>
                  <a:lnTo>
                    <a:pt x="472" y="1947"/>
                  </a:lnTo>
                  <a:lnTo>
                    <a:pt x="2906" y="1947"/>
                  </a:lnTo>
                  <a:lnTo>
                    <a:pt x="3407" y="1575"/>
                  </a:lnTo>
                  <a:cubicBezTo>
                    <a:pt x="3407" y="1575"/>
                    <a:pt x="3085" y="0"/>
                    <a:pt x="16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31" name="Google Shape;4831;p38"/>
            <p:cNvSpPr/>
            <p:nvPr/>
          </p:nvSpPr>
          <p:spPr>
            <a:xfrm>
              <a:off x="6857591" y="2717867"/>
              <a:ext cx="165600" cy="93825"/>
            </a:xfrm>
            <a:custGeom>
              <a:avLst/>
              <a:gdLst/>
              <a:ahLst/>
              <a:cxnLst/>
              <a:rect l="l" t="t" r="r" b="b"/>
              <a:pathLst>
                <a:path w="3438" h="1948" extrusionOk="0">
                  <a:moveTo>
                    <a:pt x="1717" y="0"/>
                  </a:moveTo>
                  <a:cubicBezTo>
                    <a:pt x="319" y="0"/>
                    <a:pt x="1" y="1629"/>
                    <a:pt x="1" y="1629"/>
                  </a:cubicBezTo>
                  <a:lnTo>
                    <a:pt x="468" y="1947"/>
                  </a:lnTo>
                  <a:lnTo>
                    <a:pt x="2947" y="1947"/>
                  </a:lnTo>
                  <a:lnTo>
                    <a:pt x="3438" y="1575"/>
                  </a:lnTo>
                  <a:cubicBezTo>
                    <a:pt x="3438" y="1575"/>
                    <a:pt x="3116" y="0"/>
                    <a:pt x="17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32" name="Google Shape;4832;p38"/>
            <p:cNvSpPr/>
            <p:nvPr/>
          </p:nvSpPr>
          <p:spPr>
            <a:xfrm>
              <a:off x="6847621" y="2728078"/>
              <a:ext cx="183711" cy="136403"/>
            </a:xfrm>
            <a:custGeom>
              <a:avLst/>
              <a:gdLst/>
              <a:ahLst/>
              <a:cxnLst/>
              <a:rect l="l" t="t" r="r" b="b"/>
              <a:pathLst>
                <a:path w="3814" h="2832" extrusionOk="0">
                  <a:moveTo>
                    <a:pt x="1906" y="0"/>
                  </a:moveTo>
                  <a:cubicBezTo>
                    <a:pt x="807" y="0"/>
                    <a:pt x="1" y="1253"/>
                    <a:pt x="836" y="2409"/>
                  </a:cubicBezTo>
                  <a:cubicBezTo>
                    <a:pt x="859" y="2440"/>
                    <a:pt x="886" y="2463"/>
                    <a:pt x="912" y="2486"/>
                  </a:cubicBezTo>
                  <a:cubicBezTo>
                    <a:pt x="1246" y="2727"/>
                    <a:pt x="1588" y="2831"/>
                    <a:pt x="1905" y="2831"/>
                  </a:cubicBezTo>
                  <a:cubicBezTo>
                    <a:pt x="3006" y="2831"/>
                    <a:pt x="3814" y="1577"/>
                    <a:pt x="2978" y="420"/>
                  </a:cubicBezTo>
                  <a:cubicBezTo>
                    <a:pt x="2955" y="393"/>
                    <a:pt x="2928" y="367"/>
                    <a:pt x="2902" y="348"/>
                  </a:cubicBezTo>
                  <a:cubicBezTo>
                    <a:pt x="2567" y="105"/>
                    <a:pt x="2224" y="0"/>
                    <a:pt x="1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33" name="Google Shape;4833;p38"/>
            <p:cNvSpPr/>
            <p:nvPr/>
          </p:nvSpPr>
          <p:spPr>
            <a:xfrm>
              <a:off x="6882445" y="2756207"/>
              <a:ext cx="114061" cy="80147"/>
            </a:xfrm>
            <a:custGeom>
              <a:avLst/>
              <a:gdLst/>
              <a:ahLst/>
              <a:cxnLst/>
              <a:rect l="l" t="t" r="r" b="b"/>
              <a:pathLst>
                <a:path w="2368" h="1664" extrusionOk="0">
                  <a:moveTo>
                    <a:pt x="1166" y="1"/>
                  </a:moveTo>
                  <a:cubicBezTo>
                    <a:pt x="1058" y="1"/>
                    <a:pt x="943" y="19"/>
                    <a:pt x="822" y="59"/>
                  </a:cubicBezTo>
                  <a:cubicBezTo>
                    <a:pt x="803" y="62"/>
                    <a:pt x="787" y="74"/>
                    <a:pt x="772" y="82"/>
                  </a:cubicBezTo>
                  <a:cubicBezTo>
                    <a:pt x="1" y="644"/>
                    <a:pt x="395" y="1663"/>
                    <a:pt x="1205" y="1663"/>
                  </a:cubicBezTo>
                  <a:cubicBezTo>
                    <a:pt x="1312" y="1663"/>
                    <a:pt x="1426" y="1645"/>
                    <a:pt x="1546" y="1607"/>
                  </a:cubicBezTo>
                  <a:cubicBezTo>
                    <a:pt x="1565" y="1599"/>
                    <a:pt x="1581" y="1592"/>
                    <a:pt x="1596" y="1580"/>
                  </a:cubicBezTo>
                  <a:cubicBezTo>
                    <a:pt x="2367" y="1019"/>
                    <a:pt x="1975" y="1"/>
                    <a:pt x="1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34" name="Google Shape;4834;p38"/>
            <p:cNvSpPr/>
            <p:nvPr/>
          </p:nvSpPr>
          <p:spPr>
            <a:xfrm>
              <a:off x="6885287" y="2758327"/>
              <a:ext cx="108232" cy="75860"/>
            </a:xfrm>
            <a:custGeom>
              <a:avLst/>
              <a:gdLst/>
              <a:ahLst/>
              <a:cxnLst/>
              <a:rect l="l" t="t" r="r" b="b"/>
              <a:pathLst>
                <a:path w="2247" h="1575" extrusionOk="0">
                  <a:moveTo>
                    <a:pt x="1104" y="0"/>
                  </a:moveTo>
                  <a:cubicBezTo>
                    <a:pt x="1003" y="0"/>
                    <a:pt x="895" y="17"/>
                    <a:pt x="782" y="53"/>
                  </a:cubicBezTo>
                  <a:cubicBezTo>
                    <a:pt x="763" y="61"/>
                    <a:pt x="747" y="68"/>
                    <a:pt x="733" y="80"/>
                  </a:cubicBezTo>
                  <a:cubicBezTo>
                    <a:pt x="1" y="609"/>
                    <a:pt x="377" y="1574"/>
                    <a:pt x="1147" y="1574"/>
                  </a:cubicBezTo>
                  <a:cubicBezTo>
                    <a:pt x="1248" y="1574"/>
                    <a:pt x="1356" y="1557"/>
                    <a:pt x="1468" y="1521"/>
                  </a:cubicBezTo>
                  <a:cubicBezTo>
                    <a:pt x="1483" y="1513"/>
                    <a:pt x="1502" y="1505"/>
                    <a:pt x="1518" y="1494"/>
                  </a:cubicBezTo>
                  <a:cubicBezTo>
                    <a:pt x="2246" y="965"/>
                    <a:pt x="1873" y="0"/>
                    <a:pt x="1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35" name="Google Shape;4835;p38"/>
            <p:cNvSpPr/>
            <p:nvPr/>
          </p:nvSpPr>
          <p:spPr>
            <a:xfrm>
              <a:off x="6898918" y="2767815"/>
              <a:ext cx="81114" cy="56883"/>
            </a:xfrm>
            <a:custGeom>
              <a:avLst/>
              <a:gdLst/>
              <a:ahLst/>
              <a:cxnLst/>
              <a:rect l="l" t="t" r="r" b="b"/>
              <a:pathLst>
                <a:path w="1684" h="1181" extrusionOk="0">
                  <a:moveTo>
                    <a:pt x="823" y="1"/>
                  </a:moveTo>
                  <a:cubicBezTo>
                    <a:pt x="747" y="1"/>
                    <a:pt x="667" y="13"/>
                    <a:pt x="583" y="40"/>
                  </a:cubicBezTo>
                  <a:cubicBezTo>
                    <a:pt x="572" y="44"/>
                    <a:pt x="560" y="51"/>
                    <a:pt x="549" y="60"/>
                  </a:cubicBezTo>
                  <a:cubicBezTo>
                    <a:pt x="1" y="458"/>
                    <a:pt x="280" y="1181"/>
                    <a:pt x="855" y="1181"/>
                  </a:cubicBezTo>
                  <a:cubicBezTo>
                    <a:pt x="931" y="1181"/>
                    <a:pt x="1012" y="1168"/>
                    <a:pt x="1097" y="1140"/>
                  </a:cubicBezTo>
                  <a:cubicBezTo>
                    <a:pt x="1112" y="1136"/>
                    <a:pt x="1124" y="1128"/>
                    <a:pt x="1135" y="1121"/>
                  </a:cubicBezTo>
                  <a:cubicBezTo>
                    <a:pt x="1684" y="724"/>
                    <a:pt x="1400" y="1"/>
                    <a:pt x="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36" name="Google Shape;4836;p38"/>
            <p:cNvSpPr/>
            <p:nvPr/>
          </p:nvSpPr>
          <p:spPr>
            <a:xfrm>
              <a:off x="6928155" y="2788190"/>
              <a:ext cx="22687" cy="16039"/>
            </a:xfrm>
            <a:custGeom>
              <a:avLst/>
              <a:gdLst/>
              <a:ahLst/>
              <a:cxnLst/>
              <a:rect l="l" t="t" r="r" b="b"/>
              <a:pathLst>
                <a:path w="471" h="333" extrusionOk="0">
                  <a:moveTo>
                    <a:pt x="231" y="1"/>
                  </a:moveTo>
                  <a:cubicBezTo>
                    <a:pt x="210" y="1"/>
                    <a:pt x="188" y="4"/>
                    <a:pt x="165" y="12"/>
                  </a:cubicBezTo>
                  <a:cubicBezTo>
                    <a:pt x="160" y="15"/>
                    <a:pt x="156" y="15"/>
                    <a:pt x="153" y="19"/>
                  </a:cubicBezTo>
                  <a:cubicBezTo>
                    <a:pt x="1" y="131"/>
                    <a:pt x="79" y="333"/>
                    <a:pt x="239" y="333"/>
                  </a:cubicBezTo>
                  <a:cubicBezTo>
                    <a:pt x="260" y="333"/>
                    <a:pt x="283" y="329"/>
                    <a:pt x="306" y="322"/>
                  </a:cubicBezTo>
                  <a:cubicBezTo>
                    <a:pt x="310" y="322"/>
                    <a:pt x="314" y="318"/>
                    <a:pt x="317" y="314"/>
                  </a:cubicBezTo>
                  <a:cubicBezTo>
                    <a:pt x="470" y="203"/>
                    <a:pt x="391" y="1"/>
                    <a:pt x="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37" name="Google Shape;4837;p38"/>
            <p:cNvSpPr/>
            <p:nvPr/>
          </p:nvSpPr>
          <p:spPr>
            <a:xfrm>
              <a:off x="6934561" y="2766948"/>
              <a:ext cx="9826" cy="26780"/>
            </a:xfrm>
            <a:custGeom>
              <a:avLst/>
              <a:gdLst/>
              <a:ahLst/>
              <a:cxnLst/>
              <a:rect l="l" t="t" r="r" b="b"/>
              <a:pathLst>
                <a:path w="204" h="556" extrusionOk="0">
                  <a:moveTo>
                    <a:pt x="0" y="0"/>
                  </a:moveTo>
                  <a:lnTo>
                    <a:pt x="50" y="556"/>
                  </a:lnTo>
                  <a:lnTo>
                    <a:pt x="154" y="55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38" name="Google Shape;4838;p38"/>
            <p:cNvSpPr/>
            <p:nvPr/>
          </p:nvSpPr>
          <p:spPr>
            <a:xfrm>
              <a:off x="6911682" y="2777304"/>
              <a:ext cx="26829" cy="19748"/>
            </a:xfrm>
            <a:custGeom>
              <a:avLst/>
              <a:gdLst/>
              <a:ahLst/>
              <a:cxnLst/>
              <a:rect l="l" t="t" r="r" b="b"/>
              <a:pathLst>
                <a:path w="557" h="410" extrusionOk="0">
                  <a:moveTo>
                    <a:pt x="100" y="1"/>
                  </a:moveTo>
                  <a:lnTo>
                    <a:pt x="50" y="88"/>
                  </a:lnTo>
                  <a:lnTo>
                    <a:pt x="1" y="176"/>
                  </a:lnTo>
                  <a:lnTo>
                    <a:pt x="507" y="410"/>
                  </a:lnTo>
                  <a:lnTo>
                    <a:pt x="530" y="368"/>
                  </a:lnTo>
                  <a:lnTo>
                    <a:pt x="556" y="32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39" name="Google Shape;4839;p38"/>
            <p:cNvSpPr/>
            <p:nvPr/>
          </p:nvSpPr>
          <p:spPr>
            <a:xfrm>
              <a:off x="6911682" y="2795366"/>
              <a:ext cx="26829" cy="19796"/>
            </a:xfrm>
            <a:custGeom>
              <a:avLst/>
              <a:gdLst/>
              <a:ahLst/>
              <a:cxnLst/>
              <a:rect l="l" t="t" r="r" b="b"/>
              <a:pathLst>
                <a:path w="557" h="411" extrusionOk="0">
                  <a:moveTo>
                    <a:pt x="507" y="1"/>
                  </a:moveTo>
                  <a:lnTo>
                    <a:pt x="1" y="234"/>
                  </a:lnTo>
                  <a:lnTo>
                    <a:pt x="50" y="323"/>
                  </a:lnTo>
                  <a:lnTo>
                    <a:pt x="100" y="411"/>
                  </a:lnTo>
                  <a:lnTo>
                    <a:pt x="556" y="89"/>
                  </a:lnTo>
                  <a:lnTo>
                    <a:pt x="530" y="47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40" name="Google Shape;4840;p38"/>
            <p:cNvSpPr/>
            <p:nvPr/>
          </p:nvSpPr>
          <p:spPr>
            <a:xfrm>
              <a:off x="6934561" y="2798883"/>
              <a:ext cx="9826" cy="26635"/>
            </a:xfrm>
            <a:custGeom>
              <a:avLst/>
              <a:gdLst/>
              <a:ahLst/>
              <a:cxnLst/>
              <a:rect l="l" t="t" r="r" b="b"/>
              <a:pathLst>
                <a:path w="204" h="553" extrusionOk="0">
                  <a:moveTo>
                    <a:pt x="50" y="0"/>
                  </a:moveTo>
                  <a:lnTo>
                    <a:pt x="0" y="552"/>
                  </a:lnTo>
                  <a:lnTo>
                    <a:pt x="204" y="55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41" name="Google Shape;4841;p38"/>
            <p:cNvSpPr/>
            <p:nvPr/>
          </p:nvSpPr>
          <p:spPr>
            <a:xfrm>
              <a:off x="6940485" y="2795366"/>
              <a:ext cx="26829" cy="19796"/>
            </a:xfrm>
            <a:custGeom>
              <a:avLst/>
              <a:gdLst/>
              <a:ahLst/>
              <a:cxnLst/>
              <a:rect l="l" t="t" r="r" b="b"/>
              <a:pathLst>
                <a:path w="557" h="411" extrusionOk="0">
                  <a:moveTo>
                    <a:pt x="50" y="1"/>
                  </a:moveTo>
                  <a:lnTo>
                    <a:pt x="24" y="47"/>
                  </a:lnTo>
                  <a:lnTo>
                    <a:pt x="1" y="89"/>
                  </a:lnTo>
                  <a:lnTo>
                    <a:pt x="456" y="411"/>
                  </a:lnTo>
                  <a:lnTo>
                    <a:pt x="506" y="323"/>
                  </a:lnTo>
                  <a:lnTo>
                    <a:pt x="556" y="23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42" name="Google Shape;4842;p38"/>
            <p:cNvSpPr/>
            <p:nvPr/>
          </p:nvSpPr>
          <p:spPr>
            <a:xfrm>
              <a:off x="6940485" y="2777304"/>
              <a:ext cx="26829" cy="19748"/>
            </a:xfrm>
            <a:custGeom>
              <a:avLst/>
              <a:gdLst/>
              <a:ahLst/>
              <a:cxnLst/>
              <a:rect l="l" t="t" r="r" b="b"/>
              <a:pathLst>
                <a:path w="557" h="410" extrusionOk="0">
                  <a:moveTo>
                    <a:pt x="456" y="1"/>
                  </a:moveTo>
                  <a:lnTo>
                    <a:pt x="1" y="322"/>
                  </a:lnTo>
                  <a:lnTo>
                    <a:pt x="24" y="368"/>
                  </a:lnTo>
                  <a:lnTo>
                    <a:pt x="50" y="410"/>
                  </a:lnTo>
                  <a:lnTo>
                    <a:pt x="556" y="176"/>
                  </a:lnTo>
                  <a:lnTo>
                    <a:pt x="506" y="88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43" name="Google Shape;4843;p38"/>
            <p:cNvSpPr/>
            <p:nvPr/>
          </p:nvSpPr>
          <p:spPr>
            <a:xfrm>
              <a:off x="6934079" y="2792525"/>
              <a:ext cx="10790" cy="7562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12" y="1"/>
                  </a:moveTo>
                  <a:cubicBezTo>
                    <a:pt x="102" y="1"/>
                    <a:pt x="91" y="3"/>
                    <a:pt x="79" y="6"/>
                  </a:cubicBezTo>
                  <a:lnTo>
                    <a:pt x="72" y="6"/>
                  </a:lnTo>
                  <a:cubicBezTo>
                    <a:pt x="0" y="60"/>
                    <a:pt x="38" y="157"/>
                    <a:pt x="114" y="157"/>
                  </a:cubicBezTo>
                  <a:cubicBezTo>
                    <a:pt x="123" y="157"/>
                    <a:pt x="134" y="155"/>
                    <a:pt x="145" y="152"/>
                  </a:cubicBezTo>
                  <a:cubicBezTo>
                    <a:pt x="148" y="152"/>
                    <a:pt x="148" y="148"/>
                    <a:pt x="152" y="148"/>
                  </a:cubicBezTo>
                  <a:cubicBezTo>
                    <a:pt x="223" y="94"/>
                    <a:pt x="187" y="1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44" name="Google Shape;4844;p38"/>
            <p:cNvSpPr/>
            <p:nvPr/>
          </p:nvSpPr>
          <p:spPr>
            <a:xfrm>
              <a:off x="7299469" y="2728078"/>
              <a:ext cx="183663" cy="136403"/>
            </a:xfrm>
            <a:custGeom>
              <a:avLst/>
              <a:gdLst/>
              <a:ahLst/>
              <a:cxnLst/>
              <a:rect l="l" t="t" r="r" b="b"/>
              <a:pathLst>
                <a:path w="3813" h="2832" extrusionOk="0">
                  <a:moveTo>
                    <a:pt x="1906" y="0"/>
                  </a:moveTo>
                  <a:cubicBezTo>
                    <a:pt x="806" y="0"/>
                    <a:pt x="0" y="1253"/>
                    <a:pt x="836" y="2409"/>
                  </a:cubicBezTo>
                  <a:cubicBezTo>
                    <a:pt x="858" y="2440"/>
                    <a:pt x="881" y="2463"/>
                    <a:pt x="912" y="2486"/>
                  </a:cubicBezTo>
                  <a:cubicBezTo>
                    <a:pt x="1246" y="2727"/>
                    <a:pt x="1587" y="2831"/>
                    <a:pt x="1905" y="2831"/>
                  </a:cubicBezTo>
                  <a:cubicBezTo>
                    <a:pt x="3005" y="2831"/>
                    <a:pt x="3812" y="1577"/>
                    <a:pt x="2974" y="420"/>
                  </a:cubicBezTo>
                  <a:cubicBezTo>
                    <a:pt x="2954" y="393"/>
                    <a:pt x="2928" y="367"/>
                    <a:pt x="2901" y="348"/>
                  </a:cubicBezTo>
                  <a:cubicBezTo>
                    <a:pt x="2567" y="105"/>
                    <a:pt x="2224" y="0"/>
                    <a:pt x="1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45" name="Google Shape;4845;p38"/>
            <p:cNvSpPr/>
            <p:nvPr/>
          </p:nvSpPr>
          <p:spPr>
            <a:xfrm>
              <a:off x="7334101" y="2756207"/>
              <a:ext cx="114205" cy="80147"/>
            </a:xfrm>
            <a:custGeom>
              <a:avLst/>
              <a:gdLst/>
              <a:ahLst/>
              <a:cxnLst/>
              <a:rect l="l" t="t" r="r" b="b"/>
              <a:pathLst>
                <a:path w="2371" h="1664" extrusionOk="0">
                  <a:moveTo>
                    <a:pt x="1170" y="1"/>
                  </a:moveTo>
                  <a:cubicBezTo>
                    <a:pt x="1062" y="1"/>
                    <a:pt x="946" y="19"/>
                    <a:pt x="826" y="59"/>
                  </a:cubicBezTo>
                  <a:cubicBezTo>
                    <a:pt x="806" y="62"/>
                    <a:pt x="791" y="74"/>
                    <a:pt x="776" y="82"/>
                  </a:cubicBezTo>
                  <a:cubicBezTo>
                    <a:pt x="1" y="644"/>
                    <a:pt x="398" y="1663"/>
                    <a:pt x="1208" y="1663"/>
                  </a:cubicBezTo>
                  <a:cubicBezTo>
                    <a:pt x="1315" y="1663"/>
                    <a:pt x="1430" y="1645"/>
                    <a:pt x="1549" y="1607"/>
                  </a:cubicBezTo>
                  <a:cubicBezTo>
                    <a:pt x="1569" y="1599"/>
                    <a:pt x="1584" y="1592"/>
                    <a:pt x="1600" y="1580"/>
                  </a:cubicBezTo>
                  <a:cubicBezTo>
                    <a:pt x="2371" y="1019"/>
                    <a:pt x="1978" y="1"/>
                    <a:pt x="1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46" name="Google Shape;4846;p38"/>
            <p:cNvSpPr/>
            <p:nvPr/>
          </p:nvSpPr>
          <p:spPr>
            <a:xfrm>
              <a:off x="7337135" y="2758327"/>
              <a:ext cx="108184" cy="75860"/>
            </a:xfrm>
            <a:custGeom>
              <a:avLst/>
              <a:gdLst/>
              <a:ahLst/>
              <a:cxnLst/>
              <a:rect l="l" t="t" r="r" b="b"/>
              <a:pathLst>
                <a:path w="2246" h="1575" extrusionOk="0">
                  <a:moveTo>
                    <a:pt x="1103" y="0"/>
                  </a:moveTo>
                  <a:cubicBezTo>
                    <a:pt x="1002" y="0"/>
                    <a:pt x="894" y="17"/>
                    <a:pt x="782" y="53"/>
                  </a:cubicBezTo>
                  <a:cubicBezTo>
                    <a:pt x="763" y="61"/>
                    <a:pt x="747" y="68"/>
                    <a:pt x="732" y="80"/>
                  </a:cubicBezTo>
                  <a:cubicBezTo>
                    <a:pt x="0" y="609"/>
                    <a:pt x="376" y="1574"/>
                    <a:pt x="1146" y="1574"/>
                  </a:cubicBezTo>
                  <a:cubicBezTo>
                    <a:pt x="1247" y="1574"/>
                    <a:pt x="1355" y="1557"/>
                    <a:pt x="1468" y="1521"/>
                  </a:cubicBezTo>
                  <a:cubicBezTo>
                    <a:pt x="1483" y="1513"/>
                    <a:pt x="1502" y="1505"/>
                    <a:pt x="1514" y="1494"/>
                  </a:cubicBezTo>
                  <a:cubicBezTo>
                    <a:pt x="2245" y="965"/>
                    <a:pt x="1869" y="0"/>
                    <a:pt x="11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47" name="Google Shape;4847;p38"/>
            <p:cNvSpPr/>
            <p:nvPr/>
          </p:nvSpPr>
          <p:spPr>
            <a:xfrm>
              <a:off x="7350766" y="2767815"/>
              <a:ext cx="80970" cy="56883"/>
            </a:xfrm>
            <a:custGeom>
              <a:avLst/>
              <a:gdLst/>
              <a:ahLst/>
              <a:cxnLst/>
              <a:rect l="l" t="t" r="r" b="b"/>
              <a:pathLst>
                <a:path w="1681" h="1181" extrusionOk="0">
                  <a:moveTo>
                    <a:pt x="822" y="1"/>
                  </a:moveTo>
                  <a:cubicBezTo>
                    <a:pt x="747" y="1"/>
                    <a:pt x="667" y="13"/>
                    <a:pt x="583" y="40"/>
                  </a:cubicBezTo>
                  <a:cubicBezTo>
                    <a:pt x="572" y="44"/>
                    <a:pt x="560" y="51"/>
                    <a:pt x="549" y="60"/>
                  </a:cubicBezTo>
                  <a:cubicBezTo>
                    <a:pt x="0" y="458"/>
                    <a:pt x="280" y="1181"/>
                    <a:pt x="854" y="1181"/>
                  </a:cubicBezTo>
                  <a:cubicBezTo>
                    <a:pt x="930" y="1181"/>
                    <a:pt x="1012" y="1168"/>
                    <a:pt x="1097" y="1140"/>
                  </a:cubicBezTo>
                  <a:cubicBezTo>
                    <a:pt x="1111" y="1136"/>
                    <a:pt x="1123" y="1128"/>
                    <a:pt x="1134" y="1121"/>
                  </a:cubicBezTo>
                  <a:cubicBezTo>
                    <a:pt x="1680" y="724"/>
                    <a:pt x="1399" y="1"/>
                    <a:pt x="8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48" name="Google Shape;4848;p38"/>
            <p:cNvSpPr/>
            <p:nvPr/>
          </p:nvSpPr>
          <p:spPr>
            <a:xfrm>
              <a:off x="7380003" y="2788190"/>
              <a:ext cx="22639" cy="16039"/>
            </a:xfrm>
            <a:custGeom>
              <a:avLst/>
              <a:gdLst/>
              <a:ahLst/>
              <a:cxnLst/>
              <a:rect l="l" t="t" r="r" b="b"/>
              <a:pathLst>
                <a:path w="470" h="333" extrusionOk="0">
                  <a:moveTo>
                    <a:pt x="231" y="1"/>
                  </a:moveTo>
                  <a:cubicBezTo>
                    <a:pt x="210" y="1"/>
                    <a:pt x="187" y="4"/>
                    <a:pt x="164" y="12"/>
                  </a:cubicBezTo>
                  <a:cubicBezTo>
                    <a:pt x="159" y="15"/>
                    <a:pt x="156" y="15"/>
                    <a:pt x="152" y="19"/>
                  </a:cubicBezTo>
                  <a:cubicBezTo>
                    <a:pt x="0" y="131"/>
                    <a:pt x="78" y="333"/>
                    <a:pt x="239" y="333"/>
                  </a:cubicBezTo>
                  <a:cubicBezTo>
                    <a:pt x="260" y="333"/>
                    <a:pt x="282" y="329"/>
                    <a:pt x="306" y="322"/>
                  </a:cubicBezTo>
                  <a:cubicBezTo>
                    <a:pt x="309" y="322"/>
                    <a:pt x="313" y="318"/>
                    <a:pt x="317" y="314"/>
                  </a:cubicBezTo>
                  <a:cubicBezTo>
                    <a:pt x="470" y="203"/>
                    <a:pt x="391" y="1"/>
                    <a:pt x="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49" name="Google Shape;4849;p38"/>
            <p:cNvSpPr/>
            <p:nvPr/>
          </p:nvSpPr>
          <p:spPr>
            <a:xfrm>
              <a:off x="7386361" y="2766948"/>
              <a:ext cx="9874" cy="26780"/>
            </a:xfrm>
            <a:custGeom>
              <a:avLst/>
              <a:gdLst/>
              <a:ahLst/>
              <a:cxnLst/>
              <a:rect l="l" t="t" r="r" b="b"/>
              <a:pathLst>
                <a:path w="205" h="556" extrusionOk="0">
                  <a:moveTo>
                    <a:pt x="1" y="0"/>
                  </a:moveTo>
                  <a:lnTo>
                    <a:pt x="50" y="556"/>
                  </a:lnTo>
                  <a:lnTo>
                    <a:pt x="154" y="55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50" name="Google Shape;4850;p38"/>
            <p:cNvSpPr/>
            <p:nvPr/>
          </p:nvSpPr>
          <p:spPr>
            <a:xfrm>
              <a:off x="7363530" y="2777304"/>
              <a:ext cx="26781" cy="19748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100" y="1"/>
                  </a:moveTo>
                  <a:lnTo>
                    <a:pt x="50" y="88"/>
                  </a:lnTo>
                  <a:lnTo>
                    <a:pt x="0" y="176"/>
                  </a:lnTo>
                  <a:lnTo>
                    <a:pt x="506" y="410"/>
                  </a:lnTo>
                  <a:lnTo>
                    <a:pt x="529" y="368"/>
                  </a:lnTo>
                  <a:lnTo>
                    <a:pt x="556" y="32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51" name="Google Shape;4851;p38"/>
            <p:cNvSpPr/>
            <p:nvPr/>
          </p:nvSpPr>
          <p:spPr>
            <a:xfrm>
              <a:off x="7363530" y="2795366"/>
              <a:ext cx="26781" cy="19796"/>
            </a:xfrm>
            <a:custGeom>
              <a:avLst/>
              <a:gdLst/>
              <a:ahLst/>
              <a:cxnLst/>
              <a:rect l="l" t="t" r="r" b="b"/>
              <a:pathLst>
                <a:path w="556" h="411" extrusionOk="0">
                  <a:moveTo>
                    <a:pt x="506" y="1"/>
                  </a:moveTo>
                  <a:lnTo>
                    <a:pt x="0" y="234"/>
                  </a:lnTo>
                  <a:lnTo>
                    <a:pt x="50" y="323"/>
                  </a:lnTo>
                  <a:lnTo>
                    <a:pt x="100" y="411"/>
                  </a:lnTo>
                  <a:lnTo>
                    <a:pt x="556" y="89"/>
                  </a:lnTo>
                  <a:lnTo>
                    <a:pt x="529" y="4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52" name="Google Shape;4852;p38"/>
            <p:cNvSpPr/>
            <p:nvPr/>
          </p:nvSpPr>
          <p:spPr>
            <a:xfrm>
              <a:off x="7386361" y="2798883"/>
              <a:ext cx="9874" cy="26635"/>
            </a:xfrm>
            <a:custGeom>
              <a:avLst/>
              <a:gdLst/>
              <a:ahLst/>
              <a:cxnLst/>
              <a:rect l="l" t="t" r="r" b="b"/>
              <a:pathLst>
                <a:path w="205" h="553" extrusionOk="0">
                  <a:moveTo>
                    <a:pt x="50" y="0"/>
                  </a:moveTo>
                  <a:lnTo>
                    <a:pt x="1" y="552"/>
                  </a:lnTo>
                  <a:lnTo>
                    <a:pt x="204" y="55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53" name="Google Shape;4853;p38"/>
            <p:cNvSpPr/>
            <p:nvPr/>
          </p:nvSpPr>
          <p:spPr>
            <a:xfrm>
              <a:off x="7392334" y="2795366"/>
              <a:ext cx="26781" cy="19796"/>
            </a:xfrm>
            <a:custGeom>
              <a:avLst/>
              <a:gdLst/>
              <a:ahLst/>
              <a:cxnLst/>
              <a:rect l="l" t="t" r="r" b="b"/>
              <a:pathLst>
                <a:path w="556" h="411" extrusionOk="0">
                  <a:moveTo>
                    <a:pt x="50" y="1"/>
                  </a:moveTo>
                  <a:lnTo>
                    <a:pt x="23" y="47"/>
                  </a:lnTo>
                  <a:lnTo>
                    <a:pt x="0" y="89"/>
                  </a:lnTo>
                  <a:lnTo>
                    <a:pt x="455" y="411"/>
                  </a:lnTo>
                  <a:lnTo>
                    <a:pt x="506" y="323"/>
                  </a:lnTo>
                  <a:lnTo>
                    <a:pt x="556" y="23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54" name="Google Shape;4854;p38"/>
            <p:cNvSpPr/>
            <p:nvPr/>
          </p:nvSpPr>
          <p:spPr>
            <a:xfrm>
              <a:off x="7392334" y="2777304"/>
              <a:ext cx="26781" cy="19748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455" y="1"/>
                  </a:moveTo>
                  <a:lnTo>
                    <a:pt x="0" y="322"/>
                  </a:lnTo>
                  <a:lnTo>
                    <a:pt x="23" y="368"/>
                  </a:lnTo>
                  <a:lnTo>
                    <a:pt x="50" y="410"/>
                  </a:lnTo>
                  <a:lnTo>
                    <a:pt x="556" y="176"/>
                  </a:lnTo>
                  <a:lnTo>
                    <a:pt x="506" y="8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55" name="Google Shape;4855;p38"/>
            <p:cNvSpPr/>
            <p:nvPr/>
          </p:nvSpPr>
          <p:spPr>
            <a:xfrm>
              <a:off x="7385879" y="2792525"/>
              <a:ext cx="10790" cy="7562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12" y="1"/>
                  </a:moveTo>
                  <a:cubicBezTo>
                    <a:pt x="102" y="1"/>
                    <a:pt x="91" y="3"/>
                    <a:pt x="80" y="6"/>
                  </a:cubicBezTo>
                  <a:lnTo>
                    <a:pt x="72" y="6"/>
                  </a:lnTo>
                  <a:cubicBezTo>
                    <a:pt x="1" y="60"/>
                    <a:pt x="38" y="157"/>
                    <a:pt x="114" y="157"/>
                  </a:cubicBezTo>
                  <a:cubicBezTo>
                    <a:pt x="124" y="157"/>
                    <a:pt x="134" y="155"/>
                    <a:pt x="145" y="152"/>
                  </a:cubicBezTo>
                  <a:cubicBezTo>
                    <a:pt x="149" y="152"/>
                    <a:pt x="149" y="148"/>
                    <a:pt x="152" y="148"/>
                  </a:cubicBezTo>
                  <a:cubicBezTo>
                    <a:pt x="224" y="94"/>
                    <a:pt x="187" y="1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56" name="Google Shape;4856;p38"/>
            <p:cNvSpPr/>
            <p:nvPr/>
          </p:nvSpPr>
          <p:spPr>
            <a:xfrm>
              <a:off x="6803356" y="2682609"/>
              <a:ext cx="29382" cy="56016"/>
            </a:xfrm>
            <a:custGeom>
              <a:avLst/>
              <a:gdLst/>
              <a:ahLst/>
              <a:cxnLst/>
              <a:rect l="l" t="t" r="r" b="b"/>
              <a:pathLst>
                <a:path w="610" h="1163" extrusionOk="0">
                  <a:moveTo>
                    <a:pt x="318" y="1"/>
                  </a:moveTo>
                  <a:cubicBezTo>
                    <a:pt x="231" y="1"/>
                    <a:pt x="138" y="8"/>
                    <a:pt x="38" y="23"/>
                  </a:cubicBezTo>
                  <a:cubicBezTo>
                    <a:pt x="0" y="464"/>
                    <a:pt x="38" y="1157"/>
                    <a:pt x="38" y="1157"/>
                  </a:cubicBezTo>
                  <a:cubicBezTo>
                    <a:pt x="99" y="1161"/>
                    <a:pt x="180" y="1163"/>
                    <a:pt x="261" y="1163"/>
                  </a:cubicBezTo>
                  <a:cubicBezTo>
                    <a:pt x="422" y="1163"/>
                    <a:pt x="582" y="1157"/>
                    <a:pt x="582" y="1157"/>
                  </a:cubicBezTo>
                  <a:cubicBezTo>
                    <a:pt x="609" y="743"/>
                    <a:pt x="563" y="23"/>
                    <a:pt x="563" y="23"/>
                  </a:cubicBezTo>
                  <a:cubicBezTo>
                    <a:pt x="487" y="8"/>
                    <a:pt x="405" y="1"/>
                    <a:pt x="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57" name="Google Shape;4857;p38"/>
            <p:cNvSpPr/>
            <p:nvPr/>
          </p:nvSpPr>
          <p:spPr>
            <a:xfrm>
              <a:off x="6810147" y="2730776"/>
              <a:ext cx="11512" cy="578"/>
            </a:xfrm>
            <a:custGeom>
              <a:avLst/>
              <a:gdLst/>
              <a:ahLst/>
              <a:cxnLst/>
              <a:rect l="l" t="t" r="r" b="b"/>
              <a:pathLst>
                <a:path w="239" h="12" extrusionOk="0">
                  <a:moveTo>
                    <a:pt x="1" y="1"/>
                  </a:moveTo>
                  <a:lnTo>
                    <a:pt x="1" y="12"/>
                  </a:lnTo>
                  <a:lnTo>
                    <a:pt x="238" y="1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58" name="Google Shape;4858;p38"/>
            <p:cNvSpPr/>
            <p:nvPr/>
          </p:nvSpPr>
          <p:spPr>
            <a:xfrm>
              <a:off x="6810147" y="2724851"/>
              <a:ext cx="11512" cy="626"/>
            </a:xfrm>
            <a:custGeom>
              <a:avLst/>
              <a:gdLst/>
              <a:ahLst/>
              <a:cxnLst/>
              <a:rect l="l" t="t" r="r" b="b"/>
              <a:pathLst>
                <a:path w="239" h="13" extrusionOk="0">
                  <a:moveTo>
                    <a:pt x="1" y="1"/>
                  </a:moveTo>
                  <a:lnTo>
                    <a:pt x="1" y="13"/>
                  </a:lnTo>
                  <a:lnTo>
                    <a:pt x="238" y="13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59" name="Google Shape;4859;p38"/>
            <p:cNvSpPr/>
            <p:nvPr/>
          </p:nvSpPr>
          <p:spPr>
            <a:xfrm>
              <a:off x="6810147" y="2718975"/>
              <a:ext cx="11512" cy="578"/>
            </a:xfrm>
            <a:custGeom>
              <a:avLst/>
              <a:gdLst/>
              <a:ahLst/>
              <a:cxnLst/>
              <a:rect l="l" t="t" r="r" b="b"/>
              <a:pathLst>
                <a:path w="239" h="12" extrusionOk="0">
                  <a:moveTo>
                    <a:pt x="1" y="0"/>
                  </a:moveTo>
                  <a:lnTo>
                    <a:pt x="1" y="11"/>
                  </a:lnTo>
                  <a:lnTo>
                    <a:pt x="238" y="11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60" name="Google Shape;4860;p38"/>
            <p:cNvSpPr/>
            <p:nvPr/>
          </p:nvSpPr>
          <p:spPr>
            <a:xfrm>
              <a:off x="6857206" y="2484502"/>
              <a:ext cx="544726" cy="146855"/>
            </a:xfrm>
            <a:custGeom>
              <a:avLst/>
              <a:gdLst/>
              <a:ahLst/>
              <a:cxnLst/>
              <a:rect l="l" t="t" r="r" b="b"/>
              <a:pathLst>
                <a:path w="11309" h="3049" extrusionOk="0">
                  <a:moveTo>
                    <a:pt x="2921" y="1"/>
                  </a:moveTo>
                  <a:cubicBezTo>
                    <a:pt x="1834" y="1"/>
                    <a:pt x="897" y="21"/>
                    <a:pt x="315" y="67"/>
                  </a:cubicBezTo>
                  <a:cubicBezTo>
                    <a:pt x="16" y="1220"/>
                    <a:pt x="1" y="2332"/>
                    <a:pt x="9" y="2806"/>
                  </a:cubicBezTo>
                  <a:cubicBezTo>
                    <a:pt x="13" y="2941"/>
                    <a:pt x="120" y="3048"/>
                    <a:pt x="258" y="3048"/>
                  </a:cubicBezTo>
                  <a:lnTo>
                    <a:pt x="11309" y="3048"/>
                  </a:lnTo>
                  <a:cubicBezTo>
                    <a:pt x="11197" y="1676"/>
                    <a:pt x="10596" y="270"/>
                    <a:pt x="10596" y="270"/>
                  </a:cubicBezTo>
                  <a:cubicBezTo>
                    <a:pt x="9075" y="118"/>
                    <a:pt x="5555" y="1"/>
                    <a:pt x="29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61" name="Google Shape;4861;p38"/>
            <p:cNvSpPr/>
            <p:nvPr/>
          </p:nvSpPr>
          <p:spPr>
            <a:xfrm>
              <a:off x="6859662" y="2486765"/>
              <a:ext cx="539717" cy="142376"/>
            </a:xfrm>
            <a:custGeom>
              <a:avLst/>
              <a:gdLst/>
              <a:ahLst/>
              <a:cxnLst/>
              <a:rect l="l" t="t" r="r" b="b"/>
              <a:pathLst>
                <a:path w="11205" h="2956" extrusionOk="0">
                  <a:moveTo>
                    <a:pt x="2874" y="0"/>
                  </a:moveTo>
                  <a:cubicBezTo>
                    <a:pt x="1950" y="0"/>
                    <a:pt x="1191" y="16"/>
                    <a:pt x="644" y="43"/>
                  </a:cubicBezTo>
                  <a:cubicBezTo>
                    <a:pt x="437" y="55"/>
                    <a:pt x="264" y="200"/>
                    <a:pt x="222" y="403"/>
                  </a:cubicBezTo>
                  <a:cubicBezTo>
                    <a:pt x="8" y="1426"/>
                    <a:pt x="0" y="2372"/>
                    <a:pt x="4" y="2759"/>
                  </a:cubicBezTo>
                  <a:cubicBezTo>
                    <a:pt x="8" y="2867"/>
                    <a:pt x="96" y="2955"/>
                    <a:pt x="207" y="2955"/>
                  </a:cubicBezTo>
                  <a:lnTo>
                    <a:pt x="11204" y="2955"/>
                  </a:lnTo>
                  <a:cubicBezTo>
                    <a:pt x="11097" y="1725"/>
                    <a:pt x="10595" y="464"/>
                    <a:pt x="10515" y="269"/>
                  </a:cubicBezTo>
                  <a:cubicBezTo>
                    <a:pt x="10097" y="227"/>
                    <a:pt x="9530" y="188"/>
                    <a:pt x="8867" y="154"/>
                  </a:cubicBezTo>
                  <a:cubicBezTo>
                    <a:pt x="8617" y="138"/>
                    <a:pt x="8353" y="127"/>
                    <a:pt x="8078" y="115"/>
                  </a:cubicBezTo>
                  <a:cubicBezTo>
                    <a:pt x="8047" y="115"/>
                    <a:pt x="8012" y="112"/>
                    <a:pt x="7982" y="112"/>
                  </a:cubicBezTo>
                  <a:cubicBezTo>
                    <a:pt x="7874" y="108"/>
                    <a:pt x="7767" y="104"/>
                    <a:pt x="7660" y="96"/>
                  </a:cubicBezTo>
                  <a:cubicBezTo>
                    <a:pt x="6801" y="66"/>
                    <a:pt x="5863" y="39"/>
                    <a:pt x="4931" y="20"/>
                  </a:cubicBezTo>
                  <a:cubicBezTo>
                    <a:pt x="4671" y="16"/>
                    <a:pt x="4410" y="12"/>
                    <a:pt x="4153" y="9"/>
                  </a:cubicBezTo>
                  <a:lnTo>
                    <a:pt x="4061" y="9"/>
                  </a:lnTo>
                  <a:cubicBezTo>
                    <a:pt x="3950" y="9"/>
                    <a:pt x="3840" y="4"/>
                    <a:pt x="3728" y="4"/>
                  </a:cubicBezTo>
                  <a:cubicBezTo>
                    <a:pt x="3437" y="4"/>
                    <a:pt x="3154" y="0"/>
                    <a:pt x="28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62" name="Google Shape;4862;p38"/>
            <p:cNvSpPr/>
            <p:nvPr/>
          </p:nvSpPr>
          <p:spPr>
            <a:xfrm>
              <a:off x="6934175" y="2636996"/>
              <a:ext cx="474787" cy="136114"/>
            </a:xfrm>
            <a:custGeom>
              <a:avLst/>
              <a:gdLst/>
              <a:ahLst/>
              <a:cxnLst/>
              <a:rect l="l" t="t" r="r" b="b"/>
              <a:pathLst>
                <a:path w="9857" h="2826" extrusionOk="0">
                  <a:moveTo>
                    <a:pt x="47" y="1"/>
                  </a:moveTo>
                  <a:lnTo>
                    <a:pt x="1" y="821"/>
                  </a:lnTo>
                  <a:lnTo>
                    <a:pt x="8" y="821"/>
                  </a:lnTo>
                  <a:cubicBezTo>
                    <a:pt x="821" y="1009"/>
                    <a:pt x="1391" y="1506"/>
                    <a:pt x="1759" y="1963"/>
                  </a:cubicBezTo>
                  <a:cubicBezTo>
                    <a:pt x="1940" y="2189"/>
                    <a:pt x="2074" y="2403"/>
                    <a:pt x="2162" y="2560"/>
                  </a:cubicBezTo>
                  <a:cubicBezTo>
                    <a:pt x="2204" y="2638"/>
                    <a:pt x="2235" y="2702"/>
                    <a:pt x="2258" y="2748"/>
                  </a:cubicBezTo>
                  <a:cubicBezTo>
                    <a:pt x="2265" y="2771"/>
                    <a:pt x="2273" y="2787"/>
                    <a:pt x="2281" y="2802"/>
                  </a:cubicBezTo>
                  <a:cubicBezTo>
                    <a:pt x="2284" y="2813"/>
                    <a:pt x="2288" y="2817"/>
                    <a:pt x="2288" y="2817"/>
                  </a:cubicBezTo>
                  <a:lnTo>
                    <a:pt x="2288" y="2825"/>
                  </a:lnTo>
                  <a:lnTo>
                    <a:pt x="7641" y="2825"/>
                  </a:lnTo>
                  <a:lnTo>
                    <a:pt x="7641" y="2817"/>
                  </a:lnTo>
                  <a:cubicBezTo>
                    <a:pt x="7929" y="2136"/>
                    <a:pt x="8354" y="1768"/>
                    <a:pt x="8757" y="1564"/>
                  </a:cubicBezTo>
                  <a:cubicBezTo>
                    <a:pt x="9155" y="1365"/>
                    <a:pt x="9530" y="1334"/>
                    <a:pt x="9723" y="1334"/>
                  </a:cubicBezTo>
                  <a:cubicBezTo>
                    <a:pt x="9760" y="1334"/>
                    <a:pt x="9792" y="1338"/>
                    <a:pt x="9815" y="1338"/>
                  </a:cubicBezTo>
                  <a:lnTo>
                    <a:pt x="9838" y="1338"/>
                  </a:lnTo>
                  <a:lnTo>
                    <a:pt x="9845" y="1342"/>
                  </a:lnTo>
                  <a:lnTo>
                    <a:pt x="9857" y="1342"/>
                  </a:lnTo>
                  <a:lnTo>
                    <a:pt x="9684" y="1"/>
                  </a:lnTo>
                  <a:lnTo>
                    <a:pt x="9668" y="5"/>
                  </a:lnTo>
                  <a:lnTo>
                    <a:pt x="9840" y="1326"/>
                  </a:lnTo>
                  <a:lnTo>
                    <a:pt x="9840" y="1326"/>
                  </a:lnTo>
                  <a:cubicBezTo>
                    <a:pt x="9823" y="1323"/>
                    <a:pt x="9783" y="1319"/>
                    <a:pt x="9723" y="1319"/>
                  </a:cubicBezTo>
                  <a:cubicBezTo>
                    <a:pt x="9530" y="1319"/>
                    <a:pt x="9152" y="1350"/>
                    <a:pt x="8749" y="1552"/>
                  </a:cubicBezTo>
                  <a:cubicBezTo>
                    <a:pt x="8348" y="1752"/>
                    <a:pt x="7919" y="2126"/>
                    <a:pt x="7632" y="2810"/>
                  </a:cubicBezTo>
                  <a:lnTo>
                    <a:pt x="2299" y="2810"/>
                  </a:lnTo>
                  <a:cubicBezTo>
                    <a:pt x="2282" y="2768"/>
                    <a:pt x="2119" y="2382"/>
                    <a:pt x="1771" y="1952"/>
                  </a:cubicBezTo>
                  <a:cubicBezTo>
                    <a:pt x="1405" y="1501"/>
                    <a:pt x="833" y="1000"/>
                    <a:pt x="17" y="808"/>
                  </a:cubicBezTo>
                  <a:lnTo>
                    <a:pt x="17" y="808"/>
                  </a:lnTo>
                  <a:lnTo>
                    <a:pt x="63" y="5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63" name="Google Shape;4863;p38"/>
            <p:cNvSpPr/>
            <p:nvPr/>
          </p:nvSpPr>
          <p:spPr>
            <a:xfrm>
              <a:off x="7249472" y="2636996"/>
              <a:ext cx="10693" cy="135681"/>
            </a:xfrm>
            <a:custGeom>
              <a:avLst/>
              <a:gdLst/>
              <a:ahLst/>
              <a:cxnLst/>
              <a:rect l="l" t="t" r="r" b="b"/>
              <a:pathLst>
                <a:path w="222" h="2817" extrusionOk="0">
                  <a:moveTo>
                    <a:pt x="15" y="1"/>
                  </a:moveTo>
                  <a:lnTo>
                    <a:pt x="0" y="5"/>
                  </a:lnTo>
                  <a:cubicBezTo>
                    <a:pt x="73" y="503"/>
                    <a:pt x="126" y="1204"/>
                    <a:pt x="157" y="1782"/>
                  </a:cubicBezTo>
                  <a:cubicBezTo>
                    <a:pt x="176" y="2074"/>
                    <a:pt x="188" y="2330"/>
                    <a:pt x="195" y="2518"/>
                  </a:cubicBezTo>
                  <a:cubicBezTo>
                    <a:pt x="199" y="2610"/>
                    <a:pt x="202" y="2684"/>
                    <a:pt x="207" y="2737"/>
                  </a:cubicBezTo>
                  <a:lnTo>
                    <a:pt x="207" y="2817"/>
                  </a:lnTo>
                  <a:lnTo>
                    <a:pt x="222" y="2817"/>
                  </a:lnTo>
                  <a:cubicBezTo>
                    <a:pt x="222" y="2817"/>
                    <a:pt x="161" y="1001"/>
                    <a:pt x="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64" name="Google Shape;4864;p38"/>
            <p:cNvSpPr/>
            <p:nvPr/>
          </p:nvSpPr>
          <p:spPr>
            <a:xfrm>
              <a:off x="7091968" y="2636996"/>
              <a:ext cx="4142" cy="135681"/>
            </a:xfrm>
            <a:custGeom>
              <a:avLst/>
              <a:gdLst/>
              <a:ahLst/>
              <a:cxnLst/>
              <a:rect l="l" t="t" r="r" b="b"/>
              <a:pathLst>
                <a:path w="86" h="2817" extrusionOk="0">
                  <a:moveTo>
                    <a:pt x="16" y="1"/>
                  </a:moveTo>
                  <a:lnTo>
                    <a:pt x="1" y="5"/>
                  </a:lnTo>
                  <a:cubicBezTo>
                    <a:pt x="36" y="434"/>
                    <a:pt x="55" y="1139"/>
                    <a:pt x="62" y="1733"/>
                  </a:cubicBezTo>
                  <a:cubicBezTo>
                    <a:pt x="66" y="2032"/>
                    <a:pt x="70" y="2304"/>
                    <a:pt x="70" y="2500"/>
                  </a:cubicBezTo>
                  <a:cubicBezTo>
                    <a:pt x="70" y="2595"/>
                    <a:pt x="74" y="2675"/>
                    <a:pt x="74" y="2730"/>
                  </a:cubicBezTo>
                  <a:lnTo>
                    <a:pt x="74" y="2817"/>
                  </a:lnTo>
                  <a:lnTo>
                    <a:pt x="85" y="2817"/>
                  </a:lnTo>
                  <a:cubicBezTo>
                    <a:pt x="85" y="2817"/>
                    <a:pt x="85" y="867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65" name="Google Shape;4865;p38"/>
            <p:cNvSpPr/>
            <p:nvPr/>
          </p:nvSpPr>
          <p:spPr>
            <a:xfrm>
              <a:off x="6858699" y="2643306"/>
              <a:ext cx="541595" cy="771"/>
            </a:xfrm>
            <a:custGeom>
              <a:avLst/>
              <a:gdLst/>
              <a:ahLst/>
              <a:cxnLst/>
              <a:rect l="l" t="t" r="r" b="b"/>
              <a:pathLst>
                <a:path w="11244" h="16" extrusionOk="0">
                  <a:moveTo>
                    <a:pt x="1" y="1"/>
                  </a:moveTo>
                  <a:lnTo>
                    <a:pt x="1" y="15"/>
                  </a:lnTo>
                  <a:lnTo>
                    <a:pt x="11244" y="15"/>
                  </a:lnTo>
                  <a:lnTo>
                    <a:pt x="112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66" name="Google Shape;4866;p38"/>
            <p:cNvSpPr/>
            <p:nvPr/>
          </p:nvSpPr>
          <p:spPr>
            <a:xfrm>
              <a:off x="7264211" y="2656359"/>
              <a:ext cx="23843" cy="819"/>
            </a:xfrm>
            <a:custGeom>
              <a:avLst/>
              <a:gdLst/>
              <a:ahLst/>
              <a:cxnLst/>
              <a:rect l="l" t="t" r="r" b="b"/>
              <a:pathLst>
                <a:path w="495" h="17" extrusionOk="0">
                  <a:moveTo>
                    <a:pt x="0" y="1"/>
                  </a:moveTo>
                  <a:lnTo>
                    <a:pt x="0" y="17"/>
                  </a:lnTo>
                  <a:lnTo>
                    <a:pt x="494" y="17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67" name="Google Shape;4867;p38"/>
            <p:cNvSpPr/>
            <p:nvPr/>
          </p:nvSpPr>
          <p:spPr>
            <a:xfrm>
              <a:off x="7105648" y="2656359"/>
              <a:ext cx="23843" cy="819"/>
            </a:xfrm>
            <a:custGeom>
              <a:avLst/>
              <a:gdLst/>
              <a:ahLst/>
              <a:cxnLst/>
              <a:rect l="l" t="t" r="r" b="b"/>
              <a:pathLst>
                <a:path w="495" h="17" extrusionOk="0">
                  <a:moveTo>
                    <a:pt x="1" y="1"/>
                  </a:moveTo>
                  <a:lnTo>
                    <a:pt x="1" y="17"/>
                  </a:lnTo>
                  <a:lnTo>
                    <a:pt x="495" y="17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68" name="Google Shape;4868;p38"/>
            <p:cNvSpPr/>
            <p:nvPr/>
          </p:nvSpPr>
          <p:spPr>
            <a:xfrm>
              <a:off x="6944339" y="2656359"/>
              <a:ext cx="23891" cy="819"/>
            </a:xfrm>
            <a:custGeom>
              <a:avLst/>
              <a:gdLst/>
              <a:ahLst/>
              <a:cxnLst/>
              <a:rect l="l" t="t" r="r" b="b"/>
              <a:pathLst>
                <a:path w="496" h="17" extrusionOk="0">
                  <a:moveTo>
                    <a:pt x="1" y="1"/>
                  </a:moveTo>
                  <a:lnTo>
                    <a:pt x="1" y="17"/>
                  </a:lnTo>
                  <a:lnTo>
                    <a:pt x="495" y="17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69" name="Google Shape;4869;p38"/>
            <p:cNvSpPr/>
            <p:nvPr/>
          </p:nvSpPr>
          <p:spPr>
            <a:xfrm>
              <a:off x="7429229" y="2629289"/>
              <a:ext cx="64785" cy="15702"/>
            </a:xfrm>
            <a:custGeom>
              <a:avLst/>
              <a:gdLst/>
              <a:ahLst/>
              <a:cxnLst/>
              <a:rect l="l" t="t" r="r" b="b"/>
              <a:pathLst>
                <a:path w="1345" h="326" extrusionOk="0">
                  <a:moveTo>
                    <a:pt x="11" y="0"/>
                  </a:moveTo>
                  <a:lnTo>
                    <a:pt x="0" y="7"/>
                  </a:lnTo>
                  <a:lnTo>
                    <a:pt x="119" y="191"/>
                  </a:lnTo>
                  <a:lnTo>
                    <a:pt x="1345" y="326"/>
                  </a:lnTo>
                  <a:lnTo>
                    <a:pt x="1345" y="310"/>
                  </a:lnTo>
                  <a:lnTo>
                    <a:pt x="126" y="17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70" name="Google Shape;4870;p38"/>
            <p:cNvSpPr/>
            <p:nvPr/>
          </p:nvSpPr>
          <p:spPr>
            <a:xfrm>
              <a:off x="7484958" y="2748886"/>
              <a:ext cx="22350" cy="38050"/>
            </a:xfrm>
            <a:custGeom>
              <a:avLst/>
              <a:gdLst/>
              <a:ahLst/>
              <a:cxnLst/>
              <a:rect l="l" t="t" r="r" b="b"/>
              <a:pathLst>
                <a:path w="464" h="790" extrusionOk="0">
                  <a:moveTo>
                    <a:pt x="361" y="0"/>
                  </a:moveTo>
                  <a:cubicBezTo>
                    <a:pt x="27" y="19"/>
                    <a:pt x="27" y="207"/>
                    <a:pt x="0" y="732"/>
                  </a:cubicBezTo>
                  <a:cubicBezTo>
                    <a:pt x="0" y="763"/>
                    <a:pt x="23" y="789"/>
                    <a:pt x="58" y="789"/>
                  </a:cubicBezTo>
                  <a:lnTo>
                    <a:pt x="341" y="789"/>
                  </a:lnTo>
                  <a:cubicBezTo>
                    <a:pt x="368" y="789"/>
                    <a:pt x="391" y="770"/>
                    <a:pt x="399" y="747"/>
                  </a:cubicBezTo>
                  <a:cubicBezTo>
                    <a:pt x="422" y="648"/>
                    <a:pt x="464" y="391"/>
                    <a:pt x="418" y="50"/>
                  </a:cubicBezTo>
                  <a:cubicBezTo>
                    <a:pt x="414" y="23"/>
                    <a:pt x="387" y="0"/>
                    <a:pt x="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71" name="Google Shape;4871;p38"/>
            <p:cNvSpPr/>
            <p:nvPr/>
          </p:nvSpPr>
          <p:spPr>
            <a:xfrm>
              <a:off x="7490497" y="2781735"/>
              <a:ext cx="10934" cy="578"/>
            </a:xfrm>
            <a:custGeom>
              <a:avLst/>
              <a:gdLst/>
              <a:ahLst/>
              <a:cxnLst/>
              <a:rect l="l" t="t" r="r" b="b"/>
              <a:pathLst>
                <a:path w="227" h="12" extrusionOk="0">
                  <a:moveTo>
                    <a:pt x="0" y="1"/>
                  </a:moveTo>
                  <a:lnTo>
                    <a:pt x="0" y="12"/>
                  </a:lnTo>
                  <a:lnTo>
                    <a:pt x="226" y="12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72" name="Google Shape;4872;p38"/>
            <p:cNvSpPr/>
            <p:nvPr/>
          </p:nvSpPr>
          <p:spPr>
            <a:xfrm>
              <a:off x="7490882" y="2777641"/>
              <a:ext cx="11127" cy="819"/>
            </a:xfrm>
            <a:custGeom>
              <a:avLst/>
              <a:gdLst/>
              <a:ahLst/>
              <a:cxnLst/>
              <a:rect l="l" t="t" r="r" b="b"/>
              <a:pathLst>
                <a:path w="231" h="17" extrusionOk="0">
                  <a:moveTo>
                    <a:pt x="0" y="1"/>
                  </a:moveTo>
                  <a:lnTo>
                    <a:pt x="0" y="17"/>
                  </a:lnTo>
                  <a:lnTo>
                    <a:pt x="230" y="17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73" name="Google Shape;4873;p38"/>
            <p:cNvSpPr/>
            <p:nvPr/>
          </p:nvSpPr>
          <p:spPr>
            <a:xfrm>
              <a:off x="7491412" y="2773740"/>
              <a:ext cx="10934" cy="819"/>
            </a:xfrm>
            <a:custGeom>
              <a:avLst/>
              <a:gdLst/>
              <a:ahLst/>
              <a:cxnLst/>
              <a:rect l="l" t="t" r="r" b="b"/>
              <a:pathLst>
                <a:path w="227" h="17" extrusionOk="0">
                  <a:moveTo>
                    <a:pt x="0" y="1"/>
                  </a:moveTo>
                  <a:lnTo>
                    <a:pt x="0" y="17"/>
                  </a:lnTo>
                  <a:lnTo>
                    <a:pt x="227" y="17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74" name="Google Shape;4874;p38"/>
            <p:cNvSpPr/>
            <p:nvPr/>
          </p:nvSpPr>
          <p:spPr>
            <a:xfrm>
              <a:off x="7478455" y="2663969"/>
              <a:ext cx="26107" cy="47876"/>
            </a:xfrm>
            <a:custGeom>
              <a:avLst/>
              <a:gdLst/>
              <a:ahLst/>
              <a:cxnLst/>
              <a:rect l="l" t="t" r="r" b="b"/>
              <a:pathLst>
                <a:path w="542" h="994" extrusionOk="0">
                  <a:moveTo>
                    <a:pt x="434" y="0"/>
                  </a:moveTo>
                  <a:cubicBezTo>
                    <a:pt x="434" y="0"/>
                    <a:pt x="43" y="12"/>
                    <a:pt x="5" y="85"/>
                  </a:cubicBezTo>
                  <a:cubicBezTo>
                    <a:pt x="5" y="85"/>
                    <a:pt x="1" y="625"/>
                    <a:pt x="28" y="916"/>
                  </a:cubicBezTo>
                  <a:cubicBezTo>
                    <a:pt x="28" y="916"/>
                    <a:pt x="395" y="994"/>
                    <a:pt x="520" y="994"/>
                  </a:cubicBezTo>
                  <a:cubicBezTo>
                    <a:pt x="528" y="994"/>
                    <a:pt x="535" y="993"/>
                    <a:pt x="542" y="992"/>
                  </a:cubicBezTo>
                  <a:cubicBezTo>
                    <a:pt x="542" y="992"/>
                    <a:pt x="480" y="334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75" name="Google Shape;4875;p38"/>
            <p:cNvSpPr/>
            <p:nvPr/>
          </p:nvSpPr>
          <p:spPr>
            <a:xfrm>
              <a:off x="7482019" y="2691809"/>
              <a:ext cx="10356" cy="16328"/>
            </a:xfrm>
            <a:custGeom>
              <a:avLst/>
              <a:gdLst/>
              <a:ahLst/>
              <a:cxnLst/>
              <a:rect l="l" t="t" r="r" b="b"/>
              <a:pathLst>
                <a:path w="215" h="339" extrusionOk="0">
                  <a:moveTo>
                    <a:pt x="31" y="1"/>
                  </a:moveTo>
                  <a:cubicBezTo>
                    <a:pt x="15" y="1"/>
                    <a:pt x="0" y="13"/>
                    <a:pt x="0" y="28"/>
                  </a:cubicBezTo>
                  <a:lnTo>
                    <a:pt x="0" y="281"/>
                  </a:lnTo>
                  <a:cubicBezTo>
                    <a:pt x="0" y="296"/>
                    <a:pt x="8" y="308"/>
                    <a:pt x="19" y="308"/>
                  </a:cubicBezTo>
                  <a:cubicBezTo>
                    <a:pt x="73" y="322"/>
                    <a:pt x="142" y="331"/>
                    <a:pt x="184" y="338"/>
                  </a:cubicBezTo>
                  <a:cubicBezTo>
                    <a:pt x="199" y="338"/>
                    <a:pt x="215" y="327"/>
                    <a:pt x="215" y="311"/>
                  </a:cubicBezTo>
                  <a:cubicBezTo>
                    <a:pt x="215" y="196"/>
                    <a:pt x="203" y="85"/>
                    <a:pt x="199" y="39"/>
                  </a:cubicBezTo>
                  <a:cubicBezTo>
                    <a:pt x="199" y="28"/>
                    <a:pt x="188" y="16"/>
                    <a:pt x="176" y="16"/>
                  </a:cubicBezTo>
                  <a:lnTo>
                    <a:pt x="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76" name="Google Shape;4876;p38"/>
            <p:cNvSpPr/>
            <p:nvPr/>
          </p:nvSpPr>
          <p:spPr>
            <a:xfrm>
              <a:off x="7476480" y="2728512"/>
              <a:ext cx="39353" cy="70080"/>
            </a:xfrm>
            <a:custGeom>
              <a:avLst/>
              <a:gdLst/>
              <a:ahLst/>
              <a:cxnLst/>
              <a:rect l="l" t="t" r="r" b="b"/>
              <a:pathLst>
                <a:path w="817" h="1455" extrusionOk="0">
                  <a:moveTo>
                    <a:pt x="698" y="112"/>
                  </a:moveTo>
                  <a:cubicBezTo>
                    <a:pt x="709" y="534"/>
                    <a:pt x="629" y="1189"/>
                    <a:pt x="609" y="1358"/>
                  </a:cubicBezTo>
                  <a:lnTo>
                    <a:pt x="100" y="1358"/>
                  </a:lnTo>
                  <a:lnTo>
                    <a:pt x="218" y="266"/>
                  </a:lnTo>
                  <a:lnTo>
                    <a:pt x="698" y="112"/>
                  </a:lnTo>
                  <a:close/>
                  <a:moveTo>
                    <a:pt x="737" y="0"/>
                  </a:moveTo>
                  <a:cubicBezTo>
                    <a:pt x="733" y="0"/>
                    <a:pt x="728" y="1"/>
                    <a:pt x="724" y="2"/>
                  </a:cubicBezTo>
                  <a:lnTo>
                    <a:pt x="161" y="186"/>
                  </a:lnTo>
                  <a:cubicBezTo>
                    <a:pt x="146" y="193"/>
                    <a:pt x="130" y="209"/>
                    <a:pt x="130" y="224"/>
                  </a:cubicBezTo>
                  <a:lnTo>
                    <a:pt x="0" y="1400"/>
                  </a:lnTo>
                  <a:cubicBezTo>
                    <a:pt x="0" y="1415"/>
                    <a:pt x="4" y="1427"/>
                    <a:pt x="11" y="1438"/>
                  </a:cubicBezTo>
                  <a:cubicBezTo>
                    <a:pt x="19" y="1446"/>
                    <a:pt x="34" y="1454"/>
                    <a:pt x="46" y="1454"/>
                  </a:cubicBezTo>
                  <a:lnTo>
                    <a:pt x="652" y="1454"/>
                  </a:lnTo>
                  <a:cubicBezTo>
                    <a:pt x="675" y="1454"/>
                    <a:pt x="694" y="1435"/>
                    <a:pt x="698" y="1412"/>
                  </a:cubicBezTo>
                  <a:cubicBezTo>
                    <a:pt x="701" y="1377"/>
                    <a:pt x="816" y="534"/>
                    <a:pt x="789" y="43"/>
                  </a:cubicBezTo>
                  <a:cubicBezTo>
                    <a:pt x="786" y="29"/>
                    <a:pt x="778" y="17"/>
                    <a:pt x="766" y="9"/>
                  </a:cubicBezTo>
                  <a:cubicBezTo>
                    <a:pt x="758" y="4"/>
                    <a:pt x="748" y="0"/>
                    <a:pt x="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77" name="Google Shape;4877;p38"/>
            <p:cNvSpPr/>
            <p:nvPr/>
          </p:nvSpPr>
          <p:spPr>
            <a:xfrm>
              <a:off x="7482019" y="2745900"/>
              <a:ext cx="32320" cy="4479"/>
            </a:xfrm>
            <a:custGeom>
              <a:avLst/>
              <a:gdLst/>
              <a:ahLst/>
              <a:cxnLst/>
              <a:rect l="l" t="t" r="r" b="b"/>
              <a:pathLst>
                <a:path w="671" h="93" extrusionOk="0">
                  <a:moveTo>
                    <a:pt x="50" y="1"/>
                  </a:moveTo>
                  <a:cubicBezTo>
                    <a:pt x="23" y="1"/>
                    <a:pt x="0" y="20"/>
                    <a:pt x="0" y="46"/>
                  </a:cubicBezTo>
                  <a:cubicBezTo>
                    <a:pt x="0" y="73"/>
                    <a:pt x="23" y="92"/>
                    <a:pt x="50" y="92"/>
                  </a:cubicBezTo>
                  <a:lnTo>
                    <a:pt x="625" y="92"/>
                  </a:lnTo>
                  <a:cubicBezTo>
                    <a:pt x="651" y="92"/>
                    <a:pt x="671" y="73"/>
                    <a:pt x="671" y="46"/>
                  </a:cubicBezTo>
                  <a:cubicBezTo>
                    <a:pt x="671" y="20"/>
                    <a:pt x="651" y="1"/>
                    <a:pt x="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78" name="Google Shape;4878;p38"/>
            <p:cNvSpPr/>
            <p:nvPr/>
          </p:nvSpPr>
          <p:spPr>
            <a:xfrm>
              <a:off x="7356498" y="2549093"/>
              <a:ext cx="56308" cy="77257"/>
            </a:xfrm>
            <a:custGeom>
              <a:avLst/>
              <a:gdLst/>
              <a:ahLst/>
              <a:cxnLst/>
              <a:rect l="l" t="t" r="r" b="b"/>
              <a:pathLst>
                <a:path w="1169" h="1604" extrusionOk="0">
                  <a:moveTo>
                    <a:pt x="468" y="1"/>
                  </a:moveTo>
                  <a:cubicBezTo>
                    <a:pt x="371" y="1"/>
                    <a:pt x="274" y="9"/>
                    <a:pt x="203" y="33"/>
                  </a:cubicBezTo>
                  <a:cubicBezTo>
                    <a:pt x="0" y="98"/>
                    <a:pt x="8" y="1239"/>
                    <a:pt x="261" y="1566"/>
                  </a:cubicBezTo>
                  <a:cubicBezTo>
                    <a:pt x="280" y="1592"/>
                    <a:pt x="311" y="1603"/>
                    <a:pt x="345" y="1603"/>
                  </a:cubicBezTo>
                  <a:lnTo>
                    <a:pt x="1050" y="1603"/>
                  </a:lnTo>
                  <a:cubicBezTo>
                    <a:pt x="1119" y="1603"/>
                    <a:pt x="1169" y="1546"/>
                    <a:pt x="1158" y="1481"/>
                  </a:cubicBezTo>
                  <a:cubicBezTo>
                    <a:pt x="1112" y="1205"/>
                    <a:pt x="997" y="538"/>
                    <a:pt x="866" y="98"/>
                  </a:cubicBezTo>
                  <a:cubicBezTo>
                    <a:pt x="854" y="56"/>
                    <a:pt x="820" y="29"/>
                    <a:pt x="778" y="21"/>
                  </a:cubicBezTo>
                  <a:cubicBezTo>
                    <a:pt x="706" y="13"/>
                    <a:pt x="587" y="1"/>
                    <a:pt x="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79" name="Google Shape;4879;p38"/>
            <p:cNvSpPr/>
            <p:nvPr/>
          </p:nvSpPr>
          <p:spPr>
            <a:xfrm>
              <a:off x="7385831" y="2528477"/>
              <a:ext cx="34921" cy="110057"/>
            </a:xfrm>
            <a:custGeom>
              <a:avLst/>
              <a:gdLst/>
              <a:ahLst/>
              <a:cxnLst/>
              <a:rect l="l" t="t" r="r" b="b"/>
              <a:pathLst>
                <a:path w="725" h="2285" extrusionOk="0">
                  <a:moveTo>
                    <a:pt x="8" y="1"/>
                  </a:moveTo>
                  <a:cubicBezTo>
                    <a:pt x="8" y="1"/>
                    <a:pt x="4" y="1"/>
                    <a:pt x="4" y="4"/>
                  </a:cubicBezTo>
                  <a:cubicBezTo>
                    <a:pt x="4" y="4"/>
                    <a:pt x="1" y="8"/>
                    <a:pt x="4" y="8"/>
                  </a:cubicBezTo>
                  <a:lnTo>
                    <a:pt x="521" y="2277"/>
                  </a:lnTo>
                  <a:cubicBezTo>
                    <a:pt x="526" y="2281"/>
                    <a:pt x="526" y="2284"/>
                    <a:pt x="530" y="2284"/>
                  </a:cubicBezTo>
                  <a:lnTo>
                    <a:pt x="721" y="2284"/>
                  </a:lnTo>
                  <a:cubicBezTo>
                    <a:pt x="725" y="2284"/>
                    <a:pt x="725" y="2281"/>
                    <a:pt x="725" y="2277"/>
                  </a:cubicBezTo>
                  <a:cubicBezTo>
                    <a:pt x="725" y="2273"/>
                    <a:pt x="725" y="2270"/>
                    <a:pt x="721" y="2270"/>
                  </a:cubicBezTo>
                  <a:lnTo>
                    <a:pt x="537" y="2270"/>
                  </a:lnTo>
                  <a:lnTo>
                    <a:pt x="20" y="16"/>
                  </a:lnTo>
                  <a:lnTo>
                    <a:pt x="77" y="16"/>
                  </a:lnTo>
                  <a:cubicBezTo>
                    <a:pt x="81" y="16"/>
                    <a:pt x="84" y="12"/>
                    <a:pt x="84" y="8"/>
                  </a:cubicBezTo>
                  <a:cubicBezTo>
                    <a:pt x="84" y="4"/>
                    <a:pt x="81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80" name="Google Shape;4880;p38"/>
            <p:cNvSpPr/>
            <p:nvPr/>
          </p:nvSpPr>
          <p:spPr>
            <a:xfrm>
              <a:off x="7234300" y="2489366"/>
              <a:ext cx="15895" cy="140883"/>
            </a:xfrm>
            <a:custGeom>
              <a:avLst/>
              <a:gdLst/>
              <a:ahLst/>
              <a:cxnLst/>
              <a:rect l="l" t="t" r="r" b="b"/>
              <a:pathLst>
                <a:path w="330" h="2925" extrusionOk="0">
                  <a:moveTo>
                    <a:pt x="12" y="1"/>
                  </a:moveTo>
                  <a:lnTo>
                    <a:pt x="1" y="4"/>
                  </a:lnTo>
                  <a:lnTo>
                    <a:pt x="315" y="2924"/>
                  </a:lnTo>
                  <a:lnTo>
                    <a:pt x="330" y="2924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81" name="Google Shape;4881;p38"/>
            <p:cNvSpPr/>
            <p:nvPr/>
          </p:nvSpPr>
          <p:spPr>
            <a:xfrm>
              <a:off x="7086863" y="2486573"/>
              <a:ext cx="5925" cy="144784"/>
            </a:xfrm>
            <a:custGeom>
              <a:avLst/>
              <a:gdLst/>
              <a:ahLst/>
              <a:cxnLst/>
              <a:rect l="l" t="t" r="r" b="b"/>
              <a:pathLst>
                <a:path w="123" h="3006" extrusionOk="0">
                  <a:moveTo>
                    <a:pt x="0" y="1"/>
                  </a:moveTo>
                  <a:lnTo>
                    <a:pt x="107" y="3005"/>
                  </a:lnTo>
                  <a:lnTo>
                    <a:pt x="122" y="300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882" name="Google Shape;4882;p38"/>
            <p:cNvSpPr/>
            <p:nvPr/>
          </p:nvSpPr>
          <p:spPr>
            <a:xfrm>
              <a:off x="6936921" y="2485850"/>
              <a:ext cx="17774" cy="144399"/>
            </a:xfrm>
            <a:custGeom>
              <a:avLst/>
              <a:gdLst/>
              <a:ahLst/>
              <a:cxnLst/>
              <a:rect l="l" t="t" r="r" b="b"/>
              <a:pathLst>
                <a:path w="369" h="2998" extrusionOk="0">
                  <a:moveTo>
                    <a:pt x="354" y="0"/>
                  </a:moveTo>
                  <a:lnTo>
                    <a:pt x="1" y="2997"/>
                  </a:lnTo>
                  <a:lnTo>
                    <a:pt x="17" y="2997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pic>
        <p:nvPicPr>
          <p:cNvPr id="3" name="Immagine 2" descr="Immagine che contiene testo, Carattere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32AA2FA8-E650-8F30-BC91-5ABD27C97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613" y="4683329"/>
            <a:ext cx="168162" cy="15228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F993B77-98C1-2C8F-1BFC-1C717099B9E4}"/>
              </a:ext>
            </a:extLst>
          </p:cNvPr>
          <p:cNvSpPr txBox="1"/>
          <p:nvPr/>
        </p:nvSpPr>
        <p:spPr>
          <a:xfrm>
            <a:off x="0" y="4600950"/>
            <a:ext cx="1672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accent5"/>
                </a:solidFill>
                <a:latin typeface="Changa One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Felisari Aurora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C0051E8-70DF-082C-5BEA-585E83DCC2C2}"/>
              </a:ext>
            </a:extLst>
          </p:cNvPr>
          <p:cNvSpPr txBox="1"/>
          <p:nvPr/>
        </p:nvSpPr>
        <p:spPr>
          <a:xfrm>
            <a:off x="5704703" y="4600950"/>
            <a:ext cx="34392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0" noProof="0" dirty="0">
                <a:solidFill>
                  <a:schemeClr val="accent5"/>
                </a:solidFill>
                <a:effectLst/>
                <a:latin typeface="Changa One" panose="020B0604020202020204" charset="0"/>
              </a:rPr>
              <a:t>Autonomous </a:t>
            </a:r>
            <a:r>
              <a:rPr lang="it-IT" noProof="0" dirty="0">
                <a:solidFill>
                  <a:schemeClr val="accent5"/>
                </a:solidFill>
                <a:latin typeface="Changa One" panose="020B0604020202020204" charset="0"/>
              </a:rPr>
              <a:t>D</a:t>
            </a:r>
            <a:r>
              <a:rPr lang="it-IT" i="0" noProof="0" dirty="0">
                <a:solidFill>
                  <a:schemeClr val="accent5"/>
                </a:solidFill>
                <a:effectLst/>
                <a:latin typeface="Changa One" panose="020B0604020202020204" charset="0"/>
              </a:rPr>
              <a:t>riving </a:t>
            </a:r>
          </a:p>
          <a:p>
            <a:pPr algn="r"/>
            <a:r>
              <a:rPr lang="it-IT" i="0" noProof="0" dirty="0">
                <a:solidFill>
                  <a:schemeClr val="accent5"/>
                </a:solidFill>
                <a:effectLst/>
                <a:latin typeface="Changa One" panose="020B0604020202020204" charset="0"/>
              </a:rPr>
              <a:t>and ADAS </a:t>
            </a:r>
            <a:r>
              <a:rPr lang="it-IT" noProof="0" dirty="0">
                <a:solidFill>
                  <a:schemeClr val="accent5"/>
                </a:solidFill>
                <a:latin typeface="Changa One" panose="020B0604020202020204" charset="0"/>
              </a:rPr>
              <a:t>T</a:t>
            </a:r>
            <a:r>
              <a:rPr lang="it-IT" i="0" noProof="0" dirty="0">
                <a:solidFill>
                  <a:schemeClr val="accent5"/>
                </a:solidFill>
                <a:effectLst/>
                <a:latin typeface="Changa One" panose="020B0604020202020204" charset="0"/>
              </a:rPr>
              <a:t>echnologies</a:t>
            </a:r>
          </a:p>
          <a:p>
            <a:pPr algn="r"/>
            <a:endParaRPr lang="it-IT" noProof="0" dirty="0">
              <a:solidFill>
                <a:schemeClr val="accent5"/>
              </a:solidFill>
              <a:latin typeface="Changa One" panose="020B060402020202020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37AEB58-809C-A620-CB92-29D143A2378E}"/>
              </a:ext>
            </a:extLst>
          </p:cNvPr>
          <p:cNvSpPr txBox="1"/>
          <p:nvPr/>
        </p:nvSpPr>
        <p:spPr>
          <a:xfrm>
            <a:off x="3735860" y="4835723"/>
            <a:ext cx="1672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accent5"/>
                </a:solidFill>
                <a:latin typeface="Changa One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a.a. 2025/2026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5">
          <a:extLst>
            <a:ext uri="{FF2B5EF4-FFF2-40B4-BE49-F238E27FC236}">
              <a16:creationId xmlns:a16="http://schemas.microsoft.com/office/drawing/2014/main" id="{A52DCBEC-0B1C-37E7-26E4-4C12BC4E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6" name="Google Shape;4896;p40">
            <a:extLst>
              <a:ext uri="{FF2B5EF4-FFF2-40B4-BE49-F238E27FC236}">
                <a16:creationId xmlns:a16="http://schemas.microsoft.com/office/drawing/2014/main" id="{2EDCC25B-A9D2-7A09-E0FF-CA24C122C6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20026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noProof="0" dirty="0"/>
              <a:t>Perché la Segmentazione Semantica?</a:t>
            </a:r>
          </a:p>
        </p:txBody>
      </p:sp>
      <p:grpSp>
        <p:nvGrpSpPr>
          <p:cNvPr id="4909" name="Google Shape;4909;p40">
            <a:extLst>
              <a:ext uri="{FF2B5EF4-FFF2-40B4-BE49-F238E27FC236}">
                <a16:creationId xmlns:a16="http://schemas.microsoft.com/office/drawing/2014/main" id="{4AC960F5-415F-EFB0-71CB-76442FFBE671}"/>
              </a:ext>
            </a:extLst>
          </p:cNvPr>
          <p:cNvGrpSpPr/>
          <p:nvPr/>
        </p:nvGrpSpPr>
        <p:grpSpPr>
          <a:xfrm>
            <a:off x="382242" y="3965504"/>
            <a:ext cx="1609760" cy="788436"/>
            <a:chOff x="5302117" y="778706"/>
            <a:chExt cx="1609760" cy="788436"/>
          </a:xfrm>
        </p:grpSpPr>
        <p:sp>
          <p:nvSpPr>
            <p:cNvPr id="4910" name="Google Shape;4910;p40">
              <a:extLst>
                <a:ext uri="{FF2B5EF4-FFF2-40B4-BE49-F238E27FC236}">
                  <a16:creationId xmlns:a16="http://schemas.microsoft.com/office/drawing/2014/main" id="{76850FF9-A0E5-ED9A-FA4B-E362F77C9D82}"/>
                </a:ext>
              </a:extLst>
            </p:cNvPr>
            <p:cNvSpPr/>
            <p:nvPr/>
          </p:nvSpPr>
          <p:spPr>
            <a:xfrm>
              <a:off x="5321668" y="1414545"/>
              <a:ext cx="241709" cy="71974"/>
            </a:xfrm>
            <a:custGeom>
              <a:avLst/>
              <a:gdLst/>
              <a:ahLst/>
              <a:cxnLst/>
              <a:rect l="l" t="t" r="r" b="b"/>
              <a:pathLst>
                <a:path w="2794" h="832" extrusionOk="0">
                  <a:moveTo>
                    <a:pt x="84" y="1"/>
                  </a:moveTo>
                  <a:cubicBezTo>
                    <a:pt x="0" y="169"/>
                    <a:pt x="84" y="257"/>
                    <a:pt x="84" y="257"/>
                  </a:cubicBezTo>
                  <a:lnTo>
                    <a:pt x="1939" y="257"/>
                  </a:lnTo>
                  <a:lnTo>
                    <a:pt x="2793" y="832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1" name="Google Shape;4911;p40">
              <a:extLst>
                <a:ext uri="{FF2B5EF4-FFF2-40B4-BE49-F238E27FC236}">
                  <a16:creationId xmlns:a16="http://schemas.microsoft.com/office/drawing/2014/main" id="{EA974148-BBD2-7A0E-640C-E3040335D192}"/>
                </a:ext>
              </a:extLst>
            </p:cNvPr>
            <p:cNvSpPr/>
            <p:nvPr/>
          </p:nvSpPr>
          <p:spPr>
            <a:xfrm>
              <a:off x="5319938" y="901044"/>
              <a:ext cx="1573098" cy="581244"/>
            </a:xfrm>
            <a:custGeom>
              <a:avLst/>
              <a:gdLst/>
              <a:ahLst/>
              <a:cxnLst/>
              <a:rect l="l" t="t" r="r" b="b"/>
              <a:pathLst>
                <a:path w="18184" h="6719" extrusionOk="0">
                  <a:moveTo>
                    <a:pt x="8354" y="0"/>
                  </a:moveTo>
                  <a:lnTo>
                    <a:pt x="8354" y="3035"/>
                  </a:lnTo>
                  <a:lnTo>
                    <a:pt x="208" y="3035"/>
                  </a:lnTo>
                  <a:cubicBezTo>
                    <a:pt x="8" y="3553"/>
                    <a:pt x="158" y="5560"/>
                    <a:pt x="158" y="5560"/>
                  </a:cubicBezTo>
                  <a:cubicBezTo>
                    <a:pt x="1" y="5679"/>
                    <a:pt x="104" y="6040"/>
                    <a:pt x="104" y="6040"/>
                  </a:cubicBezTo>
                  <a:lnTo>
                    <a:pt x="2035" y="6040"/>
                  </a:lnTo>
                  <a:lnTo>
                    <a:pt x="2346" y="6247"/>
                  </a:lnTo>
                  <a:lnTo>
                    <a:pt x="3039" y="6718"/>
                  </a:lnTo>
                  <a:lnTo>
                    <a:pt x="5415" y="6718"/>
                  </a:lnTo>
                  <a:lnTo>
                    <a:pt x="6101" y="6197"/>
                  </a:lnTo>
                  <a:lnTo>
                    <a:pt x="6308" y="6040"/>
                  </a:lnTo>
                  <a:lnTo>
                    <a:pt x="12711" y="6040"/>
                  </a:lnTo>
                  <a:lnTo>
                    <a:pt x="12853" y="6151"/>
                  </a:lnTo>
                  <a:lnTo>
                    <a:pt x="13386" y="6572"/>
                  </a:lnTo>
                  <a:lnTo>
                    <a:pt x="16122" y="6572"/>
                  </a:lnTo>
                  <a:lnTo>
                    <a:pt x="16684" y="6151"/>
                  </a:lnTo>
                  <a:lnTo>
                    <a:pt x="16811" y="6059"/>
                  </a:lnTo>
                  <a:lnTo>
                    <a:pt x="17885" y="6059"/>
                  </a:lnTo>
                  <a:cubicBezTo>
                    <a:pt x="18183" y="6059"/>
                    <a:pt x="18175" y="4465"/>
                    <a:pt x="17885" y="4465"/>
                  </a:cubicBezTo>
                  <a:lnTo>
                    <a:pt x="17678" y="3457"/>
                  </a:lnTo>
                  <a:cubicBezTo>
                    <a:pt x="17678" y="3457"/>
                    <a:pt x="16980" y="2859"/>
                    <a:pt x="16868" y="2813"/>
                  </a:cubicBezTo>
                  <a:cubicBezTo>
                    <a:pt x="16758" y="2767"/>
                    <a:pt x="13665" y="2434"/>
                    <a:pt x="13665" y="2434"/>
                  </a:cubicBezTo>
                  <a:cubicBezTo>
                    <a:pt x="13665" y="2434"/>
                    <a:pt x="12071" y="143"/>
                    <a:pt x="11856" y="100"/>
                  </a:cubicBezTo>
                  <a:cubicBezTo>
                    <a:pt x="11638" y="62"/>
                    <a:pt x="8354" y="0"/>
                    <a:pt x="83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2" name="Google Shape;4912;p40">
              <a:extLst>
                <a:ext uri="{FF2B5EF4-FFF2-40B4-BE49-F238E27FC236}">
                  <a16:creationId xmlns:a16="http://schemas.microsoft.com/office/drawing/2014/main" id="{D046F834-9FF7-1D20-67F9-6039ADAAEBF5}"/>
                </a:ext>
              </a:extLst>
            </p:cNvPr>
            <p:cNvSpPr/>
            <p:nvPr/>
          </p:nvSpPr>
          <p:spPr>
            <a:xfrm>
              <a:off x="5376342" y="1238154"/>
              <a:ext cx="1093054" cy="65746"/>
            </a:xfrm>
            <a:custGeom>
              <a:avLst/>
              <a:gdLst/>
              <a:ahLst/>
              <a:cxnLst/>
              <a:rect l="l" t="t" r="r" b="b"/>
              <a:pathLst>
                <a:path w="12635" h="760" extrusionOk="0">
                  <a:moveTo>
                    <a:pt x="0" y="1"/>
                  </a:moveTo>
                  <a:lnTo>
                    <a:pt x="88" y="759"/>
                  </a:lnTo>
                  <a:lnTo>
                    <a:pt x="12097" y="759"/>
                  </a:lnTo>
                  <a:cubicBezTo>
                    <a:pt x="12159" y="438"/>
                    <a:pt x="12339" y="151"/>
                    <a:pt x="126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3" name="Google Shape;4913;p40">
              <a:extLst>
                <a:ext uri="{FF2B5EF4-FFF2-40B4-BE49-F238E27FC236}">
                  <a16:creationId xmlns:a16="http://schemas.microsoft.com/office/drawing/2014/main" id="{F322ADEE-4A3F-C6DA-97C4-BBAC95119525}"/>
                </a:ext>
              </a:extLst>
            </p:cNvPr>
            <p:cNvSpPr/>
            <p:nvPr/>
          </p:nvSpPr>
          <p:spPr>
            <a:xfrm>
              <a:off x="6835228" y="1310215"/>
              <a:ext cx="45158" cy="76905"/>
            </a:xfrm>
            <a:custGeom>
              <a:avLst/>
              <a:gdLst/>
              <a:ahLst/>
              <a:cxnLst/>
              <a:rect l="l" t="t" r="r" b="b"/>
              <a:pathLst>
                <a:path w="522" h="889" extrusionOk="0">
                  <a:moveTo>
                    <a:pt x="406" y="0"/>
                  </a:moveTo>
                  <a:cubicBezTo>
                    <a:pt x="35" y="18"/>
                    <a:pt x="35" y="230"/>
                    <a:pt x="4" y="819"/>
                  </a:cubicBezTo>
                  <a:cubicBezTo>
                    <a:pt x="1" y="858"/>
                    <a:pt x="31" y="888"/>
                    <a:pt x="65" y="888"/>
                  </a:cubicBezTo>
                  <a:lnTo>
                    <a:pt x="387" y="888"/>
                  </a:lnTo>
                  <a:cubicBezTo>
                    <a:pt x="418" y="888"/>
                    <a:pt x="445" y="865"/>
                    <a:pt x="452" y="839"/>
                  </a:cubicBezTo>
                  <a:cubicBezTo>
                    <a:pt x="475" y="727"/>
                    <a:pt x="521" y="437"/>
                    <a:pt x="472" y="57"/>
                  </a:cubicBezTo>
                  <a:cubicBezTo>
                    <a:pt x="468" y="23"/>
                    <a:pt x="441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4" name="Google Shape;4914;p40">
              <a:extLst>
                <a:ext uri="{FF2B5EF4-FFF2-40B4-BE49-F238E27FC236}">
                  <a16:creationId xmlns:a16="http://schemas.microsoft.com/office/drawing/2014/main" id="{1648577F-FF18-538D-FB45-F4CA58EF209B}"/>
                </a:ext>
              </a:extLst>
            </p:cNvPr>
            <p:cNvSpPr/>
            <p:nvPr/>
          </p:nvSpPr>
          <p:spPr>
            <a:xfrm>
              <a:off x="6846474" y="1376481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5" name="Google Shape;4915;p40">
              <a:extLst>
                <a:ext uri="{FF2B5EF4-FFF2-40B4-BE49-F238E27FC236}">
                  <a16:creationId xmlns:a16="http://schemas.microsoft.com/office/drawing/2014/main" id="{55D2DAC7-FA10-F6DA-35DD-60A33A3815D0}"/>
                </a:ext>
              </a:extLst>
            </p:cNvPr>
            <p:cNvSpPr/>
            <p:nvPr/>
          </p:nvSpPr>
          <p:spPr>
            <a:xfrm>
              <a:off x="6847512" y="1368522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6" name="Google Shape;4916;p40">
              <a:extLst>
                <a:ext uri="{FF2B5EF4-FFF2-40B4-BE49-F238E27FC236}">
                  <a16:creationId xmlns:a16="http://schemas.microsoft.com/office/drawing/2014/main" id="{5DD8CEC0-FA00-FFE3-9DF4-5D60BB32B819}"/>
                </a:ext>
              </a:extLst>
            </p:cNvPr>
            <p:cNvSpPr/>
            <p:nvPr/>
          </p:nvSpPr>
          <p:spPr>
            <a:xfrm>
              <a:off x="6848464" y="1360563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7" name="Google Shape;4917;p40">
              <a:extLst>
                <a:ext uri="{FF2B5EF4-FFF2-40B4-BE49-F238E27FC236}">
                  <a16:creationId xmlns:a16="http://schemas.microsoft.com/office/drawing/2014/main" id="{F9804676-7EA7-6033-F4FB-65ACA7EFF822}"/>
                </a:ext>
              </a:extLst>
            </p:cNvPr>
            <p:cNvSpPr/>
            <p:nvPr/>
          </p:nvSpPr>
          <p:spPr>
            <a:xfrm>
              <a:off x="6750968" y="1307447"/>
              <a:ext cx="160909" cy="116785"/>
            </a:xfrm>
            <a:custGeom>
              <a:avLst/>
              <a:gdLst/>
              <a:ahLst/>
              <a:cxnLst/>
              <a:rect l="l" t="t" r="r" b="b"/>
              <a:pathLst>
                <a:path w="1860" h="1350" extrusionOk="0">
                  <a:moveTo>
                    <a:pt x="1660" y="1"/>
                  </a:moveTo>
                  <a:cubicBezTo>
                    <a:pt x="1618" y="1"/>
                    <a:pt x="1587" y="39"/>
                    <a:pt x="1591" y="78"/>
                  </a:cubicBezTo>
                  <a:cubicBezTo>
                    <a:pt x="1622" y="254"/>
                    <a:pt x="1675" y="676"/>
                    <a:pt x="1595" y="975"/>
                  </a:cubicBezTo>
                  <a:cubicBezTo>
                    <a:pt x="1587" y="1005"/>
                    <a:pt x="1561" y="1028"/>
                    <a:pt x="1526" y="1028"/>
                  </a:cubicBezTo>
                  <a:lnTo>
                    <a:pt x="66" y="1028"/>
                  </a:lnTo>
                  <a:cubicBezTo>
                    <a:pt x="32" y="1028"/>
                    <a:pt x="1" y="1055"/>
                    <a:pt x="1" y="1093"/>
                  </a:cubicBezTo>
                  <a:lnTo>
                    <a:pt x="1" y="1281"/>
                  </a:lnTo>
                  <a:cubicBezTo>
                    <a:pt x="1" y="1320"/>
                    <a:pt x="32" y="1350"/>
                    <a:pt x="66" y="1350"/>
                  </a:cubicBezTo>
                  <a:lnTo>
                    <a:pt x="1656" y="1350"/>
                  </a:lnTo>
                  <a:cubicBezTo>
                    <a:pt x="1691" y="1350"/>
                    <a:pt x="1718" y="1327"/>
                    <a:pt x="1725" y="1297"/>
                  </a:cubicBezTo>
                  <a:cubicBezTo>
                    <a:pt x="1760" y="1120"/>
                    <a:pt x="1859" y="553"/>
                    <a:pt x="1725" y="50"/>
                  </a:cubicBezTo>
                  <a:cubicBezTo>
                    <a:pt x="1718" y="20"/>
                    <a:pt x="1691" y="1"/>
                    <a:pt x="1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8" name="Google Shape;4918;p40">
              <a:extLst>
                <a:ext uri="{FF2B5EF4-FFF2-40B4-BE49-F238E27FC236}">
                  <a16:creationId xmlns:a16="http://schemas.microsoft.com/office/drawing/2014/main" id="{4AB5089B-5D41-ACC7-90F8-B3CBB136C8D4}"/>
                </a:ext>
              </a:extLst>
            </p:cNvPr>
            <p:cNvSpPr/>
            <p:nvPr/>
          </p:nvSpPr>
          <p:spPr>
            <a:xfrm>
              <a:off x="6431837" y="1271027"/>
              <a:ext cx="331506" cy="189711"/>
            </a:xfrm>
            <a:custGeom>
              <a:avLst/>
              <a:gdLst/>
              <a:ahLst/>
              <a:cxnLst/>
              <a:rect l="l" t="t" r="r" b="b"/>
              <a:pathLst>
                <a:path w="3832" h="2193" extrusionOk="0">
                  <a:moveTo>
                    <a:pt x="1900" y="1"/>
                  </a:moveTo>
                  <a:cubicBezTo>
                    <a:pt x="326" y="1"/>
                    <a:pt x="0" y="1771"/>
                    <a:pt x="0" y="1771"/>
                  </a:cubicBezTo>
                  <a:lnTo>
                    <a:pt x="533" y="2192"/>
                  </a:lnTo>
                  <a:lnTo>
                    <a:pt x="3269" y="2192"/>
                  </a:lnTo>
                  <a:lnTo>
                    <a:pt x="3831" y="1771"/>
                  </a:lnTo>
                  <a:cubicBezTo>
                    <a:pt x="3831" y="1771"/>
                    <a:pt x="3472" y="1"/>
                    <a:pt x="19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9" name="Google Shape;4919;p40">
              <a:extLst>
                <a:ext uri="{FF2B5EF4-FFF2-40B4-BE49-F238E27FC236}">
                  <a16:creationId xmlns:a16="http://schemas.microsoft.com/office/drawing/2014/main" id="{559C0DD9-CCCB-8DF5-33A6-37C1641394F0}"/>
                </a:ext>
              </a:extLst>
            </p:cNvPr>
            <p:cNvSpPr/>
            <p:nvPr/>
          </p:nvSpPr>
          <p:spPr>
            <a:xfrm>
              <a:off x="5519514" y="1271027"/>
              <a:ext cx="333929" cy="192393"/>
            </a:xfrm>
            <a:custGeom>
              <a:avLst/>
              <a:gdLst/>
              <a:ahLst/>
              <a:cxnLst/>
              <a:rect l="l" t="t" r="r" b="b"/>
              <a:pathLst>
                <a:path w="3860" h="2224" extrusionOk="0">
                  <a:moveTo>
                    <a:pt x="1928" y="1"/>
                  </a:moveTo>
                  <a:cubicBezTo>
                    <a:pt x="353" y="1"/>
                    <a:pt x="0" y="1844"/>
                    <a:pt x="0" y="1844"/>
                  </a:cubicBezTo>
                  <a:lnTo>
                    <a:pt x="560" y="2223"/>
                  </a:lnTo>
                  <a:lnTo>
                    <a:pt x="3296" y="2192"/>
                  </a:lnTo>
                  <a:lnTo>
                    <a:pt x="3859" y="1771"/>
                  </a:lnTo>
                  <a:cubicBezTo>
                    <a:pt x="3859" y="1771"/>
                    <a:pt x="3499" y="1"/>
                    <a:pt x="19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0" name="Google Shape;4920;p40">
              <a:extLst>
                <a:ext uri="{FF2B5EF4-FFF2-40B4-BE49-F238E27FC236}">
                  <a16:creationId xmlns:a16="http://schemas.microsoft.com/office/drawing/2014/main" id="{3ADD9BB6-FA03-BCE4-7707-6BD7D890EB5C}"/>
                </a:ext>
              </a:extLst>
            </p:cNvPr>
            <p:cNvSpPr/>
            <p:nvPr/>
          </p:nvSpPr>
          <p:spPr>
            <a:xfrm>
              <a:off x="5516573" y="844799"/>
              <a:ext cx="334534" cy="202168"/>
            </a:xfrm>
            <a:custGeom>
              <a:avLst/>
              <a:gdLst/>
              <a:ahLst/>
              <a:cxnLst/>
              <a:rect l="l" t="t" r="r" b="b"/>
              <a:pathLst>
                <a:path w="3867" h="2337" extrusionOk="0">
                  <a:moveTo>
                    <a:pt x="1916" y="0"/>
                  </a:moveTo>
                  <a:cubicBezTo>
                    <a:pt x="341" y="0"/>
                    <a:pt x="0" y="1816"/>
                    <a:pt x="0" y="1816"/>
                  </a:cubicBezTo>
                  <a:lnTo>
                    <a:pt x="73" y="1866"/>
                  </a:lnTo>
                  <a:lnTo>
                    <a:pt x="766" y="2337"/>
                  </a:lnTo>
                  <a:lnTo>
                    <a:pt x="3142" y="2337"/>
                  </a:lnTo>
                  <a:lnTo>
                    <a:pt x="3828" y="1812"/>
                  </a:lnTo>
                  <a:lnTo>
                    <a:pt x="3867" y="1785"/>
                  </a:lnTo>
                  <a:cubicBezTo>
                    <a:pt x="3867" y="1785"/>
                    <a:pt x="3487" y="0"/>
                    <a:pt x="1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1" name="Google Shape;4921;p40">
              <a:extLst>
                <a:ext uri="{FF2B5EF4-FFF2-40B4-BE49-F238E27FC236}">
                  <a16:creationId xmlns:a16="http://schemas.microsoft.com/office/drawing/2014/main" id="{37EBACB2-DD2C-543E-A02E-113C40937981}"/>
                </a:ext>
              </a:extLst>
            </p:cNvPr>
            <p:cNvSpPr/>
            <p:nvPr/>
          </p:nvSpPr>
          <p:spPr>
            <a:xfrm>
              <a:off x="6063136" y="1151040"/>
              <a:ext cx="426148" cy="240750"/>
            </a:xfrm>
            <a:custGeom>
              <a:avLst/>
              <a:gdLst/>
              <a:ahLst/>
              <a:cxnLst/>
              <a:rect l="l" t="t" r="r" b="b"/>
              <a:pathLst>
                <a:path w="4926" h="2783" extrusionOk="0">
                  <a:moveTo>
                    <a:pt x="4576" y="1"/>
                  </a:moveTo>
                  <a:lnTo>
                    <a:pt x="4565" y="4"/>
                  </a:lnTo>
                  <a:cubicBezTo>
                    <a:pt x="4565" y="4"/>
                    <a:pt x="4565" y="8"/>
                    <a:pt x="4568" y="12"/>
                  </a:cubicBezTo>
                  <a:cubicBezTo>
                    <a:pt x="4599" y="73"/>
                    <a:pt x="4855" y="604"/>
                    <a:pt x="4909" y="1367"/>
                  </a:cubicBezTo>
                  <a:lnTo>
                    <a:pt x="4909" y="1367"/>
                  </a:lnTo>
                  <a:cubicBezTo>
                    <a:pt x="4862" y="1399"/>
                    <a:pt x="4401" y="1727"/>
                    <a:pt x="4183" y="2767"/>
                  </a:cubicBezTo>
                  <a:lnTo>
                    <a:pt x="85" y="2767"/>
                  </a:lnTo>
                  <a:cubicBezTo>
                    <a:pt x="85" y="2759"/>
                    <a:pt x="84" y="2743"/>
                    <a:pt x="81" y="2721"/>
                  </a:cubicBezTo>
                  <a:cubicBezTo>
                    <a:pt x="69" y="2472"/>
                    <a:pt x="23" y="1388"/>
                    <a:pt x="16" y="139"/>
                  </a:cubicBezTo>
                  <a:lnTo>
                    <a:pt x="0" y="139"/>
                  </a:lnTo>
                  <a:cubicBezTo>
                    <a:pt x="12" y="1568"/>
                    <a:pt x="69" y="2774"/>
                    <a:pt x="69" y="2778"/>
                  </a:cubicBezTo>
                  <a:lnTo>
                    <a:pt x="69" y="2783"/>
                  </a:lnTo>
                  <a:lnTo>
                    <a:pt x="4197" y="2783"/>
                  </a:lnTo>
                  <a:lnTo>
                    <a:pt x="4197" y="2778"/>
                  </a:lnTo>
                  <a:cubicBezTo>
                    <a:pt x="4312" y="2226"/>
                    <a:pt x="4492" y="1878"/>
                    <a:pt x="4645" y="1663"/>
                  </a:cubicBezTo>
                  <a:cubicBezTo>
                    <a:pt x="4722" y="1556"/>
                    <a:pt x="4791" y="1487"/>
                    <a:pt x="4841" y="1441"/>
                  </a:cubicBezTo>
                  <a:cubicBezTo>
                    <a:pt x="4867" y="1418"/>
                    <a:pt x="4887" y="1403"/>
                    <a:pt x="4902" y="1391"/>
                  </a:cubicBezTo>
                  <a:cubicBezTo>
                    <a:pt x="4910" y="1388"/>
                    <a:pt x="4913" y="1384"/>
                    <a:pt x="4917" y="1380"/>
                  </a:cubicBezTo>
                  <a:lnTo>
                    <a:pt x="4921" y="1376"/>
                  </a:lnTo>
                  <a:lnTo>
                    <a:pt x="4925" y="1372"/>
                  </a:lnTo>
                  <a:lnTo>
                    <a:pt x="4925" y="1368"/>
                  </a:lnTo>
                  <a:cubicBezTo>
                    <a:pt x="4867" y="553"/>
                    <a:pt x="4576" y="1"/>
                    <a:pt x="45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2" name="Google Shape;4922;p40">
              <a:extLst>
                <a:ext uri="{FF2B5EF4-FFF2-40B4-BE49-F238E27FC236}">
                  <a16:creationId xmlns:a16="http://schemas.microsoft.com/office/drawing/2014/main" id="{6B714941-B5D6-7F61-6E46-CE65F4EB00A2}"/>
                </a:ext>
              </a:extLst>
            </p:cNvPr>
            <p:cNvSpPr/>
            <p:nvPr/>
          </p:nvSpPr>
          <p:spPr>
            <a:xfrm>
              <a:off x="6096269" y="1195159"/>
              <a:ext cx="61163" cy="1298"/>
            </a:xfrm>
            <a:custGeom>
              <a:avLst/>
              <a:gdLst/>
              <a:ahLst/>
              <a:cxnLst/>
              <a:rect l="l" t="t" r="r" b="b"/>
              <a:pathLst>
                <a:path w="707" h="15" extrusionOk="0">
                  <a:moveTo>
                    <a:pt x="1" y="0"/>
                  </a:moveTo>
                  <a:lnTo>
                    <a:pt x="1" y="15"/>
                  </a:lnTo>
                  <a:lnTo>
                    <a:pt x="706" y="1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3" name="Google Shape;4923;p40">
              <a:extLst>
                <a:ext uri="{FF2B5EF4-FFF2-40B4-BE49-F238E27FC236}">
                  <a16:creationId xmlns:a16="http://schemas.microsoft.com/office/drawing/2014/main" id="{9C99EFE8-E465-1145-020C-007D05283010}"/>
                </a:ext>
              </a:extLst>
            </p:cNvPr>
            <p:cNvSpPr/>
            <p:nvPr/>
          </p:nvSpPr>
          <p:spPr>
            <a:xfrm>
              <a:off x="6495767" y="1116523"/>
              <a:ext cx="279514" cy="38928"/>
            </a:xfrm>
            <a:custGeom>
              <a:avLst/>
              <a:gdLst/>
              <a:ahLst/>
              <a:cxnLst/>
              <a:rect l="l" t="t" r="r" b="b"/>
              <a:pathLst>
                <a:path w="3231" h="450" extrusionOk="0">
                  <a:moveTo>
                    <a:pt x="1" y="1"/>
                  </a:moveTo>
                  <a:lnTo>
                    <a:pt x="1" y="16"/>
                  </a:lnTo>
                  <a:cubicBezTo>
                    <a:pt x="1" y="16"/>
                    <a:pt x="652" y="124"/>
                    <a:pt x="1318" y="230"/>
                  </a:cubicBezTo>
                  <a:cubicBezTo>
                    <a:pt x="1652" y="285"/>
                    <a:pt x="1993" y="338"/>
                    <a:pt x="2254" y="380"/>
                  </a:cubicBezTo>
                  <a:cubicBezTo>
                    <a:pt x="2384" y="400"/>
                    <a:pt x="2499" y="418"/>
                    <a:pt x="2583" y="430"/>
                  </a:cubicBezTo>
                  <a:cubicBezTo>
                    <a:pt x="2622" y="434"/>
                    <a:pt x="2656" y="441"/>
                    <a:pt x="2683" y="441"/>
                  </a:cubicBezTo>
                  <a:cubicBezTo>
                    <a:pt x="2710" y="446"/>
                    <a:pt x="2729" y="449"/>
                    <a:pt x="2737" y="449"/>
                  </a:cubicBezTo>
                  <a:cubicBezTo>
                    <a:pt x="2771" y="449"/>
                    <a:pt x="2817" y="441"/>
                    <a:pt x="2871" y="430"/>
                  </a:cubicBezTo>
                  <a:cubicBezTo>
                    <a:pt x="3028" y="395"/>
                    <a:pt x="3230" y="322"/>
                    <a:pt x="3230" y="322"/>
                  </a:cubicBezTo>
                  <a:lnTo>
                    <a:pt x="3227" y="311"/>
                  </a:lnTo>
                  <a:cubicBezTo>
                    <a:pt x="3227" y="311"/>
                    <a:pt x="3219" y="311"/>
                    <a:pt x="3212" y="315"/>
                  </a:cubicBezTo>
                  <a:cubicBezTo>
                    <a:pt x="3173" y="326"/>
                    <a:pt x="3085" y="357"/>
                    <a:pt x="2989" y="384"/>
                  </a:cubicBezTo>
                  <a:cubicBezTo>
                    <a:pt x="2894" y="411"/>
                    <a:pt x="2790" y="434"/>
                    <a:pt x="2737" y="434"/>
                  </a:cubicBezTo>
                  <a:cubicBezTo>
                    <a:pt x="2729" y="434"/>
                    <a:pt x="2714" y="430"/>
                    <a:pt x="2687" y="430"/>
                  </a:cubicBezTo>
                  <a:cubicBezTo>
                    <a:pt x="2491" y="403"/>
                    <a:pt x="1821" y="299"/>
                    <a:pt x="1196" y="196"/>
                  </a:cubicBezTo>
                  <a:cubicBezTo>
                    <a:pt x="885" y="147"/>
                    <a:pt x="586" y="96"/>
                    <a:pt x="368" y="62"/>
                  </a:cubicBezTo>
                  <a:cubicBezTo>
                    <a:pt x="257" y="43"/>
                    <a:pt x="165" y="27"/>
                    <a:pt x="100" y="16"/>
                  </a:cubicBezTo>
                  <a:cubicBezTo>
                    <a:pt x="70" y="13"/>
                    <a:pt x="47" y="9"/>
                    <a:pt x="27" y="4"/>
                  </a:cubicBezTo>
                  <a:cubicBezTo>
                    <a:pt x="12" y="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4" name="Google Shape;4924;p40">
              <a:extLst>
                <a:ext uri="{FF2B5EF4-FFF2-40B4-BE49-F238E27FC236}">
                  <a16:creationId xmlns:a16="http://schemas.microsoft.com/office/drawing/2014/main" id="{2B9A3742-2621-46F6-948B-23470D153FFE}"/>
                </a:ext>
              </a:extLst>
            </p:cNvPr>
            <p:cNvSpPr/>
            <p:nvPr/>
          </p:nvSpPr>
          <p:spPr>
            <a:xfrm>
              <a:off x="5340787" y="1372502"/>
              <a:ext cx="177865" cy="1384"/>
            </a:xfrm>
            <a:custGeom>
              <a:avLst/>
              <a:gdLst/>
              <a:ahLst/>
              <a:cxnLst/>
              <a:rect l="l" t="t" r="r" b="b"/>
              <a:pathLst>
                <a:path w="2056" h="16" extrusionOk="0">
                  <a:moveTo>
                    <a:pt x="1" y="0"/>
                  </a:moveTo>
                  <a:lnTo>
                    <a:pt x="1" y="16"/>
                  </a:lnTo>
                  <a:lnTo>
                    <a:pt x="2055" y="16"/>
                  </a:lnTo>
                  <a:lnTo>
                    <a:pt x="20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5" name="Google Shape;4925;p40">
              <a:extLst>
                <a:ext uri="{FF2B5EF4-FFF2-40B4-BE49-F238E27FC236}">
                  <a16:creationId xmlns:a16="http://schemas.microsoft.com/office/drawing/2014/main" id="{75393B8E-3677-1CC5-ED41-62019CC39C1C}"/>
                </a:ext>
              </a:extLst>
            </p:cNvPr>
            <p:cNvSpPr/>
            <p:nvPr/>
          </p:nvSpPr>
          <p:spPr>
            <a:xfrm>
              <a:off x="5342171" y="1175262"/>
              <a:ext cx="1122813" cy="1298"/>
            </a:xfrm>
            <a:custGeom>
              <a:avLst/>
              <a:gdLst/>
              <a:ahLst/>
              <a:cxnLst/>
              <a:rect l="l" t="t" r="r" b="b"/>
              <a:pathLst>
                <a:path w="12979" h="15" extrusionOk="0">
                  <a:moveTo>
                    <a:pt x="1" y="0"/>
                  </a:moveTo>
                  <a:lnTo>
                    <a:pt x="1" y="15"/>
                  </a:lnTo>
                  <a:lnTo>
                    <a:pt x="12979" y="15"/>
                  </a:lnTo>
                  <a:lnTo>
                    <a:pt x="129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6" name="Google Shape;4926;p40">
              <a:extLst>
                <a:ext uri="{FF2B5EF4-FFF2-40B4-BE49-F238E27FC236}">
                  <a16:creationId xmlns:a16="http://schemas.microsoft.com/office/drawing/2014/main" id="{7565BEEE-E676-B94A-696D-8FF583450DC4}"/>
                </a:ext>
              </a:extLst>
            </p:cNvPr>
            <p:cNvSpPr/>
            <p:nvPr/>
          </p:nvSpPr>
          <p:spPr>
            <a:xfrm>
              <a:off x="6757716" y="1368782"/>
              <a:ext cx="69641" cy="1471"/>
            </a:xfrm>
            <a:custGeom>
              <a:avLst/>
              <a:gdLst/>
              <a:ahLst/>
              <a:cxnLst/>
              <a:rect l="l" t="t" r="r" b="b"/>
              <a:pathLst>
                <a:path w="805" h="17" extrusionOk="0">
                  <a:moveTo>
                    <a:pt x="0" y="1"/>
                  </a:moveTo>
                  <a:lnTo>
                    <a:pt x="0" y="16"/>
                  </a:lnTo>
                  <a:lnTo>
                    <a:pt x="805" y="16"/>
                  </a:lnTo>
                  <a:lnTo>
                    <a:pt x="8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7" name="Google Shape;4927;p40">
              <a:extLst>
                <a:ext uri="{FF2B5EF4-FFF2-40B4-BE49-F238E27FC236}">
                  <a16:creationId xmlns:a16="http://schemas.microsoft.com/office/drawing/2014/main" id="{5A3B2957-9548-75E9-B402-546DB476644F}"/>
                </a:ext>
              </a:extLst>
            </p:cNvPr>
            <p:cNvSpPr/>
            <p:nvPr/>
          </p:nvSpPr>
          <p:spPr>
            <a:xfrm>
              <a:off x="6360554" y="926982"/>
              <a:ext cx="141617" cy="179417"/>
            </a:xfrm>
            <a:custGeom>
              <a:avLst/>
              <a:gdLst/>
              <a:ahLst/>
              <a:cxnLst/>
              <a:rect l="l" t="t" r="r" b="b"/>
              <a:pathLst>
                <a:path w="1637" h="2074" extrusionOk="0">
                  <a:moveTo>
                    <a:pt x="134" y="0"/>
                  </a:moveTo>
                  <a:lnTo>
                    <a:pt x="0" y="19"/>
                  </a:lnTo>
                  <a:cubicBezTo>
                    <a:pt x="73" y="475"/>
                    <a:pt x="1445" y="2069"/>
                    <a:pt x="1445" y="2069"/>
                  </a:cubicBezTo>
                  <a:cubicBezTo>
                    <a:pt x="1461" y="2072"/>
                    <a:pt x="1476" y="2073"/>
                    <a:pt x="1491" y="2073"/>
                  </a:cubicBezTo>
                  <a:cubicBezTo>
                    <a:pt x="1577" y="2073"/>
                    <a:pt x="1636" y="2031"/>
                    <a:pt x="1636" y="2031"/>
                  </a:cubicBezTo>
                  <a:cubicBezTo>
                    <a:pt x="1138" y="1307"/>
                    <a:pt x="637" y="628"/>
                    <a:pt x="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8" name="Google Shape;4928;p40">
              <a:extLst>
                <a:ext uri="{FF2B5EF4-FFF2-40B4-BE49-F238E27FC236}">
                  <a16:creationId xmlns:a16="http://schemas.microsoft.com/office/drawing/2014/main" id="{A107A913-16CB-BA38-D65C-E636CF3F6842}"/>
                </a:ext>
              </a:extLst>
            </p:cNvPr>
            <p:cNvSpPr/>
            <p:nvPr/>
          </p:nvSpPr>
          <p:spPr>
            <a:xfrm>
              <a:off x="5498319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3" y="0"/>
                  </a:moveTo>
                  <a:cubicBezTo>
                    <a:pt x="907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7" y="2794"/>
                  </a:cubicBezTo>
                  <a:cubicBezTo>
                    <a:pt x="1403" y="3066"/>
                    <a:pt x="1788" y="3184"/>
                    <a:pt x="2145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1" y="391"/>
                  </a:cubicBezTo>
                  <a:cubicBezTo>
                    <a:pt x="2885" y="118"/>
                    <a:pt x="2501" y="0"/>
                    <a:pt x="2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9" name="Google Shape;4929;p40">
              <a:extLst>
                <a:ext uri="{FF2B5EF4-FFF2-40B4-BE49-F238E27FC236}">
                  <a16:creationId xmlns:a16="http://schemas.microsoft.com/office/drawing/2014/main" id="{A6BC1069-30B9-B5A6-F6FF-30A1768383E4}"/>
                </a:ext>
              </a:extLst>
            </p:cNvPr>
            <p:cNvSpPr/>
            <p:nvPr/>
          </p:nvSpPr>
          <p:spPr>
            <a:xfrm>
              <a:off x="5568651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0" y="0"/>
                  </a:moveTo>
                  <a:cubicBezTo>
                    <a:pt x="1188" y="0"/>
                    <a:pt x="1059" y="21"/>
                    <a:pt x="923" y="66"/>
                  </a:cubicBezTo>
                  <a:cubicBezTo>
                    <a:pt x="904" y="69"/>
                    <a:pt x="885" y="80"/>
                    <a:pt x="865" y="92"/>
                  </a:cubicBezTo>
                  <a:cubicBezTo>
                    <a:pt x="0" y="721"/>
                    <a:pt x="444" y="1866"/>
                    <a:pt x="1352" y="1866"/>
                  </a:cubicBezTo>
                  <a:cubicBezTo>
                    <a:pt x="1474" y="1866"/>
                    <a:pt x="1603" y="1846"/>
                    <a:pt x="1739" y="1801"/>
                  </a:cubicBezTo>
                  <a:cubicBezTo>
                    <a:pt x="1758" y="1797"/>
                    <a:pt x="1778" y="1786"/>
                    <a:pt x="1797" y="1774"/>
                  </a:cubicBezTo>
                  <a:cubicBezTo>
                    <a:pt x="2663" y="1145"/>
                    <a:pt x="2218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0" name="Google Shape;4930;p40">
              <a:extLst>
                <a:ext uri="{FF2B5EF4-FFF2-40B4-BE49-F238E27FC236}">
                  <a16:creationId xmlns:a16="http://schemas.microsoft.com/office/drawing/2014/main" id="{B71C642C-549B-A294-BFB3-64F7CD5A71F4}"/>
                </a:ext>
              </a:extLst>
            </p:cNvPr>
            <p:cNvSpPr/>
            <p:nvPr/>
          </p:nvSpPr>
          <p:spPr>
            <a:xfrm>
              <a:off x="5574707" y="1352951"/>
              <a:ext cx="218178" cy="152772"/>
            </a:xfrm>
            <a:custGeom>
              <a:avLst/>
              <a:gdLst/>
              <a:ahLst/>
              <a:cxnLst/>
              <a:rect l="l" t="t" r="r" b="b"/>
              <a:pathLst>
                <a:path w="2522" h="1766" extrusionOk="0">
                  <a:moveTo>
                    <a:pt x="1240" y="1"/>
                  </a:moveTo>
                  <a:cubicBezTo>
                    <a:pt x="1126" y="1"/>
                    <a:pt x="1004" y="20"/>
                    <a:pt x="876" y="62"/>
                  </a:cubicBezTo>
                  <a:cubicBezTo>
                    <a:pt x="857" y="65"/>
                    <a:pt x="838" y="76"/>
                    <a:pt x="823" y="88"/>
                  </a:cubicBezTo>
                  <a:cubicBezTo>
                    <a:pt x="0" y="683"/>
                    <a:pt x="421" y="1766"/>
                    <a:pt x="1282" y="1766"/>
                  </a:cubicBezTo>
                  <a:cubicBezTo>
                    <a:pt x="1396" y="1766"/>
                    <a:pt x="1518" y="1747"/>
                    <a:pt x="1646" y="1705"/>
                  </a:cubicBezTo>
                  <a:cubicBezTo>
                    <a:pt x="1665" y="1701"/>
                    <a:pt x="1685" y="1690"/>
                    <a:pt x="1700" y="1678"/>
                  </a:cubicBezTo>
                  <a:cubicBezTo>
                    <a:pt x="2522" y="1083"/>
                    <a:pt x="2101" y="1"/>
                    <a:pt x="1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1" name="Google Shape;4931;p40">
              <a:extLst>
                <a:ext uri="{FF2B5EF4-FFF2-40B4-BE49-F238E27FC236}">
                  <a16:creationId xmlns:a16="http://schemas.microsoft.com/office/drawing/2014/main" id="{858E6914-1AFA-C88F-F3C1-E7EF5CFA4891}"/>
                </a:ext>
              </a:extLst>
            </p:cNvPr>
            <p:cNvSpPr/>
            <p:nvPr/>
          </p:nvSpPr>
          <p:spPr>
            <a:xfrm>
              <a:off x="5602130" y="1371896"/>
              <a:ext cx="163331" cy="114882"/>
            </a:xfrm>
            <a:custGeom>
              <a:avLst/>
              <a:gdLst/>
              <a:ahLst/>
              <a:cxnLst/>
              <a:rect l="l" t="t" r="r" b="b"/>
              <a:pathLst>
                <a:path w="1888" h="1328" extrusionOk="0">
                  <a:moveTo>
                    <a:pt x="926" y="1"/>
                  </a:moveTo>
                  <a:cubicBezTo>
                    <a:pt x="841" y="1"/>
                    <a:pt x="750" y="15"/>
                    <a:pt x="655" y="46"/>
                  </a:cubicBezTo>
                  <a:cubicBezTo>
                    <a:pt x="639" y="53"/>
                    <a:pt x="628" y="57"/>
                    <a:pt x="616" y="69"/>
                  </a:cubicBezTo>
                  <a:cubicBezTo>
                    <a:pt x="0" y="516"/>
                    <a:pt x="315" y="1328"/>
                    <a:pt x="962" y="1328"/>
                  </a:cubicBezTo>
                  <a:cubicBezTo>
                    <a:pt x="1047" y="1328"/>
                    <a:pt x="1138" y="1313"/>
                    <a:pt x="1233" y="1283"/>
                  </a:cubicBezTo>
                  <a:cubicBezTo>
                    <a:pt x="1249" y="1275"/>
                    <a:pt x="1260" y="1268"/>
                    <a:pt x="1272" y="1260"/>
                  </a:cubicBezTo>
                  <a:cubicBezTo>
                    <a:pt x="1888" y="813"/>
                    <a:pt x="1574" y="1"/>
                    <a:pt x="9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2" name="Google Shape;4932;p40">
              <a:extLst>
                <a:ext uri="{FF2B5EF4-FFF2-40B4-BE49-F238E27FC236}">
                  <a16:creationId xmlns:a16="http://schemas.microsoft.com/office/drawing/2014/main" id="{8EDEB28C-5C4C-2D69-D704-4A17362D4C5C}"/>
                </a:ext>
              </a:extLst>
            </p:cNvPr>
            <p:cNvSpPr/>
            <p:nvPr/>
          </p:nvSpPr>
          <p:spPr>
            <a:xfrm>
              <a:off x="5660956" y="1413161"/>
              <a:ext cx="45677" cy="32354"/>
            </a:xfrm>
            <a:custGeom>
              <a:avLst/>
              <a:gdLst/>
              <a:ahLst/>
              <a:cxnLst/>
              <a:rect l="l" t="t" r="r" b="b"/>
              <a:pathLst>
                <a:path w="528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4" y="17"/>
                    <a:pt x="171" y="20"/>
                  </a:cubicBezTo>
                  <a:cubicBezTo>
                    <a:pt x="0" y="146"/>
                    <a:pt x="89" y="374"/>
                    <a:pt x="269" y="374"/>
                  </a:cubicBezTo>
                  <a:cubicBezTo>
                    <a:pt x="292" y="374"/>
                    <a:pt x="317" y="370"/>
                    <a:pt x="343" y="361"/>
                  </a:cubicBezTo>
                  <a:cubicBezTo>
                    <a:pt x="350" y="358"/>
                    <a:pt x="355" y="358"/>
                    <a:pt x="358" y="354"/>
                  </a:cubicBezTo>
                  <a:cubicBezTo>
                    <a:pt x="528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3" name="Google Shape;4933;p40">
              <a:extLst>
                <a:ext uri="{FF2B5EF4-FFF2-40B4-BE49-F238E27FC236}">
                  <a16:creationId xmlns:a16="http://schemas.microsoft.com/office/drawing/2014/main" id="{D669030B-183F-D3A7-6A9D-FACF3879ADFE}"/>
                </a:ext>
              </a:extLst>
            </p:cNvPr>
            <p:cNvSpPr/>
            <p:nvPr/>
          </p:nvSpPr>
          <p:spPr>
            <a:xfrm>
              <a:off x="5674019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7" y="625"/>
                  </a:lnTo>
                  <a:lnTo>
                    <a:pt x="169" y="62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4" name="Google Shape;4934;p40">
              <a:extLst>
                <a:ext uri="{FF2B5EF4-FFF2-40B4-BE49-F238E27FC236}">
                  <a16:creationId xmlns:a16="http://schemas.microsoft.com/office/drawing/2014/main" id="{958A9F9A-4582-D2EC-FF93-DB8FBE96DE52}"/>
                </a:ext>
              </a:extLst>
            </p:cNvPr>
            <p:cNvSpPr/>
            <p:nvPr/>
          </p:nvSpPr>
          <p:spPr>
            <a:xfrm>
              <a:off x="562756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6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5" name="Google Shape;4935;p40">
              <a:extLst>
                <a:ext uri="{FF2B5EF4-FFF2-40B4-BE49-F238E27FC236}">
                  <a16:creationId xmlns:a16="http://schemas.microsoft.com/office/drawing/2014/main" id="{F9F890AE-40E6-6D86-026F-06F0FC9E32BC}"/>
                </a:ext>
              </a:extLst>
            </p:cNvPr>
            <p:cNvSpPr/>
            <p:nvPr/>
          </p:nvSpPr>
          <p:spPr>
            <a:xfrm>
              <a:off x="562756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6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6" name="Google Shape;4936;p40">
              <a:extLst>
                <a:ext uri="{FF2B5EF4-FFF2-40B4-BE49-F238E27FC236}">
                  <a16:creationId xmlns:a16="http://schemas.microsoft.com/office/drawing/2014/main" id="{EF92D943-B84C-E74F-3679-617239B6F739}"/>
                </a:ext>
              </a:extLst>
            </p:cNvPr>
            <p:cNvSpPr/>
            <p:nvPr/>
          </p:nvSpPr>
          <p:spPr>
            <a:xfrm>
              <a:off x="5674019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7" y="1"/>
                  </a:moveTo>
                  <a:lnTo>
                    <a:pt x="0" y="625"/>
                  </a:lnTo>
                  <a:lnTo>
                    <a:pt x="227" y="62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7" name="Google Shape;4937;p40">
              <a:extLst>
                <a:ext uri="{FF2B5EF4-FFF2-40B4-BE49-F238E27FC236}">
                  <a16:creationId xmlns:a16="http://schemas.microsoft.com/office/drawing/2014/main" id="{AB8349DB-8BAB-E8A8-7D5A-7E9EFC90926E}"/>
                </a:ext>
              </a:extLst>
            </p:cNvPr>
            <p:cNvSpPr/>
            <p:nvPr/>
          </p:nvSpPr>
          <p:spPr>
            <a:xfrm>
              <a:off x="5685957" y="1427521"/>
              <a:ext cx="54069" cy="40226"/>
            </a:xfrm>
            <a:custGeom>
              <a:avLst/>
              <a:gdLst/>
              <a:ahLst/>
              <a:cxnLst/>
              <a:rect l="l" t="t" r="r" b="b"/>
              <a:pathLst>
                <a:path w="625" h="465" extrusionOk="0">
                  <a:moveTo>
                    <a:pt x="54" y="1"/>
                  </a:moveTo>
                  <a:lnTo>
                    <a:pt x="27" y="50"/>
                  </a:lnTo>
                  <a:lnTo>
                    <a:pt x="0" y="100"/>
                  </a:lnTo>
                  <a:lnTo>
                    <a:pt x="510" y="464"/>
                  </a:lnTo>
                  <a:lnTo>
                    <a:pt x="567" y="364"/>
                  </a:lnTo>
                  <a:lnTo>
                    <a:pt x="625" y="264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8" name="Google Shape;4938;p40">
              <a:extLst>
                <a:ext uri="{FF2B5EF4-FFF2-40B4-BE49-F238E27FC236}">
                  <a16:creationId xmlns:a16="http://schemas.microsoft.com/office/drawing/2014/main" id="{1C1480CB-0A5E-65E5-C38B-D0B4EEAD297F}"/>
                </a:ext>
              </a:extLst>
            </p:cNvPr>
            <p:cNvSpPr/>
            <p:nvPr/>
          </p:nvSpPr>
          <p:spPr>
            <a:xfrm>
              <a:off x="5685957" y="1391014"/>
              <a:ext cx="54069" cy="40139"/>
            </a:xfrm>
            <a:custGeom>
              <a:avLst/>
              <a:gdLst/>
              <a:ahLst/>
              <a:cxnLst/>
              <a:rect l="l" t="t" r="r" b="b"/>
              <a:pathLst>
                <a:path w="625" h="464" extrusionOk="0">
                  <a:moveTo>
                    <a:pt x="510" y="0"/>
                  </a:moveTo>
                  <a:lnTo>
                    <a:pt x="0" y="365"/>
                  </a:lnTo>
                  <a:lnTo>
                    <a:pt x="27" y="414"/>
                  </a:lnTo>
                  <a:lnTo>
                    <a:pt x="54" y="464"/>
                  </a:lnTo>
                  <a:lnTo>
                    <a:pt x="625" y="200"/>
                  </a:lnTo>
                  <a:lnTo>
                    <a:pt x="567" y="101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9" name="Google Shape;4939;p40">
              <a:extLst>
                <a:ext uri="{FF2B5EF4-FFF2-40B4-BE49-F238E27FC236}">
                  <a16:creationId xmlns:a16="http://schemas.microsoft.com/office/drawing/2014/main" id="{D374E268-F59E-05F8-FB3C-1BD8FC393D9C}"/>
                </a:ext>
              </a:extLst>
            </p:cNvPr>
            <p:cNvSpPr/>
            <p:nvPr/>
          </p:nvSpPr>
          <p:spPr>
            <a:xfrm>
              <a:off x="5672894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4" y="1"/>
                    <a:pt x="102" y="3"/>
                    <a:pt x="90" y="7"/>
                  </a:cubicBezTo>
                  <a:cubicBezTo>
                    <a:pt x="86" y="7"/>
                    <a:pt x="82" y="11"/>
                    <a:pt x="82" y="11"/>
                  </a:cubicBezTo>
                  <a:cubicBezTo>
                    <a:pt x="1" y="68"/>
                    <a:pt x="43" y="177"/>
                    <a:pt x="127" y="177"/>
                  </a:cubicBezTo>
                  <a:cubicBezTo>
                    <a:pt x="138" y="177"/>
                    <a:pt x="150" y="176"/>
                    <a:pt x="162" y="172"/>
                  </a:cubicBezTo>
                  <a:cubicBezTo>
                    <a:pt x="166" y="172"/>
                    <a:pt x="171" y="168"/>
                    <a:pt x="171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0" name="Google Shape;4940;p40">
              <a:extLst>
                <a:ext uri="{FF2B5EF4-FFF2-40B4-BE49-F238E27FC236}">
                  <a16:creationId xmlns:a16="http://schemas.microsoft.com/office/drawing/2014/main" id="{4ECB534B-E1C1-16C0-F234-50E961533754}"/>
                </a:ext>
              </a:extLst>
            </p:cNvPr>
            <p:cNvSpPr/>
            <p:nvPr/>
          </p:nvSpPr>
          <p:spPr>
            <a:xfrm>
              <a:off x="6410556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4" y="0"/>
                  </a:moveTo>
                  <a:cubicBezTo>
                    <a:pt x="908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8" y="2794"/>
                  </a:cubicBezTo>
                  <a:cubicBezTo>
                    <a:pt x="1403" y="3066"/>
                    <a:pt x="1788" y="3184"/>
                    <a:pt x="2146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2" y="391"/>
                  </a:cubicBezTo>
                  <a:cubicBezTo>
                    <a:pt x="2886" y="118"/>
                    <a:pt x="2501" y="0"/>
                    <a:pt x="2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1" name="Google Shape;4941;p40">
              <a:extLst>
                <a:ext uri="{FF2B5EF4-FFF2-40B4-BE49-F238E27FC236}">
                  <a16:creationId xmlns:a16="http://schemas.microsoft.com/office/drawing/2014/main" id="{CDBF0047-8477-FDF1-7578-597C0C31CE6F}"/>
                </a:ext>
              </a:extLst>
            </p:cNvPr>
            <p:cNvSpPr/>
            <p:nvPr/>
          </p:nvSpPr>
          <p:spPr>
            <a:xfrm>
              <a:off x="6480887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1" y="0"/>
                  </a:moveTo>
                  <a:cubicBezTo>
                    <a:pt x="1190" y="0"/>
                    <a:pt x="1060" y="21"/>
                    <a:pt x="924" y="66"/>
                  </a:cubicBezTo>
                  <a:cubicBezTo>
                    <a:pt x="905" y="69"/>
                    <a:pt x="885" y="80"/>
                    <a:pt x="870" y="92"/>
                  </a:cubicBezTo>
                  <a:cubicBezTo>
                    <a:pt x="1" y="721"/>
                    <a:pt x="445" y="1866"/>
                    <a:pt x="1353" y="1866"/>
                  </a:cubicBezTo>
                  <a:cubicBezTo>
                    <a:pt x="1474" y="1866"/>
                    <a:pt x="1604" y="1846"/>
                    <a:pt x="1740" y="1801"/>
                  </a:cubicBezTo>
                  <a:cubicBezTo>
                    <a:pt x="1759" y="1797"/>
                    <a:pt x="1778" y="1786"/>
                    <a:pt x="1798" y="1774"/>
                  </a:cubicBezTo>
                  <a:cubicBezTo>
                    <a:pt x="2663" y="1145"/>
                    <a:pt x="2222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2" name="Google Shape;4942;p40">
              <a:extLst>
                <a:ext uri="{FF2B5EF4-FFF2-40B4-BE49-F238E27FC236}">
                  <a16:creationId xmlns:a16="http://schemas.microsoft.com/office/drawing/2014/main" id="{6A9A3879-A399-5497-316A-C8E6BB98C8E7}"/>
                </a:ext>
              </a:extLst>
            </p:cNvPr>
            <p:cNvSpPr/>
            <p:nvPr/>
          </p:nvSpPr>
          <p:spPr>
            <a:xfrm>
              <a:off x="6486943" y="1352951"/>
              <a:ext cx="218265" cy="152772"/>
            </a:xfrm>
            <a:custGeom>
              <a:avLst/>
              <a:gdLst/>
              <a:ahLst/>
              <a:cxnLst/>
              <a:rect l="l" t="t" r="r" b="b"/>
              <a:pathLst>
                <a:path w="2523" h="1766" extrusionOk="0">
                  <a:moveTo>
                    <a:pt x="1241" y="1"/>
                  </a:moveTo>
                  <a:cubicBezTo>
                    <a:pt x="1127" y="1"/>
                    <a:pt x="1005" y="20"/>
                    <a:pt x="877" y="62"/>
                  </a:cubicBezTo>
                  <a:cubicBezTo>
                    <a:pt x="858" y="65"/>
                    <a:pt x="838" y="76"/>
                    <a:pt x="823" y="88"/>
                  </a:cubicBezTo>
                  <a:cubicBezTo>
                    <a:pt x="1" y="683"/>
                    <a:pt x="421" y="1766"/>
                    <a:pt x="1282" y="1766"/>
                  </a:cubicBezTo>
                  <a:cubicBezTo>
                    <a:pt x="1397" y="1766"/>
                    <a:pt x="1519" y="1747"/>
                    <a:pt x="1647" y="1705"/>
                  </a:cubicBezTo>
                  <a:cubicBezTo>
                    <a:pt x="1666" y="1701"/>
                    <a:pt x="1685" y="1690"/>
                    <a:pt x="1700" y="1678"/>
                  </a:cubicBezTo>
                  <a:cubicBezTo>
                    <a:pt x="2522" y="1083"/>
                    <a:pt x="2102" y="1"/>
                    <a:pt x="12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3" name="Google Shape;4943;p40">
              <a:extLst>
                <a:ext uri="{FF2B5EF4-FFF2-40B4-BE49-F238E27FC236}">
                  <a16:creationId xmlns:a16="http://schemas.microsoft.com/office/drawing/2014/main" id="{E1EF01FD-AB0F-B837-5627-F44AD097DD4A}"/>
                </a:ext>
              </a:extLst>
            </p:cNvPr>
            <p:cNvSpPr/>
            <p:nvPr/>
          </p:nvSpPr>
          <p:spPr>
            <a:xfrm>
              <a:off x="6514366" y="1371896"/>
              <a:ext cx="163504" cy="114882"/>
            </a:xfrm>
            <a:custGeom>
              <a:avLst/>
              <a:gdLst/>
              <a:ahLst/>
              <a:cxnLst/>
              <a:rect l="l" t="t" r="r" b="b"/>
              <a:pathLst>
                <a:path w="1890" h="1328" extrusionOk="0">
                  <a:moveTo>
                    <a:pt x="927" y="1"/>
                  </a:moveTo>
                  <a:cubicBezTo>
                    <a:pt x="842" y="1"/>
                    <a:pt x="751" y="15"/>
                    <a:pt x="656" y="46"/>
                  </a:cubicBezTo>
                  <a:cubicBezTo>
                    <a:pt x="640" y="53"/>
                    <a:pt x="629" y="57"/>
                    <a:pt x="617" y="69"/>
                  </a:cubicBezTo>
                  <a:cubicBezTo>
                    <a:pt x="1" y="516"/>
                    <a:pt x="315" y="1328"/>
                    <a:pt x="962" y="1328"/>
                  </a:cubicBezTo>
                  <a:cubicBezTo>
                    <a:pt x="1048" y="1328"/>
                    <a:pt x="1139" y="1313"/>
                    <a:pt x="1234" y="1283"/>
                  </a:cubicBezTo>
                  <a:cubicBezTo>
                    <a:pt x="1250" y="1275"/>
                    <a:pt x="1261" y="1268"/>
                    <a:pt x="1276" y="1260"/>
                  </a:cubicBezTo>
                  <a:cubicBezTo>
                    <a:pt x="1889" y="813"/>
                    <a:pt x="1574" y="1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4" name="Google Shape;4944;p40">
              <a:extLst>
                <a:ext uri="{FF2B5EF4-FFF2-40B4-BE49-F238E27FC236}">
                  <a16:creationId xmlns:a16="http://schemas.microsoft.com/office/drawing/2014/main" id="{53D0D532-6151-D274-7215-BFDB5AE2D75C}"/>
                </a:ext>
              </a:extLst>
            </p:cNvPr>
            <p:cNvSpPr/>
            <p:nvPr/>
          </p:nvSpPr>
          <p:spPr>
            <a:xfrm>
              <a:off x="6573279" y="1413161"/>
              <a:ext cx="45937" cy="32354"/>
            </a:xfrm>
            <a:custGeom>
              <a:avLst/>
              <a:gdLst/>
              <a:ahLst/>
              <a:cxnLst/>
              <a:rect l="l" t="t" r="r" b="b"/>
              <a:pathLst>
                <a:path w="531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3" y="17"/>
                    <a:pt x="169" y="20"/>
                  </a:cubicBezTo>
                  <a:cubicBezTo>
                    <a:pt x="0" y="146"/>
                    <a:pt x="89" y="374"/>
                    <a:pt x="271" y="374"/>
                  </a:cubicBezTo>
                  <a:cubicBezTo>
                    <a:pt x="295" y="374"/>
                    <a:pt x="320" y="370"/>
                    <a:pt x="346" y="361"/>
                  </a:cubicBezTo>
                  <a:cubicBezTo>
                    <a:pt x="350" y="358"/>
                    <a:pt x="353" y="358"/>
                    <a:pt x="357" y="354"/>
                  </a:cubicBezTo>
                  <a:cubicBezTo>
                    <a:pt x="531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5" name="Google Shape;4945;p40">
              <a:extLst>
                <a:ext uri="{FF2B5EF4-FFF2-40B4-BE49-F238E27FC236}">
                  <a16:creationId xmlns:a16="http://schemas.microsoft.com/office/drawing/2014/main" id="{55536F54-A001-CB30-8259-9E597C276AA4}"/>
                </a:ext>
              </a:extLst>
            </p:cNvPr>
            <p:cNvSpPr/>
            <p:nvPr/>
          </p:nvSpPr>
          <p:spPr>
            <a:xfrm>
              <a:off x="6586255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8" y="625"/>
                  </a:lnTo>
                  <a:lnTo>
                    <a:pt x="173" y="62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6" name="Google Shape;4946;p40">
              <a:extLst>
                <a:ext uri="{FF2B5EF4-FFF2-40B4-BE49-F238E27FC236}">
                  <a16:creationId xmlns:a16="http://schemas.microsoft.com/office/drawing/2014/main" id="{1EDC4A5B-0005-CCA8-95CE-933D2FBE3D48}"/>
                </a:ext>
              </a:extLst>
            </p:cNvPr>
            <p:cNvSpPr/>
            <p:nvPr/>
          </p:nvSpPr>
          <p:spPr>
            <a:xfrm>
              <a:off x="6539887" y="1391014"/>
              <a:ext cx="54415" cy="40139"/>
            </a:xfrm>
            <a:custGeom>
              <a:avLst/>
              <a:gdLst/>
              <a:ahLst/>
              <a:cxnLst/>
              <a:rect l="l" t="t" r="r" b="b"/>
              <a:pathLst>
                <a:path w="629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8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7" name="Google Shape;4947;p40">
              <a:extLst>
                <a:ext uri="{FF2B5EF4-FFF2-40B4-BE49-F238E27FC236}">
                  <a16:creationId xmlns:a16="http://schemas.microsoft.com/office/drawing/2014/main" id="{60212332-F68E-104B-F359-C95E0FF99902}"/>
                </a:ext>
              </a:extLst>
            </p:cNvPr>
            <p:cNvSpPr/>
            <p:nvPr/>
          </p:nvSpPr>
          <p:spPr>
            <a:xfrm>
              <a:off x="6539887" y="1427521"/>
              <a:ext cx="54415" cy="40226"/>
            </a:xfrm>
            <a:custGeom>
              <a:avLst/>
              <a:gdLst/>
              <a:ahLst/>
              <a:cxnLst/>
              <a:rect l="l" t="t" r="r" b="b"/>
              <a:pathLst>
                <a:path w="629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8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8" name="Google Shape;4948;p40">
              <a:extLst>
                <a:ext uri="{FF2B5EF4-FFF2-40B4-BE49-F238E27FC236}">
                  <a16:creationId xmlns:a16="http://schemas.microsoft.com/office/drawing/2014/main" id="{C8B755D6-A3CA-DF20-1E36-41C56402F54C}"/>
                </a:ext>
              </a:extLst>
            </p:cNvPr>
            <p:cNvSpPr/>
            <p:nvPr/>
          </p:nvSpPr>
          <p:spPr>
            <a:xfrm>
              <a:off x="6586255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8" y="1"/>
                  </a:moveTo>
                  <a:lnTo>
                    <a:pt x="0" y="625"/>
                  </a:lnTo>
                  <a:lnTo>
                    <a:pt x="226" y="625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9" name="Google Shape;4949;p40">
              <a:extLst>
                <a:ext uri="{FF2B5EF4-FFF2-40B4-BE49-F238E27FC236}">
                  <a16:creationId xmlns:a16="http://schemas.microsoft.com/office/drawing/2014/main" id="{30260896-8572-8500-DBFC-5D874C07ADDE}"/>
                </a:ext>
              </a:extLst>
            </p:cNvPr>
            <p:cNvSpPr/>
            <p:nvPr/>
          </p:nvSpPr>
          <p:spPr>
            <a:xfrm>
              <a:off x="659819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8" y="1"/>
                  </a:moveTo>
                  <a:lnTo>
                    <a:pt x="28" y="50"/>
                  </a:lnTo>
                  <a:lnTo>
                    <a:pt x="0" y="100"/>
                  </a:lnTo>
                  <a:lnTo>
                    <a:pt x="511" y="464"/>
                  </a:lnTo>
                  <a:lnTo>
                    <a:pt x="568" y="364"/>
                  </a:lnTo>
                  <a:lnTo>
                    <a:pt x="625" y="264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0" name="Google Shape;4950;p40">
              <a:extLst>
                <a:ext uri="{FF2B5EF4-FFF2-40B4-BE49-F238E27FC236}">
                  <a16:creationId xmlns:a16="http://schemas.microsoft.com/office/drawing/2014/main" id="{59E8A7B4-14F0-157B-12A0-DB643A408DFC}"/>
                </a:ext>
              </a:extLst>
            </p:cNvPr>
            <p:cNvSpPr/>
            <p:nvPr/>
          </p:nvSpPr>
          <p:spPr>
            <a:xfrm>
              <a:off x="659819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511" y="0"/>
                  </a:moveTo>
                  <a:lnTo>
                    <a:pt x="0" y="365"/>
                  </a:lnTo>
                  <a:lnTo>
                    <a:pt x="28" y="414"/>
                  </a:lnTo>
                  <a:lnTo>
                    <a:pt x="58" y="464"/>
                  </a:lnTo>
                  <a:lnTo>
                    <a:pt x="625" y="200"/>
                  </a:lnTo>
                  <a:lnTo>
                    <a:pt x="568" y="101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1" name="Google Shape;4951;p40">
              <a:extLst>
                <a:ext uri="{FF2B5EF4-FFF2-40B4-BE49-F238E27FC236}">
                  <a16:creationId xmlns:a16="http://schemas.microsoft.com/office/drawing/2014/main" id="{D093F5B8-2A10-EBA8-21C8-F2B0D8958D4A}"/>
                </a:ext>
              </a:extLst>
            </p:cNvPr>
            <p:cNvSpPr/>
            <p:nvPr/>
          </p:nvSpPr>
          <p:spPr>
            <a:xfrm>
              <a:off x="6585131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5" y="1"/>
                    <a:pt x="103" y="3"/>
                    <a:pt x="90" y="7"/>
                  </a:cubicBezTo>
                  <a:cubicBezTo>
                    <a:pt x="87" y="7"/>
                    <a:pt x="87" y="11"/>
                    <a:pt x="82" y="11"/>
                  </a:cubicBezTo>
                  <a:cubicBezTo>
                    <a:pt x="1" y="68"/>
                    <a:pt x="43" y="177"/>
                    <a:pt x="128" y="177"/>
                  </a:cubicBezTo>
                  <a:cubicBezTo>
                    <a:pt x="139" y="177"/>
                    <a:pt x="151" y="176"/>
                    <a:pt x="163" y="172"/>
                  </a:cubicBezTo>
                  <a:cubicBezTo>
                    <a:pt x="167" y="172"/>
                    <a:pt x="170" y="168"/>
                    <a:pt x="170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2" name="Google Shape;4952;p40">
              <a:extLst>
                <a:ext uri="{FF2B5EF4-FFF2-40B4-BE49-F238E27FC236}">
                  <a16:creationId xmlns:a16="http://schemas.microsoft.com/office/drawing/2014/main" id="{2AC77F48-71BE-4FAE-72E9-5E91F0416985}"/>
                </a:ext>
              </a:extLst>
            </p:cNvPr>
            <p:cNvSpPr/>
            <p:nvPr/>
          </p:nvSpPr>
          <p:spPr>
            <a:xfrm>
              <a:off x="6078448" y="920667"/>
              <a:ext cx="377011" cy="234089"/>
            </a:xfrm>
            <a:custGeom>
              <a:avLst/>
              <a:gdLst/>
              <a:ahLst/>
              <a:cxnLst/>
              <a:rect l="l" t="t" r="r" b="b"/>
              <a:pathLst>
                <a:path w="4358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4307" y="2705"/>
                  </a:lnTo>
                  <a:lnTo>
                    <a:pt x="4357" y="2395"/>
                  </a:lnTo>
                  <a:cubicBezTo>
                    <a:pt x="4357" y="2395"/>
                    <a:pt x="2878" y="146"/>
                    <a:pt x="2809" y="100"/>
                  </a:cubicBezTo>
                  <a:cubicBezTo>
                    <a:pt x="2740" y="5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3" name="Google Shape;4953;p40">
              <a:extLst>
                <a:ext uri="{FF2B5EF4-FFF2-40B4-BE49-F238E27FC236}">
                  <a16:creationId xmlns:a16="http://schemas.microsoft.com/office/drawing/2014/main" id="{A63FEFE4-904D-40DE-1909-7FDDB3558CF9}"/>
                </a:ext>
              </a:extLst>
            </p:cNvPr>
            <p:cNvSpPr/>
            <p:nvPr/>
          </p:nvSpPr>
          <p:spPr>
            <a:xfrm>
              <a:off x="6080697" y="923003"/>
              <a:ext cx="372080" cy="229072"/>
            </a:xfrm>
            <a:custGeom>
              <a:avLst/>
              <a:gdLst/>
              <a:ahLst/>
              <a:cxnLst/>
              <a:rect l="l" t="t" r="r" b="b"/>
              <a:pathLst>
                <a:path w="4301" h="2648" extrusionOk="0">
                  <a:moveTo>
                    <a:pt x="1" y="0"/>
                  </a:moveTo>
                  <a:lnTo>
                    <a:pt x="1" y="2648"/>
                  </a:lnTo>
                  <a:lnTo>
                    <a:pt x="4258" y="2648"/>
                  </a:lnTo>
                  <a:lnTo>
                    <a:pt x="4300" y="2376"/>
                  </a:lnTo>
                  <a:cubicBezTo>
                    <a:pt x="3725" y="1502"/>
                    <a:pt x="2864" y="203"/>
                    <a:pt x="2772" y="99"/>
                  </a:cubicBezTo>
                  <a:cubicBezTo>
                    <a:pt x="2768" y="99"/>
                    <a:pt x="2768" y="96"/>
                    <a:pt x="2768" y="96"/>
                  </a:cubicBezTo>
                  <a:cubicBezTo>
                    <a:pt x="2710" y="80"/>
                    <a:pt x="2227" y="57"/>
                    <a:pt x="1629" y="42"/>
                  </a:cubicBezTo>
                  <a:cubicBezTo>
                    <a:pt x="1610" y="39"/>
                    <a:pt x="1595" y="39"/>
                    <a:pt x="1576" y="39"/>
                  </a:cubicBezTo>
                  <a:cubicBezTo>
                    <a:pt x="1526" y="39"/>
                    <a:pt x="1480" y="34"/>
                    <a:pt x="1430" y="34"/>
                  </a:cubicBezTo>
                  <a:cubicBezTo>
                    <a:pt x="959" y="23"/>
                    <a:pt x="438" y="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4" name="Google Shape;4954;p40">
              <a:extLst>
                <a:ext uri="{FF2B5EF4-FFF2-40B4-BE49-F238E27FC236}">
                  <a16:creationId xmlns:a16="http://schemas.microsoft.com/office/drawing/2014/main" id="{CA253724-904D-E006-2CEE-FFC051914040}"/>
                </a:ext>
              </a:extLst>
            </p:cNvPr>
            <p:cNvSpPr/>
            <p:nvPr/>
          </p:nvSpPr>
          <p:spPr>
            <a:xfrm>
              <a:off x="6291520" y="928626"/>
              <a:ext cx="35556" cy="224487"/>
            </a:xfrm>
            <a:custGeom>
              <a:avLst/>
              <a:gdLst/>
              <a:ahLst/>
              <a:cxnLst/>
              <a:rect l="l" t="t" r="r" b="b"/>
              <a:pathLst>
                <a:path w="411" h="2595" extrusionOk="0">
                  <a:moveTo>
                    <a:pt x="89" y="0"/>
                  </a:moveTo>
                  <a:lnTo>
                    <a:pt x="89" y="0"/>
                  </a:lnTo>
                  <a:cubicBezTo>
                    <a:pt x="151" y="54"/>
                    <a:pt x="112" y="2567"/>
                    <a:pt x="1" y="2595"/>
                  </a:cubicBezTo>
                  <a:lnTo>
                    <a:pt x="411" y="2595"/>
                  </a:lnTo>
                  <a:cubicBezTo>
                    <a:pt x="308" y="2483"/>
                    <a:pt x="269" y="172"/>
                    <a:pt x="312" y="15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5" name="Google Shape;4955;p40">
              <a:extLst>
                <a:ext uri="{FF2B5EF4-FFF2-40B4-BE49-F238E27FC236}">
                  <a16:creationId xmlns:a16="http://schemas.microsoft.com/office/drawing/2014/main" id="{99D87B2C-B709-E670-92EF-789747E1959E}"/>
                </a:ext>
              </a:extLst>
            </p:cNvPr>
            <p:cNvSpPr/>
            <p:nvPr/>
          </p:nvSpPr>
          <p:spPr>
            <a:xfrm>
              <a:off x="6339618" y="1071538"/>
              <a:ext cx="136945" cy="91438"/>
            </a:xfrm>
            <a:custGeom>
              <a:avLst/>
              <a:gdLst/>
              <a:ahLst/>
              <a:cxnLst/>
              <a:rect l="l" t="t" r="r" b="b"/>
              <a:pathLst>
                <a:path w="1583" h="1057" extrusionOk="0">
                  <a:moveTo>
                    <a:pt x="562" y="1"/>
                  </a:moveTo>
                  <a:cubicBezTo>
                    <a:pt x="370" y="1"/>
                    <a:pt x="189" y="24"/>
                    <a:pt x="127" y="96"/>
                  </a:cubicBezTo>
                  <a:cubicBezTo>
                    <a:pt x="0" y="241"/>
                    <a:pt x="74" y="984"/>
                    <a:pt x="169" y="1035"/>
                  </a:cubicBezTo>
                  <a:cubicBezTo>
                    <a:pt x="200" y="1051"/>
                    <a:pt x="359" y="1057"/>
                    <a:pt x="557" y="1057"/>
                  </a:cubicBezTo>
                  <a:cubicBezTo>
                    <a:pt x="953" y="1057"/>
                    <a:pt x="1507" y="1035"/>
                    <a:pt x="1507" y="1035"/>
                  </a:cubicBezTo>
                  <a:cubicBezTo>
                    <a:pt x="1583" y="831"/>
                    <a:pt x="1530" y="547"/>
                    <a:pt x="1530" y="547"/>
                  </a:cubicBezTo>
                  <a:lnTo>
                    <a:pt x="1426" y="547"/>
                  </a:lnTo>
                  <a:cubicBezTo>
                    <a:pt x="1426" y="547"/>
                    <a:pt x="1261" y="103"/>
                    <a:pt x="1089" y="53"/>
                  </a:cubicBezTo>
                  <a:cubicBezTo>
                    <a:pt x="997" y="29"/>
                    <a:pt x="773" y="1"/>
                    <a:pt x="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6" name="Google Shape;4956;p40">
              <a:extLst>
                <a:ext uri="{FF2B5EF4-FFF2-40B4-BE49-F238E27FC236}">
                  <a16:creationId xmlns:a16="http://schemas.microsoft.com/office/drawing/2014/main" id="{4D639C12-8137-EF97-4239-18946A26B551}"/>
                </a:ext>
              </a:extLst>
            </p:cNvPr>
            <p:cNvSpPr/>
            <p:nvPr/>
          </p:nvSpPr>
          <p:spPr>
            <a:xfrm>
              <a:off x="6342906" y="1124135"/>
              <a:ext cx="51819" cy="28980"/>
            </a:xfrm>
            <a:custGeom>
              <a:avLst/>
              <a:gdLst/>
              <a:ahLst/>
              <a:cxnLst/>
              <a:rect l="l" t="t" r="r" b="b"/>
              <a:pathLst>
                <a:path w="599" h="335" extrusionOk="0">
                  <a:moveTo>
                    <a:pt x="1" y="1"/>
                  </a:moveTo>
                  <a:cubicBezTo>
                    <a:pt x="1" y="174"/>
                    <a:pt x="47" y="335"/>
                    <a:pt x="47" y="335"/>
                  </a:cubicBezTo>
                  <a:lnTo>
                    <a:pt x="545" y="335"/>
                  </a:lnTo>
                  <a:cubicBezTo>
                    <a:pt x="599" y="200"/>
                    <a:pt x="514" y="1"/>
                    <a:pt x="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7" name="Google Shape;4957;p40">
              <a:extLst>
                <a:ext uri="{FF2B5EF4-FFF2-40B4-BE49-F238E27FC236}">
                  <a16:creationId xmlns:a16="http://schemas.microsoft.com/office/drawing/2014/main" id="{1ABAF11D-CA37-3365-B79F-79F80213A121}"/>
                </a:ext>
              </a:extLst>
            </p:cNvPr>
            <p:cNvSpPr/>
            <p:nvPr/>
          </p:nvSpPr>
          <p:spPr>
            <a:xfrm>
              <a:off x="5335164" y="1199830"/>
              <a:ext cx="59086" cy="113152"/>
            </a:xfrm>
            <a:custGeom>
              <a:avLst/>
              <a:gdLst/>
              <a:ahLst/>
              <a:cxnLst/>
              <a:rect l="l" t="t" r="r" b="b"/>
              <a:pathLst>
                <a:path w="683" h="1308" extrusionOk="0">
                  <a:moveTo>
                    <a:pt x="357" y="1"/>
                  </a:moveTo>
                  <a:cubicBezTo>
                    <a:pt x="259" y="1"/>
                    <a:pt x="154" y="9"/>
                    <a:pt x="43" y="26"/>
                  </a:cubicBezTo>
                  <a:cubicBezTo>
                    <a:pt x="1" y="521"/>
                    <a:pt x="43" y="1303"/>
                    <a:pt x="43" y="1303"/>
                  </a:cubicBezTo>
                  <a:cubicBezTo>
                    <a:pt x="112" y="1306"/>
                    <a:pt x="203" y="1308"/>
                    <a:pt x="294" y="1308"/>
                  </a:cubicBezTo>
                  <a:cubicBezTo>
                    <a:pt x="476" y="1308"/>
                    <a:pt x="656" y="1303"/>
                    <a:pt x="656" y="1303"/>
                  </a:cubicBezTo>
                  <a:cubicBezTo>
                    <a:pt x="683" y="835"/>
                    <a:pt x="633" y="26"/>
                    <a:pt x="633" y="26"/>
                  </a:cubicBezTo>
                  <a:cubicBezTo>
                    <a:pt x="547" y="9"/>
                    <a:pt x="455" y="1"/>
                    <a:pt x="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8" name="Google Shape;4958;p40">
              <a:extLst>
                <a:ext uri="{FF2B5EF4-FFF2-40B4-BE49-F238E27FC236}">
                  <a16:creationId xmlns:a16="http://schemas.microsoft.com/office/drawing/2014/main" id="{FD5E9227-D896-0883-6DA7-03A4BF05B4D0}"/>
                </a:ext>
              </a:extLst>
            </p:cNvPr>
            <p:cNvSpPr/>
            <p:nvPr/>
          </p:nvSpPr>
          <p:spPr>
            <a:xfrm>
              <a:off x="5349092" y="1296893"/>
              <a:ext cx="23012" cy="1471"/>
            </a:xfrm>
            <a:custGeom>
              <a:avLst/>
              <a:gdLst/>
              <a:ahLst/>
              <a:cxnLst/>
              <a:rect l="l" t="t" r="r" b="b"/>
              <a:pathLst>
                <a:path w="266" h="17" extrusionOk="0">
                  <a:moveTo>
                    <a:pt x="1" y="0"/>
                  </a:moveTo>
                  <a:lnTo>
                    <a:pt x="1" y="16"/>
                  </a:lnTo>
                  <a:lnTo>
                    <a:pt x="265" y="16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9" name="Google Shape;4959;p40">
              <a:extLst>
                <a:ext uri="{FF2B5EF4-FFF2-40B4-BE49-F238E27FC236}">
                  <a16:creationId xmlns:a16="http://schemas.microsoft.com/office/drawing/2014/main" id="{994EC916-6DF8-2A10-3749-0AC89FCA01CC}"/>
                </a:ext>
              </a:extLst>
            </p:cNvPr>
            <p:cNvSpPr/>
            <p:nvPr/>
          </p:nvSpPr>
          <p:spPr>
            <a:xfrm>
              <a:off x="5349092" y="1285301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0" name="Google Shape;4960;p40">
              <a:extLst>
                <a:ext uri="{FF2B5EF4-FFF2-40B4-BE49-F238E27FC236}">
                  <a16:creationId xmlns:a16="http://schemas.microsoft.com/office/drawing/2014/main" id="{4111CBFB-DC6F-8735-3B55-7AD69188CCA3}"/>
                </a:ext>
              </a:extLst>
            </p:cNvPr>
            <p:cNvSpPr/>
            <p:nvPr/>
          </p:nvSpPr>
          <p:spPr>
            <a:xfrm>
              <a:off x="5349092" y="1273363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1" name="Google Shape;4961;p40">
              <a:extLst>
                <a:ext uri="{FF2B5EF4-FFF2-40B4-BE49-F238E27FC236}">
                  <a16:creationId xmlns:a16="http://schemas.microsoft.com/office/drawing/2014/main" id="{699BF591-7E59-AC76-1A98-8375BD5655F8}"/>
                </a:ext>
              </a:extLst>
            </p:cNvPr>
            <p:cNvSpPr/>
            <p:nvPr/>
          </p:nvSpPr>
          <p:spPr>
            <a:xfrm>
              <a:off x="6805036" y="1198792"/>
              <a:ext cx="49830" cy="78722"/>
            </a:xfrm>
            <a:custGeom>
              <a:avLst/>
              <a:gdLst/>
              <a:ahLst/>
              <a:cxnLst/>
              <a:rect l="l" t="t" r="r" b="b"/>
              <a:pathLst>
                <a:path w="576" h="910" extrusionOk="0">
                  <a:moveTo>
                    <a:pt x="387" y="1"/>
                  </a:moveTo>
                  <a:cubicBezTo>
                    <a:pt x="387" y="1"/>
                    <a:pt x="28" y="50"/>
                    <a:pt x="0" y="119"/>
                  </a:cubicBezTo>
                  <a:cubicBezTo>
                    <a:pt x="0" y="119"/>
                    <a:pt x="46" y="613"/>
                    <a:pt x="97" y="882"/>
                  </a:cubicBezTo>
                  <a:cubicBezTo>
                    <a:pt x="97" y="882"/>
                    <a:pt x="356" y="910"/>
                    <a:pt x="499" y="910"/>
                  </a:cubicBezTo>
                  <a:cubicBezTo>
                    <a:pt x="532" y="910"/>
                    <a:pt x="559" y="908"/>
                    <a:pt x="575" y="905"/>
                  </a:cubicBezTo>
                  <a:cubicBezTo>
                    <a:pt x="575" y="905"/>
                    <a:pt x="456" y="307"/>
                    <a:pt x="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2" name="Google Shape;4962;p40">
              <a:extLst>
                <a:ext uri="{FF2B5EF4-FFF2-40B4-BE49-F238E27FC236}">
                  <a16:creationId xmlns:a16="http://schemas.microsoft.com/office/drawing/2014/main" id="{D29193E0-0A6F-F58C-64B4-781FCD6FED41}"/>
                </a:ext>
              </a:extLst>
            </p:cNvPr>
            <p:cNvSpPr/>
            <p:nvPr/>
          </p:nvSpPr>
          <p:spPr>
            <a:xfrm>
              <a:off x="6814639" y="1247497"/>
              <a:ext cx="19378" cy="25606"/>
            </a:xfrm>
            <a:custGeom>
              <a:avLst/>
              <a:gdLst/>
              <a:ahLst/>
              <a:cxnLst/>
              <a:rect l="l" t="t" r="r" b="b"/>
              <a:pathLst>
                <a:path w="224" h="296" extrusionOk="0">
                  <a:moveTo>
                    <a:pt x="24" y="0"/>
                  </a:moveTo>
                  <a:cubicBezTo>
                    <a:pt x="12" y="0"/>
                    <a:pt x="1" y="12"/>
                    <a:pt x="1" y="27"/>
                  </a:cubicBezTo>
                  <a:lnTo>
                    <a:pt x="20" y="261"/>
                  </a:lnTo>
                  <a:cubicBezTo>
                    <a:pt x="24" y="273"/>
                    <a:pt x="32" y="280"/>
                    <a:pt x="43" y="284"/>
                  </a:cubicBezTo>
                  <a:cubicBezTo>
                    <a:pt x="92" y="288"/>
                    <a:pt x="158" y="292"/>
                    <a:pt x="196" y="296"/>
                  </a:cubicBezTo>
                  <a:cubicBezTo>
                    <a:pt x="211" y="296"/>
                    <a:pt x="223" y="280"/>
                    <a:pt x="223" y="265"/>
                  </a:cubicBezTo>
                  <a:cubicBezTo>
                    <a:pt x="211" y="161"/>
                    <a:pt x="193" y="62"/>
                    <a:pt x="184" y="20"/>
                  </a:cubicBezTo>
                  <a:cubicBezTo>
                    <a:pt x="181" y="8"/>
                    <a:pt x="173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3" name="Google Shape;4963;p40">
              <a:extLst>
                <a:ext uri="{FF2B5EF4-FFF2-40B4-BE49-F238E27FC236}">
                  <a16:creationId xmlns:a16="http://schemas.microsoft.com/office/drawing/2014/main" id="{4A103568-E77D-930C-E267-2DCE4F9DCC66}"/>
                </a:ext>
              </a:extLst>
            </p:cNvPr>
            <p:cNvSpPr/>
            <p:nvPr/>
          </p:nvSpPr>
          <p:spPr>
            <a:xfrm>
              <a:off x="5302117" y="974995"/>
              <a:ext cx="32528" cy="98619"/>
            </a:xfrm>
            <a:custGeom>
              <a:avLst/>
              <a:gdLst/>
              <a:ahLst/>
              <a:cxnLst/>
              <a:rect l="l" t="t" r="r" b="b"/>
              <a:pathLst>
                <a:path w="376" h="1140" extrusionOk="0">
                  <a:moveTo>
                    <a:pt x="88" y="1"/>
                  </a:moveTo>
                  <a:cubicBezTo>
                    <a:pt x="76" y="1"/>
                    <a:pt x="65" y="8"/>
                    <a:pt x="61" y="23"/>
                  </a:cubicBezTo>
                  <a:cubicBezTo>
                    <a:pt x="0" y="591"/>
                    <a:pt x="65" y="1019"/>
                    <a:pt x="84" y="1120"/>
                  </a:cubicBezTo>
                  <a:cubicBezTo>
                    <a:pt x="84" y="1131"/>
                    <a:pt x="96" y="1139"/>
                    <a:pt x="111" y="1139"/>
                  </a:cubicBezTo>
                  <a:lnTo>
                    <a:pt x="349" y="1139"/>
                  </a:lnTo>
                  <a:cubicBezTo>
                    <a:pt x="364" y="1139"/>
                    <a:pt x="375" y="1127"/>
                    <a:pt x="375" y="1111"/>
                  </a:cubicBezTo>
                  <a:cubicBezTo>
                    <a:pt x="375" y="1097"/>
                    <a:pt x="364" y="1085"/>
                    <a:pt x="349" y="1085"/>
                  </a:cubicBezTo>
                  <a:lnTo>
                    <a:pt x="276" y="1085"/>
                  </a:lnTo>
                  <a:cubicBezTo>
                    <a:pt x="260" y="1085"/>
                    <a:pt x="249" y="1074"/>
                    <a:pt x="249" y="1062"/>
                  </a:cubicBezTo>
                  <a:cubicBezTo>
                    <a:pt x="211" y="633"/>
                    <a:pt x="222" y="196"/>
                    <a:pt x="226" y="85"/>
                  </a:cubicBezTo>
                  <a:cubicBezTo>
                    <a:pt x="226" y="73"/>
                    <a:pt x="237" y="62"/>
                    <a:pt x="253" y="62"/>
                  </a:cubicBezTo>
                  <a:lnTo>
                    <a:pt x="322" y="62"/>
                  </a:lnTo>
                  <a:cubicBezTo>
                    <a:pt x="333" y="62"/>
                    <a:pt x="345" y="50"/>
                    <a:pt x="349" y="39"/>
                  </a:cubicBezTo>
                  <a:lnTo>
                    <a:pt x="349" y="31"/>
                  </a:lnTo>
                  <a:cubicBezTo>
                    <a:pt x="352" y="16"/>
                    <a:pt x="341" y="1"/>
                    <a:pt x="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4" name="Google Shape;4964;p40">
              <a:extLst>
                <a:ext uri="{FF2B5EF4-FFF2-40B4-BE49-F238E27FC236}">
                  <a16:creationId xmlns:a16="http://schemas.microsoft.com/office/drawing/2014/main" id="{AE80CFD1-B062-AD38-952A-3E093E60B06B}"/>
                </a:ext>
              </a:extLst>
            </p:cNvPr>
            <p:cNvSpPr/>
            <p:nvPr/>
          </p:nvSpPr>
          <p:spPr>
            <a:xfrm>
              <a:off x="5315959" y="786060"/>
              <a:ext cx="726771" cy="368695"/>
            </a:xfrm>
            <a:custGeom>
              <a:avLst/>
              <a:gdLst/>
              <a:ahLst/>
              <a:cxnLst/>
              <a:rect l="l" t="t" r="r" b="b"/>
              <a:pathLst>
                <a:path w="8401" h="4262" extrusionOk="0">
                  <a:moveTo>
                    <a:pt x="5323" y="0"/>
                  </a:moveTo>
                  <a:cubicBezTo>
                    <a:pt x="4963" y="0"/>
                    <a:pt x="4596" y="4"/>
                    <a:pt x="4231" y="4"/>
                  </a:cubicBezTo>
                  <a:lnTo>
                    <a:pt x="4074" y="4"/>
                  </a:lnTo>
                  <a:cubicBezTo>
                    <a:pt x="3809" y="8"/>
                    <a:pt x="3549" y="8"/>
                    <a:pt x="3292" y="12"/>
                  </a:cubicBezTo>
                  <a:cubicBezTo>
                    <a:pt x="1644" y="23"/>
                    <a:pt x="254" y="50"/>
                    <a:pt x="254" y="50"/>
                  </a:cubicBezTo>
                  <a:cubicBezTo>
                    <a:pt x="1" y="1364"/>
                    <a:pt x="181" y="3518"/>
                    <a:pt x="238" y="4108"/>
                  </a:cubicBezTo>
                  <a:cubicBezTo>
                    <a:pt x="250" y="4208"/>
                    <a:pt x="254" y="4261"/>
                    <a:pt x="254" y="4261"/>
                  </a:cubicBezTo>
                  <a:lnTo>
                    <a:pt x="8400" y="4261"/>
                  </a:lnTo>
                  <a:lnTo>
                    <a:pt x="8400" y="69"/>
                  </a:lnTo>
                  <a:cubicBezTo>
                    <a:pt x="7887" y="20"/>
                    <a:pt x="6665" y="4"/>
                    <a:pt x="53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5" name="Google Shape;4965;p40">
              <a:extLst>
                <a:ext uri="{FF2B5EF4-FFF2-40B4-BE49-F238E27FC236}">
                  <a16:creationId xmlns:a16="http://schemas.microsoft.com/office/drawing/2014/main" id="{DA11F897-5907-2909-CA8E-41ABCAC1BC9C}"/>
                </a:ext>
              </a:extLst>
            </p:cNvPr>
            <p:cNvSpPr/>
            <p:nvPr/>
          </p:nvSpPr>
          <p:spPr>
            <a:xfrm>
              <a:off x="5328589" y="1147060"/>
              <a:ext cx="714140" cy="18340"/>
            </a:xfrm>
            <a:custGeom>
              <a:avLst/>
              <a:gdLst/>
              <a:ahLst/>
              <a:cxnLst/>
              <a:rect l="l" t="t" r="r" b="b"/>
              <a:pathLst>
                <a:path w="8255" h="212" extrusionOk="0">
                  <a:moveTo>
                    <a:pt x="100" y="1"/>
                  </a:moveTo>
                  <a:cubicBezTo>
                    <a:pt x="0" y="27"/>
                    <a:pt x="73" y="211"/>
                    <a:pt x="73" y="211"/>
                  </a:cubicBezTo>
                  <a:lnTo>
                    <a:pt x="8254" y="211"/>
                  </a:lnTo>
                  <a:lnTo>
                    <a:pt x="8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6" name="Google Shape;4966;p40">
              <a:extLst>
                <a:ext uri="{FF2B5EF4-FFF2-40B4-BE49-F238E27FC236}">
                  <a16:creationId xmlns:a16="http://schemas.microsoft.com/office/drawing/2014/main" id="{37D1259E-6747-3588-01D0-C119556B0DA5}"/>
                </a:ext>
              </a:extLst>
            </p:cNvPr>
            <p:cNvSpPr/>
            <p:nvPr/>
          </p:nvSpPr>
          <p:spPr>
            <a:xfrm>
              <a:off x="5325648" y="778706"/>
              <a:ext cx="730058" cy="20416"/>
            </a:xfrm>
            <a:custGeom>
              <a:avLst/>
              <a:gdLst/>
              <a:ahLst/>
              <a:cxnLst/>
              <a:rect l="l" t="t" r="r" b="b"/>
              <a:pathLst>
                <a:path w="8439" h="236" extrusionOk="0">
                  <a:moveTo>
                    <a:pt x="130" y="1"/>
                  </a:moveTo>
                  <a:cubicBezTo>
                    <a:pt x="0" y="1"/>
                    <a:pt x="0" y="200"/>
                    <a:pt x="130" y="204"/>
                  </a:cubicBezTo>
                  <a:cubicBezTo>
                    <a:pt x="2253" y="212"/>
                    <a:pt x="4372" y="220"/>
                    <a:pt x="6495" y="227"/>
                  </a:cubicBezTo>
                  <a:cubicBezTo>
                    <a:pt x="7096" y="231"/>
                    <a:pt x="7702" y="231"/>
                    <a:pt x="8307" y="235"/>
                  </a:cubicBezTo>
                  <a:cubicBezTo>
                    <a:pt x="8438" y="235"/>
                    <a:pt x="8438" y="32"/>
                    <a:pt x="8307" y="32"/>
                  </a:cubicBezTo>
                  <a:cubicBezTo>
                    <a:pt x="6185" y="24"/>
                    <a:pt x="4065" y="16"/>
                    <a:pt x="1943" y="9"/>
                  </a:cubicBezTo>
                  <a:cubicBezTo>
                    <a:pt x="1341" y="5"/>
                    <a:pt x="736" y="1"/>
                    <a:pt x="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7" name="Google Shape;4967;p40">
              <a:extLst>
                <a:ext uri="{FF2B5EF4-FFF2-40B4-BE49-F238E27FC236}">
                  <a16:creationId xmlns:a16="http://schemas.microsoft.com/office/drawing/2014/main" id="{9FF054A9-F5E9-51D5-CE5C-F4ACD8A2137B}"/>
                </a:ext>
              </a:extLst>
            </p:cNvPr>
            <p:cNvSpPr/>
            <p:nvPr/>
          </p:nvSpPr>
          <p:spPr>
            <a:xfrm>
              <a:off x="5353071" y="818500"/>
              <a:ext cx="667425" cy="6748"/>
            </a:xfrm>
            <a:custGeom>
              <a:avLst/>
              <a:gdLst/>
              <a:ahLst/>
              <a:cxnLst/>
              <a:rect l="l" t="t" r="r" b="b"/>
              <a:pathLst>
                <a:path w="7715" h="78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8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8" name="Google Shape;4968;p40">
              <a:extLst>
                <a:ext uri="{FF2B5EF4-FFF2-40B4-BE49-F238E27FC236}">
                  <a16:creationId xmlns:a16="http://schemas.microsoft.com/office/drawing/2014/main" id="{438D003C-E6D9-84DB-5A86-494FE3339B66}"/>
                </a:ext>
              </a:extLst>
            </p:cNvPr>
            <p:cNvSpPr/>
            <p:nvPr/>
          </p:nvSpPr>
          <p:spPr>
            <a:xfrm>
              <a:off x="5353071" y="85993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3"/>
                  </a:lnTo>
                  <a:lnTo>
                    <a:pt x="7715" y="73"/>
                  </a:lnTo>
                  <a:lnTo>
                    <a:pt x="7715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9" name="Google Shape;4969;p40">
              <a:extLst>
                <a:ext uri="{FF2B5EF4-FFF2-40B4-BE49-F238E27FC236}">
                  <a16:creationId xmlns:a16="http://schemas.microsoft.com/office/drawing/2014/main" id="{14D49EFA-DC85-76E4-9C24-F867E4ECF82A}"/>
                </a:ext>
              </a:extLst>
            </p:cNvPr>
            <p:cNvSpPr/>
            <p:nvPr/>
          </p:nvSpPr>
          <p:spPr>
            <a:xfrm>
              <a:off x="5353071" y="901116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0" name="Google Shape;4970;p40">
              <a:extLst>
                <a:ext uri="{FF2B5EF4-FFF2-40B4-BE49-F238E27FC236}">
                  <a16:creationId xmlns:a16="http://schemas.microsoft.com/office/drawing/2014/main" id="{1A36F386-CF7D-960B-CF19-F33C7D84B76D}"/>
                </a:ext>
              </a:extLst>
            </p:cNvPr>
            <p:cNvSpPr/>
            <p:nvPr/>
          </p:nvSpPr>
          <p:spPr>
            <a:xfrm>
              <a:off x="5353071" y="94220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5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1" name="Google Shape;4971;p40">
              <a:extLst>
                <a:ext uri="{FF2B5EF4-FFF2-40B4-BE49-F238E27FC236}">
                  <a16:creationId xmlns:a16="http://schemas.microsoft.com/office/drawing/2014/main" id="{D8217D46-5BDD-240B-991A-5CB80AAEABB3}"/>
                </a:ext>
              </a:extLst>
            </p:cNvPr>
            <p:cNvSpPr/>
            <p:nvPr/>
          </p:nvSpPr>
          <p:spPr>
            <a:xfrm>
              <a:off x="5353071" y="983299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2" name="Google Shape;4972;p40">
              <a:extLst>
                <a:ext uri="{FF2B5EF4-FFF2-40B4-BE49-F238E27FC236}">
                  <a16:creationId xmlns:a16="http://schemas.microsoft.com/office/drawing/2014/main" id="{3F54DDFB-1C17-BCF5-6C89-C8ABD0F5F997}"/>
                </a:ext>
              </a:extLst>
            </p:cNvPr>
            <p:cNvSpPr/>
            <p:nvPr/>
          </p:nvSpPr>
          <p:spPr>
            <a:xfrm>
              <a:off x="5353071" y="1024391"/>
              <a:ext cx="667425" cy="6661"/>
            </a:xfrm>
            <a:custGeom>
              <a:avLst/>
              <a:gdLst/>
              <a:ahLst/>
              <a:cxnLst/>
              <a:rect l="l" t="t" r="r" b="b"/>
              <a:pathLst>
                <a:path w="7715" h="77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7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3" name="Google Shape;4973;p40">
              <a:extLst>
                <a:ext uri="{FF2B5EF4-FFF2-40B4-BE49-F238E27FC236}">
                  <a16:creationId xmlns:a16="http://schemas.microsoft.com/office/drawing/2014/main" id="{61ACDF9F-B633-7FB0-7427-2A473B4B83C2}"/>
                </a:ext>
              </a:extLst>
            </p:cNvPr>
            <p:cNvSpPr/>
            <p:nvPr/>
          </p:nvSpPr>
          <p:spPr>
            <a:xfrm>
              <a:off x="5353071" y="1065829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2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4" name="Google Shape;4974;p40">
              <a:extLst>
                <a:ext uri="{FF2B5EF4-FFF2-40B4-BE49-F238E27FC236}">
                  <a16:creationId xmlns:a16="http://schemas.microsoft.com/office/drawing/2014/main" id="{F2085741-856B-9E54-5920-DD2D78EAFDEC}"/>
                </a:ext>
              </a:extLst>
            </p:cNvPr>
            <p:cNvSpPr/>
            <p:nvPr/>
          </p:nvSpPr>
          <p:spPr>
            <a:xfrm>
              <a:off x="5353071" y="1106920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4"/>
                  </a:lnTo>
                  <a:lnTo>
                    <a:pt x="7715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975" name="Google Shape;4975;p40">
            <a:extLst>
              <a:ext uri="{FF2B5EF4-FFF2-40B4-BE49-F238E27FC236}">
                <a16:creationId xmlns:a16="http://schemas.microsoft.com/office/drawing/2014/main" id="{414CA5EA-454D-142C-E6E7-BA4951AA0370}"/>
              </a:ext>
            </a:extLst>
          </p:cNvPr>
          <p:cNvGrpSpPr/>
          <p:nvPr/>
        </p:nvGrpSpPr>
        <p:grpSpPr>
          <a:xfrm>
            <a:off x="8268025" y="4015998"/>
            <a:ext cx="282810" cy="637787"/>
            <a:chOff x="6229555" y="157796"/>
            <a:chExt cx="240321" cy="541967"/>
          </a:xfrm>
        </p:grpSpPr>
        <p:sp>
          <p:nvSpPr>
            <p:cNvPr id="4976" name="Google Shape;4976;p40">
              <a:extLst>
                <a:ext uri="{FF2B5EF4-FFF2-40B4-BE49-F238E27FC236}">
                  <a16:creationId xmlns:a16="http://schemas.microsoft.com/office/drawing/2014/main" id="{910AB705-D38E-1997-CD51-80A19AA8D775}"/>
                </a:ext>
              </a:extLst>
            </p:cNvPr>
            <p:cNvSpPr/>
            <p:nvPr/>
          </p:nvSpPr>
          <p:spPr>
            <a:xfrm>
              <a:off x="6229555" y="157796"/>
              <a:ext cx="240321" cy="410833"/>
            </a:xfrm>
            <a:custGeom>
              <a:avLst/>
              <a:gdLst/>
              <a:ahLst/>
              <a:cxnLst/>
              <a:rect l="l" t="t" r="r" b="b"/>
              <a:pathLst>
                <a:path w="427" h="730" extrusionOk="0">
                  <a:moveTo>
                    <a:pt x="212" y="1"/>
                  </a:moveTo>
                  <a:cubicBezTo>
                    <a:pt x="212" y="1"/>
                    <a:pt x="1" y="399"/>
                    <a:pt x="1" y="519"/>
                  </a:cubicBezTo>
                  <a:cubicBezTo>
                    <a:pt x="1" y="634"/>
                    <a:pt x="97" y="729"/>
                    <a:pt x="212" y="729"/>
                  </a:cubicBezTo>
                  <a:cubicBezTo>
                    <a:pt x="331" y="729"/>
                    <a:pt x="427" y="634"/>
                    <a:pt x="427" y="519"/>
                  </a:cubicBezTo>
                  <a:cubicBezTo>
                    <a:pt x="427" y="399"/>
                    <a:pt x="212" y="1"/>
                    <a:pt x="2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7" name="Google Shape;4977;p40">
              <a:extLst>
                <a:ext uri="{FF2B5EF4-FFF2-40B4-BE49-F238E27FC236}">
                  <a16:creationId xmlns:a16="http://schemas.microsoft.com/office/drawing/2014/main" id="{8527D3CD-3ADC-FF46-D621-62B6D3C72AB1}"/>
                </a:ext>
              </a:extLst>
            </p:cNvPr>
            <p:cNvSpPr/>
            <p:nvPr/>
          </p:nvSpPr>
          <p:spPr>
            <a:xfrm>
              <a:off x="6281332" y="402049"/>
              <a:ext cx="153648" cy="297713"/>
            </a:xfrm>
            <a:custGeom>
              <a:avLst/>
              <a:gdLst/>
              <a:ahLst/>
              <a:cxnLst/>
              <a:rect l="l" t="t" r="r" b="b"/>
              <a:pathLst>
                <a:path w="273" h="529" extrusionOk="0">
                  <a:moveTo>
                    <a:pt x="112" y="0"/>
                  </a:moveTo>
                  <a:lnTo>
                    <a:pt x="93" y="184"/>
                  </a:lnTo>
                  <a:lnTo>
                    <a:pt x="1" y="149"/>
                  </a:lnTo>
                  <a:lnTo>
                    <a:pt x="93" y="234"/>
                  </a:lnTo>
                  <a:lnTo>
                    <a:pt x="93" y="529"/>
                  </a:lnTo>
                  <a:lnTo>
                    <a:pt x="154" y="529"/>
                  </a:lnTo>
                  <a:lnTo>
                    <a:pt x="147" y="249"/>
                  </a:lnTo>
                  <a:lnTo>
                    <a:pt x="273" y="145"/>
                  </a:lnTo>
                  <a:lnTo>
                    <a:pt x="143" y="1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978" name="Google Shape;4978;p40">
            <a:extLst>
              <a:ext uri="{FF2B5EF4-FFF2-40B4-BE49-F238E27FC236}">
                <a16:creationId xmlns:a16="http://schemas.microsoft.com/office/drawing/2014/main" id="{9452A19E-11A3-3A0F-B299-C3C57ADC4860}"/>
              </a:ext>
            </a:extLst>
          </p:cNvPr>
          <p:cNvGrpSpPr/>
          <p:nvPr/>
        </p:nvGrpSpPr>
        <p:grpSpPr>
          <a:xfrm>
            <a:off x="7996773" y="4018645"/>
            <a:ext cx="348379" cy="632488"/>
            <a:chOff x="9013159" y="960258"/>
            <a:chExt cx="296039" cy="537464"/>
          </a:xfrm>
        </p:grpSpPr>
        <p:sp>
          <p:nvSpPr>
            <p:cNvPr id="4979" name="Google Shape;4979;p40">
              <a:extLst>
                <a:ext uri="{FF2B5EF4-FFF2-40B4-BE49-F238E27FC236}">
                  <a16:creationId xmlns:a16="http://schemas.microsoft.com/office/drawing/2014/main" id="{B94C150D-69E8-4ED5-85AF-AD18B23AA35A}"/>
                </a:ext>
              </a:extLst>
            </p:cNvPr>
            <p:cNvSpPr/>
            <p:nvPr/>
          </p:nvSpPr>
          <p:spPr>
            <a:xfrm>
              <a:off x="9013159" y="960258"/>
              <a:ext cx="296039" cy="420963"/>
            </a:xfrm>
            <a:custGeom>
              <a:avLst/>
              <a:gdLst/>
              <a:ahLst/>
              <a:cxnLst/>
              <a:rect l="l" t="t" r="r" b="b"/>
              <a:pathLst>
                <a:path w="526" h="748" extrusionOk="0">
                  <a:moveTo>
                    <a:pt x="261" y="0"/>
                  </a:moveTo>
                  <a:cubicBezTo>
                    <a:pt x="261" y="0"/>
                    <a:pt x="0" y="407"/>
                    <a:pt x="0" y="529"/>
                  </a:cubicBezTo>
                  <a:cubicBezTo>
                    <a:pt x="0" y="649"/>
                    <a:pt x="115" y="748"/>
                    <a:pt x="261" y="748"/>
                  </a:cubicBezTo>
                  <a:cubicBezTo>
                    <a:pt x="407" y="748"/>
                    <a:pt x="525" y="649"/>
                    <a:pt x="525" y="529"/>
                  </a:cubicBezTo>
                  <a:cubicBezTo>
                    <a:pt x="525" y="407"/>
                    <a:pt x="261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0" name="Google Shape;4980;p40">
              <a:extLst>
                <a:ext uri="{FF2B5EF4-FFF2-40B4-BE49-F238E27FC236}">
                  <a16:creationId xmlns:a16="http://schemas.microsoft.com/office/drawing/2014/main" id="{BF2FC52D-8CAB-D636-F572-9D65AAFBE3E3}"/>
                </a:ext>
              </a:extLst>
            </p:cNvPr>
            <p:cNvSpPr/>
            <p:nvPr/>
          </p:nvSpPr>
          <p:spPr>
            <a:xfrm>
              <a:off x="9099267" y="120169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3" y="181"/>
                  </a:lnTo>
                  <a:lnTo>
                    <a:pt x="1" y="146"/>
                  </a:lnTo>
                  <a:lnTo>
                    <a:pt x="93" y="231"/>
                  </a:lnTo>
                  <a:lnTo>
                    <a:pt x="93" y="526"/>
                  </a:lnTo>
                  <a:lnTo>
                    <a:pt x="154" y="526"/>
                  </a:lnTo>
                  <a:lnTo>
                    <a:pt x="146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981" name="Google Shape;4981;p40">
            <a:extLst>
              <a:ext uri="{FF2B5EF4-FFF2-40B4-BE49-F238E27FC236}">
                <a16:creationId xmlns:a16="http://schemas.microsoft.com/office/drawing/2014/main" id="{CF36D60E-F5D3-24F4-19A1-63E5CFEDD800}"/>
              </a:ext>
            </a:extLst>
          </p:cNvPr>
          <p:cNvGrpSpPr/>
          <p:nvPr/>
        </p:nvGrpSpPr>
        <p:grpSpPr>
          <a:xfrm>
            <a:off x="8063115" y="1991363"/>
            <a:ext cx="1936841" cy="1205022"/>
            <a:chOff x="3846690" y="770050"/>
            <a:chExt cx="1788734" cy="1053802"/>
          </a:xfrm>
        </p:grpSpPr>
        <p:sp>
          <p:nvSpPr>
            <p:cNvPr id="4982" name="Google Shape;4982;p40">
              <a:extLst>
                <a:ext uri="{FF2B5EF4-FFF2-40B4-BE49-F238E27FC236}">
                  <a16:creationId xmlns:a16="http://schemas.microsoft.com/office/drawing/2014/main" id="{ECC911A7-DEA9-CF00-B03D-A0BAAA065D7B}"/>
                </a:ext>
              </a:extLst>
            </p:cNvPr>
            <p:cNvSpPr/>
            <p:nvPr/>
          </p:nvSpPr>
          <p:spPr>
            <a:xfrm>
              <a:off x="3846690" y="770050"/>
              <a:ext cx="1788734" cy="1053802"/>
            </a:xfrm>
            <a:custGeom>
              <a:avLst/>
              <a:gdLst/>
              <a:ahLst/>
              <a:cxnLst/>
              <a:rect l="l" t="t" r="r" b="b"/>
              <a:pathLst>
                <a:path w="18551" h="10929" extrusionOk="0">
                  <a:moveTo>
                    <a:pt x="5465" y="0"/>
                  </a:moveTo>
                  <a:cubicBezTo>
                    <a:pt x="2453" y="0"/>
                    <a:pt x="0" y="2448"/>
                    <a:pt x="0" y="5465"/>
                  </a:cubicBezTo>
                  <a:cubicBezTo>
                    <a:pt x="0" y="8477"/>
                    <a:pt x="2453" y="10929"/>
                    <a:pt x="5465" y="10929"/>
                  </a:cubicBezTo>
                  <a:lnTo>
                    <a:pt x="18497" y="10929"/>
                  </a:lnTo>
                  <a:lnTo>
                    <a:pt x="18551" y="6767"/>
                  </a:lnTo>
                  <a:lnTo>
                    <a:pt x="5465" y="6779"/>
                  </a:lnTo>
                  <a:cubicBezTo>
                    <a:pt x="4740" y="6779"/>
                    <a:pt x="4151" y="6189"/>
                    <a:pt x="4151" y="5465"/>
                  </a:cubicBezTo>
                  <a:cubicBezTo>
                    <a:pt x="4151" y="4737"/>
                    <a:pt x="4740" y="4146"/>
                    <a:pt x="5465" y="4146"/>
                  </a:cubicBezTo>
                  <a:lnTo>
                    <a:pt x="18497" y="4150"/>
                  </a:lnTo>
                  <a:lnTo>
                    <a:pt x="18497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3" name="Google Shape;4983;p40">
              <a:extLst>
                <a:ext uri="{FF2B5EF4-FFF2-40B4-BE49-F238E27FC236}">
                  <a16:creationId xmlns:a16="http://schemas.microsoft.com/office/drawing/2014/main" id="{CBC06F73-1002-B4B8-19BE-B26D1DFD76D0}"/>
                </a:ext>
              </a:extLst>
            </p:cNvPr>
            <p:cNvSpPr/>
            <p:nvPr/>
          </p:nvSpPr>
          <p:spPr>
            <a:xfrm>
              <a:off x="5501569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4" name="Google Shape;4984;p40">
              <a:extLst>
                <a:ext uri="{FF2B5EF4-FFF2-40B4-BE49-F238E27FC236}">
                  <a16:creationId xmlns:a16="http://schemas.microsoft.com/office/drawing/2014/main" id="{C2EF6022-9240-8D88-C80F-488F7B9D3C7F}"/>
                </a:ext>
              </a:extLst>
            </p:cNvPr>
            <p:cNvSpPr/>
            <p:nvPr/>
          </p:nvSpPr>
          <p:spPr>
            <a:xfrm>
              <a:off x="5378535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5" name="Google Shape;4985;p40">
              <a:extLst>
                <a:ext uri="{FF2B5EF4-FFF2-40B4-BE49-F238E27FC236}">
                  <a16:creationId xmlns:a16="http://schemas.microsoft.com/office/drawing/2014/main" id="{F49AE20D-88EE-B7D3-8090-7D2E215CD3FD}"/>
                </a:ext>
              </a:extLst>
            </p:cNvPr>
            <p:cNvSpPr/>
            <p:nvPr/>
          </p:nvSpPr>
          <p:spPr>
            <a:xfrm>
              <a:off x="5255502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6" name="Google Shape;4986;p40">
              <a:extLst>
                <a:ext uri="{FF2B5EF4-FFF2-40B4-BE49-F238E27FC236}">
                  <a16:creationId xmlns:a16="http://schemas.microsoft.com/office/drawing/2014/main" id="{D261EB56-0265-C234-8009-0132C10C6179}"/>
                </a:ext>
              </a:extLst>
            </p:cNvPr>
            <p:cNvSpPr/>
            <p:nvPr/>
          </p:nvSpPr>
          <p:spPr>
            <a:xfrm>
              <a:off x="5132468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7" name="Google Shape;4987;p40">
              <a:extLst>
                <a:ext uri="{FF2B5EF4-FFF2-40B4-BE49-F238E27FC236}">
                  <a16:creationId xmlns:a16="http://schemas.microsoft.com/office/drawing/2014/main" id="{7A85499C-8179-9774-E42A-E056AA314BA0}"/>
                </a:ext>
              </a:extLst>
            </p:cNvPr>
            <p:cNvSpPr/>
            <p:nvPr/>
          </p:nvSpPr>
          <p:spPr>
            <a:xfrm>
              <a:off x="50094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8" name="Google Shape;4988;p40">
              <a:extLst>
                <a:ext uri="{FF2B5EF4-FFF2-40B4-BE49-F238E27FC236}">
                  <a16:creationId xmlns:a16="http://schemas.microsoft.com/office/drawing/2014/main" id="{7AB7362E-0F33-AAFC-CC31-A7FAB9F8C7BF}"/>
                </a:ext>
              </a:extLst>
            </p:cNvPr>
            <p:cNvSpPr/>
            <p:nvPr/>
          </p:nvSpPr>
          <p:spPr>
            <a:xfrm>
              <a:off x="4886401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9" name="Google Shape;4989;p40">
              <a:extLst>
                <a:ext uri="{FF2B5EF4-FFF2-40B4-BE49-F238E27FC236}">
                  <a16:creationId xmlns:a16="http://schemas.microsoft.com/office/drawing/2014/main" id="{47F88B88-A3A3-6F70-F20B-07B02535CFDF}"/>
                </a:ext>
              </a:extLst>
            </p:cNvPr>
            <p:cNvSpPr/>
            <p:nvPr/>
          </p:nvSpPr>
          <p:spPr>
            <a:xfrm>
              <a:off x="4763367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0" name="Google Shape;4990;p40">
              <a:extLst>
                <a:ext uri="{FF2B5EF4-FFF2-40B4-BE49-F238E27FC236}">
                  <a16:creationId xmlns:a16="http://schemas.microsoft.com/office/drawing/2014/main" id="{9566C678-EDE6-5EC7-EAEC-F3B3B16A4212}"/>
                </a:ext>
              </a:extLst>
            </p:cNvPr>
            <p:cNvSpPr/>
            <p:nvPr/>
          </p:nvSpPr>
          <p:spPr>
            <a:xfrm>
              <a:off x="46403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1" name="Google Shape;4991;p40">
              <a:extLst>
                <a:ext uri="{FF2B5EF4-FFF2-40B4-BE49-F238E27FC236}">
                  <a16:creationId xmlns:a16="http://schemas.microsoft.com/office/drawing/2014/main" id="{DB9181D5-30F5-01EA-5619-20B81C5BFF63}"/>
                </a:ext>
              </a:extLst>
            </p:cNvPr>
            <p:cNvSpPr/>
            <p:nvPr/>
          </p:nvSpPr>
          <p:spPr>
            <a:xfrm>
              <a:off x="4517300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2" name="Google Shape;4992;p40">
              <a:extLst>
                <a:ext uri="{FF2B5EF4-FFF2-40B4-BE49-F238E27FC236}">
                  <a16:creationId xmlns:a16="http://schemas.microsoft.com/office/drawing/2014/main" id="{5BA1E04D-2B57-2F72-9D16-D1CE9AE9200A}"/>
                </a:ext>
              </a:extLst>
            </p:cNvPr>
            <p:cNvSpPr/>
            <p:nvPr/>
          </p:nvSpPr>
          <p:spPr>
            <a:xfrm>
              <a:off x="4393881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3" name="Google Shape;4993;p40">
              <a:extLst>
                <a:ext uri="{FF2B5EF4-FFF2-40B4-BE49-F238E27FC236}">
                  <a16:creationId xmlns:a16="http://schemas.microsoft.com/office/drawing/2014/main" id="{738D3F86-6A9C-1C2A-8AEF-6BA6149E449B}"/>
                </a:ext>
              </a:extLst>
            </p:cNvPr>
            <p:cNvSpPr/>
            <p:nvPr/>
          </p:nvSpPr>
          <p:spPr>
            <a:xfrm>
              <a:off x="4270461" y="1600625"/>
              <a:ext cx="63350" cy="28155"/>
            </a:xfrm>
            <a:custGeom>
              <a:avLst/>
              <a:gdLst/>
              <a:ahLst/>
              <a:cxnLst/>
              <a:rect l="l" t="t" r="r" b="b"/>
              <a:pathLst>
                <a:path w="657" h="292" extrusionOk="0">
                  <a:moveTo>
                    <a:pt x="46" y="1"/>
                  </a:moveTo>
                  <a:lnTo>
                    <a:pt x="0" y="150"/>
                  </a:lnTo>
                  <a:cubicBezTo>
                    <a:pt x="204" y="219"/>
                    <a:pt x="418" y="265"/>
                    <a:pt x="637" y="291"/>
                  </a:cubicBezTo>
                  <a:lnTo>
                    <a:pt x="656" y="134"/>
                  </a:lnTo>
                  <a:cubicBezTo>
                    <a:pt x="449" y="107"/>
                    <a:pt x="246" y="61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4" name="Google Shape;4994;p40">
              <a:extLst>
                <a:ext uri="{FF2B5EF4-FFF2-40B4-BE49-F238E27FC236}">
                  <a16:creationId xmlns:a16="http://schemas.microsoft.com/office/drawing/2014/main" id="{20D033E1-1EE2-98C3-78E7-2EF4E97CB0CF}"/>
                </a:ext>
              </a:extLst>
            </p:cNvPr>
            <p:cNvSpPr/>
            <p:nvPr/>
          </p:nvSpPr>
          <p:spPr>
            <a:xfrm>
              <a:off x="4160734" y="1542965"/>
              <a:ext cx="59203" cy="47440"/>
            </a:xfrm>
            <a:custGeom>
              <a:avLst/>
              <a:gdLst/>
              <a:ahLst/>
              <a:cxnLst/>
              <a:rect l="l" t="t" r="r" b="b"/>
              <a:pathLst>
                <a:path w="614" h="492" extrusionOk="0">
                  <a:moveTo>
                    <a:pt x="100" y="1"/>
                  </a:moveTo>
                  <a:lnTo>
                    <a:pt x="1" y="123"/>
                  </a:lnTo>
                  <a:cubicBezTo>
                    <a:pt x="165" y="261"/>
                    <a:pt x="349" y="384"/>
                    <a:pt x="537" y="491"/>
                  </a:cubicBezTo>
                  <a:lnTo>
                    <a:pt x="613" y="350"/>
                  </a:lnTo>
                  <a:cubicBezTo>
                    <a:pt x="434" y="249"/>
                    <a:pt x="261" y="131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5" name="Google Shape;4995;p40">
              <a:extLst>
                <a:ext uri="{FF2B5EF4-FFF2-40B4-BE49-F238E27FC236}">
                  <a16:creationId xmlns:a16="http://schemas.microsoft.com/office/drawing/2014/main" id="{F031BF0E-9A0C-AEE6-5D22-EB33D4FC5E01}"/>
                </a:ext>
              </a:extLst>
            </p:cNvPr>
            <p:cNvSpPr/>
            <p:nvPr/>
          </p:nvSpPr>
          <p:spPr>
            <a:xfrm>
              <a:off x="4080608" y="1450978"/>
              <a:ext cx="47343" cy="59589"/>
            </a:xfrm>
            <a:custGeom>
              <a:avLst/>
              <a:gdLst/>
              <a:ahLst/>
              <a:cxnLst/>
              <a:rect l="l" t="t" r="r" b="b"/>
              <a:pathLst>
                <a:path w="491" h="618" extrusionOk="0">
                  <a:moveTo>
                    <a:pt x="142" y="0"/>
                  </a:moveTo>
                  <a:lnTo>
                    <a:pt x="1" y="77"/>
                  </a:lnTo>
                  <a:cubicBezTo>
                    <a:pt x="107" y="269"/>
                    <a:pt x="230" y="449"/>
                    <a:pt x="368" y="617"/>
                  </a:cubicBezTo>
                  <a:lnTo>
                    <a:pt x="491" y="514"/>
                  </a:lnTo>
                  <a:cubicBezTo>
                    <a:pt x="360" y="357"/>
                    <a:pt x="241" y="184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6" name="Google Shape;4996;p40">
              <a:extLst>
                <a:ext uri="{FF2B5EF4-FFF2-40B4-BE49-F238E27FC236}">
                  <a16:creationId xmlns:a16="http://schemas.microsoft.com/office/drawing/2014/main" id="{52340D29-1D8A-586C-1EEF-649B28F1E343}"/>
                </a:ext>
              </a:extLst>
            </p:cNvPr>
            <p:cNvSpPr/>
            <p:nvPr/>
          </p:nvSpPr>
          <p:spPr>
            <a:xfrm>
              <a:off x="4041750" y="1337587"/>
              <a:ext cx="28541" cy="63157"/>
            </a:xfrm>
            <a:custGeom>
              <a:avLst/>
              <a:gdLst/>
              <a:ahLst/>
              <a:cxnLst/>
              <a:rect l="l" t="t" r="r" b="b"/>
              <a:pathLst>
                <a:path w="296" h="655" extrusionOk="0">
                  <a:moveTo>
                    <a:pt x="158" y="0"/>
                  </a:moveTo>
                  <a:lnTo>
                    <a:pt x="1" y="19"/>
                  </a:lnTo>
                  <a:cubicBezTo>
                    <a:pt x="27" y="237"/>
                    <a:pt x="77" y="453"/>
                    <a:pt x="142" y="655"/>
                  </a:cubicBezTo>
                  <a:lnTo>
                    <a:pt x="296" y="605"/>
                  </a:lnTo>
                  <a:cubicBezTo>
                    <a:pt x="231" y="410"/>
                    <a:pt x="185" y="207"/>
                    <a:pt x="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7" name="Google Shape;4997;p40">
              <a:extLst>
                <a:ext uri="{FF2B5EF4-FFF2-40B4-BE49-F238E27FC236}">
                  <a16:creationId xmlns:a16="http://schemas.microsoft.com/office/drawing/2014/main" id="{5C60CD10-25CC-40C4-82A3-17CC2AEA3605}"/>
                </a:ext>
              </a:extLst>
            </p:cNvPr>
            <p:cNvSpPr/>
            <p:nvPr/>
          </p:nvSpPr>
          <p:spPr>
            <a:xfrm>
              <a:off x="4039532" y="1214457"/>
              <a:ext cx="24877" cy="63350"/>
            </a:xfrm>
            <a:custGeom>
              <a:avLst/>
              <a:gdLst/>
              <a:ahLst/>
              <a:cxnLst/>
              <a:rect l="l" t="t" r="r" b="b"/>
              <a:pathLst>
                <a:path w="258" h="657" extrusionOk="0">
                  <a:moveTo>
                    <a:pt x="100" y="1"/>
                  </a:moveTo>
                  <a:cubicBezTo>
                    <a:pt x="47" y="212"/>
                    <a:pt x="16" y="430"/>
                    <a:pt x="1" y="644"/>
                  </a:cubicBezTo>
                  <a:lnTo>
                    <a:pt x="162" y="656"/>
                  </a:lnTo>
                  <a:cubicBezTo>
                    <a:pt x="174" y="449"/>
                    <a:pt x="204" y="243"/>
                    <a:pt x="257" y="39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8" name="Google Shape;4998;p40">
              <a:extLst>
                <a:ext uri="{FF2B5EF4-FFF2-40B4-BE49-F238E27FC236}">
                  <a16:creationId xmlns:a16="http://schemas.microsoft.com/office/drawing/2014/main" id="{0D8F3EBE-4E03-9931-457D-7B12EA9C2810}"/>
                </a:ext>
              </a:extLst>
            </p:cNvPr>
            <p:cNvSpPr/>
            <p:nvPr/>
          </p:nvSpPr>
          <p:spPr>
            <a:xfrm>
              <a:off x="4070194" y="1101065"/>
              <a:ext cx="44451" cy="60746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0"/>
                  </a:moveTo>
                  <a:cubicBezTo>
                    <a:pt x="204" y="177"/>
                    <a:pt x="93" y="368"/>
                    <a:pt x="1" y="564"/>
                  </a:cubicBezTo>
                  <a:lnTo>
                    <a:pt x="146" y="629"/>
                  </a:lnTo>
                  <a:cubicBezTo>
                    <a:pt x="234" y="446"/>
                    <a:pt x="342" y="262"/>
                    <a:pt x="461" y="9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9" name="Google Shape;4999;p40">
              <a:extLst>
                <a:ext uri="{FF2B5EF4-FFF2-40B4-BE49-F238E27FC236}">
                  <a16:creationId xmlns:a16="http://schemas.microsoft.com/office/drawing/2014/main" id="{C8812FE6-3F82-AF84-576C-567328AD26DE}"/>
                </a:ext>
              </a:extLst>
            </p:cNvPr>
            <p:cNvSpPr/>
            <p:nvPr/>
          </p:nvSpPr>
          <p:spPr>
            <a:xfrm>
              <a:off x="4143764" y="1014961"/>
              <a:ext cx="57757" cy="50043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3" y="0"/>
                  </a:moveTo>
                  <a:cubicBezTo>
                    <a:pt x="330" y="120"/>
                    <a:pt x="158" y="253"/>
                    <a:pt x="0" y="403"/>
                  </a:cubicBezTo>
                  <a:lnTo>
                    <a:pt x="108" y="518"/>
                  </a:lnTo>
                  <a:cubicBezTo>
                    <a:pt x="261" y="377"/>
                    <a:pt x="426" y="246"/>
                    <a:pt x="598" y="135"/>
                  </a:cubicBezTo>
                  <a:lnTo>
                    <a:pt x="5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0" name="Google Shape;5000;p40">
              <a:extLst>
                <a:ext uri="{FF2B5EF4-FFF2-40B4-BE49-F238E27FC236}">
                  <a16:creationId xmlns:a16="http://schemas.microsoft.com/office/drawing/2014/main" id="{807F50C3-45A2-A624-866E-627E8CA6926E}"/>
                </a:ext>
              </a:extLst>
            </p:cNvPr>
            <p:cNvSpPr/>
            <p:nvPr/>
          </p:nvSpPr>
          <p:spPr>
            <a:xfrm>
              <a:off x="4249056" y="968389"/>
              <a:ext cx="63253" cy="32302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1"/>
                  </a:moveTo>
                  <a:cubicBezTo>
                    <a:pt x="410" y="43"/>
                    <a:pt x="199" y="105"/>
                    <a:pt x="1" y="185"/>
                  </a:cubicBezTo>
                  <a:lnTo>
                    <a:pt x="58" y="334"/>
                  </a:lnTo>
                  <a:cubicBezTo>
                    <a:pt x="254" y="258"/>
                    <a:pt x="452" y="196"/>
                    <a:pt x="656" y="158"/>
                  </a:cubicBez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1" name="Google Shape;5001;p40">
              <a:extLst>
                <a:ext uri="{FF2B5EF4-FFF2-40B4-BE49-F238E27FC236}">
                  <a16:creationId xmlns:a16="http://schemas.microsoft.com/office/drawing/2014/main" id="{994114B7-75CC-095E-59D8-7D4301474CA0}"/>
                </a:ext>
              </a:extLst>
            </p:cNvPr>
            <p:cNvSpPr/>
            <p:nvPr/>
          </p:nvSpPr>
          <p:spPr>
            <a:xfrm>
              <a:off x="5479488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2" name="Google Shape;5002;p40">
              <a:extLst>
                <a:ext uri="{FF2B5EF4-FFF2-40B4-BE49-F238E27FC236}">
                  <a16:creationId xmlns:a16="http://schemas.microsoft.com/office/drawing/2014/main" id="{FFBA29C9-0420-5261-EFB6-4DD51D33EFB5}"/>
                </a:ext>
              </a:extLst>
            </p:cNvPr>
            <p:cNvSpPr/>
            <p:nvPr/>
          </p:nvSpPr>
          <p:spPr>
            <a:xfrm>
              <a:off x="5356358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3" name="Google Shape;5003;p40">
              <a:extLst>
                <a:ext uri="{FF2B5EF4-FFF2-40B4-BE49-F238E27FC236}">
                  <a16:creationId xmlns:a16="http://schemas.microsoft.com/office/drawing/2014/main" id="{D2AAD2E0-1A30-6234-E34F-F8507C34A30A}"/>
                </a:ext>
              </a:extLst>
            </p:cNvPr>
            <p:cNvSpPr/>
            <p:nvPr/>
          </p:nvSpPr>
          <p:spPr>
            <a:xfrm>
              <a:off x="5233421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4" name="Google Shape;5004;p40">
              <a:extLst>
                <a:ext uri="{FF2B5EF4-FFF2-40B4-BE49-F238E27FC236}">
                  <a16:creationId xmlns:a16="http://schemas.microsoft.com/office/drawing/2014/main" id="{350B631B-792D-54C6-83FE-FF505B4DF626}"/>
                </a:ext>
              </a:extLst>
            </p:cNvPr>
            <p:cNvSpPr/>
            <p:nvPr/>
          </p:nvSpPr>
          <p:spPr>
            <a:xfrm>
              <a:off x="5110291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5" name="Google Shape;5005;p40">
              <a:extLst>
                <a:ext uri="{FF2B5EF4-FFF2-40B4-BE49-F238E27FC236}">
                  <a16:creationId xmlns:a16="http://schemas.microsoft.com/office/drawing/2014/main" id="{504BC54C-9E36-CFD6-00D0-E019B8B7F2AA}"/>
                </a:ext>
              </a:extLst>
            </p:cNvPr>
            <p:cNvSpPr/>
            <p:nvPr/>
          </p:nvSpPr>
          <p:spPr>
            <a:xfrm>
              <a:off x="4987258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6" name="Google Shape;5006;p40">
              <a:extLst>
                <a:ext uri="{FF2B5EF4-FFF2-40B4-BE49-F238E27FC236}">
                  <a16:creationId xmlns:a16="http://schemas.microsoft.com/office/drawing/2014/main" id="{C53F9ACB-6D9E-6041-F54F-4C4E84ED5CC9}"/>
                </a:ext>
              </a:extLst>
            </p:cNvPr>
            <p:cNvSpPr/>
            <p:nvPr/>
          </p:nvSpPr>
          <p:spPr>
            <a:xfrm>
              <a:off x="4864224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7" name="Google Shape;5007;p40">
              <a:extLst>
                <a:ext uri="{FF2B5EF4-FFF2-40B4-BE49-F238E27FC236}">
                  <a16:creationId xmlns:a16="http://schemas.microsoft.com/office/drawing/2014/main" id="{976E37C8-9847-D193-DF0A-E0AEF41DAE74}"/>
                </a:ext>
              </a:extLst>
            </p:cNvPr>
            <p:cNvSpPr/>
            <p:nvPr/>
          </p:nvSpPr>
          <p:spPr>
            <a:xfrm>
              <a:off x="4741190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8" name="Google Shape;5008;p40">
              <a:extLst>
                <a:ext uri="{FF2B5EF4-FFF2-40B4-BE49-F238E27FC236}">
                  <a16:creationId xmlns:a16="http://schemas.microsoft.com/office/drawing/2014/main" id="{26850D86-FC9E-A0E7-85E2-64A5A785DB1C}"/>
                </a:ext>
              </a:extLst>
            </p:cNvPr>
            <p:cNvSpPr/>
            <p:nvPr/>
          </p:nvSpPr>
          <p:spPr>
            <a:xfrm>
              <a:off x="4618157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9" name="Google Shape;5009;p40">
              <a:extLst>
                <a:ext uri="{FF2B5EF4-FFF2-40B4-BE49-F238E27FC236}">
                  <a16:creationId xmlns:a16="http://schemas.microsoft.com/office/drawing/2014/main" id="{768AAA8A-B730-4DBD-D174-76959ABD0D27}"/>
                </a:ext>
              </a:extLst>
            </p:cNvPr>
            <p:cNvSpPr/>
            <p:nvPr/>
          </p:nvSpPr>
          <p:spPr>
            <a:xfrm>
              <a:off x="4495123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10" name="Google Shape;5010;p40">
              <a:extLst>
                <a:ext uri="{FF2B5EF4-FFF2-40B4-BE49-F238E27FC236}">
                  <a16:creationId xmlns:a16="http://schemas.microsoft.com/office/drawing/2014/main" id="{EEDE274E-2274-76D4-469C-10FBA076F99A}"/>
                </a:ext>
              </a:extLst>
            </p:cNvPr>
            <p:cNvSpPr/>
            <p:nvPr/>
          </p:nvSpPr>
          <p:spPr>
            <a:xfrm>
              <a:off x="4371704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4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sp>
        <p:nvSpPr>
          <p:cNvPr id="26" name="Google Shape;5516;p43">
            <a:extLst>
              <a:ext uri="{FF2B5EF4-FFF2-40B4-BE49-F238E27FC236}">
                <a16:creationId xmlns:a16="http://schemas.microsoft.com/office/drawing/2014/main" id="{ECC54996-48D4-123F-2F9E-AB626A9240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74329" y="1342895"/>
            <a:ext cx="6900672" cy="27015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l"/>
            <a:r>
              <a:rPr lang="it-IT" sz="1600" noProof="0" dirty="0"/>
              <a:t>Le auto a guida autonoma devono "vedere" la scena come farebbe un umano;</a:t>
            </a:r>
          </a:p>
          <a:p>
            <a:pPr marL="0" indent="0" algn="l"/>
            <a:endParaRPr lang="it-IT" sz="1600" noProof="0" dirty="0"/>
          </a:p>
          <a:p>
            <a:pPr marL="0" indent="0" algn="l"/>
            <a:r>
              <a:rPr lang="it-IT" sz="1600" noProof="0" dirty="0"/>
              <a:t>Non basta rilevare oggetti: ogni pixel deve essere classificato;</a:t>
            </a:r>
          </a:p>
          <a:p>
            <a:pPr marL="0" indent="0" algn="l"/>
            <a:endParaRPr lang="it-IT" sz="1600" noProof="0" dirty="0"/>
          </a:p>
          <a:p>
            <a:pPr marL="0" indent="0" algn="l"/>
            <a:r>
              <a:rPr lang="it-IT" sz="1600" noProof="0" dirty="0"/>
              <a:t>La segmentazione abilita: frenata di emergenza, cambio corsia, rilevamento pedoni.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D76F12F-7C66-1F87-ED41-C3DF8F321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303415" y="1877111"/>
            <a:ext cx="219913" cy="21991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50407F-4CFE-C0CD-4267-E557F42F7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303414" y="2583713"/>
            <a:ext cx="219913" cy="2199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84F58F1-50DE-FB59-02CB-439989BDC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303413" y="3094165"/>
            <a:ext cx="219913" cy="219913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5CD9EE55-AD28-9CC3-7586-1DB1460DD7D7}"/>
              </a:ext>
            </a:extLst>
          </p:cNvPr>
          <p:cNvGrpSpPr/>
          <p:nvPr/>
        </p:nvGrpSpPr>
        <p:grpSpPr>
          <a:xfrm>
            <a:off x="8739332" y="4813236"/>
            <a:ext cx="274320" cy="274320"/>
            <a:chOff x="8739332" y="4813236"/>
            <a:chExt cx="274320" cy="27432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BCA49B4-CFB5-33F4-807C-9D359F93C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A4C3190-69CF-3D3A-5894-B23561707401}"/>
                </a:ext>
              </a:extLst>
            </p:cNvPr>
            <p:cNvSpPr txBox="1"/>
            <p:nvPr/>
          </p:nvSpPr>
          <p:spPr>
            <a:xfrm>
              <a:off x="8754503" y="4842674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5454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5" name="Google Shape;5015;p41"/>
          <p:cNvGrpSpPr/>
          <p:nvPr/>
        </p:nvGrpSpPr>
        <p:grpSpPr>
          <a:xfrm>
            <a:off x="376498" y="3524081"/>
            <a:ext cx="1631738" cy="1133828"/>
            <a:chOff x="376498" y="3524081"/>
            <a:chExt cx="1631738" cy="1133828"/>
          </a:xfrm>
        </p:grpSpPr>
        <p:grpSp>
          <p:nvGrpSpPr>
            <p:cNvPr id="5016" name="Google Shape;5016;p41"/>
            <p:cNvGrpSpPr/>
            <p:nvPr/>
          </p:nvGrpSpPr>
          <p:grpSpPr>
            <a:xfrm>
              <a:off x="1112980" y="3597914"/>
              <a:ext cx="895256" cy="1059981"/>
              <a:chOff x="6638805" y="2345339"/>
              <a:chExt cx="895256" cy="1059981"/>
            </a:xfrm>
          </p:grpSpPr>
          <p:sp>
            <p:nvSpPr>
              <p:cNvPr id="5017" name="Google Shape;5017;p41"/>
              <p:cNvSpPr/>
              <p:nvPr/>
            </p:nvSpPr>
            <p:spPr>
              <a:xfrm>
                <a:off x="6723315" y="2439164"/>
                <a:ext cx="154700" cy="285765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99" extrusionOk="0">
                    <a:moveTo>
                      <a:pt x="1" y="0"/>
                    </a:moveTo>
                    <a:lnTo>
                      <a:pt x="1" y="399"/>
                    </a:lnTo>
                    <a:lnTo>
                      <a:pt x="216" y="399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18" name="Google Shape;5018;p41"/>
              <p:cNvSpPr/>
              <p:nvPr/>
            </p:nvSpPr>
            <p:spPr>
              <a:xfrm>
                <a:off x="6723315" y="2439164"/>
                <a:ext cx="154700" cy="66607"/>
              </a:xfrm>
              <a:custGeom>
                <a:avLst/>
                <a:gdLst/>
                <a:ahLst/>
                <a:cxnLst/>
                <a:rect l="l" t="t" r="r" b="b"/>
                <a:pathLst>
                  <a:path w="216" h="93" extrusionOk="0">
                    <a:moveTo>
                      <a:pt x="1" y="0"/>
                    </a:moveTo>
                    <a:lnTo>
                      <a:pt x="1" y="92"/>
                    </a:lnTo>
                    <a:lnTo>
                      <a:pt x="216" y="92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19" name="Google Shape;5019;p41"/>
              <p:cNvSpPr/>
              <p:nvPr/>
            </p:nvSpPr>
            <p:spPr>
              <a:xfrm>
                <a:off x="6690370" y="2394759"/>
                <a:ext cx="791407" cy="1010562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1411" extrusionOk="0">
                    <a:moveTo>
                      <a:pt x="553" y="1"/>
                    </a:moveTo>
                    <a:lnTo>
                      <a:pt x="1" y="549"/>
                    </a:lnTo>
                    <a:lnTo>
                      <a:pt x="1" y="1411"/>
                    </a:lnTo>
                    <a:lnTo>
                      <a:pt x="1104" y="1411"/>
                    </a:lnTo>
                    <a:lnTo>
                      <a:pt x="1104" y="549"/>
                    </a:lnTo>
                    <a:lnTo>
                      <a:pt x="5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0" name="Google Shape;5020;p41"/>
              <p:cNvSpPr/>
              <p:nvPr/>
            </p:nvSpPr>
            <p:spPr>
              <a:xfrm>
                <a:off x="6693235" y="2886088"/>
                <a:ext cx="783528" cy="77350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8" extrusionOk="0">
                    <a:moveTo>
                      <a:pt x="0" y="1"/>
                    </a:moveTo>
                    <a:lnTo>
                      <a:pt x="0" y="107"/>
                    </a:lnTo>
                    <a:lnTo>
                      <a:pt x="1093" y="107"/>
                    </a:lnTo>
                    <a:lnTo>
                      <a:pt x="109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1" name="Google Shape;5021;p41"/>
              <p:cNvSpPr/>
              <p:nvPr/>
            </p:nvSpPr>
            <p:spPr>
              <a:xfrm>
                <a:off x="6693235" y="2669788"/>
                <a:ext cx="780663" cy="7448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4" extrusionOk="0">
                    <a:moveTo>
                      <a:pt x="131" y="0"/>
                    </a:moveTo>
                    <a:cubicBezTo>
                      <a:pt x="92" y="42"/>
                      <a:pt x="55" y="84"/>
                      <a:pt x="0" y="100"/>
                    </a:cubicBezTo>
                    <a:lnTo>
                      <a:pt x="0" y="103"/>
                    </a:lnTo>
                    <a:lnTo>
                      <a:pt x="1089" y="103"/>
                    </a:lnTo>
                    <a:lnTo>
                      <a:pt x="1089" y="96"/>
                    </a:lnTo>
                    <a:cubicBezTo>
                      <a:pt x="1074" y="84"/>
                      <a:pt x="1058" y="69"/>
                      <a:pt x="1047" y="57"/>
                    </a:cubicBezTo>
                    <a:cubicBezTo>
                      <a:pt x="1043" y="54"/>
                      <a:pt x="1040" y="50"/>
                      <a:pt x="1035" y="46"/>
                    </a:cubicBezTo>
                    <a:cubicBezTo>
                      <a:pt x="1017" y="34"/>
                      <a:pt x="1001" y="27"/>
                      <a:pt x="985" y="15"/>
                    </a:cubicBezTo>
                    <a:cubicBezTo>
                      <a:pt x="978" y="11"/>
                      <a:pt x="971" y="4"/>
                      <a:pt x="962" y="0"/>
                    </a:cubicBezTo>
                    <a:close/>
                  </a:path>
                </a:pathLst>
              </a:custGeom>
              <a:solidFill>
                <a:srgbClr val="D1CE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2" name="Google Shape;5022;p41"/>
              <p:cNvSpPr/>
              <p:nvPr/>
            </p:nvSpPr>
            <p:spPr>
              <a:xfrm>
                <a:off x="6693235" y="3232024"/>
                <a:ext cx="783528" cy="170456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238" extrusionOk="0">
                    <a:moveTo>
                      <a:pt x="0" y="1"/>
                    </a:moveTo>
                    <a:lnTo>
                      <a:pt x="0" y="238"/>
                    </a:lnTo>
                    <a:lnTo>
                      <a:pt x="1093" y="238"/>
                    </a:lnTo>
                    <a:lnTo>
                      <a:pt x="109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3" name="Google Shape;5023;p41"/>
              <p:cNvSpPr/>
              <p:nvPr/>
            </p:nvSpPr>
            <p:spPr>
              <a:xfrm>
                <a:off x="6676763" y="2381150"/>
                <a:ext cx="818622" cy="4261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595" extrusionOk="0">
                    <a:moveTo>
                      <a:pt x="568" y="0"/>
                    </a:moveTo>
                    <a:lnTo>
                      <a:pt x="0" y="579"/>
                    </a:lnTo>
                    <a:lnTo>
                      <a:pt x="1143" y="595"/>
                    </a:lnTo>
                    <a:lnTo>
                      <a:pt x="1143" y="595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4" name="Google Shape;5024;p41"/>
              <p:cNvSpPr/>
              <p:nvPr/>
            </p:nvSpPr>
            <p:spPr>
              <a:xfrm>
                <a:off x="6638805" y="2345339"/>
                <a:ext cx="895256" cy="497045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694" extrusionOk="0">
                    <a:moveTo>
                      <a:pt x="621" y="1"/>
                    </a:moveTo>
                    <a:cubicBezTo>
                      <a:pt x="610" y="1"/>
                      <a:pt x="594" y="8"/>
                      <a:pt x="587" y="16"/>
                    </a:cubicBezTo>
                    <a:lnTo>
                      <a:pt x="19" y="595"/>
                    </a:lnTo>
                    <a:cubicBezTo>
                      <a:pt x="0" y="614"/>
                      <a:pt x="0" y="645"/>
                      <a:pt x="19" y="664"/>
                    </a:cubicBezTo>
                    <a:cubicBezTo>
                      <a:pt x="31" y="673"/>
                      <a:pt x="44" y="678"/>
                      <a:pt x="57" y="678"/>
                    </a:cubicBezTo>
                    <a:cubicBezTo>
                      <a:pt x="70" y="678"/>
                      <a:pt x="82" y="673"/>
                      <a:pt x="92" y="664"/>
                    </a:cubicBezTo>
                    <a:lnTo>
                      <a:pt x="621" y="123"/>
                    </a:lnTo>
                    <a:lnTo>
                      <a:pt x="1157" y="679"/>
                    </a:lnTo>
                    <a:cubicBezTo>
                      <a:pt x="1167" y="688"/>
                      <a:pt x="1179" y="693"/>
                      <a:pt x="1192" y="693"/>
                    </a:cubicBezTo>
                    <a:cubicBezTo>
                      <a:pt x="1204" y="693"/>
                      <a:pt x="1217" y="688"/>
                      <a:pt x="1226" y="679"/>
                    </a:cubicBezTo>
                    <a:cubicBezTo>
                      <a:pt x="1249" y="664"/>
                      <a:pt x="1249" y="629"/>
                      <a:pt x="1231" y="610"/>
                    </a:cubicBezTo>
                    <a:lnTo>
                      <a:pt x="656" y="16"/>
                    </a:lnTo>
                    <a:cubicBezTo>
                      <a:pt x="648" y="8"/>
                      <a:pt x="637" y="4"/>
                      <a:pt x="6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5" name="Google Shape;5025;p41"/>
              <p:cNvSpPr/>
              <p:nvPr/>
            </p:nvSpPr>
            <p:spPr>
              <a:xfrm>
                <a:off x="6932441" y="3110982"/>
                <a:ext cx="302239" cy="291494"/>
              </a:xfrm>
              <a:custGeom>
                <a:avLst/>
                <a:gdLst/>
                <a:ahLst/>
                <a:cxnLst/>
                <a:rect l="l" t="t" r="r" b="b"/>
                <a:pathLst>
                  <a:path w="422" h="407" extrusionOk="0">
                    <a:moveTo>
                      <a:pt x="211" y="0"/>
                    </a:moveTo>
                    <a:cubicBezTo>
                      <a:pt x="96" y="0"/>
                      <a:pt x="0" y="92"/>
                      <a:pt x="0" y="212"/>
                    </a:cubicBezTo>
                    <a:lnTo>
                      <a:pt x="0" y="407"/>
                    </a:lnTo>
                    <a:lnTo>
                      <a:pt x="422" y="407"/>
                    </a:lnTo>
                    <a:lnTo>
                      <a:pt x="422" y="212"/>
                    </a:lnTo>
                    <a:cubicBezTo>
                      <a:pt x="422" y="92"/>
                      <a:pt x="326" y="0"/>
                      <a:pt x="2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6" name="Google Shape;5026;p41"/>
              <p:cNvSpPr/>
              <p:nvPr/>
            </p:nvSpPr>
            <p:spPr>
              <a:xfrm>
                <a:off x="6932441" y="3110982"/>
                <a:ext cx="140376" cy="291494"/>
              </a:xfrm>
              <a:custGeom>
                <a:avLst/>
                <a:gdLst/>
                <a:ahLst/>
                <a:cxnLst/>
                <a:rect l="l" t="t" r="r" b="b"/>
                <a:pathLst>
                  <a:path w="196" h="407" extrusionOk="0">
                    <a:moveTo>
                      <a:pt x="195" y="0"/>
                    </a:moveTo>
                    <a:cubicBezTo>
                      <a:pt x="89" y="9"/>
                      <a:pt x="0" y="101"/>
                      <a:pt x="0" y="212"/>
                    </a:cubicBezTo>
                    <a:lnTo>
                      <a:pt x="0" y="407"/>
                    </a:lnTo>
                    <a:lnTo>
                      <a:pt x="195" y="407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7" name="Google Shape;5027;p41"/>
              <p:cNvSpPr/>
              <p:nvPr/>
            </p:nvSpPr>
            <p:spPr>
              <a:xfrm>
                <a:off x="6775597" y="3015724"/>
                <a:ext cx="96688" cy="17260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41" extrusionOk="0">
                    <a:moveTo>
                      <a:pt x="69" y="0"/>
                    </a:moveTo>
                    <a:cubicBezTo>
                      <a:pt x="32" y="0"/>
                      <a:pt x="0" y="27"/>
                      <a:pt x="0" y="64"/>
                    </a:cubicBezTo>
                    <a:lnTo>
                      <a:pt x="0" y="241"/>
                    </a:lnTo>
                    <a:lnTo>
                      <a:pt x="135" y="241"/>
                    </a:lnTo>
                    <a:lnTo>
                      <a:pt x="135" y="64"/>
                    </a:lnTo>
                    <a:cubicBezTo>
                      <a:pt x="135" y="27"/>
                      <a:pt x="104" y="0"/>
                      <a:pt x="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8" name="Google Shape;5028;p41"/>
              <p:cNvSpPr/>
              <p:nvPr/>
            </p:nvSpPr>
            <p:spPr>
              <a:xfrm>
                <a:off x="6751246" y="2990656"/>
                <a:ext cx="146106" cy="222739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11" extrusionOk="0">
                    <a:moveTo>
                      <a:pt x="103" y="65"/>
                    </a:moveTo>
                    <a:cubicBezTo>
                      <a:pt x="112" y="65"/>
                      <a:pt x="119" y="69"/>
                      <a:pt x="126" y="76"/>
                    </a:cubicBezTo>
                    <a:cubicBezTo>
                      <a:pt x="135" y="81"/>
                      <a:pt x="138" y="92"/>
                      <a:pt x="138" y="99"/>
                    </a:cubicBezTo>
                    <a:lnTo>
                      <a:pt x="138" y="246"/>
                    </a:lnTo>
                    <a:lnTo>
                      <a:pt x="66" y="246"/>
                    </a:lnTo>
                    <a:lnTo>
                      <a:pt x="66" y="99"/>
                    </a:lnTo>
                    <a:cubicBezTo>
                      <a:pt x="66" y="92"/>
                      <a:pt x="69" y="81"/>
                      <a:pt x="77" y="76"/>
                    </a:cubicBezTo>
                    <a:cubicBezTo>
                      <a:pt x="85" y="69"/>
                      <a:pt x="92" y="65"/>
                      <a:pt x="103" y="65"/>
                    </a:cubicBezTo>
                    <a:close/>
                    <a:moveTo>
                      <a:pt x="103" y="0"/>
                    </a:moveTo>
                    <a:cubicBezTo>
                      <a:pt x="46" y="0"/>
                      <a:pt x="0" y="46"/>
                      <a:pt x="0" y="99"/>
                    </a:cubicBezTo>
                    <a:lnTo>
                      <a:pt x="0" y="311"/>
                    </a:lnTo>
                    <a:lnTo>
                      <a:pt x="204" y="311"/>
                    </a:lnTo>
                    <a:lnTo>
                      <a:pt x="204" y="276"/>
                    </a:lnTo>
                    <a:lnTo>
                      <a:pt x="204" y="99"/>
                    </a:lnTo>
                    <a:cubicBezTo>
                      <a:pt x="204" y="46"/>
                      <a:pt x="158" y="0"/>
                      <a:pt x="10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9" name="Google Shape;5029;p41"/>
              <p:cNvSpPr/>
              <p:nvPr/>
            </p:nvSpPr>
            <p:spPr>
              <a:xfrm>
                <a:off x="7305574" y="3015724"/>
                <a:ext cx="96688" cy="17260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41" extrusionOk="0">
                    <a:moveTo>
                      <a:pt x="65" y="0"/>
                    </a:moveTo>
                    <a:cubicBezTo>
                      <a:pt x="31" y="0"/>
                      <a:pt x="1" y="27"/>
                      <a:pt x="1" y="64"/>
                    </a:cubicBezTo>
                    <a:lnTo>
                      <a:pt x="1" y="241"/>
                    </a:lnTo>
                    <a:lnTo>
                      <a:pt x="134" y="241"/>
                    </a:lnTo>
                    <a:lnTo>
                      <a:pt x="134" y="64"/>
                    </a:lnTo>
                    <a:cubicBezTo>
                      <a:pt x="134" y="27"/>
                      <a:pt x="104" y="0"/>
                      <a:pt x="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0" name="Google Shape;5030;p41"/>
              <p:cNvSpPr/>
              <p:nvPr/>
            </p:nvSpPr>
            <p:spPr>
              <a:xfrm>
                <a:off x="7280507" y="2990656"/>
                <a:ext cx="146822" cy="222739"/>
              </a:xfrm>
              <a:custGeom>
                <a:avLst/>
                <a:gdLst/>
                <a:ahLst/>
                <a:cxnLst/>
                <a:rect l="l" t="t" r="r" b="b"/>
                <a:pathLst>
                  <a:path w="205" h="311" extrusionOk="0">
                    <a:moveTo>
                      <a:pt x="100" y="65"/>
                    </a:moveTo>
                    <a:cubicBezTo>
                      <a:pt x="112" y="65"/>
                      <a:pt x="119" y="69"/>
                      <a:pt x="128" y="76"/>
                    </a:cubicBezTo>
                    <a:cubicBezTo>
                      <a:pt x="135" y="81"/>
                      <a:pt x="139" y="92"/>
                      <a:pt x="139" y="99"/>
                    </a:cubicBezTo>
                    <a:lnTo>
                      <a:pt x="139" y="246"/>
                    </a:lnTo>
                    <a:lnTo>
                      <a:pt x="66" y="246"/>
                    </a:lnTo>
                    <a:lnTo>
                      <a:pt x="66" y="99"/>
                    </a:lnTo>
                    <a:cubicBezTo>
                      <a:pt x="66" y="92"/>
                      <a:pt x="70" y="81"/>
                      <a:pt x="77" y="76"/>
                    </a:cubicBezTo>
                    <a:cubicBezTo>
                      <a:pt x="85" y="69"/>
                      <a:pt x="93" y="65"/>
                      <a:pt x="100" y="65"/>
                    </a:cubicBezTo>
                    <a:close/>
                    <a:moveTo>
                      <a:pt x="100" y="0"/>
                    </a:moveTo>
                    <a:cubicBezTo>
                      <a:pt x="47" y="0"/>
                      <a:pt x="1" y="46"/>
                      <a:pt x="1" y="99"/>
                    </a:cubicBezTo>
                    <a:lnTo>
                      <a:pt x="1" y="311"/>
                    </a:lnTo>
                    <a:lnTo>
                      <a:pt x="204" y="311"/>
                    </a:lnTo>
                    <a:lnTo>
                      <a:pt x="204" y="276"/>
                    </a:lnTo>
                    <a:lnTo>
                      <a:pt x="204" y="99"/>
                    </a:lnTo>
                    <a:cubicBezTo>
                      <a:pt x="204" y="46"/>
                      <a:pt x="158" y="0"/>
                      <a:pt x="1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1" name="Google Shape;5031;p41"/>
              <p:cNvSpPr/>
              <p:nvPr/>
            </p:nvSpPr>
            <p:spPr>
              <a:xfrm>
                <a:off x="7033423" y="2625382"/>
                <a:ext cx="99552" cy="176902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47" extrusionOk="0">
                    <a:moveTo>
                      <a:pt x="70" y="1"/>
                    </a:moveTo>
                    <a:cubicBezTo>
                      <a:pt x="31" y="1"/>
                      <a:pt x="1" y="31"/>
                      <a:pt x="1" y="70"/>
                    </a:cubicBezTo>
                    <a:lnTo>
                      <a:pt x="1" y="246"/>
                    </a:lnTo>
                    <a:lnTo>
                      <a:pt x="139" y="246"/>
                    </a:lnTo>
                    <a:lnTo>
                      <a:pt x="139" y="70"/>
                    </a:lnTo>
                    <a:cubicBezTo>
                      <a:pt x="139" y="31"/>
                      <a:pt x="109" y="1"/>
                      <a:pt x="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2" name="Google Shape;5032;p41"/>
              <p:cNvSpPr/>
              <p:nvPr/>
            </p:nvSpPr>
            <p:spPr>
              <a:xfrm>
                <a:off x="7011938" y="2603896"/>
                <a:ext cx="143241" cy="222739"/>
              </a:xfrm>
              <a:custGeom>
                <a:avLst/>
                <a:gdLst/>
                <a:ahLst/>
                <a:cxnLst/>
                <a:rect l="l" t="t" r="r" b="b"/>
                <a:pathLst>
                  <a:path w="200" h="311" extrusionOk="0">
                    <a:moveTo>
                      <a:pt x="100" y="65"/>
                    </a:moveTo>
                    <a:cubicBezTo>
                      <a:pt x="112" y="65"/>
                      <a:pt x="119" y="69"/>
                      <a:pt x="127" y="77"/>
                    </a:cubicBezTo>
                    <a:cubicBezTo>
                      <a:pt x="130" y="80"/>
                      <a:pt x="135" y="88"/>
                      <a:pt x="135" y="100"/>
                    </a:cubicBezTo>
                    <a:lnTo>
                      <a:pt x="135" y="245"/>
                    </a:lnTo>
                    <a:lnTo>
                      <a:pt x="66" y="245"/>
                    </a:lnTo>
                    <a:lnTo>
                      <a:pt x="66" y="100"/>
                    </a:lnTo>
                    <a:cubicBezTo>
                      <a:pt x="66" y="88"/>
                      <a:pt x="70" y="80"/>
                      <a:pt x="77" y="77"/>
                    </a:cubicBezTo>
                    <a:cubicBezTo>
                      <a:pt x="81" y="69"/>
                      <a:pt x="89" y="65"/>
                      <a:pt x="100" y="65"/>
                    </a:cubicBezTo>
                    <a:close/>
                    <a:moveTo>
                      <a:pt x="100" y="0"/>
                    </a:moveTo>
                    <a:cubicBezTo>
                      <a:pt x="47" y="0"/>
                      <a:pt x="1" y="46"/>
                      <a:pt x="1" y="100"/>
                    </a:cubicBezTo>
                    <a:lnTo>
                      <a:pt x="1" y="310"/>
                    </a:lnTo>
                    <a:lnTo>
                      <a:pt x="199" y="310"/>
                    </a:lnTo>
                    <a:lnTo>
                      <a:pt x="199" y="276"/>
                    </a:lnTo>
                    <a:lnTo>
                      <a:pt x="199" y="100"/>
                    </a:lnTo>
                    <a:cubicBezTo>
                      <a:pt x="199" y="46"/>
                      <a:pt x="158" y="0"/>
                      <a:pt x="1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grpSp>
          <p:nvGrpSpPr>
            <p:cNvPr id="5033" name="Google Shape;5033;p41"/>
            <p:cNvGrpSpPr/>
            <p:nvPr/>
          </p:nvGrpSpPr>
          <p:grpSpPr>
            <a:xfrm>
              <a:off x="376498" y="3524081"/>
              <a:ext cx="673217" cy="1133828"/>
              <a:chOff x="6542207" y="2185022"/>
              <a:chExt cx="492153" cy="828821"/>
            </a:xfrm>
          </p:grpSpPr>
          <p:sp>
            <p:nvSpPr>
              <p:cNvPr id="5034" name="Google Shape;5034;p41"/>
              <p:cNvSpPr/>
              <p:nvPr/>
            </p:nvSpPr>
            <p:spPr>
              <a:xfrm>
                <a:off x="6911311" y="2185022"/>
                <a:ext cx="57069" cy="23351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6" extrusionOk="0">
                    <a:moveTo>
                      <a:pt x="1" y="0"/>
                    </a:moveTo>
                    <a:lnTo>
                      <a:pt x="1" y="445"/>
                    </a:lnTo>
                    <a:lnTo>
                      <a:pt x="109" y="44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5" name="Google Shape;5035;p41"/>
              <p:cNvSpPr/>
              <p:nvPr/>
            </p:nvSpPr>
            <p:spPr>
              <a:xfrm>
                <a:off x="6911311" y="2185022"/>
                <a:ext cx="57069" cy="4869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93" extrusionOk="0">
                    <a:moveTo>
                      <a:pt x="1" y="0"/>
                    </a:moveTo>
                    <a:lnTo>
                      <a:pt x="1" y="92"/>
                    </a:lnTo>
                    <a:lnTo>
                      <a:pt x="109" y="9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6" name="Google Shape;5036;p41"/>
              <p:cNvSpPr/>
              <p:nvPr/>
            </p:nvSpPr>
            <p:spPr>
              <a:xfrm>
                <a:off x="6574667" y="2253087"/>
                <a:ext cx="441891" cy="759169"/>
              </a:xfrm>
              <a:custGeom>
                <a:avLst/>
                <a:gdLst/>
                <a:ahLst/>
                <a:cxnLst/>
                <a:rect l="l" t="t" r="r" b="b"/>
                <a:pathLst>
                  <a:path w="844" h="1450" extrusionOk="0">
                    <a:moveTo>
                      <a:pt x="414" y="1"/>
                    </a:moveTo>
                    <a:lnTo>
                      <a:pt x="0" y="395"/>
                    </a:lnTo>
                    <a:lnTo>
                      <a:pt x="0" y="1449"/>
                    </a:lnTo>
                    <a:lnTo>
                      <a:pt x="843" y="1449"/>
                    </a:lnTo>
                    <a:lnTo>
                      <a:pt x="843" y="395"/>
                    </a:lnTo>
                    <a:lnTo>
                      <a:pt x="41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7" name="Google Shape;5037;p41"/>
              <p:cNvSpPr/>
              <p:nvPr/>
            </p:nvSpPr>
            <p:spPr>
              <a:xfrm>
                <a:off x="6570479" y="2867245"/>
                <a:ext cx="448174" cy="146598"/>
              </a:xfrm>
              <a:custGeom>
                <a:avLst/>
                <a:gdLst/>
                <a:ahLst/>
                <a:cxnLst/>
                <a:rect l="l" t="t" r="r" b="b"/>
                <a:pathLst>
                  <a:path w="856" h="280" extrusionOk="0">
                    <a:moveTo>
                      <a:pt x="1" y="0"/>
                    </a:moveTo>
                    <a:lnTo>
                      <a:pt x="1" y="280"/>
                    </a:lnTo>
                    <a:lnTo>
                      <a:pt x="855" y="280"/>
                    </a:lnTo>
                    <a:lnTo>
                      <a:pt x="8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8" name="Google Shape;5038;p41"/>
              <p:cNvSpPr/>
              <p:nvPr/>
            </p:nvSpPr>
            <p:spPr>
              <a:xfrm>
                <a:off x="6570479" y="2523777"/>
                <a:ext cx="448174" cy="147645"/>
              </a:xfrm>
              <a:custGeom>
                <a:avLst/>
                <a:gdLst/>
                <a:ahLst/>
                <a:cxnLst/>
                <a:rect l="l" t="t" r="r" b="b"/>
                <a:pathLst>
                  <a:path w="856" h="282" extrusionOk="0">
                    <a:moveTo>
                      <a:pt x="1" y="1"/>
                    </a:moveTo>
                    <a:lnTo>
                      <a:pt x="1" y="281"/>
                    </a:lnTo>
                    <a:lnTo>
                      <a:pt x="855" y="281"/>
                    </a:lnTo>
                    <a:lnTo>
                      <a:pt x="8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9" name="Google Shape;5039;p41"/>
              <p:cNvSpPr/>
              <p:nvPr/>
            </p:nvSpPr>
            <p:spPr>
              <a:xfrm>
                <a:off x="6839061" y="2505976"/>
                <a:ext cx="89006" cy="177489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39" extrusionOk="0">
                    <a:moveTo>
                      <a:pt x="1" y="1"/>
                    </a:moveTo>
                    <a:lnTo>
                      <a:pt x="1" y="338"/>
                    </a:lnTo>
                    <a:lnTo>
                      <a:pt x="169" y="338"/>
                    </a:lnTo>
                    <a:lnTo>
                      <a:pt x="16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0" name="Google Shape;5040;p41"/>
              <p:cNvSpPr/>
              <p:nvPr/>
            </p:nvSpPr>
            <p:spPr>
              <a:xfrm>
                <a:off x="6823355" y="2490268"/>
                <a:ext cx="120944" cy="208902"/>
              </a:xfrm>
              <a:custGeom>
                <a:avLst/>
                <a:gdLst/>
                <a:ahLst/>
                <a:cxnLst/>
                <a:rect l="l" t="t" r="r" b="b"/>
                <a:pathLst>
                  <a:path w="231" h="399" extrusionOk="0">
                    <a:moveTo>
                      <a:pt x="169" y="61"/>
                    </a:moveTo>
                    <a:lnTo>
                      <a:pt x="169" y="337"/>
                    </a:lnTo>
                    <a:lnTo>
                      <a:pt x="61" y="337"/>
                    </a:lnTo>
                    <a:lnTo>
                      <a:pt x="61" y="61"/>
                    </a:lnTo>
                    <a:close/>
                    <a:moveTo>
                      <a:pt x="1" y="0"/>
                    </a:moveTo>
                    <a:lnTo>
                      <a:pt x="1" y="398"/>
                    </a:lnTo>
                    <a:lnTo>
                      <a:pt x="231" y="398"/>
                    </a:lnTo>
                    <a:lnTo>
                      <a:pt x="2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1" name="Google Shape;5041;p41"/>
              <p:cNvSpPr/>
              <p:nvPr/>
            </p:nvSpPr>
            <p:spPr>
              <a:xfrm>
                <a:off x="6662624" y="2505976"/>
                <a:ext cx="89006" cy="177489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39" extrusionOk="0">
                    <a:moveTo>
                      <a:pt x="0" y="1"/>
                    </a:moveTo>
                    <a:lnTo>
                      <a:pt x="0" y="338"/>
                    </a:lnTo>
                    <a:lnTo>
                      <a:pt x="170" y="338"/>
                    </a:lnTo>
                    <a:lnTo>
                      <a:pt x="17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2" name="Google Shape;5042;p41"/>
              <p:cNvSpPr/>
              <p:nvPr/>
            </p:nvSpPr>
            <p:spPr>
              <a:xfrm>
                <a:off x="6646917" y="2490268"/>
                <a:ext cx="120944" cy="208902"/>
              </a:xfrm>
              <a:custGeom>
                <a:avLst/>
                <a:gdLst/>
                <a:ahLst/>
                <a:cxnLst/>
                <a:rect l="l" t="t" r="r" b="b"/>
                <a:pathLst>
                  <a:path w="231" h="399" extrusionOk="0">
                    <a:moveTo>
                      <a:pt x="168" y="61"/>
                    </a:moveTo>
                    <a:lnTo>
                      <a:pt x="168" y="337"/>
                    </a:lnTo>
                    <a:lnTo>
                      <a:pt x="62" y="337"/>
                    </a:lnTo>
                    <a:lnTo>
                      <a:pt x="62" y="61"/>
                    </a:lnTo>
                    <a:close/>
                    <a:moveTo>
                      <a:pt x="0" y="0"/>
                    </a:moveTo>
                    <a:lnTo>
                      <a:pt x="0" y="398"/>
                    </a:lnTo>
                    <a:lnTo>
                      <a:pt x="230" y="398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3" name="Google Shape;5043;p41"/>
              <p:cNvSpPr/>
              <p:nvPr/>
            </p:nvSpPr>
            <p:spPr>
              <a:xfrm>
                <a:off x="6662624" y="2810699"/>
                <a:ext cx="89006" cy="105237"/>
              </a:xfrm>
              <a:custGeom>
                <a:avLst/>
                <a:gdLst/>
                <a:ahLst/>
                <a:cxnLst/>
                <a:rect l="l" t="t" r="r" b="b"/>
                <a:pathLst>
                  <a:path w="170" h="201" extrusionOk="0">
                    <a:moveTo>
                      <a:pt x="0" y="1"/>
                    </a:moveTo>
                    <a:lnTo>
                      <a:pt x="0" y="200"/>
                    </a:lnTo>
                    <a:lnTo>
                      <a:pt x="170" y="200"/>
                    </a:lnTo>
                    <a:lnTo>
                      <a:pt x="17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4" name="Google Shape;5044;p41"/>
              <p:cNvSpPr/>
              <p:nvPr/>
            </p:nvSpPr>
            <p:spPr>
              <a:xfrm>
                <a:off x="6646917" y="2794991"/>
                <a:ext cx="120944" cy="1366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61" extrusionOk="0">
                    <a:moveTo>
                      <a:pt x="168" y="62"/>
                    </a:moveTo>
                    <a:lnTo>
                      <a:pt x="168" y="200"/>
                    </a:lnTo>
                    <a:lnTo>
                      <a:pt x="62" y="200"/>
                    </a:lnTo>
                    <a:lnTo>
                      <a:pt x="62" y="62"/>
                    </a:lnTo>
                    <a:close/>
                    <a:moveTo>
                      <a:pt x="0" y="0"/>
                    </a:moveTo>
                    <a:lnTo>
                      <a:pt x="0" y="261"/>
                    </a:lnTo>
                    <a:lnTo>
                      <a:pt x="230" y="261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5" name="Google Shape;5045;p41"/>
              <p:cNvSpPr/>
              <p:nvPr/>
            </p:nvSpPr>
            <p:spPr>
              <a:xfrm>
                <a:off x="6821260" y="2788708"/>
                <a:ext cx="116756" cy="225133"/>
              </a:xfrm>
              <a:custGeom>
                <a:avLst/>
                <a:gdLst/>
                <a:ahLst/>
                <a:cxnLst/>
                <a:rect l="l" t="t" r="r" b="b"/>
                <a:pathLst>
                  <a:path w="223" h="430" extrusionOk="0">
                    <a:moveTo>
                      <a:pt x="0" y="0"/>
                    </a:moveTo>
                    <a:lnTo>
                      <a:pt x="0" y="430"/>
                    </a:lnTo>
                    <a:lnTo>
                      <a:pt x="223" y="430"/>
                    </a:lnTo>
                    <a:lnTo>
                      <a:pt x="2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6" name="Google Shape;5046;p41"/>
              <p:cNvSpPr/>
              <p:nvPr/>
            </p:nvSpPr>
            <p:spPr>
              <a:xfrm>
                <a:off x="6877280" y="2788708"/>
                <a:ext cx="62828" cy="225133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30" extrusionOk="0">
                    <a:moveTo>
                      <a:pt x="1" y="0"/>
                    </a:moveTo>
                    <a:lnTo>
                      <a:pt x="1" y="430"/>
                    </a:lnTo>
                    <a:lnTo>
                      <a:pt x="119" y="430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7" name="Google Shape;5047;p41"/>
              <p:cNvSpPr/>
              <p:nvPr/>
            </p:nvSpPr>
            <p:spPr>
              <a:xfrm>
                <a:off x="6542207" y="2191305"/>
                <a:ext cx="492153" cy="288484"/>
              </a:xfrm>
              <a:custGeom>
                <a:avLst/>
                <a:gdLst/>
                <a:ahLst/>
                <a:cxnLst/>
                <a:rect l="l" t="t" r="r" b="b"/>
                <a:pathLst>
                  <a:path w="940" h="551" extrusionOk="0">
                    <a:moveTo>
                      <a:pt x="483" y="0"/>
                    </a:moveTo>
                    <a:cubicBezTo>
                      <a:pt x="469" y="0"/>
                      <a:pt x="453" y="4"/>
                      <a:pt x="446" y="15"/>
                    </a:cubicBezTo>
                    <a:lnTo>
                      <a:pt x="20" y="460"/>
                    </a:lnTo>
                    <a:cubicBezTo>
                      <a:pt x="1" y="479"/>
                      <a:pt x="1" y="513"/>
                      <a:pt x="24" y="536"/>
                    </a:cubicBezTo>
                    <a:cubicBezTo>
                      <a:pt x="33" y="545"/>
                      <a:pt x="46" y="550"/>
                      <a:pt x="59" y="550"/>
                    </a:cubicBezTo>
                    <a:cubicBezTo>
                      <a:pt x="74" y="550"/>
                      <a:pt x="89" y="545"/>
                      <a:pt x="101" y="533"/>
                    </a:cubicBezTo>
                    <a:lnTo>
                      <a:pt x="483" y="130"/>
                    </a:lnTo>
                    <a:lnTo>
                      <a:pt x="840" y="510"/>
                    </a:lnTo>
                    <a:cubicBezTo>
                      <a:pt x="852" y="522"/>
                      <a:pt x="866" y="527"/>
                      <a:pt x="880" y="527"/>
                    </a:cubicBezTo>
                    <a:cubicBezTo>
                      <a:pt x="893" y="527"/>
                      <a:pt x="906" y="522"/>
                      <a:pt x="917" y="513"/>
                    </a:cubicBezTo>
                    <a:cubicBezTo>
                      <a:pt x="940" y="490"/>
                      <a:pt x="940" y="456"/>
                      <a:pt x="920" y="437"/>
                    </a:cubicBezTo>
                    <a:lnTo>
                      <a:pt x="522" y="15"/>
                    </a:lnTo>
                    <a:cubicBezTo>
                      <a:pt x="515" y="4"/>
                      <a:pt x="499" y="0"/>
                      <a:pt x="4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</p:grpSp>
      <p:sp>
        <p:nvSpPr>
          <p:cNvPr id="5048" name="Google Shape;5048;p41"/>
          <p:cNvSpPr txBox="1">
            <a:spLocks noGrp="1"/>
          </p:cNvSpPr>
          <p:nvPr>
            <p:ph type="title"/>
          </p:nvPr>
        </p:nvSpPr>
        <p:spPr>
          <a:xfrm>
            <a:off x="396108" y="500397"/>
            <a:ext cx="5114564" cy="8415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noProof="0" dirty="0"/>
              <a:t>Cos’è la Segmentazione Semantica?</a:t>
            </a:r>
          </a:p>
        </p:txBody>
      </p:sp>
      <p:sp>
        <p:nvSpPr>
          <p:cNvPr id="5049" name="Google Shape;5049;p41"/>
          <p:cNvSpPr txBox="1">
            <a:spLocks noGrp="1"/>
          </p:cNvSpPr>
          <p:nvPr>
            <p:ph type="subTitle" idx="1"/>
          </p:nvPr>
        </p:nvSpPr>
        <p:spPr>
          <a:xfrm>
            <a:off x="2712588" y="2912101"/>
            <a:ext cx="6114420" cy="1219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400" b="1" noProof="0" dirty="0"/>
              <a:t>Input</a:t>
            </a:r>
            <a:r>
              <a:rPr lang="it-IT" sz="1400" noProof="0" dirty="0"/>
              <a:t>: immagine RGB a singola camera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400" b="1" noProof="0" dirty="0"/>
              <a:t>Output</a:t>
            </a:r>
            <a:r>
              <a:rPr lang="it-IT" sz="1400" noProof="0" dirty="0"/>
              <a:t>: mappa densa di etichette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400" b="1" noProof="0" dirty="0"/>
              <a:t>19</a:t>
            </a:r>
            <a:r>
              <a:rPr lang="it-IT" sz="1400" noProof="0" dirty="0"/>
              <a:t> classi target su Cityscapes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400" b="1" noProof="0" dirty="0"/>
              <a:t>Sfida principale</a:t>
            </a:r>
            <a:r>
              <a:rPr lang="it-IT" sz="1400" noProof="0" dirty="0"/>
              <a:t>: classi sbilanciate, oggetti piccoli, bordi precisi</a:t>
            </a:r>
          </a:p>
        </p:txBody>
      </p:sp>
      <p:grpSp>
        <p:nvGrpSpPr>
          <p:cNvPr id="5050" name="Google Shape;5050;p41"/>
          <p:cNvGrpSpPr/>
          <p:nvPr/>
        </p:nvGrpSpPr>
        <p:grpSpPr>
          <a:xfrm flipH="1">
            <a:off x="7067967" y="4238056"/>
            <a:ext cx="1609760" cy="788436"/>
            <a:chOff x="5302117" y="778706"/>
            <a:chExt cx="1609760" cy="788436"/>
          </a:xfrm>
        </p:grpSpPr>
        <p:sp>
          <p:nvSpPr>
            <p:cNvPr id="5051" name="Google Shape;5051;p41"/>
            <p:cNvSpPr/>
            <p:nvPr/>
          </p:nvSpPr>
          <p:spPr>
            <a:xfrm>
              <a:off x="5321668" y="1414545"/>
              <a:ext cx="241709" cy="71974"/>
            </a:xfrm>
            <a:custGeom>
              <a:avLst/>
              <a:gdLst/>
              <a:ahLst/>
              <a:cxnLst/>
              <a:rect l="l" t="t" r="r" b="b"/>
              <a:pathLst>
                <a:path w="2794" h="832" extrusionOk="0">
                  <a:moveTo>
                    <a:pt x="84" y="1"/>
                  </a:moveTo>
                  <a:cubicBezTo>
                    <a:pt x="0" y="169"/>
                    <a:pt x="84" y="257"/>
                    <a:pt x="84" y="257"/>
                  </a:cubicBezTo>
                  <a:lnTo>
                    <a:pt x="1939" y="257"/>
                  </a:lnTo>
                  <a:lnTo>
                    <a:pt x="2793" y="832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2" name="Google Shape;5052;p41"/>
            <p:cNvSpPr/>
            <p:nvPr/>
          </p:nvSpPr>
          <p:spPr>
            <a:xfrm>
              <a:off x="5319938" y="901044"/>
              <a:ext cx="1573098" cy="581244"/>
            </a:xfrm>
            <a:custGeom>
              <a:avLst/>
              <a:gdLst/>
              <a:ahLst/>
              <a:cxnLst/>
              <a:rect l="l" t="t" r="r" b="b"/>
              <a:pathLst>
                <a:path w="18184" h="6719" extrusionOk="0">
                  <a:moveTo>
                    <a:pt x="8354" y="0"/>
                  </a:moveTo>
                  <a:lnTo>
                    <a:pt x="8354" y="3035"/>
                  </a:lnTo>
                  <a:lnTo>
                    <a:pt x="208" y="3035"/>
                  </a:lnTo>
                  <a:cubicBezTo>
                    <a:pt x="8" y="3553"/>
                    <a:pt x="158" y="5560"/>
                    <a:pt x="158" y="5560"/>
                  </a:cubicBezTo>
                  <a:cubicBezTo>
                    <a:pt x="1" y="5679"/>
                    <a:pt x="104" y="6040"/>
                    <a:pt x="104" y="6040"/>
                  </a:cubicBezTo>
                  <a:lnTo>
                    <a:pt x="2035" y="6040"/>
                  </a:lnTo>
                  <a:lnTo>
                    <a:pt x="2346" y="6247"/>
                  </a:lnTo>
                  <a:lnTo>
                    <a:pt x="3039" y="6718"/>
                  </a:lnTo>
                  <a:lnTo>
                    <a:pt x="5415" y="6718"/>
                  </a:lnTo>
                  <a:lnTo>
                    <a:pt x="6101" y="6197"/>
                  </a:lnTo>
                  <a:lnTo>
                    <a:pt x="6308" y="6040"/>
                  </a:lnTo>
                  <a:lnTo>
                    <a:pt x="12711" y="6040"/>
                  </a:lnTo>
                  <a:lnTo>
                    <a:pt x="12853" y="6151"/>
                  </a:lnTo>
                  <a:lnTo>
                    <a:pt x="13386" y="6572"/>
                  </a:lnTo>
                  <a:lnTo>
                    <a:pt x="16122" y="6572"/>
                  </a:lnTo>
                  <a:lnTo>
                    <a:pt x="16684" y="6151"/>
                  </a:lnTo>
                  <a:lnTo>
                    <a:pt x="16811" y="6059"/>
                  </a:lnTo>
                  <a:lnTo>
                    <a:pt x="17885" y="6059"/>
                  </a:lnTo>
                  <a:cubicBezTo>
                    <a:pt x="18183" y="6059"/>
                    <a:pt x="18175" y="4465"/>
                    <a:pt x="17885" y="4465"/>
                  </a:cubicBezTo>
                  <a:lnTo>
                    <a:pt x="17678" y="3457"/>
                  </a:lnTo>
                  <a:cubicBezTo>
                    <a:pt x="17678" y="3457"/>
                    <a:pt x="16980" y="2859"/>
                    <a:pt x="16868" y="2813"/>
                  </a:cubicBezTo>
                  <a:cubicBezTo>
                    <a:pt x="16758" y="2767"/>
                    <a:pt x="13665" y="2434"/>
                    <a:pt x="13665" y="2434"/>
                  </a:cubicBezTo>
                  <a:cubicBezTo>
                    <a:pt x="13665" y="2434"/>
                    <a:pt x="12071" y="143"/>
                    <a:pt x="11856" y="100"/>
                  </a:cubicBezTo>
                  <a:cubicBezTo>
                    <a:pt x="11638" y="62"/>
                    <a:pt x="8354" y="0"/>
                    <a:pt x="83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3" name="Google Shape;5053;p41"/>
            <p:cNvSpPr/>
            <p:nvPr/>
          </p:nvSpPr>
          <p:spPr>
            <a:xfrm>
              <a:off x="5376342" y="1238154"/>
              <a:ext cx="1093054" cy="65746"/>
            </a:xfrm>
            <a:custGeom>
              <a:avLst/>
              <a:gdLst/>
              <a:ahLst/>
              <a:cxnLst/>
              <a:rect l="l" t="t" r="r" b="b"/>
              <a:pathLst>
                <a:path w="12635" h="760" extrusionOk="0">
                  <a:moveTo>
                    <a:pt x="0" y="1"/>
                  </a:moveTo>
                  <a:lnTo>
                    <a:pt x="88" y="759"/>
                  </a:lnTo>
                  <a:lnTo>
                    <a:pt x="12097" y="759"/>
                  </a:lnTo>
                  <a:cubicBezTo>
                    <a:pt x="12159" y="438"/>
                    <a:pt x="12339" y="151"/>
                    <a:pt x="126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4" name="Google Shape;5054;p41"/>
            <p:cNvSpPr/>
            <p:nvPr/>
          </p:nvSpPr>
          <p:spPr>
            <a:xfrm>
              <a:off x="6835228" y="1310215"/>
              <a:ext cx="45158" cy="76905"/>
            </a:xfrm>
            <a:custGeom>
              <a:avLst/>
              <a:gdLst/>
              <a:ahLst/>
              <a:cxnLst/>
              <a:rect l="l" t="t" r="r" b="b"/>
              <a:pathLst>
                <a:path w="522" h="889" extrusionOk="0">
                  <a:moveTo>
                    <a:pt x="406" y="0"/>
                  </a:moveTo>
                  <a:cubicBezTo>
                    <a:pt x="35" y="18"/>
                    <a:pt x="35" y="230"/>
                    <a:pt x="4" y="819"/>
                  </a:cubicBezTo>
                  <a:cubicBezTo>
                    <a:pt x="1" y="858"/>
                    <a:pt x="31" y="888"/>
                    <a:pt x="65" y="888"/>
                  </a:cubicBezTo>
                  <a:lnTo>
                    <a:pt x="387" y="888"/>
                  </a:lnTo>
                  <a:cubicBezTo>
                    <a:pt x="418" y="888"/>
                    <a:pt x="445" y="865"/>
                    <a:pt x="452" y="839"/>
                  </a:cubicBezTo>
                  <a:cubicBezTo>
                    <a:pt x="475" y="727"/>
                    <a:pt x="521" y="437"/>
                    <a:pt x="472" y="57"/>
                  </a:cubicBezTo>
                  <a:cubicBezTo>
                    <a:pt x="468" y="23"/>
                    <a:pt x="441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5" name="Google Shape;5055;p41"/>
            <p:cNvSpPr/>
            <p:nvPr/>
          </p:nvSpPr>
          <p:spPr>
            <a:xfrm>
              <a:off x="6846474" y="1376481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6" name="Google Shape;5056;p41"/>
            <p:cNvSpPr/>
            <p:nvPr/>
          </p:nvSpPr>
          <p:spPr>
            <a:xfrm>
              <a:off x="6847512" y="1368522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7" name="Google Shape;5057;p41"/>
            <p:cNvSpPr/>
            <p:nvPr/>
          </p:nvSpPr>
          <p:spPr>
            <a:xfrm>
              <a:off x="6848464" y="1360563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8" name="Google Shape;5058;p41"/>
            <p:cNvSpPr/>
            <p:nvPr/>
          </p:nvSpPr>
          <p:spPr>
            <a:xfrm>
              <a:off x="6750968" y="1307447"/>
              <a:ext cx="160909" cy="116785"/>
            </a:xfrm>
            <a:custGeom>
              <a:avLst/>
              <a:gdLst/>
              <a:ahLst/>
              <a:cxnLst/>
              <a:rect l="l" t="t" r="r" b="b"/>
              <a:pathLst>
                <a:path w="1860" h="1350" extrusionOk="0">
                  <a:moveTo>
                    <a:pt x="1660" y="1"/>
                  </a:moveTo>
                  <a:cubicBezTo>
                    <a:pt x="1618" y="1"/>
                    <a:pt x="1587" y="39"/>
                    <a:pt x="1591" y="78"/>
                  </a:cubicBezTo>
                  <a:cubicBezTo>
                    <a:pt x="1622" y="254"/>
                    <a:pt x="1675" y="676"/>
                    <a:pt x="1595" y="975"/>
                  </a:cubicBezTo>
                  <a:cubicBezTo>
                    <a:pt x="1587" y="1005"/>
                    <a:pt x="1561" y="1028"/>
                    <a:pt x="1526" y="1028"/>
                  </a:cubicBezTo>
                  <a:lnTo>
                    <a:pt x="66" y="1028"/>
                  </a:lnTo>
                  <a:cubicBezTo>
                    <a:pt x="32" y="1028"/>
                    <a:pt x="1" y="1055"/>
                    <a:pt x="1" y="1093"/>
                  </a:cubicBezTo>
                  <a:lnTo>
                    <a:pt x="1" y="1281"/>
                  </a:lnTo>
                  <a:cubicBezTo>
                    <a:pt x="1" y="1320"/>
                    <a:pt x="32" y="1350"/>
                    <a:pt x="66" y="1350"/>
                  </a:cubicBezTo>
                  <a:lnTo>
                    <a:pt x="1656" y="1350"/>
                  </a:lnTo>
                  <a:cubicBezTo>
                    <a:pt x="1691" y="1350"/>
                    <a:pt x="1718" y="1327"/>
                    <a:pt x="1725" y="1297"/>
                  </a:cubicBezTo>
                  <a:cubicBezTo>
                    <a:pt x="1760" y="1120"/>
                    <a:pt x="1859" y="553"/>
                    <a:pt x="1725" y="50"/>
                  </a:cubicBezTo>
                  <a:cubicBezTo>
                    <a:pt x="1718" y="20"/>
                    <a:pt x="1691" y="1"/>
                    <a:pt x="1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9" name="Google Shape;5059;p41"/>
            <p:cNvSpPr/>
            <p:nvPr/>
          </p:nvSpPr>
          <p:spPr>
            <a:xfrm>
              <a:off x="6431837" y="1271027"/>
              <a:ext cx="331506" cy="189711"/>
            </a:xfrm>
            <a:custGeom>
              <a:avLst/>
              <a:gdLst/>
              <a:ahLst/>
              <a:cxnLst/>
              <a:rect l="l" t="t" r="r" b="b"/>
              <a:pathLst>
                <a:path w="3832" h="2193" extrusionOk="0">
                  <a:moveTo>
                    <a:pt x="1900" y="1"/>
                  </a:moveTo>
                  <a:cubicBezTo>
                    <a:pt x="326" y="1"/>
                    <a:pt x="0" y="1771"/>
                    <a:pt x="0" y="1771"/>
                  </a:cubicBezTo>
                  <a:lnTo>
                    <a:pt x="533" y="2192"/>
                  </a:lnTo>
                  <a:lnTo>
                    <a:pt x="3269" y="2192"/>
                  </a:lnTo>
                  <a:lnTo>
                    <a:pt x="3831" y="1771"/>
                  </a:lnTo>
                  <a:cubicBezTo>
                    <a:pt x="3831" y="1771"/>
                    <a:pt x="3472" y="1"/>
                    <a:pt x="19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0" name="Google Shape;5060;p41"/>
            <p:cNvSpPr/>
            <p:nvPr/>
          </p:nvSpPr>
          <p:spPr>
            <a:xfrm>
              <a:off x="5519514" y="1271027"/>
              <a:ext cx="333929" cy="192393"/>
            </a:xfrm>
            <a:custGeom>
              <a:avLst/>
              <a:gdLst/>
              <a:ahLst/>
              <a:cxnLst/>
              <a:rect l="l" t="t" r="r" b="b"/>
              <a:pathLst>
                <a:path w="3860" h="2224" extrusionOk="0">
                  <a:moveTo>
                    <a:pt x="1928" y="1"/>
                  </a:moveTo>
                  <a:cubicBezTo>
                    <a:pt x="353" y="1"/>
                    <a:pt x="0" y="1844"/>
                    <a:pt x="0" y="1844"/>
                  </a:cubicBezTo>
                  <a:lnTo>
                    <a:pt x="560" y="2223"/>
                  </a:lnTo>
                  <a:lnTo>
                    <a:pt x="3296" y="2192"/>
                  </a:lnTo>
                  <a:lnTo>
                    <a:pt x="3859" y="1771"/>
                  </a:lnTo>
                  <a:cubicBezTo>
                    <a:pt x="3859" y="1771"/>
                    <a:pt x="3499" y="1"/>
                    <a:pt x="19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1" name="Google Shape;5061;p41"/>
            <p:cNvSpPr/>
            <p:nvPr/>
          </p:nvSpPr>
          <p:spPr>
            <a:xfrm>
              <a:off x="5516573" y="844799"/>
              <a:ext cx="334534" cy="202168"/>
            </a:xfrm>
            <a:custGeom>
              <a:avLst/>
              <a:gdLst/>
              <a:ahLst/>
              <a:cxnLst/>
              <a:rect l="l" t="t" r="r" b="b"/>
              <a:pathLst>
                <a:path w="3867" h="2337" extrusionOk="0">
                  <a:moveTo>
                    <a:pt x="1916" y="0"/>
                  </a:moveTo>
                  <a:cubicBezTo>
                    <a:pt x="341" y="0"/>
                    <a:pt x="0" y="1816"/>
                    <a:pt x="0" y="1816"/>
                  </a:cubicBezTo>
                  <a:lnTo>
                    <a:pt x="73" y="1866"/>
                  </a:lnTo>
                  <a:lnTo>
                    <a:pt x="766" y="2337"/>
                  </a:lnTo>
                  <a:lnTo>
                    <a:pt x="3142" y="2337"/>
                  </a:lnTo>
                  <a:lnTo>
                    <a:pt x="3828" y="1812"/>
                  </a:lnTo>
                  <a:lnTo>
                    <a:pt x="3867" y="1785"/>
                  </a:lnTo>
                  <a:cubicBezTo>
                    <a:pt x="3867" y="1785"/>
                    <a:pt x="3487" y="0"/>
                    <a:pt x="1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2" name="Google Shape;5062;p41"/>
            <p:cNvSpPr/>
            <p:nvPr/>
          </p:nvSpPr>
          <p:spPr>
            <a:xfrm>
              <a:off x="6063136" y="1151040"/>
              <a:ext cx="426148" cy="240750"/>
            </a:xfrm>
            <a:custGeom>
              <a:avLst/>
              <a:gdLst/>
              <a:ahLst/>
              <a:cxnLst/>
              <a:rect l="l" t="t" r="r" b="b"/>
              <a:pathLst>
                <a:path w="4926" h="2783" extrusionOk="0">
                  <a:moveTo>
                    <a:pt x="4576" y="1"/>
                  </a:moveTo>
                  <a:lnTo>
                    <a:pt x="4565" y="4"/>
                  </a:lnTo>
                  <a:cubicBezTo>
                    <a:pt x="4565" y="4"/>
                    <a:pt x="4565" y="8"/>
                    <a:pt x="4568" y="12"/>
                  </a:cubicBezTo>
                  <a:cubicBezTo>
                    <a:pt x="4599" y="73"/>
                    <a:pt x="4855" y="604"/>
                    <a:pt x="4909" y="1367"/>
                  </a:cubicBezTo>
                  <a:lnTo>
                    <a:pt x="4909" y="1367"/>
                  </a:lnTo>
                  <a:cubicBezTo>
                    <a:pt x="4862" y="1399"/>
                    <a:pt x="4401" y="1727"/>
                    <a:pt x="4183" y="2767"/>
                  </a:cubicBezTo>
                  <a:lnTo>
                    <a:pt x="85" y="2767"/>
                  </a:lnTo>
                  <a:cubicBezTo>
                    <a:pt x="85" y="2759"/>
                    <a:pt x="84" y="2743"/>
                    <a:pt x="81" y="2721"/>
                  </a:cubicBezTo>
                  <a:cubicBezTo>
                    <a:pt x="69" y="2472"/>
                    <a:pt x="23" y="1388"/>
                    <a:pt x="16" y="139"/>
                  </a:cubicBezTo>
                  <a:lnTo>
                    <a:pt x="0" y="139"/>
                  </a:lnTo>
                  <a:cubicBezTo>
                    <a:pt x="12" y="1568"/>
                    <a:pt x="69" y="2774"/>
                    <a:pt x="69" y="2778"/>
                  </a:cubicBezTo>
                  <a:lnTo>
                    <a:pt x="69" y="2783"/>
                  </a:lnTo>
                  <a:lnTo>
                    <a:pt x="4197" y="2783"/>
                  </a:lnTo>
                  <a:lnTo>
                    <a:pt x="4197" y="2778"/>
                  </a:lnTo>
                  <a:cubicBezTo>
                    <a:pt x="4312" y="2226"/>
                    <a:pt x="4492" y="1878"/>
                    <a:pt x="4645" y="1663"/>
                  </a:cubicBezTo>
                  <a:cubicBezTo>
                    <a:pt x="4722" y="1556"/>
                    <a:pt x="4791" y="1487"/>
                    <a:pt x="4841" y="1441"/>
                  </a:cubicBezTo>
                  <a:cubicBezTo>
                    <a:pt x="4867" y="1418"/>
                    <a:pt x="4887" y="1403"/>
                    <a:pt x="4902" y="1391"/>
                  </a:cubicBezTo>
                  <a:cubicBezTo>
                    <a:pt x="4910" y="1388"/>
                    <a:pt x="4913" y="1384"/>
                    <a:pt x="4917" y="1380"/>
                  </a:cubicBezTo>
                  <a:lnTo>
                    <a:pt x="4921" y="1376"/>
                  </a:lnTo>
                  <a:lnTo>
                    <a:pt x="4925" y="1372"/>
                  </a:lnTo>
                  <a:lnTo>
                    <a:pt x="4925" y="1368"/>
                  </a:lnTo>
                  <a:cubicBezTo>
                    <a:pt x="4867" y="553"/>
                    <a:pt x="4576" y="1"/>
                    <a:pt x="45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3" name="Google Shape;5063;p41"/>
            <p:cNvSpPr/>
            <p:nvPr/>
          </p:nvSpPr>
          <p:spPr>
            <a:xfrm>
              <a:off x="6096269" y="1195159"/>
              <a:ext cx="61163" cy="1298"/>
            </a:xfrm>
            <a:custGeom>
              <a:avLst/>
              <a:gdLst/>
              <a:ahLst/>
              <a:cxnLst/>
              <a:rect l="l" t="t" r="r" b="b"/>
              <a:pathLst>
                <a:path w="707" h="15" extrusionOk="0">
                  <a:moveTo>
                    <a:pt x="1" y="0"/>
                  </a:moveTo>
                  <a:lnTo>
                    <a:pt x="1" y="15"/>
                  </a:lnTo>
                  <a:lnTo>
                    <a:pt x="706" y="1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4" name="Google Shape;5064;p41"/>
            <p:cNvSpPr/>
            <p:nvPr/>
          </p:nvSpPr>
          <p:spPr>
            <a:xfrm>
              <a:off x="6495767" y="1116523"/>
              <a:ext cx="279514" cy="38928"/>
            </a:xfrm>
            <a:custGeom>
              <a:avLst/>
              <a:gdLst/>
              <a:ahLst/>
              <a:cxnLst/>
              <a:rect l="l" t="t" r="r" b="b"/>
              <a:pathLst>
                <a:path w="3231" h="450" extrusionOk="0">
                  <a:moveTo>
                    <a:pt x="1" y="1"/>
                  </a:moveTo>
                  <a:lnTo>
                    <a:pt x="1" y="16"/>
                  </a:lnTo>
                  <a:cubicBezTo>
                    <a:pt x="1" y="16"/>
                    <a:pt x="652" y="124"/>
                    <a:pt x="1318" y="230"/>
                  </a:cubicBezTo>
                  <a:cubicBezTo>
                    <a:pt x="1652" y="285"/>
                    <a:pt x="1993" y="338"/>
                    <a:pt x="2254" y="380"/>
                  </a:cubicBezTo>
                  <a:cubicBezTo>
                    <a:pt x="2384" y="400"/>
                    <a:pt x="2499" y="418"/>
                    <a:pt x="2583" y="430"/>
                  </a:cubicBezTo>
                  <a:cubicBezTo>
                    <a:pt x="2622" y="434"/>
                    <a:pt x="2656" y="441"/>
                    <a:pt x="2683" y="441"/>
                  </a:cubicBezTo>
                  <a:cubicBezTo>
                    <a:pt x="2710" y="446"/>
                    <a:pt x="2729" y="449"/>
                    <a:pt x="2737" y="449"/>
                  </a:cubicBezTo>
                  <a:cubicBezTo>
                    <a:pt x="2771" y="449"/>
                    <a:pt x="2817" y="441"/>
                    <a:pt x="2871" y="430"/>
                  </a:cubicBezTo>
                  <a:cubicBezTo>
                    <a:pt x="3028" y="395"/>
                    <a:pt x="3230" y="322"/>
                    <a:pt x="3230" y="322"/>
                  </a:cubicBezTo>
                  <a:lnTo>
                    <a:pt x="3227" y="311"/>
                  </a:lnTo>
                  <a:cubicBezTo>
                    <a:pt x="3227" y="311"/>
                    <a:pt x="3219" y="311"/>
                    <a:pt x="3212" y="315"/>
                  </a:cubicBezTo>
                  <a:cubicBezTo>
                    <a:pt x="3173" y="326"/>
                    <a:pt x="3085" y="357"/>
                    <a:pt x="2989" y="384"/>
                  </a:cubicBezTo>
                  <a:cubicBezTo>
                    <a:pt x="2894" y="411"/>
                    <a:pt x="2790" y="434"/>
                    <a:pt x="2737" y="434"/>
                  </a:cubicBezTo>
                  <a:cubicBezTo>
                    <a:pt x="2729" y="434"/>
                    <a:pt x="2714" y="430"/>
                    <a:pt x="2687" y="430"/>
                  </a:cubicBezTo>
                  <a:cubicBezTo>
                    <a:pt x="2491" y="403"/>
                    <a:pt x="1821" y="299"/>
                    <a:pt x="1196" y="196"/>
                  </a:cubicBezTo>
                  <a:cubicBezTo>
                    <a:pt x="885" y="147"/>
                    <a:pt x="586" y="96"/>
                    <a:pt x="368" y="62"/>
                  </a:cubicBezTo>
                  <a:cubicBezTo>
                    <a:pt x="257" y="43"/>
                    <a:pt x="165" y="27"/>
                    <a:pt x="100" y="16"/>
                  </a:cubicBezTo>
                  <a:cubicBezTo>
                    <a:pt x="70" y="13"/>
                    <a:pt x="47" y="9"/>
                    <a:pt x="27" y="4"/>
                  </a:cubicBezTo>
                  <a:cubicBezTo>
                    <a:pt x="12" y="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5" name="Google Shape;5065;p41"/>
            <p:cNvSpPr/>
            <p:nvPr/>
          </p:nvSpPr>
          <p:spPr>
            <a:xfrm>
              <a:off x="5340787" y="1372502"/>
              <a:ext cx="177865" cy="1384"/>
            </a:xfrm>
            <a:custGeom>
              <a:avLst/>
              <a:gdLst/>
              <a:ahLst/>
              <a:cxnLst/>
              <a:rect l="l" t="t" r="r" b="b"/>
              <a:pathLst>
                <a:path w="2056" h="16" extrusionOk="0">
                  <a:moveTo>
                    <a:pt x="1" y="0"/>
                  </a:moveTo>
                  <a:lnTo>
                    <a:pt x="1" y="16"/>
                  </a:lnTo>
                  <a:lnTo>
                    <a:pt x="2055" y="16"/>
                  </a:lnTo>
                  <a:lnTo>
                    <a:pt x="20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6" name="Google Shape;5066;p41"/>
            <p:cNvSpPr/>
            <p:nvPr/>
          </p:nvSpPr>
          <p:spPr>
            <a:xfrm>
              <a:off x="5342171" y="1175262"/>
              <a:ext cx="1122813" cy="1298"/>
            </a:xfrm>
            <a:custGeom>
              <a:avLst/>
              <a:gdLst/>
              <a:ahLst/>
              <a:cxnLst/>
              <a:rect l="l" t="t" r="r" b="b"/>
              <a:pathLst>
                <a:path w="12979" h="15" extrusionOk="0">
                  <a:moveTo>
                    <a:pt x="1" y="0"/>
                  </a:moveTo>
                  <a:lnTo>
                    <a:pt x="1" y="15"/>
                  </a:lnTo>
                  <a:lnTo>
                    <a:pt x="12979" y="15"/>
                  </a:lnTo>
                  <a:lnTo>
                    <a:pt x="129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7" name="Google Shape;5067;p41"/>
            <p:cNvSpPr/>
            <p:nvPr/>
          </p:nvSpPr>
          <p:spPr>
            <a:xfrm>
              <a:off x="6757716" y="1368782"/>
              <a:ext cx="69641" cy="1471"/>
            </a:xfrm>
            <a:custGeom>
              <a:avLst/>
              <a:gdLst/>
              <a:ahLst/>
              <a:cxnLst/>
              <a:rect l="l" t="t" r="r" b="b"/>
              <a:pathLst>
                <a:path w="805" h="17" extrusionOk="0">
                  <a:moveTo>
                    <a:pt x="0" y="1"/>
                  </a:moveTo>
                  <a:lnTo>
                    <a:pt x="0" y="16"/>
                  </a:lnTo>
                  <a:lnTo>
                    <a:pt x="805" y="16"/>
                  </a:lnTo>
                  <a:lnTo>
                    <a:pt x="8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8" name="Google Shape;5068;p41"/>
            <p:cNvSpPr/>
            <p:nvPr/>
          </p:nvSpPr>
          <p:spPr>
            <a:xfrm>
              <a:off x="6360554" y="926982"/>
              <a:ext cx="141617" cy="179417"/>
            </a:xfrm>
            <a:custGeom>
              <a:avLst/>
              <a:gdLst/>
              <a:ahLst/>
              <a:cxnLst/>
              <a:rect l="l" t="t" r="r" b="b"/>
              <a:pathLst>
                <a:path w="1637" h="2074" extrusionOk="0">
                  <a:moveTo>
                    <a:pt x="134" y="0"/>
                  </a:moveTo>
                  <a:lnTo>
                    <a:pt x="0" y="19"/>
                  </a:lnTo>
                  <a:cubicBezTo>
                    <a:pt x="73" y="475"/>
                    <a:pt x="1445" y="2069"/>
                    <a:pt x="1445" y="2069"/>
                  </a:cubicBezTo>
                  <a:cubicBezTo>
                    <a:pt x="1461" y="2072"/>
                    <a:pt x="1476" y="2073"/>
                    <a:pt x="1491" y="2073"/>
                  </a:cubicBezTo>
                  <a:cubicBezTo>
                    <a:pt x="1577" y="2073"/>
                    <a:pt x="1636" y="2031"/>
                    <a:pt x="1636" y="2031"/>
                  </a:cubicBezTo>
                  <a:cubicBezTo>
                    <a:pt x="1138" y="1307"/>
                    <a:pt x="637" y="628"/>
                    <a:pt x="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9" name="Google Shape;5069;p41"/>
            <p:cNvSpPr/>
            <p:nvPr/>
          </p:nvSpPr>
          <p:spPr>
            <a:xfrm>
              <a:off x="5498319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3" y="0"/>
                  </a:moveTo>
                  <a:cubicBezTo>
                    <a:pt x="907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7" y="2794"/>
                  </a:cubicBezTo>
                  <a:cubicBezTo>
                    <a:pt x="1403" y="3066"/>
                    <a:pt x="1788" y="3184"/>
                    <a:pt x="2145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1" y="391"/>
                  </a:cubicBezTo>
                  <a:cubicBezTo>
                    <a:pt x="2885" y="118"/>
                    <a:pt x="2501" y="0"/>
                    <a:pt x="2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0" name="Google Shape;5070;p41"/>
            <p:cNvSpPr/>
            <p:nvPr/>
          </p:nvSpPr>
          <p:spPr>
            <a:xfrm>
              <a:off x="5568651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0" y="0"/>
                  </a:moveTo>
                  <a:cubicBezTo>
                    <a:pt x="1188" y="0"/>
                    <a:pt x="1059" y="21"/>
                    <a:pt x="923" y="66"/>
                  </a:cubicBezTo>
                  <a:cubicBezTo>
                    <a:pt x="904" y="69"/>
                    <a:pt x="885" y="80"/>
                    <a:pt x="865" y="92"/>
                  </a:cubicBezTo>
                  <a:cubicBezTo>
                    <a:pt x="0" y="721"/>
                    <a:pt x="444" y="1866"/>
                    <a:pt x="1352" y="1866"/>
                  </a:cubicBezTo>
                  <a:cubicBezTo>
                    <a:pt x="1474" y="1866"/>
                    <a:pt x="1603" y="1846"/>
                    <a:pt x="1739" y="1801"/>
                  </a:cubicBezTo>
                  <a:cubicBezTo>
                    <a:pt x="1758" y="1797"/>
                    <a:pt x="1778" y="1786"/>
                    <a:pt x="1797" y="1774"/>
                  </a:cubicBezTo>
                  <a:cubicBezTo>
                    <a:pt x="2663" y="1145"/>
                    <a:pt x="2218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1" name="Google Shape;5071;p41"/>
            <p:cNvSpPr/>
            <p:nvPr/>
          </p:nvSpPr>
          <p:spPr>
            <a:xfrm>
              <a:off x="5574707" y="1352951"/>
              <a:ext cx="218178" cy="152772"/>
            </a:xfrm>
            <a:custGeom>
              <a:avLst/>
              <a:gdLst/>
              <a:ahLst/>
              <a:cxnLst/>
              <a:rect l="l" t="t" r="r" b="b"/>
              <a:pathLst>
                <a:path w="2522" h="1766" extrusionOk="0">
                  <a:moveTo>
                    <a:pt x="1240" y="1"/>
                  </a:moveTo>
                  <a:cubicBezTo>
                    <a:pt x="1126" y="1"/>
                    <a:pt x="1004" y="20"/>
                    <a:pt x="876" y="62"/>
                  </a:cubicBezTo>
                  <a:cubicBezTo>
                    <a:pt x="857" y="65"/>
                    <a:pt x="838" y="76"/>
                    <a:pt x="823" y="88"/>
                  </a:cubicBezTo>
                  <a:cubicBezTo>
                    <a:pt x="0" y="683"/>
                    <a:pt x="421" y="1766"/>
                    <a:pt x="1282" y="1766"/>
                  </a:cubicBezTo>
                  <a:cubicBezTo>
                    <a:pt x="1396" y="1766"/>
                    <a:pt x="1518" y="1747"/>
                    <a:pt x="1646" y="1705"/>
                  </a:cubicBezTo>
                  <a:cubicBezTo>
                    <a:pt x="1665" y="1701"/>
                    <a:pt x="1685" y="1690"/>
                    <a:pt x="1700" y="1678"/>
                  </a:cubicBezTo>
                  <a:cubicBezTo>
                    <a:pt x="2522" y="1083"/>
                    <a:pt x="2101" y="1"/>
                    <a:pt x="1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2" name="Google Shape;5072;p41"/>
            <p:cNvSpPr/>
            <p:nvPr/>
          </p:nvSpPr>
          <p:spPr>
            <a:xfrm>
              <a:off x="5602130" y="1371896"/>
              <a:ext cx="163331" cy="114882"/>
            </a:xfrm>
            <a:custGeom>
              <a:avLst/>
              <a:gdLst/>
              <a:ahLst/>
              <a:cxnLst/>
              <a:rect l="l" t="t" r="r" b="b"/>
              <a:pathLst>
                <a:path w="1888" h="1328" extrusionOk="0">
                  <a:moveTo>
                    <a:pt x="926" y="1"/>
                  </a:moveTo>
                  <a:cubicBezTo>
                    <a:pt x="841" y="1"/>
                    <a:pt x="750" y="15"/>
                    <a:pt x="655" y="46"/>
                  </a:cubicBezTo>
                  <a:cubicBezTo>
                    <a:pt x="639" y="53"/>
                    <a:pt x="628" y="57"/>
                    <a:pt x="616" y="69"/>
                  </a:cubicBezTo>
                  <a:cubicBezTo>
                    <a:pt x="0" y="516"/>
                    <a:pt x="315" y="1328"/>
                    <a:pt x="962" y="1328"/>
                  </a:cubicBezTo>
                  <a:cubicBezTo>
                    <a:pt x="1047" y="1328"/>
                    <a:pt x="1138" y="1313"/>
                    <a:pt x="1233" y="1283"/>
                  </a:cubicBezTo>
                  <a:cubicBezTo>
                    <a:pt x="1249" y="1275"/>
                    <a:pt x="1260" y="1268"/>
                    <a:pt x="1272" y="1260"/>
                  </a:cubicBezTo>
                  <a:cubicBezTo>
                    <a:pt x="1888" y="813"/>
                    <a:pt x="1574" y="1"/>
                    <a:pt x="9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3" name="Google Shape;5073;p41"/>
            <p:cNvSpPr/>
            <p:nvPr/>
          </p:nvSpPr>
          <p:spPr>
            <a:xfrm>
              <a:off x="5660956" y="1413161"/>
              <a:ext cx="45677" cy="32354"/>
            </a:xfrm>
            <a:custGeom>
              <a:avLst/>
              <a:gdLst/>
              <a:ahLst/>
              <a:cxnLst/>
              <a:rect l="l" t="t" r="r" b="b"/>
              <a:pathLst>
                <a:path w="528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4" y="17"/>
                    <a:pt x="171" y="20"/>
                  </a:cubicBezTo>
                  <a:cubicBezTo>
                    <a:pt x="0" y="146"/>
                    <a:pt x="89" y="374"/>
                    <a:pt x="269" y="374"/>
                  </a:cubicBezTo>
                  <a:cubicBezTo>
                    <a:pt x="292" y="374"/>
                    <a:pt x="317" y="370"/>
                    <a:pt x="343" y="361"/>
                  </a:cubicBezTo>
                  <a:cubicBezTo>
                    <a:pt x="350" y="358"/>
                    <a:pt x="355" y="358"/>
                    <a:pt x="358" y="354"/>
                  </a:cubicBezTo>
                  <a:cubicBezTo>
                    <a:pt x="528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4" name="Google Shape;5074;p41"/>
            <p:cNvSpPr/>
            <p:nvPr/>
          </p:nvSpPr>
          <p:spPr>
            <a:xfrm>
              <a:off x="5674019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7" y="625"/>
                  </a:lnTo>
                  <a:lnTo>
                    <a:pt x="169" y="62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5" name="Google Shape;5075;p41"/>
            <p:cNvSpPr/>
            <p:nvPr/>
          </p:nvSpPr>
          <p:spPr>
            <a:xfrm>
              <a:off x="562756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6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6" name="Google Shape;5076;p41"/>
            <p:cNvSpPr/>
            <p:nvPr/>
          </p:nvSpPr>
          <p:spPr>
            <a:xfrm>
              <a:off x="562756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6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7" name="Google Shape;5077;p41"/>
            <p:cNvSpPr/>
            <p:nvPr/>
          </p:nvSpPr>
          <p:spPr>
            <a:xfrm>
              <a:off x="5674019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7" y="1"/>
                  </a:moveTo>
                  <a:lnTo>
                    <a:pt x="0" y="625"/>
                  </a:lnTo>
                  <a:lnTo>
                    <a:pt x="227" y="62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8" name="Google Shape;5078;p41"/>
            <p:cNvSpPr/>
            <p:nvPr/>
          </p:nvSpPr>
          <p:spPr>
            <a:xfrm>
              <a:off x="5685957" y="1427521"/>
              <a:ext cx="54069" cy="40226"/>
            </a:xfrm>
            <a:custGeom>
              <a:avLst/>
              <a:gdLst/>
              <a:ahLst/>
              <a:cxnLst/>
              <a:rect l="l" t="t" r="r" b="b"/>
              <a:pathLst>
                <a:path w="625" h="465" extrusionOk="0">
                  <a:moveTo>
                    <a:pt x="54" y="1"/>
                  </a:moveTo>
                  <a:lnTo>
                    <a:pt x="27" y="50"/>
                  </a:lnTo>
                  <a:lnTo>
                    <a:pt x="0" y="100"/>
                  </a:lnTo>
                  <a:lnTo>
                    <a:pt x="510" y="464"/>
                  </a:lnTo>
                  <a:lnTo>
                    <a:pt x="567" y="364"/>
                  </a:lnTo>
                  <a:lnTo>
                    <a:pt x="625" y="264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9" name="Google Shape;5079;p41"/>
            <p:cNvSpPr/>
            <p:nvPr/>
          </p:nvSpPr>
          <p:spPr>
            <a:xfrm>
              <a:off x="5685957" y="1391014"/>
              <a:ext cx="54069" cy="40139"/>
            </a:xfrm>
            <a:custGeom>
              <a:avLst/>
              <a:gdLst/>
              <a:ahLst/>
              <a:cxnLst/>
              <a:rect l="l" t="t" r="r" b="b"/>
              <a:pathLst>
                <a:path w="625" h="464" extrusionOk="0">
                  <a:moveTo>
                    <a:pt x="510" y="0"/>
                  </a:moveTo>
                  <a:lnTo>
                    <a:pt x="0" y="365"/>
                  </a:lnTo>
                  <a:lnTo>
                    <a:pt x="27" y="414"/>
                  </a:lnTo>
                  <a:lnTo>
                    <a:pt x="54" y="464"/>
                  </a:lnTo>
                  <a:lnTo>
                    <a:pt x="625" y="200"/>
                  </a:lnTo>
                  <a:lnTo>
                    <a:pt x="567" y="101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0" name="Google Shape;5080;p41"/>
            <p:cNvSpPr/>
            <p:nvPr/>
          </p:nvSpPr>
          <p:spPr>
            <a:xfrm>
              <a:off x="5672894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4" y="1"/>
                    <a:pt x="102" y="3"/>
                    <a:pt x="90" y="7"/>
                  </a:cubicBezTo>
                  <a:cubicBezTo>
                    <a:pt x="86" y="7"/>
                    <a:pt x="82" y="11"/>
                    <a:pt x="82" y="11"/>
                  </a:cubicBezTo>
                  <a:cubicBezTo>
                    <a:pt x="1" y="68"/>
                    <a:pt x="43" y="177"/>
                    <a:pt x="127" y="177"/>
                  </a:cubicBezTo>
                  <a:cubicBezTo>
                    <a:pt x="138" y="177"/>
                    <a:pt x="150" y="176"/>
                    <a:pt x="162" y="172"/>
                  </a:cubicBezTo>
                  <a:cubicBezTo>
                    <a:pt x="166" y="172"/>
                    <a:pt x="171" y="168"/>
                    <a:pt x="171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1" name="Google Shape;5081;p41"/>
            <p:cNvSpPr/>
            <p:nvPr/>
          </p:nvSpPr>
          <p:spPr>
            <a:xfrm>
              <a:off x="6410556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4" y="0"/>
                  </a:moveTo>
                  <a:cubicBezTo>
                    <a:pt x="908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8" y="2794"/>
                  </a:cubicBezTo>
                  <a:cubicBezTo>
                    <a:pt x="1403" y="3066"/>
                    <a:pt x="1788" y="3184"/>
                    <a:pt x="2146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2" y="391"/>
                  </a:cubicBezTo>
                  <a:cubicBezTo>
                    <a:pt x="2886" y="118"/>
                    <a:pt x="2501" y="0"/>
                    <a:pt x="2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2" name="Google Shape;5082;p41"/>
            <p:cNvSpPr/>
            <p:nvPr/>
          </p:nvSpPr>
          <p:spPr>
            <a:xfrm>
              <a:off x="6480887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1" y="0"/>
                  </a:moveTo>
                  <a:cubicBezTo>
                    <a:pt x="1190" y="0"/>
                    <a:pt x="1060" y="21"/>
                    <a:pt x="924" y="66"/>
                  </a:cubicBezTo>
                  <a:cubicBezTo>
                    <a:pt x="905" y="69"/>
                    <a:pt x="885" y="80"/>
                    <a:pt x="870" y="92"/>
                  </a:cubicBezTo>
                  <a:cubicBezTo>
                    <a:pt x="1" y="721"/>
                    <a:pt x="445" y="1866"/>
                    <a:pt x="1353" y="1866"/>
                  </a:cubicBezTo>
                  <a:cubicBezTo>
                    <a:pt x="1474" y="1866"/>
                    <a:pt x="1604" y="1846"/>
                    <a:pt x="1740" y="1801"/>
                  </a:cubicBezTo>
                  <a:cubicBezTo>
                    <a:pt x="1759" y="1797"/>
                    <a:pt x="1778" y="1786"/>
                    <a:pt x="1798" y="1774"/>
                  </a:cubicBezTo>
                  <a:cubicBezTo>
                    <a:pt x="2663" y="1145"/>
                    <a:pt x="2222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3" name="Google Shape;5083;p41"/>
            <p:cNvSpPr/>
            <p:nvPr/>
          </p:nvSpPr>
          <p:spPr>
            <a:xfrm>
              <a:off x="6486943" y="1352951"/>
              <a:ext cx="218265" cy="152772"/>
            </a:xfrm>
            <a:custGeom>
              <a:avLst/>
              <a:gdLst/>
              <a:ahLst/>
              <a:cxnLst/>
              <a:rect l="l" t="t" r="r" b="b"/>
              <a:pathLst>
                <a:path w="2523" h="1766" extrusionOk="0">
                  <a:moveTo>
                    <a:pt x="1241" y="1"/>
                  </a:moveTo>
                  <a:cubicBezTo>
                    <a:pt x="1127" y="1"/>
                    <a:pt x="1005" y="20"/>
                    <a:pt x="877" y="62"/>
                  </a:cubicBezTo>
                  <a:cubicBezTo>
                    <a:pt x="858" y="65"/>
                    <a:pt x="838" y="76"/>
                    <a:pt x="823" y="88"/>
                  </a:cubicBezTo>
                  <a:cubicBezTo>
                    <a:pt x="1" y="683"/>
                    <a:pt x="421" y="1766"/>
                    <a:pt x="1282" y="1766"/>
                  </a:cubicBezTo>
                  <a:cubicBezTo>
                    <a:pt x="1397" y="1766"/>
                    <a:pt x="1519" y="1747"/>
                    <a:pt x="1647" y="1705"/>
                  </a:cubicBezTo>
                  <a:cubicBezTo>
                    <a:pt x="1666" y="1701"/>
                    <a:pt x="1685" y="1690"/>
                    <a:pt x="1700" y="1678"/>
                  </a:cubicBezTo>
                  <a:cubicBezTo>
                    <a:pt x="2522" y="1083"/>
                    <a:pt x="2102" y="1"/>
                    <a:pt x="12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4" name="Google Shape;5084;p41"/>
            <p:cNvSpPr/>
            <p:nvPr/>
          </p:nvSpPr>
          <p:spPr>
            <a:xfrm>
              <a:off x="6514366" y="1371896"/>
              <a:ext cx="163504" cy="114882"/>
            </a:xfrm>
            <a:custGeom>
              <a:avLst/>
              <a:gdLst/>
              <a:ahLst/>
              <a:cxnLst/>
              <a:rect l="l" t="t" r="r" b="b"/>
              <a:pathLst>
                <a:path w="1890" h="1328" extrusionOk="0">
                  <a:moveTo>
                    <a:pt x="927" y="1"/>
                  </a:moveTo>
                  <a:cubicBezTo>
                    <a:pt x="842" y="1"/>
                    <a:pt x="751" y="15"/>
                    <a:pt x="656" y="46"/>
                  </a:cubicBezTo>
                  <a:cubicBezTo>
                    <a:pt x="640" y="53"/>
                    <a:pt x="629" y="57"/>
                    <a:pt x="617" y="69"/>
                  </a:cubicBezTo>
                  <a:cubicBezTo>
                    <a:pt x="1" y="516"/>
                    <a:pt x="315" y="1328"/>
                    <a:pt x="962" y="1328"/>
                  </a:cubicBezTo>
                  <a:cubicBezTo>
                    <a:pt x="1048" y="1328"/>
                    <a:pt x="1139" y="1313"/>
                    <a:pt x="1234" y="1283"/>
                  </a:cubicBezTo>
                  <a:cubicBezTo>
                    <a:pt x="1250" y="1275"/>
                    <a:pt x="1261" y="1268"/>
                    <a:pt x="1276" y="1260"/>
                  </a:cubicBezTo>
                  <a:cubicBezTo>
                    <a:pt x="1889" y="813"/>
                    <a:pt x="1574" y="1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5" name="Google Shape;5085;p41"/>
            <p:cNvSpPr/>
            <p:nvPr/>
          </p:nvSpPr>
          <p:spPr>
            <a:xfrm>
              <a:off x="6573279" y="1413161"/>
              <a:ext cx="45937" cy="32354"/>
            </a:xfrm>
            <a:custGeom>
              <a:avLst/>
              <a:gdLst/>
              <a:ahLst/>
              <a:cxnLst/>
              <a:rect l="l" t="t" r="r" b="b"/>
              <a:pathLst>
                <a:path w="531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3" y="17"/>
                    <a:pt x="169" y="20"/>
                  </a:cubicBezTo>
                  <a:cubicBezTo>
                    <a:pt x="0" y="146"/>
                    <a:pt x="89" y="374"/>
                    <a:pt x="271" y="374"/>
                  </a:cubicBezTo>
                  <a:cubicBezTo>
                    <a:pt x="295" y="374"/>
                    <a:pt x="320" y="370"/>
                    <a:pt x="346" y="361"/>
                  </a:cubicBezTo>
                  <a:cubicBezTo>
                    <a:pt x="350" y="358"/>
                    <a:pt x="353" y="358"/>
                    <a:pt x="357" y="354"/>
                  </a:cubicBezTo>
                  <a:cubicBezTo>
                    <a:pt x="531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6" name="Google Shape;5086;p41"/>
            <p:cNvSpPr/>
            <p:nvPr/>
          </p:nvSpPr>
          <p:spPr>
            <a:xfrm>
              <a:off x="6586255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8" y="625"/>
                  </a:lnTo>
                  <a:lnTo>
                    <a:pt x="173" y="62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7" name="Google Shape;5087;p41"/>
            <p:cNvSpPr/>
            <p:nvPr/>
          </p:nvSpPr>
          <p:spPr>
            <a:xfrm>
              <a:off x="6539887" y="1391014"/>
              <a:ext cx="54415" cy="40139"/>
            </a:xfrm>
            <a:custGeom>
              <a:avLst/>
              <a:gdLst/>
              <a:ahLst/>
              <a:cxnLst/>
              <a:rect l="l" t="t" r="r" b="b"/>
              <a:pathLst>
                <a:path w="629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8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8" name="Google Shape;5088;p41"/>
            <p:cNvSpPr/>
            <p:nvPr/>
          </p:nvSpPr>
          <p:spPr>
            <a:xfrm>
              <a:off x="6539887" y="1427521"/>
              <a:ext cx="54415" cy="40226"/>
            </a:xfrm>
            <a:custGeom>
              <a:avLst/>
              <a:gdLst/>
              <a:ahLst/>
              <a:cxnLst/>
              <a:rect l="l" t="t" r="r" b="b"/>
              <a:pathLst>
                <a:path w="629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8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9" name="Google Shape;5089;p41"/>
            <p:cNvSpPr/>
            <p:nvPr/>
          </p:nvSpPr>
          <p:spPr>
            <a:xfrm>
              <a:off x="6586255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8" y="1"/>
                  </a:moveTo>
                  <a:lnTo>
                    <a:pt x="0" y="625"/>
                  </a:lnTo>
                  <a:lnTo>
                    <a:pt x="226" y="625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0" name="Google Shape;5090;p41"/>
            <p:cNvSpPr/>
            <p:nvPr/>
          </p:nvSpPr>
          <p:spPr>
            <a:xfrm>
              <a:off x="659819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8" y="1"/>
                  </a:moveTo>
                  <a:lnTo>
                    <a:pt x="28" y="50"/>
                  </a:lnTo>
                  <a:lnTo>
                    <a:pt x="0" y="100"/>
                  </a:lnTo>
                  <a:lnTo>
                    <a:pt x="511" y="464"/>
                  </a:lnTo>
                  <a:lnTo>
                    <a:pt x="568" y="364"/>
                  </a:lnTo>
                  <a:lnTo>
                    <a:pt x="625" y="264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1" name="Google Shape;5091;p41"/>
            <p:cNvSpPr/>
            <p:nvPr/>
          </p:nvSpPr>
          <p:spPr>
            <a:xfrm>
              <a:off x="659819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511" y="0"/>
                  </a:moveTo>
                  <a:lnTo>
                    <a:pt x="0" y="365"/>
                  </a:lnTo>
                  <a:lnTo>
                    <a:pt x="28" y="414"/>
                  </a:lnTo>
                  <a:lnTo>
                    <a:pt x="58" y="464"/>
                  </a:lnTo>
                  <a:lnTo>
                    <a:pt x="625" y="200"/>
                  </a:lnTo>
                  <a:lnTo>
                    <a:pt x="568" y="101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2" name="Google Shape;5092;p41"/>
            <p:cNvSpPr/>
            <p:nvPr/>
          </p:nvSpPr>
          <p:spPr>
            <a:xfrm>
              <a:off x="6585131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5" y="1"/>
                    <a:pt x="103" y="3"/>
                    <a:pt x="90" y="7"/>
                  </a:cubicBezTo>
                  <a:cubicBezTo>
                    <a:pt x="87" y="7"/>
                    <a:pt x="87" y="11"/>
                    <a:pt x="82" y="11"/>
                  </a:cubicBezTo>
                  <a:cubicBezTo>
                    <a:pt x="1" y="68"/>
                    <a:pt x="43" y="177"/>
                    <a:pt x="128" y="177"/>
                  </a:cubicBezTo>
                  <a:cubicBezTo>
                    <a:pt x="139" y="177"/>
                    <a:pt x="151" y="176"/>
                    <a:pt x="163" y="172"/>
                  </a:cubicBezTo>
                  <a:cubicBezTo>
                    <a:pt x="167" y="172"/>
                    <a:pt x="170" y="168"/>
                    <a:pt x="170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3" name="Google Shape;5093;p41"/>
            <p:cNvSpPr/>
            <p:nvPr/>
          </p:nvSpPr>
          <p:spPr>
            <a:xfrm>
              <a:off x="6078448" y="920667"/>
              <a:ext cx="377011" cy="234089"/>
            </a:xfrm>
            <a:custGeom>
              <a:avLst/>
              <a:gdLst/>
              <a:ahLst/>
              <a:cxnLst/>
              <a:rect l="l" t="t" r="r" b="b"/>
              <a:pathLst>
                <a:path w="4358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4307" y="2705"/>
                  </a:lnTo>
                  <a:lnTo>
                    <a:pt x="4357" y="2395"/>
                  </a:lnTo>
                  <a:cubicBezTo>
                    <a:pt x="4357" y="2395"/>
                    <a:pt x="2878" y="146"/>
                    <a:pt x="2809" y="100"/>
                  </a:cubicBezTo>
                  <a:cubicBezTo>
                    <a:pt x="2740" y="5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4" name="Google Shape;5094;p41"/>
            <p:cNvSpPr/>
            <p:nvPr/>
          </p:nvSpPr>
          <p:spPr>
            <a:xfrm>
              <a:off x="6080697" y="923003"/>
              <a:ext cx="372080" cy="229072"/>
            </a:xfrm>
            <a:custGeom>
              <a:avLst/>
              <a:gdLst/>
              <a:ahLst/>
              <a:cxnLst/>
              <a:rect l="l" t="t" r="r" b="b"/>
              <a:pathLst>
                <a:path w="4301" h="2648" extrusionOk="0">
                  <a:moveTo>
                    <a:pt x="1" y="0"/>
                  </a:moveTo>
                  <a:lnTo>
                    <a:pt x="1" y="2648"/>
                  </a:lnTo>
                  <a:lnTo>
                    <a:pt x="4258" y="2648"/>
                  </a:lnTo>
                  <a:lnTo>
                    <a:pt x="4300" y="2376"/>
                  </a:lnTo>
                  <a:cubicBezTo>
                    <a:pt x="3725" y="1502"/>
                    <a:pt x="2864" y="203"/>
                    <a:pt x="2772" y="99"/>
                  </a:cubicBezTo>
                  <a:cubicBezTo>
                    <a:pt x="2768" y="99"/>
                    <a:pt x="2768" y="96"/>
                    <a:pt x="2768" y="96"/>
                  </a:cubicBezTo>
                  <a:cubicBezTo>
                    <a:pt x="2710" y="80"/>
                    <a:pt x="2227" y="57"/>
                    <a:pt x="1629" y="42"/>
                  </a:cubicBezTo>
                  <a:cubicBezTo>
                    <a:pt x="1610" y="39"/>
                    <a:pt x="1595" y="39"/>
                    <a:pt x="1576" y="39"/>
                  </a:cubicBezTo>
                  <a:cubicBezTo>
                    <a:pt x="1526" y="39"/>
                    <a:pt x="1480" y="34"/>
                    <a:pt x="1430" y="34"/>
                  </a:cubicBezTo>
                  <a:cubicBezTo>
                    <a:pt x="959" y="23"/>
                    <a:pt x="438" y="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5" name="Google Shape;5095;p41"/>
            <p:cNvSpPr/>
            <p:nvPr/>
          </p:nvSpPr>
          <p:spPr>
            <a:xfrm>
              <a:off x="6291520" y="928626"/>
              <a:ext cx="35556" cy="224487"/>
            </a:xfrm>
            <a:custGeom>
              <a:avLst/>
              <a:gdLst/>
              <a:ahLst/>
              <a:cxnLst/>
              <a:rect l="l" t="t" r="r" b="b"/>
              <a:pathLst>
                <a:path w="411" h="2595" extrusionOk="0">
                  <a:moveTo>
                    <a:pt x="89" y="0"/>
                  </a:moveTo>
                  <a:lnTo>
                    <a:pt x="89" y="0"/>
                  </a:lnTo>
                  <a:cubicBezTo>
                    <a:pt x="151" y="54"/>
                    <a:pt x="112" y="2567"/>
                    <a:pt x="1" y="2595"/>
                  </a:cubicBezTo>
                  <a:lnTo>
                    <a:pt x="411" y="2595"/>
                  </a:lnTo>
                  <a:cubicBezTo>
                    <a:pt x="308" y="2483"/>
                    <a:pt x="269" y="172"/>
                    <a:pt x="312" y="15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6" name="Google Shape;5096;p41"/>
            <p:cNvSpPr/>
            <p:nvPr/>
          </p:nvSpPr>
          <p:spPr>
            <a:xfrm>
              <a:off x="6339618" y="1071538"/>
              <a:ext cx="136945" cy="91438"/>
            </a:xfrm>
            <a:custGeom>
              <a:avLst/>
              <a:gdLst/>
              <a:ahLst/>
              <a:cxnLst/>
              <a:rect l="l" t="t" r="r" b="b"/>
              <a:pathLst>
                <a:path w="1583" h="1057" extrusionOk="0">
                  <a:moveTo>
                    <a:pt x="562" y="1"/>
                  </a:moveTo>
                  <a:cubicBezTo>
                    <a:pt x="370" y="1"/>
                    <a:pt x="189" y="24"/>
                    <a:pt x="127" y="96"/>
                  </a:cubicBezTo>
                  <a:cubicBezTo>
                    <a:pt x="0" y="241"/>
                    <a:pt x="74" y="984"/>
                    <a:pt x="169" y="1035"/>
                  </a:cubicBezTo>
                  <a:cubicBezTo>
                    <a:pt x="200" y="1051"/>
                    <a:pt x="359" y="1057"/>
                    <a:pt x="557" y="1057"/>
                  </a:cubicBezTo>
                  <a:cubicBezTo>
                    <a:pt x="953" y="1057"/>
                    <a:pt x="1507" y="1035"/>
                    <a:pt x="1507" y="1035"/>
                  </a:cubicBezTo>
                  <a:cubicBezTo>
                    <a:pt x="1583" y="831"/>
                    <a:pt x="1530" y="547"/>
                    <a:pt x="1530" y="547"/>
                  </a:cubicBezTo>
                  <a:lnTo>
                    <a:pt x="1426" y="547"/>
                  </a:lnTo>
                  <a:cubicBezTo>
                    <a:pt x="1426" y="547"/>
                    <a:pt x="1261" y="103"/>
                    <a:pt x="1089" y="53"/>
                  </a:cubicBezTo>
                  <a:cubicBezTo>
                    <a:pt x="997" y="29"/>
                    <a:pt x="773" y="1"/>
                    <a:pt x="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7" name="Google Shape;5097;p41"/>
            <p:cNvSpPr/>
            <p:nvPr/>
          </p:nvSpPr>
          <p:spPr>
            <a:xfrm>
              <a:off x="6342906" y="1124135"/>
              <a:ext cx="51819" cy="28980"/>
            </a:xfrm>
            <a:custGeom>
              <a:avLst/>
              <a:gdLst/>
              <a:ahLst/>
              <a:cxnLst/>
              <a:rect l="l" t="t" r="r" b="b"/>
              <a:pathLst>
                <a:path w="599" h="335" extrusionOk="0">
                  <a:moveTo>
                    <a:pt x="1" y="1"/>
                  </a:moveTo>
                  <a:cubicBezTo>
                    <a:pt x="1" y="174"/>
                    <a:pt x="47" y="335"/>
                    <a:pt x="47" y="335"/>
                  </a:cubicBezTo>
                  <a:lnTo>
                    <a:pt x="545" y="335"/>
                  </a:lnTo>
                  <a:cubicBezTo>
                    <a:pt x="599" y="200"/>
                    <a:pt x="514" y="1"/>
                    <a:pt x="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8" name="Google Shape;5098;p41"/>
            <p:cNvSpPr/>
            <p:nvPr/>
          </p:nvSpPr>
          <p:spPr>
            <a:xfrm>
              <a:off x="5335164" y="1199830"/>
              <a:ext cx="59086" cy="113152"/>
            </a:xfrm>
            <a:custGeom>
              <a:avLst/>
              <a:gdLst/>
              <a:ahLst/>
              <a:cxnLst/>
              <a:rect l="l" t="t" r="r" b="b"/>
              <a:pathLst>
                <a:path w="683" h="1308" extrusionOk="0">
                  <a:moveTo>
                    <a:pt x="357" y="1"/>
                  </a:moveTo>
                  <a:cubicBezTo>
                    <a:pt x="259" y="1"/>
                    <a:pt x="154" y="9"/>
                    <a:pt x="43" y="26"/>
                  </a:cubicBezTo>
                  <a:cubicBezTo>
                    <a:pt x="1" y="521"/>
                    <a:pt x="43" y="1303"/>
                    <a:pt x="43" y="1303"/>
                  </a:cubicBezTo>
                  <a:cubicBezTo>
                    <a:pt x="112" y="1306"/>
                    <a:pt x="203" y="1308"/>
                    <a:pt x="294" y="1308"/>
                  </a:cubicBezTo>
                  <a:cubicBezTo>
                    <a:pt x="476" y="1308"/>
                    <a:pt x="656" y="1303"/>
                    <a:pt x="656" y="1303"/>
                  </a:cubicBezTo>
                  <a:cubicBezTo>
                    <a:pt x="683" y="835"/>
                    <a:pt x="633" y="26"/>
                    <a:pt x="633" y="26"/>
                  </a:cubicBezTo>
                  <a:cubicBezTo>
                    <a:pt x="547" y="9"/>
                    <a:pt x="455" y="1"/>
                    <a:pt x="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9" name="Google Shape;5099;p41"/>
            <p:cNvSpPr/>
            <p:nvPr/>
          </p:nvSpPr>
          <p:spPr>
            <a:xfrm>
              <a:off x="5349092" y="1296893"/>
              <a:ext cx="23012" cy="1471"/>
            </a:xfrm>
            <a:custGeom>
              <a:avLst/>
              <a:gdLst/>
              <a:ahLst/>
              <a:cxnLst/>
              <a:rect l="l" t="t" r="r" b="b"/>
              <a:pathLst>
                <a:path w="266" h="17" extrusionOk="0">
                  <a:moveTo>
                    <a:pt x="1" y="0"/>
                  </a:moveTo>
                  <a:lnTo>
                    <a:pt x="1" y="16"/>
                  </a:lnTo>
                  <a:lnTo>
                    <a:pt x="265" y="16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0" name="Google Shape;5100;p41"/>
            <p:cNvSpPr/>
            <p:nvPr/>
          </p:nvSpPr>
          <p:spPr>
            <a:xfrm>
              <a:off x="5349092" y="1285301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1" name="Google Shape;5101;p41"/>
            <p:cNvSpPr/>
            <p:nvPr/>
          </p:nvSpPr>
          <p:spPr>
            <a:xfrm>
              <a:off x="5349092" y="1273363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2" name="Google Shape;5102;p41"/>
            <p:cNvSpPr/>
            <p:nvPr/>
          </p:nvSpPr>
          <p:spPr>
            <a:xfrm>
              <a:off x="6805036" y="1198792"/>
              <a:ext cx="49830" cy="78722"/>
            </a:xfrm>
            <a:custGeom>
              <a:avLst/>
              <a:gdLst/>
              <a:ahLst/>
              <a:cxnLst/>
              <a:rect l="l" t="t" r="r" b="b"/>
              <a:pathLst>
                <a:path w="576" h="910" extrusionOk="0">
                  <a:moveTo>
                    <a:pt x="387" y="1"/>
                  </a:moveTo>
                  <a:cubicBezTo>
                    <a:pt x="387" y="1"/>
                    <a:pt x="28" y="50"/>
                    <a:pt x="0" y="119"/>
                  </a:cubicBezTo>
                  <a:cubicBezTo>
                    <a:pt x="0" y="119"/>
                    <a:pt x="46" y="613"/>
                    <a:pt x="97" y="882"/>
                  </a:cubicBezTo>
                  <a:cubicBezTo>
                    <a:pt x="97" y="882"/>
                    <a:pt x="356" y="910"/>
                    <a:pt x="499" y="910"/>
                  </a:cubicBezTo>
                  <a:cubicBezTo>
                    <a:pt x="532" y="910"/>
                    <a:pt x="559" y="908"/>
                    <a:pt x="575" y="905"/>
                  </a:cubicBezTo>
                  <a:cubicBezTo>
                    <a:pt x="575" y="905"/>
                    <a:pt x="456" y="307"/>
                    <a:pt x="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3" name="Google Shape;5103;p41"/>
            <p:cNvSpPr/>
            <p:nvPr/>
          </p:nvSpPr>
          <p:spPr>
            <a:xfrm>
              <a:off x="6814639" y="1247497"/>
              <a:ext cx="19378" cy="25606"/>
            </a:xfrm>
            <a:custGeom>
              <a:avLst/>
              <a:gdLst/>
              <a:ahLst/>
              <a:cxnLst/>
              <a:rect l="l" t="t" r="r" b="b"/>
              <a:pathLst>
                <a:path w="224" h="296" extrusionOk="0">
                  <a:moveTo>
                    <a:pt x="24" y="0"/>
                  </a:moveTo>
                  <a:cubicBezTo>
                    <a:pt x="12" y="0"/>
                    <a:pt x="1" y="12"/>
                    <a:pt x="1" y="27"/>
                  </a:cubicBezTo>
                  <a:lnTo>
                    <a:pt x="20" y="261"/>
                  </a:lnTo>
                  <a:cubicBezTo>
                    <a:pt x="24" y="273"/>
                    <a:pt x="32" y="280"/>
                    <a:pt x="43" y="284"/>
                  </a:cubicBezTo>
                  <a:cubicBezTo>
                    <a:pt x="92" y="288"/>
                    <a:pt x="158" y="292"/>
                    <a:pt x="196" y="296"/>
                  </a:cubicBezTo>
                  <a:cubicBezTo>
                    <a:pt x="211" y="296"/>
                    <a:pt x="223" y="280"/>
                    <a:pt x="223" y="265"/>
                  </a:cubicBezTo>
                  <a:cubicBezTo>
                    <a:pt x="211" y="161"/>
                    <a:pt x="193" y="62"/>
                    <a:pt x="184" y="20"/>
                  </a:cubicBezTo>
                  <a:cubicBezTo>
                    <a:pt x="181" y="8"/>
                    <a:pt x="173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4" name="Google Shape;5104;p41"/>
            <p:cNvSpPr/>
            <p:nvPr/>
          </p:nvSpPr>
          <p:spPr>
            <a:xfrm>
              <a:off x="5302117" y="974995"/>
              <a:ext cx="32528" cy="98619"/>
            </a:xfrm>
            <a:custGeom>
              <a:avLst/>
              <a:gdLst/>
              <a:ahLst/>
              <a:cxnLst/>
              <a:rect l="l" t="t" r="r" b="b"/>
              <a:pathLst>
                <a:path w="376" h="1140" extrusionOk="0">
                  <a:moveTo>
                    <a:pt x="88" y="1"/>
                  </a:moveTo>
                  <a:cubicBezTo>
                    <a:pt x="76" y="1"/>
                    <a:pt x="65" y="8"/>
                    <a:pt x="61" y="23"/>
                  </a:cubicBezTo>
                  <a:cubicBezTo>
                    <a:pt x="0" y="591"/>
                    <a:pt x="65" y="1019"/>
                    <a:pt x="84" y="1120"/>
                  </a:cubicBezTo>
                  <a:cubicBezTo>
                    <a:pt x="84" y="1131"/>
                    <a:pt x="96" y="1139"/>
                    <a:pt x="111" y="1139"/>
                  </a:cubicBezTo>
                  <a:lnTo>
                    <a:pt x="349" y="1139"/>
                  </a:lnTo>
                  <a:cubicBezTo>
                    <a:pt x="364" y="1139"/>
                    <a:pt x="375" y="1127"/>
                    <a:pt x="375" y="1111"/>
                  </a:cubicBezTo>
                  <a:cubicBezTo>
                    <a:pt x="375" y="1097"/>
                    <a:pt x="364" y="1085"/>
                    <a:pt x="349" y="1085"/>
                  </a:cubicBezTo>
                  <a:lnTo>
                    <a:pt x="276" y="1085"/>
                  </a:lnTo>
                  <a:cubicBezTo>
                    <a:pt x="260" y="1085"/>
                    <a:pt x="249" y="1074"/>
                    <a:pt x="249" y="1062"/>
                  </a:cubicBezTo>
                  <a:cubicBezTo>
                    <a:pt x="211" y="633"/>
                    <a:pt x="222" y="196"/>
                    <a:pt x="226" y="85"/>
                  </a:cubicBezTo>
                  <a:cubicBezTo>
                    <a:pt x="226" y="73"/>
                    <a:pt x="237" y="62"/>
                    <a:pt x="253" y="62"/>
                  </a:cubicBezTo>
                  <a:lnTo>
                    <a:pt x="322" y="62"/>
                  </a:lnTo>
                  <a:cubicBezTo>
                    <a:pt x="333" y="62"/>
                    <a:pt x="345" y="50"/>
                    <a:pt x="349" y="39"/>
                  </a:cubicBezTo>
                  <a:lnTo>
                    <a:pt x="349" y="31"/>
                  </a:lnTo>
                  <a:cubicBezTo>
                    <a:pt x="352" y="16"/>
                    <a:pt x="341" y="1"/>
                    <a:pt x="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5" name="Google Shape;5105;p41"/>
            <p:cNvSpPr/>
            <p:nvPr/>
          </p:nvSpPr>
          <p:spPr>
            <a:xfrm>
              <a:off x="5315959" y="786060"/>
              <a:ext cx="726771" cy="368695"/>
            </a:xfrm>
            <a:custGeom>
              <a:avLst/>
              <a:gdLst/>
              <a:ahLst/>
              <a:cxnLst/>
              <a:rect l="l" t="t" r="r" b="b"/>
              <a:pathLst>
                <a:path w="8401" h="4262" extrusionOk="0">
                  <a:moveTo>
                    <a:pt x="5323" y="0"/>
                  </a:moveTo>
                  <a:cubicBezTo>
                    <a:pt x="4963" y="0"/>
                    <a:pt x="4596" y="4"/>
                    <a:pt x="4231" y="4"/>
                  </a:cubicBezTo>
                  <a:lnTo>
                    <a:pt x="4074" y="4"/>
                  </a:lnTo>
                  <a:cubicBezTo>
                    <a:pt x="3809" y="8"/>
                    <a:pt x="3549" y="8"/>
                    <a:pt x="3292" y="12"/>
                  </a:cubicBezTo>
                  <a:cubicBezTo>
                    <a:pt x="1644" y="23"/>
                    <a:pt x="254" y="50"/>
                    <a:pt x="254" y="50"/>
                  </a:cubicBezTo>
                  <a:cubicBezTo>
                    <a:pt x="1" y="1364"/>
                    <a:pt x="181" y="3518"/>
                    <a:pt x="238" y="4108"/>
                  </a:cubicBezTo>
                  <a:cubicBezTo>
                    <a:pt x="250" y="4208"/>
                    <a:pt x="254" y="4261"/>
                    <a:pt x="254" y="4261"/>
                  </a:cubicBezTo>
                  <a:lnTo>
                    <a:pt x="8400" y="4261"/>
                  </a:lnTo>
                  <a:lnTo>
                    <a:pt x="8400" y="69"/>
                  </a:lnTo>
                  <a:cubicBezTo>
                    <a:pt x="7887" y="20"/>
                    <a:pt x="6665" y="4"/>
                    <a:pt x="53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6" name="Google Shape;5106;p41"/>
            <p:cNvSpPr/>
            <p:nvPr/>
          </p:nvSpPr>
          <p:spPr>
            <a:xfrm>
              <a:off x="5328589" y="1147060"/>
              <a:ext cx="714140" cy="18340"/>
            </a:xfrm>
            <a:custGeom>
              <a:avLst/>
              <a:gdLst/>
              <a:ahLst/>
              <a:cxnLst/>
              <a:rect l="l" t="t" r="r" b="b"/>
              <a:pathLst>
                <a:path w="8255" h="212" extrusionOk="0">
                  <a:moveTo>
                    <a:pt x="100" y="1"/>
                  </a:moveTo>
                  <a:cubicBezTo>
                    <a:pt x="0" y="27"/>
                    <a:pt x="73" y="211"/>
                    <a:pt x="73" y="211"/>
                  </a:cubicBezTo>
                  <a:lnTo>
                    <a:pt x="8254" y="211"/>
                  </a:lnTo>
                  <a:lnTo>
                    <a:pt x="8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7" name="Google Shape;5107;p41"/>
            <p:cNvSpPr/>
            <p:nvPr/>
          </p:nvSpPr>
          <p:spPr>
            <a:xfrm>
              <a:off x="5325648" y="778706"/>
              <a:ext cx="730058" cy="20416"/>
            </a:xfrm>
            <a:custGeom>
              <a:avLst/>
              <a:gdLst/>
              <a:ahLst/>
              <a:cxnLst/>
              <a:rect l="l" t="t" r="r" b="b"/>
              <a:pathLst>
                <a:path w="8439" h="236" extrusionOk="0">
                  <a:moveTo>
                    <a:pt x="130" y="1"/>
                  </a:moveTo>
                  <a:cubicBezTo>
                    <a:pt x="0" y="1"/>
                    <a:pt x="0" y="200"/>
                    <a:pt x="130" y="204"/>
                  </a:cubicBezTo>
                  <a:cubicBezTo>
                    <a:pt x="2253" y="212"/>
                    <a:pt x="4372" y="220"/>
                    <a:pt x="6495" y="227"/>
                  </a:cubicBezTo>
                  <a:cubicBezTo>
                    <a:pt x="7096" y="231"/>
                    <a:pt x="7702" y="231"/>
                    <a:pt x="8307" y="235"/>
                  </a:cubicBezTo>
                  <a:cubicBezTo>
                    <a:pt x="8438" y="235"/>
                    <a:pt x="8438" y="32"/>
                    <a:pt x="8307" y="32"/>
                  </a:cubicBezTo>
                  <a:cubicBezTo>
                    <a:pt x="6185" y="24"/>
                    <a:pt x="4065" y="16"/>
                    <a:pt x="1943" y="9"/>
                  </a:cubicBezTo>
                  <a:cubicBezTo>
                    <a:pt x="1341" y="5"/>
                    <a:pt x="736" y="1"/>
                    <a:pt x="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8" name="Google Shape;5108;p41"/>
            <p:cNvSpPr/>
            <p:nvPr/>
          </p:nvSpPr>
          <p:spPr>
            <a:xfrm>
              <a:off x="5353071" y="818500"/>
              <a:ext cx="667425" cy="6748"/>
            </a:xfrm>
            <a:custGeom>
              <a:avLst/>
              <a:gdLst/>
              <a:ahLst/>
              <a:cxnLst/>
              <a:rect l="l" t="t" r="r" b="b"/>
              <a:pathLst>
                <a:path w="7715" h="78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8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9" name="Google Shape;5109;p41"/>
            <p:cNvSpPr/>
            <p:nvPr/>
          </p:nvSpPr>
          <p:spPr>
            <a:xfrm>
              <a:off x="5353071" y="85993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3"/>
                  </a:lnTo>
                  <a:lnTo>
                    <a:pt x="7715" y="73"/>
                  </a:lnTo>
                  <a:lnTo>
                    <a:pt x="7715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10" name="Google Shape;5110;p41"/>
            <p:cNvSpPr/>
            <p:nvPr/>
          </p:nvSpPr>
          <p:spPr>
            <a:xfrm>
              <a:off x="5353071" y="901116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11" name="Google Shape;5111;p41"/>
            <p:cNvSpPr/>
            <p:nvPr/>
          </p:nvSpPr>
          <p:spPr>
            <a:xfrm>
              <a:off x="5353071" y="94220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5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12" name="Google Shape;5112;p41"/>
            <p:cNvSpPr/>
            <p:nvPr/>
          </p:nvSpPr>
          <p:spPr>
            <a:xfrm>
              <a:off x="5353071" y="983299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13" name="Google Shape;5113;p41"/>
            <p:cNvSpPr/>
            <p:nvPr/>
          </p:nvSpPr>
          <p:spPr>
            <a:xfrm>
              <a:off x="5353071" y="1024391"/>
              <a:ext cx="667425" cy="6661"/>
            </a:xfrm>
            <a:custGeom>
              <a:avLst/>
              <a:gdLst/>
              <a:ahLst/>
              <a:cxnLst/>
              <a:rect l="l" t="t" r="r" b="b"/>
              <a:pathLst>
                <a:path w="7715" h="77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7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14" name="Google Shape;5114;p41"/>
            <p:cNvSpPr/>
            <p:nvPr/>
          </p:nvSpPr>
          <p:spPr>
            <a:xfrm>
              <a:off x="5353071" y="1065829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2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15" name="Google Shape;5115;p41"/>
            <p:cNvSpPr/>
            <p:nvPr/>
          </p:nvSpPr>
          <p:spPr>
            <a:xfrm>
              <a:off x="5353071" y="1106920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4"/>
                  </a:lnTo>
                  <a:lnTo>
                    <a:pt x="7715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116" name="Google Shape;5116;p41"/>
          <p:cNvGrpSpPr/>
          <p:nvPr/>
        </p:nvGrpSpPr>
        <p:grpSpPr>
          <a:xfrm flipH="1">
            <a:off x="3530911" y="3989340"/>
            <a:ext cx="936969" cy="806872"/>
            <a:chOff x="4392173" y="3619365"/>
            <a:chExt cx="936969" cy="806872"/>
          </a:xfrm>
        </p:grpSpPr>
        <p:grpSp>
          <p:nvGrpSpPr>
            <p:cNvPr id="5117" name="Google Shape;5117;p41"/>
            <p:cNvGrpSpPr/>
            <p:nvPr/>
          </p:nvGrpSpPr>
          <p:grpSpPr>
            <a:xfrm>
              <a:off x="4392173" y="4218513"/>
              <a:ext cx="275877" cy="203099"/>
              <a:chOff x="4392173" y="4014525"/>
              <a:chExt cx="275877" cy="203099"/>
            </a:xfrm>
          </p:grpSpPr>
          <p:sp>
            <p:nvSpPr>
              <p:cNvPr id="5118" name="Google Shape;5118;p41"/>
              <p:cNvSpPr/>
              <p:nvPr/>
            </p:nvSpPr>
            <p:spPr>
              <a:xfrm>
                <a:off x="4392173" y="4014525"/>
                <a:ext cx="275877" cy="203099"/>
              </a:xfrm>
              <a:custGeom>
                <a:avLst/>
                <a:gdLst/>
                <a:ahLst/>
                <a:cxnLst/>
                <a:rect l="l" t="t" r="r" b="b"/>
                <a:pathLst>
                  <a:path w="2460" h="1811" extrusionOk="0">
                    <a:moveTo>
                      <a:pt x="1227" y="0"/>
                    </a:moveTo>
                    <a:cubicBezTo>
                      <a:pt x="518" y="0"/>
                      <a:pt x="1" y="817"/>
                      <a:pt x="557" y="1560"/>
                    </a:cubicBezTo>
                    <a:cubicBezTo>
                      <a:pt x="561" y="1560"/>
                      <a:pt x="561" y="1564"/>
                      <a:pt x="565" y="1568"/>
                    </a:cubicBezTo>
                    <a:cubicBezTo>
                      <a:pt x="787" y="1738"/>
                      <a:pt x="1015" y="1811"/>
                      <a:pt x="1227" y="1811"/>
                    </a:cubicBezTo>
                    <a:cubicBezTo>
                      <a:pt x="1938" y="1811"/>
                      <a:pt x="2460" y="986"/>
                      <a:pt x="1887" y="239"/>
                    </a:cubicBezTo>
                    <a:cubicBezTo>
                      <a:pt x="1883" y="239"/>
                      <a:pt x="1883" y="234"/>
                      <a:pt x="1880" y="234"/>
                    </a:cubicBezTo>
                    <a:cubicBezTo>
                      <a:pt x="1660" y="71"/>
                      <a:pt x="1435" y="0"/>
                      <a:pt x="1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19" name="Google Shape;5119;p41"/>
              <p:cNvSpPr/>
              <p:nvPr/>
            </p:nvSpPr>
            <p:spPr>
              <a:xfrm>
                <a:off x="4457216" y="4062189"/>
                <a:ext cx="145789" cy="107437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958" extrusionOk="0">
                    <a:moveTo>
                      <a:pt x="647" y="0"/>
                    </a:moveTo>
                    <a:cubicBezTo>
                      <a:pt x="273" y="0"/>
                      <a:pt x="0" y="427"/>
                      <a:pt x="288" y="826"/>
                    </a:cubicBezTo>
                    <a:lnTo>
                      <a:pt x="292" y="826"/>
                    </a:lnTo>
                    <a:cubicBezTo>
                      <a:pt x="411" y="918"/>
                      <a:pt x="533" y="957"/>
                      <a:pt x="647" y="957"/>
                    </a:cubicBezTo>
                    <a:cubicBezTo>
                      <a:pt x="1024" y="957"/>
                      <a:pt x="1299" y="522"/>
                      <a:pt x="993" y="124"/>
                    </a:cubicBezTo>
                    <a:lnTo>
                      <a:pt x="989" y="120"/>
                    </a:lnTo>
                    <a:cubicBezTo>
                      <a:pt x="874" y="36"/>
                      <a:pt x="756" y="0"/>
                      <a:pt x="6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20" name="Google Shape;5120;p41"/>
              <p:cNvSpPr/>
              <p:nvPr/>
            </p:nvSpPr>
            <p:spPr>
              <a:xfrm>
                <a:off x="4481103" y="4079909"/>
                <a:ext cx="98015" cy="72111"/>
              </a:xfrm>
              <a:custGeom>
                <a:avLst/>
                <a:gdLst/>
                <a:ahLst/>
                <a:cxnLst/>
                <a:rect l="l" t="t" r="r" b="b"/>
                <a:pathLst>
                  <a:path w="874" h="643" extrusionOk="0">
                    <a:moveTo>
                      <a:pt x="432" y="0"/>
                    </a:moveTo>
                    <a:cubicBezTo>
                      <a:pt x="182" y="0"/>
                      <a:pt x="1" y="286"/>
                      <a:pt x="194" y="553"/>
                    </a:cubicBezTo>
                    <a:cubicBezTo>
                      <a:pt x="274" y="615"/>
                      <a:pt x="356" y="642"/>
                      <a:pt x="433" y="642"/>
                    </a:cubicBezTo>
                    <a:cubicBezTo>
                      <a:pt x="687" y="642"/>
                      <a:pt x="874" y="346"/>
                      <a:pt x="665" y="81"/>
                    </a:cubicBezTo>
                    <a:lnTo>
                      <a:pt x="661" y="81"/>
                    </a:lnTo>
                    <a:cubicBezTo>
                      <a:pt x="584" y="24"/>
                      <a:pt x="505" y="0"/>
                      <a:pt x="4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grpSp>
            <p:nvGrpSpPr>
              <p:cNvPr id="5121" name="Google Shape;5121;p41"/>
              <p:cNvGrpSpPr/>
              <p:nvPr/>
            </p:nvGrpSpPr>
            <p:grpSpPr>
              <a:xfrm>
                <a:off x="4432320" y="4019413"/>
                <a:ext cx="194681" cy="194805"/>
                <a:chOff x="4432320" y="4258288"/>
                <a:chExt cx="194681" cy="194805"/>
              </a:xfrm>
            </p:grpSpPr>
            <p:sp>
              <p:nvSpPr>
                <p:cNvPr id="5122" name="Google Shape;5122;p41"/>
                <p:cNvSpPr/>
                <p:nvPr/>
              </p:nvSpPr>
              <p:spPr>
                <a:xfrm>
                  <a:off x="4528090" y="4258288"/>
                  <a:ext cx="3589" cy="3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50" extrusionOk="0">
                      <a:moveTo>
                        <a:pt x="16" y="1"/>
                      </a:moveTo>
                      <a:cubicBezTo>
                        <a:pt x="5" y="1"/>
                        <a:pt x="1" y="77"/>
                        <a:pt x="1" y="173"/>
                      </a:cubicBezTo>
                      <a:cubicBezTo>
                        <a:pt x="1" y="268"/>
                        <a:pt x="5" y="349"/>
                        <a:pt x="16" y="349"/>
                      </a:cubicBezTo>
                      <a:cubicBezTo>
                        <a:pt x="24" y="349"/>
                        <a:pt x="31" y="268"/>
                        <a:pt x="31" y="173"/>
                      </a:cubicBezTo>
                      <a:cubicBezTo>
                        <a:pt x="31" y="77"/>
                        <a:pt x="24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3" name="Google Shape;5123;p41"/>
                <p:cNvSpPr/>
                <p:nvPr/>
              </p:nvSpPr>
              <p:spPr>
                <a:xfrm>
                  <a:off x="4528090" y="4414290"/>
                  <a:ext cx="3589" cy="38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46" extrusionOk="0">
                      <a:moveTo>
                        <a:pt x="16" y="0"/>
                      </a:moveTo>
                      <a:cubicBezTo>
                        <a:pt x="5" y="0"/>
                        <a:pt x="1" y="77"/>
                        <a:pt x="1" y="173"/>
                      </a:cubicBezTo>
                      <a:cubicBezTo>
                        <a:pt x="1" y="269"/>
                        <a:pt x="5" y="345"/>
                        <a:pt x="16" y="345"/>
                      </a:cubicBezTo>
                      <a:cubicBezTo>
                        <a:pt x="24" y="345"/>
                        <a:pt x="31" y="269"/>
                        <a:pt x="31" y="173"/>
                      </a:cubicBezTo>
                      <a:cubicBezTo>
                        <a:pt x="31" y="77"/>
                        <a:pt x="24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4" name="Google Shape;5124;p41"/>
                <p:cNvSpPr/>
                <p:nvPr/>
              </p:nvSpPr>
              <p:spPr>
                <a:xfrm>
                  <a:off x="4588311" y="4354177"/>
                  <a:ext cx="38690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31" extrusionOk="0">
                      <a:moveTo>
                        <a:pt x="173" y="0"/>
                      </a:moveTo>
                      <a:cubicBezTo>
                        <a:pt x="76" y="0"/>
                        <a:pt x="0" y="7"/>
                        <a:pt x="0" y="16"/>
                      </a:cubicBezTo>
                      <a:cubicBezTo>
                        <a:pt x="0" y="23"/>
                        <a:pt x="76" y="30"/>
                        <a:pt x="173" y="30"/>
                      </a:cubicBezTo>
                      <a:cubicBezTo>
                        <a:pt x="269" y="30"/>
                        <a:pt x="345" y="23"/>
                        <a:pt x="345" y="16"/>
                      </a:cubicBezTo>
                      <a:cubicBezTo>
                        <a:pt x="345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5" name="Google Shape;5125;p41"/>
                <p:cNvSpPr/>
                <p:nvPr/>
              </p:nvSpPr>
              <p:spPr>
                <a:xfrm>
                  <a:off x="4432320" y="4354177"/>
                  <a:ext cx="39251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8" y="30"/>
                        <a:pt x="349" y="23"/>
                        <a:pt x="349" y="16"/>
                      </a:cubicBezTo>
                      <a:cubicBezTo>
                        <a:pt x="349" y="7"/>
                        <a:pt x="268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6" name="Google Shape;5126;p41"/>
                <p:cNvSpPr/>
                <p:nvPr/>
              </p:nvSpPr>
              <p:spPr>
                <a:xfrm>
                  <a:off x="4570256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251" y="1"/>
                      </a:moveTo>
                      <a:cubicBezTo>
                        <a:pt x="238" y="1"/>
                        <a:pt x="183" y="48"/>
                        <a:pt x="119" y="113"/>
                      </a:cubicBezTo>
                      <a:cubicBezTo>
                        <a:pt x="53" y="178"/>
                        <a:pt x="0" y="239"/>
                        <a:pt x="8" y="247"/>
                      </a:cubicBezTo>
                      <a:cubicBezTo>
                        <a:pt x="8" y="247"/>
                        <a:pt x="8" y="247"/>
                        <a:pt x="9" y="247"/>
                      </a:cubicBezTo>
                      <a:cubicBezTo>
                        <a:pt x="20" y="247"/>
                        <a:pt x="75" y="198"/>
                        <a:pt x="142" y="132"/>
                      </a:cubicBezTo>
                      <a:cubicBezTo>
                        <a:pt x="207" y="67"/>
                        <a:pt x="257" y="5"/>
                        <a:pt x="253" y="1"/>
                      </a:cubicBezTo>
                      <a:cubicBezTo>
                        <a:pt x="253" y="1"/>
                        <a:pt x="252" y="1"/>
                        <a:pt x="25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7" name="Google Shape;5127;p41"/>
                <p:cNvSpPr/>
                <p:nvPr/>
              </p:nvSpPr>
              <p:spPr>
                <a:xfrm>
                  <a:off x="4460132" y="4397131"/>
                  <a:ext cx="29046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47" extrusionOk="0">
                      <a:moveTo>
                        <a:pt x="249" y="0"/>
                      </a:moveTo>
                      <a:cubicBezTo>
                        <a:pt x="241" y="0"/>
                        <a:pt x="182" y="49"/>
                        <a:pt x="120" y="111"/>
                      </a:cubicBezTo>
                      <a:cubicBezTo>
                        <a:pt x="51" y="180"/>
                        <a:pt x="1" y="238"/>
                        <a:pt x="9" y="245"/>
                      </a:cubicBezTo>
                      <a:cubicBezTo>
                        <a:pt x="9" y="246"/>
                        <a:pt x="10" y="246"/>
                        <a:pt x="11" y="246"/>
                      </a:cubicBezTo>
                      <a:cubicBezTo>
                        <a:pt x="21" y="246"/>
                        <a:pt x="75" y="198"/>
                        <a:pt x="139" y="134"/>
                      </a:cubicBezTo>
                      <a:cubicBezTo>
                        <a:pt x="208" y="65"/>
                        <a:pt x="258" y="8"/>
                        <a:pt x="250" y="1"/>
                      </a:cubicBezTo>
                      <a:cubicBezTo>
                        <a:pt x="250" y="0"/>
                        <a:pt x="250" y="0"/>
                        <a:pt x="24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8" name="Google Shape;5128;p41"/>
                <p:cNvSpPr/>
                <p:nvPr/>
              </p:nvSpPr>
              <p:spPr>
                <a:xfrm>
                  <a:off x="4570256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9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8"/>
                        <a:pt x="53" y="65"/>
                        <a:pt x="119" y="134"/>
                      </a:cubicBezTo>
                      <a:cubicBezTo>
                        <a:pt x="183" y="198"/>
                        <a:pt x="237" y="246"/>
                        <a:pt x="251" y="246"/>
                      </a:cubicBezTo>
                      <a:cubicBezTo>
                        <a:pt x="252" y="246"/>
                        <a:pt x="253" y="246"/>
                        <a:pt x="253" y="245"/>
                      </a:cubicBezTo>
                      <a:cubicBezTo>
                        <a:pt x="257" y="238"/>
                        <a:pt x="207" y="180"/>
                        <a:pt x="142" y="111"/>
                      </a:cubicBezTo>
                      <a:cubicBezTo>
                        <a:pt x="76" y="49"/>
                        <a:pt x="21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9" name="Google Shape;5129;p41"/>
                <p:cNvSpPr/>
                <p:nvPr/>
              </p:nvSpPr>
              <p:spPr>
                <a:xfrm>
                  <a:off x="4460132" y="4286999"/>
                  <a:ext cx="29046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48" extrusionOk="0">
                      <a:moveTo>
                        <a:pt x="11" y="1"/>
                      </a:move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1" y="5"/>
                        <a:pt x="51" y="67"/>
                        <a:pt x="120" y="132"/>
                      </a:cubicBezTo>
                      <a:cubicBezTo>
                        <a:pt x="183" y="198"/>
                        <a:pt x="242" y="247"/>
                        <a:pt x="250" y="247"/>
                      </a:cubicBezTo>
                      <a:cubicBezTo>
                        <a:pt x="250" y="247"/>
                        <a:pt x="250" y="247"/>
                        <a:pt x="250" y="247"/>
                      </a:cubicBezTo>
                      <a:cubicBezTo>
                        <a:pt x="258" y="239"/>
                        <a:pt x="208" y="178"/>
                        <a:pt x="139" y="113"/>
                      </a:cubicBezTo>
                      <a:cubicBezTo>
                        <a:pt x="74" y="48"/>
                        <a:pt x="2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0" name="Google Shape;5130;p41"/>
                <p:cNvSpPr/>
                <p:nvPr/>
              </p:nvSpPr>
              <p:spPr>
                <a:xfrm>
                  <a:off x="4551753" y="4266026"/>
                  <a:ext cx="16822" cy="3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319" extrusionOk="0">
                      <a:moveTo>
                        <a:pt x="142" y="1"/>
                      </a:moveTo>
                      <a:cubicBezTo>
                        <a:pt x="133" y="1"/>
                        <a:pt x="95" y="68"/>
                        <a:pt x="62" y="153"/>
                      </a:cubicBezTo>
                      <a:cubicBezTo>
                        <a:pt x="24" y="242"/>
                        <a:pt x="1" y="319"/>
                        <a:pt x="8" y="319"/>
                      </a:cubicBezTo>
                      <a:cubicBezTo>
                        <a:pt x="8" y="319"/>
                        <a:pt x="8" y="319"/>
                        <a:pt x="9" y="319"/>
                      </a:cubicBezTo>
                      <a:cubicBezTo>
                        <a:pt x="18" y="319"/>
                        <a:pt x="51" y="251"/>
                        <a:pt x="89" y="165"/>
                      </a:cubicBezTo>
                      <a:cubicBezTo>
                        <a:pt x="127" y="77"/>
                        <a:pt x="150" y="4"/>
                        <a:pt x="142" y="1"/>
                      </a:cubicBezTo>
                      <a:cubicBezTo>
                        <a:pt x="142" y="1"/>
                        <a:pt x="142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1" name="Google Shape;5131;p41"/>
                <p:cNvSpPr/>
                <p:nvPr/>
              </p:nvSpPr>
              <p:spPr>
                <a:xfrm>
                  <a:off x="4490747" y="4409467"/>
                  <a:ext cx="17270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23" extrusionOk="0">
                      <a:moveTo>
                        <a:pt x="146" y="1"/>
                      </a:moveTo>
                      <a:cubicBezTo>
                        <a:pt x="136" y="1"/>
                        <a:pt x="99" y="68"/>
                        <a:pt x="62" y="154"/>
                      </a:cubicBezTo>
                      <a:cubicBezTo>
                        <a:pt x="27" y="243"/>
                        <a:pt x="0" y="319"/>
                        <a:pt x="8" y="323"/>
                      </a:cubicBezTo>
                      <a:cubicBezTo>
                        <a:pt x="16" y="323"/>
                        <a:pt x="54" y="254"/>
                        <a:pt x="92" y="166"/>
                      </a:cubicBezTo>
                      <a:cubicBezTo>
                        <a:pt x="127" y="78"/>
                        <a:pt x="154" y="6"/>
                        <a:pt x="146" y="1"/>
                      </a:cubicBezTo>
                      <a:cubicBezTo>
                        <a:pt x="146" y="1"/>
                        <a:pt x="146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2" name="Google Shape;5132;p41"/>
                <p:cNvSpPr/>
                <p:nvPr/>
              </p:nvSpPr>
              <p:spPr>
                <a:xfrm>
                  <a:off x="4583153" y="4378402"/>
                  <a:ext cx="36559" cy="15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8" extrusionOk="0">
                      <a:moveTo>
                        <a:pt x="8" y="1"/>
                      </a:moveTo>
                      <a:cubicBezTo>
                        <a:pt x="6" y="1"/>
                        <a:pt x="4" y="1"/>
                        <a:pt x="4" y="2"/>
                      </a:cubicBezTo>
                      <a:cubicBezTo>
                        <a:pt x="0" y="10"/>
                        <a:pt x="69" y="44"/>
                        <a:pt x="157" y="83"/>
                      </a:cubicBezTo>
                      <a:cubicBezTo>
                        <a:pt x="234" y="116"/>
                        <a:pt x="298" y="138"/>
                        <a:pt x="317" y="138"/>
                      </a:cubicBezTo>
                      <a:cubicBezTo>
                        <a:pt x="320" y="138"/>
                        <a:pt x="321" y="137"/>
                        <a:pt x="322" y="136"/>
                      </a:cubicBezTo>
                      <a:cubicBezTo>
                        <a:pt x="326" y="129"/>
                        <a:pt x="257" y="94"/>
                        <a:pt x="168" y="56"/>
                      </a:cubicBezTo>
                      <a:cubicBezTo>
                        <a:pt x="92" y="22"/>
                        <a:pt x="26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3" name="Google Shape;5133;p41"/>
                <p:cNvSpPr/>
                <p:nvPr/>
              </p:nvSpPr>
              <p:spPr>
                <a:xfrm>
                  <a:off x="4439498" y="4317504"/>
                  <a:ext cx="36784" cy="15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" h="141" extrusionOk="0">
                      <a:moveTo>
                        <a:pt x="10" y="0"/>
                      </a:moveTo>
                      <a:cubicBezTo>
                        <a:pt x="7" y="0"/>
                        <a:pt x="6" y="0"/>
                        <a:pt x="6" y="1"/>
                      </a:cubicBezTo>
                      <a:cubicBezTo>
                        <a:pt x="1" y="13"/>
                        <a:pt x="70" y="47"/>
                        <a:pt x="158" y="85"/>
                      </a:cubicBezTo>
                      <a:cubicBezTo>
                        <a:pt x="235" y="119"/>
                        <a:pt x="304" y="141"/>
                        <a:pt x="319" y="141"/>
                      </a:cubicBezTo>
                      <a:cubicBezTo>
                        <a:pt x="322" y="141"/>
                        <a:pt x="323" y="140"/>
                        <a:pt x="323" y="139"/>
                      </a:cubicBezTo>
                      <a:cubicBezTo>
                        <a:pt x="327" y="131"/>
                        <a:pt x="258" y="93"/>
                        <a:pt x="170" y="59"/>
                      </a:cubicBezTo>
                      <a:cubicBezTo>
                        <a:pt x="93" y="25"/>
                        <a:pt x="27" y="0"/>
                        <a:pt x="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4" name="Google Shape;5134;p41"/>
                <p:cNvSpPr/>
                <p:nvPr/>
              </p:nvSpPr>
              <p:spPr>
                <a:xfrm>
                  <a:off x="4583489" y="4319074"/>
                  <a:ext cx="37120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35" extrusionOk="0">
                      <a:moveTo>
                        <a:pt x="322" y="1"/>
                      </a:moveTo>
                      <a:cubicBezTo>
                        <a:pt x="303" y="1"/>
                        <a:pt x="235" y="22"/>
                        <a:pt x="158" y="53"/>
                      </a:cubicBezTo>
                      <a:cubicBezTo>
                        <a:pt x="70" y="87"/>
                        <a:pt x="1" y="125"/>
                        <a:pt x="4" y="133"/>
                      </a:cubicBezTo>
                      <a:cubicBezTo>
                        <a:pt x="5" y="134"/>
                        <a:pt x="7" y="134"/>
                        <a:pt x="9" y="134"/>
                      </a:cubicBezTo>
                      <a:cubicBezTo>
                        <a:pt x="28" y="134"/>
                        <a:pt x="93" y="112"/>
                        <a:pt x="170" y="79"/>
                      </a:cubicBezTo>
                      <a:cubicBezTo>
                        <a:pt x="257" y="45"/>
                        <a:pt x="331" y="10"/>
                        <a:pt x="326" y="2"/>
                      </a:cubicBezTo>
                      <a:cubicBezTo>
                        <a:pt x="326" y="1"/>
                        <a:pt x="324" y="1"/>
                        <a:pt x="32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5" name="Google Shape;5135;p41"/>
                <p:cNvSpPr/>
                <p:nvPr/>
              </p:nvSpPr>
              <p:spPr>
                <a:xfrm>
                  <a:off x="4439161" y="4377616"/>
                  <a:ext cx="36559" cy="15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4" extrusionOk="0">
                      <a:moveTo>
                        <a:pt x="321" y="0"/>
                      </a:moveTo>
                      <a:cubicBezTo>
                        <a:pt x="303" y="0"/>
                        <a:pt x="235" y="22"/>
                        <a:pt x="158" y="51"/>
                      </a:cubicBezTo>
                      <a:cubicBezTo>
                        <a:pt x="69" y="90"/>
                        <a:pt x="0" y="124"/>
                        <a:pt x="4" y="132"/>
                      </a:cubicBezTo>
                      <a:cubicBezTo>
                        <a:pt x="4" y="133"/>
                        <a:pt x="5" y="134"/>
                        <a:pt x="8" y="134"/>
                      </a:cubicBezTo>
                      <a:cubicBezTo>
                        <a:pt x="24" y="134"/>
                        <a:pt x="92" y="112"/>
                        <a:pt x="169" y="83"/>
                      </a:cubicBezTo>
                      <a:cubicBezTo>
                        <a:pt x="257" y="44"/>
                        <a:pt x="326" y="9"/>
                        <a:pt x="326" y="2"/>
                      </a:cubicBezTo>
                      <a:cubicBezTo>
                        <a:pt x="325" y="1"/>
                        <a:pt x="324" y="0"/>
                        <a:pt x="32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6" name="Google Shape;5136;p41"/>
                <p:cNvSpPr/>
                <p:nvPr/>
              </p:nvSpPr>
              <p:spPr>
                <a:xfrm>
                  <a:off x="4550968" y="4410028"/>
                  <a:ext cx="16373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" h="323" extrusionOk="0">
                      <a:moveTo>
                        <a:pt x="8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4"/>
                        <a:pt x="23" y="77"/>
                        <a:pt x="57" y="165"/>
                      </a:cubicBezTo>
                      <a:cubicBezTo>
                        <a:pt x="91" y="255"/>
                        <a:pt x="128" y="323"/>
                        <a:pt x="137" y="323"/>
                      </a:cubicBezTo>
                      <a:cubicBezTo>
                        <a:pt x="138" y="323"/>
                        <a:pt x="138" y="322"/>
                        <a:pt x="138" y="322"/>
                      </a:cubicBezTo>
                      <a:cubicBezTo>
                        <a:pt x="145" y="318"/>
                        <a:pt x="122" y="245"/>
                        <a:pt x="84" y="153"/>
                      </a:cubicBezTo>
                      <a:cubicBezTo>
                        <a:pt x="51" y="68"/>
                        <a:pt x="17" y="0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7" name="Google Shape;5137;p41"/>
                <p:cNvSpPr/>
                <p:nvPr/>
              </p:nvSpPr>
              <p:spPr>
                <a:xfrm>
                  <a:off x="4492429" y="4265578"/>
                  <a:ext cx="16485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" h="323" extrusionOk="0">
                      <a:moveTo>
                        <a:pt x="9" y="1"/>
                      </a:moveTo>
                      <a:cubicBezTo>
                        <a:pt x="9" y="1"/>
                        <a:pt x="8" y="1"/>
                        <a:pt x="8" y="1"/>
                      </a:cubicBezTo>
                      <a:cubicBezTo>
                        <a:pt x="1" y="5"/>
                        <a:pt x="24" y="77"/>
                        <a:pt x="58" y="166"/>
                      </a:cubicBezTo>
                      <a:cubicBezTo>
                        <a:pt x="93" y="254"/>
                        <a:pt x="127" y="323"/>
                        <a:pt x="135" y="323"/>
                      </a:cubicBezTo>
                      <a:cubicBezTo>
                        <a:pt x="146" y="318"/>
                        <a:pt x="123" y="242"/>
                        <a:pt x="85" y="154"/>
                      </a:cubicBezTo>
                      <a:cubicBezTo>
                        <a:pt x="51" y="68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8" name="Google Shape;5138;p41"/>
                <p:cNvSpPr/>
                <p:nvPr/>
              </p:nvSpPr>
              <p:spPr>
                <a:xfrm>
                  <a:off x="4539641" y="4259970"/>
                  <a:ext cx="9196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342" extrusionOk="0">
                      <a:moveTo>
                        <a:pt x="74" y="0"/>
                      </a:moveTo>
                      <a:cubicBezTo>
                        <a:pt x="66" y="0"/>
                        <a:pt x="47" y="74"/>
                        <a:pt x="28" y="170"/>
                      </a:cubicBezTo>
                      <a:cubicBezTo>
                        <a:pt x="9" y="262"/>
                        <a:pt x="1" y="342"/>
                        <a:pt x="9" y="342"/>
                      </a:cubicBezTo>
                      <a:cubicBezTo>
                        <a:pt x="9" y="342"/>
                        <a:pt x="10" y="342"/>
                        <a:pt x="10" y="342"/>
                      </a:cubicBezTo>
                      <a:cubicBezTo>
                        <a:pt x="21" y="342"/>
                        <a:pt x="40" y="267"/>
                        <a:pt x="59" y="173"/>
                      </a:cubicBezTo>
                      <a:cubicBezTo>
                        <a:pt x="74" y="81"/>
                        <a:pt x="82" y="5"/>
                        <a:pt x="7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9" name="Google Shape;5139;p41"/>
                <p:cNvSpPr/>
                <p:nvPr/>
              </p:nvSpPr>
              <p:spPr>
                <a:xfrm>
                  <a:off x="4510484" y="4413393"/>
                  <a:ext cx="9084" cy="38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39" extrusionOk="0">
                      <a:moveTo>
                        <a:pt x="73" y="1"/>
                      </a:moveTo>
                      <a:cubicBezTo>
                        <a:pt x="65" y="1"/>
                        <a:pt x="43" y="76"/>
                        <a:pt x="27" y="165"/>
                      </a:cubicBezTo>
                      <a:cubicBezTo>
                        <a:pt x="8" y="261"/>
                        <a:pt x="1" y="338"/>
                        <a:pt x="8" y="338"/>
                      </a:cubicBezTo>
                      <a:cubicBezTo>
                        <a:pt x="8" y="338"/>
                        <a:pt x="8" y="339"/>
                        <a:pt x="9" y="339"/>
                      </a:cubicBezTo>
                      <a:cubicBezTo>
                        <a:pt x="17" y="339"/>
                        <a:pt x="40" y="263"/>
                        <a:pt x="54" y="173"/>
                      </a:cubicBezTo>
                      <a:cubicBezTo>
                        <a:pt x="73" y="77"/>
                        <a:pt x="81" y="1"/>
                        <a:pt x="73" y="1"/>
                      </a:cubicBezTo>
                      <a:cubicBezTo>
                        <a:pt x="73" y="1"/>
                        <a:pt x="73" y="1"/>
                        <a:pt x="7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0" name="Google Shape;5140;p41"/>
                <p:cNvSpPr/>
                <p:nvPr/>
              </p:nvSpPr>
              <p:spPr>
                <a:xfrm>
                  <a:off x="4587078" y="4366289"/>
                  <a:ext cx="38690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74" extrusionOk="0">
                      <a:moveTo>
                        <a:pt x="17" y="0"/>
                      </a:moveTo>
                      <a:cubicBezTo>
                        <a:pt x="7" y="0"/>
                        <a:pt x="1" y="1"/>
                        <a:pt x="0" y="3"/>
                      </a:cubicBezTo>
                      <a:cubicBezTo>
                        <a:pt x="0" y="14"/>
                        <a:pt x="76" y="34"/>
                        <a:pt x="168" y="53"/>
                      </a:cubicBezTo>
                      <a:cubicBezTo>
                        <a:pt x="237" y="64"/>
                        <a:pt x="296" y="73"/>
                        <a:pt x="323" y="73"/>
                      </a:cubicBezTo>
                      <a:cubicBezTo>
                        <a:pt x="334" y="73"/>
                        <a:pt x="340" y="72"/>
                        <a:pt x="340" y="69"/>
                      </a:cubicBezTo>
                      <a:cubicBezTo>
                        <a:pt x="345" y="60"/>
                        <a:pt x="268" y="41"/>
                        <a:pt x="176" y="23"/>
                      </a:cubicBezTo>
                      <a:cubicBezTo>
                        <a:pt x="105" y="8"/>
                        <a:pt x="45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1" name="Google Shape;5141;p41"/>
                <p:cNvSpPr/>
                <p:nvPr/>
              </p:nvSpPr>
              <p:spPr>
                <a:xfrm>
                  <a:off x="4434003" y="4337018"/>
                  <a:ext cx="38354" cy="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2" extrusionOk="0">
                      <a:moveTo>
                        <a:pt x="17" y="0"/>
                      </a:moveTo>
                      <a:cubicBezTo>
                        <a:pt x="7" y="0"/>
                        <a:pt x="1" y="1"/>
                        <a:pt x="0" y="3"/>
                      </a:cubicBezTo>
                      <a:cubicBezTo>
                        <a:pt x="0" y="11"/>
                        <a:pt x="73" y="34"/>
                        <a:pt x="170" y="54"/>
                      </a:cubicBezTo>
                      <a:cubicBezTo>
                        <a:pt x="236" y="64"/>
                        <a:pt x="297" y="72"/>
                        <a:pt x="325" y="72"/>
                      </a:cubicBezTo>
                      <a:cubicBezTo>
                        <a:pt x="336" y="72"/>
                        <a:pt x="341" y="71"/>
                        <a:pt x="341" y="68"/>
                      </a:cubicBezTo>
                      <a:cubicBezTo>
                        <a:pt x="341" y="61"/>
                        <a:pt x="269" y="42"/>
                        <a:pt x="173" y="22"/>
                      </a:cubicBezTo>
                      <a:cubicBezTo>
                        <a:pt x="105" y="8"/>
                        <a:pt x="45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2" name="Google Shape;5142;p41"/>
                <p:cNvSpPr/>
                <p:nvPr/>
              </p:nvSpPr>
              <p:spPr>
                <a:xfrm>
                  <a:off x="4577546" y="4301130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290" y="0"/>
                      </a:moveTo>
                      <a:cubicBezTo>
                        <a:pt x="276" y="0"/>
                        <a:pt x="212" y="37"/>
                        <a:pt x="142" y="86"/>
                      </a:cubicBezTo>
                      <a:cubicBezTo>
                        <a:pt x="62" y="139"/>
                        <a:pt x="0" y="190"/>
                        <a:pt x="4" y="193"/>
                      </a:cubicBezTo>
                      <a:cubicBezTo>
                        <a:pt x="5" y="194"/>
                        <a:pt x="6" y="194"/>
                        <a:pt x="7" y="194"/>
                      </a:cubicBezTo>
                      <a:cubicBezTo>
                        <a:pt x="22" y="194"/>
                        <a:pt x="83" y="158"/>
                        <a:pt x="158" y="109"/>
                      </a:cubicBezTo>
                      <a:cubicBezTo>
                        <a:pt x="238" y="56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3" name="Google Shape;5143;p41"/>
                <p:cNvSpPr/>
                <p:nvPr/>
              </p:nvSpPr>
              <p:spPr>
                <a:xfrm>
                  <a:off x="4448581" y="4388383"/>
                  <a:ext cx="33307" cy="22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" h="199" extrusionOk="0">
                      <a:moveTo>
                        <a:pt x="290" y="0"/>
                      </a:moveTo>
                      <a:cubicBezTo>
                        <a:pt x="276" y="0"/>
                        <a:pt x="212" y="37"/>
                        <a:pt x="139" y="86"/>
                      </a:cubicBezTo>
                      <a:cubicBezTo>
                        <a:pt x="62" y="139"/>
                        <a:pt x="1" y="189"/>
                        <a:pt x="5" y="197"/>
                      </a:cubicBezTo>
                      <a:cubicBezTo>
                        <a:pt x="5" y="198"/>
                        <a:pt x="6" y="198"/>
                        <a:pt x="7" y="198"/>
                      </a:cubicBezTo>
                      <a:cubicBezTo>
                        <a:pt x="20" y="198"/>
                        <a:pt x="84" y="162"/>
                        <a:pt x="158" y="113"/>
                      </a:cubicBezTo>
                      <a:cubicBezTo>
                        <a:pt x="234" y="59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4" name="Google Shape;5144;p41"/>
                <p:cNvSpPr/>
                <p:nvPr/>
              </p:nvSpPr>
              <p:spPr>
                <a:xfrm>
                  <a:off x="4561621" y="4403972"/>
                  <a:ext cx="23775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89" extrusionOk="0">
                      <a:moveTo>
                        <a:pt x="9" y="0"/>
                      </a:moveTo>
                      <a:cubicBezTo>
                        <a:pt x="9" y="0"/>
                        <a:pt x="8" y="0"/>
                        <a:pt x="8" y="0"/>
                      </a:cubicBezTo>
                      <a:cubicBezTo>
                        <a:pt x="1" y="9"/>
                        <a:pt x="39" y="78"/>
                        <a:pt x="93" y="154"/>
                      </a:cubicBezTo>
                      <a:cubicBezTo>
                        <a:pt x="143" y="229"/>
                        <a:pt x="190" y="289"/>
                        <a:pt x="202" y="289"/>
                      </a:cubicBezTo>
                      <a:cubicBezTo>
                        <a:pt x="203" y="289"/>
                        <a:pt x="204" y="289"/>
                        <a:pt x="204" y="288"/>
                      </a:cubicBezTo>
                      <a:cubicBezTo>
                        <a:pt x="211" y="284"/>
                        <a:pt x="173" y="215"/>
                        <a:pt x="119" y="138"/>
                      </a:cubicBezTo>
                      <a:cubicBezTo>
                        <a:pt x="68" y="60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5" name="Google Shape;5145;p41"/>
                <p:cNvSpPr/>
                <p:nvPr/>
              </p:nvSpPr>
              <p:spPr>
                <a:xfrm>
                  <a:off x="4474374" y="427499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5" y="1"/>
                      </a:moveTo>
                      <a:cubicBezTo>
                        <a:pt x="5" y="1"/>
                        <a:pt x="5" y="1"/>
                        <a:pt x="4" y="1"/>
                      </a:cubicBezTo>
                      <a:cubicBezTo>
                        <a:pt x="1" y="9"/>
                        <a:pt x="39" y="73"/>
                        <a:pt x="93" y="154"/>
                      </a:cubicBezTo>
                      <a:cubicBezTo>
                        <a:pt x="144" y="232"/>
                        <a:pt x="189" y="289"/>
                        <a:pt x="200" y="289"/>
                      </a:cubicBezTo>
                      <a:cubicBezTo>
                        <a:pt x="200" y="289"/>
                        <a:pt x="200" y="289"/>
                        <a:pt x="200" y="289"/>
                      </a:cubicBezTo>
                      <a:cubicBezTo>
                        <a:pt x="208" y="285"/>
                        <a:pt x="169" y="216"/>
                        <a:pt x="116" y="139"/>
                      </a:cubicBezTo>
                      <a:cubicBezTo>
                        <a:pt x="64" y="61"/>
                        <a:pt x="15" y="1"/>
                        <a:pt x="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6" name="Google Shape;5146;p41"/>
                <p:cNvSpPr/>
                <p:nvPr/>
              </p:nvSpPr>
              <p:spPr>
                <a:xfrm>
                  <a:off x="4561621" y="4274998"/>
                  <a:ext cx="22990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" h="289" extrusionOk="0">
                      <a:moveTo>
                        <a:pt x="198" y="0"/>
                      </a:moveTo>
                      <a:cubicBezTo>
                        <a:pt x="187" y="0"/>
                        <a:pt x="140" y="59"/>
                        <a:pt x="89" y="135"/>
                      </a:cubicBezTo>
                      <a:cubicBezTo>
                        <a:pt x="35" y="216"/>
                        <a:pt x="1" y="280"/>
                        <a:pt x="4" y="289"/>
                      </a:cubicBezTo>
                      <a:cubicBezTo>
                        <a:pt x="5" y="289"/>
                        <a:pt x="5" y="289"/>
                        <a:pt x="5" y="289"/>
                      </a:cubicBezTo>
                      <a:cubicBezTo>
                        <a:pt x="15" y="289"/>
                        <a:pt x="63" y="228"/>
                        <a:pt x="116" y="151"/>
                      </a:cubicBezTo>
                      <a:cubicBezTo>
                        <a:pt x="169" y="73"/>
                        <a:pt x="204" y="4"/>
                        <a:pt x="199" y="1"/>
                      </a:cubicBezTo>
                      <a:cubicBezTo>
                        <a:pt x="199" y="0"/>
                        <a:pt x="199" y="0"/>
                        <a:pt x="1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7" name="Google Shape;5147;p41"/>
                <p:cNvSpPr/>
                <p:nvPr/>
              </p:nvSpPr>
              <p:spPr>
                <a:xfrm>
                  <a:off x="4474823" y="440430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199" y="1"/>
                      </a:moveTo>
                      <a:cubicBezTo>
                        <a:pt x="189" y="1"/>
                        <a:pt x="141" y="61"/>
                        <a:pt x="89" y="135"/>
                      </a:cubicBezTo>
                      <a:cubicBezTo>
                        <a:pt x="35" y="216"/>
                        <a:pt x="0" y="285"/>
                        <a:pt x="8" y="289"/>
                      </a:cubicBezTo>
                      <a:cubicBezTo>
                        <a:pt x="8" y="289"/>
                        <a:pt x="8" y="289"/>
                        <a:pt x="9" y="289"/>
                      </a:cubicBezTo>
                      <a:cubicBezTo>
                        <a:pt x="19" y="289"/>
                        <a:pt x="64" y="233"/>
                        <a:pt x="115" y="155"/>
                      </a:cubicBezTo>
                      <a:cubicBezTo>
                        <a:pt x="169" y="75"/>
                        <a:pt x="207" y="6"/>
                        <a:pt x="200" y="1"/>
                      </a:cubicBezTo>
                      <a:cubicBezTo>
                        <a:pt x="200" y="1"/>
                        <a:pt x="200" y="1"/>
                        <a:pt x="19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8" name="Google Shape;5148;p41"/>
                <p:cNvSpPr/>
                <p:nvPr/>
              </p:nvSpPr>
              <p:spPr>
                <a:xfrm>
                  <a:off x="4577994" y="4388047"/>
                  <a:ext cx="33195" cy="22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8" extrusionOk="0">
                      <a:moveTo>
                        <a:pt x="5" y="0"/>
                      </a:moveTo>
                      <a:cubicBezTo>
                        <a:pt x="4" y="0"/>
                        <a:pt x="4" y="0"/>
                        <a:pt x="4" y="1"/>
                      </a:cubicBezTo>
                      <a:cubicBezTo>
                        <a:pt x="0" y="8"/>
                        <a:pt x="58" y="59"/>
                        <a:pt x="138" y="112"/>
                      </a:cubicBezTo>
                      <a:cubicBezTo>
                        <a:pt x="212" y="161"/>
                        <a:pt x="277" y="197"/>
                        <a:pt x="289" y="197"/>
                      </a:cubicBezTo>
                      <a:cubicBezTo>
                        <a:pt x="291" y="197"/>
                        <a:pt x="291" y="197"/>
                        <a:pt x="292" y="197"/>
                      </a:cubicBezTo>
                      <a:cubicBezTo>
                        <a:pt x="295" y="188"/>
                        <a:pt x="234" y="139"/>
                        <a:pt x="157" y="85"/>
                      </a:cubicBezTo>
                      <a:cubicBezTo>
                        <a:pt x="80" y="38"/>
                        <a:pt x="14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9" name="Google Shape;5149;p41"/>
                <p:cNvSpPr/>
                <p:nvPr/>
              </p:nvSpPr>
              <p:spPr>
                <a:xfrm>
                  <a:off x="4448245" y="4301578"/>
                  <a:ext cx="33643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5" extrusionOk="0">
                      <a:moveTo>
                        <a:pt x="7" y="1"/>
                      </a:moveTo>
                      <a:cubicBezTo>
                        <a:pt x="6" y="1"/>
                        <a:pt x="5" y="1"/>
                        <a:pt x="4" y="2"/>
                      </a:cubicBezTo>
                      <a:cubicBezTo>
                        <a:pt x="0" y="9"/>
                        <a:pt x="61" y="55"/>
                        <a:pt x="142" y="109"/>
                      </a:cubicBezTo>
                      <a:cubicBezTo>
                        <a:pt x="215" y="158"/>
                        <a:pt x="276" y="194"/>
                        <a:pt x="292" y="194"/>
                      </a:cubicBezTo>
                      <a:cubicBezTo>
                        <a:pt x="294" y="194"/>
                        <a:pt x="295" y="194"/>
                        <a:pt x="295" y="193"/>
                      </a:cubicBezTo>
                      <a:cubicBezTo>
                        <a:pt x="299" y="186"/>
                        <a:pt x="237" y="140"/>
                        <a:pt x="157" y="86"/>
                      </a:cubicBezTo>
                      <a:cubicBezTo>
                        <a:pt x="84" y="37"/>
                        <a:pt x="23" y="1"/>
                        <a:pt x="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50" name="Google Shape;5150;p41"/>
                <p:cNvSpPr/>
                <p:nvPr/>
              </p:nvSpPr>
              <p:spPr>
                <a:xfrm>
                  <a:off x="4587078" y="4336569"/>
                  <a:ext cx="38241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" h="74" extrusionOk="0">
                      <a:moveTo>
                        <a:pt x="326" y="1"/>
                      </a:moveTo>
                      <a:cubicBezTo>
                        <a:pt x="299" y="1"/>
                        <a:pt x="237" y="8"/>
                        <a:pt x="168" y="23"/>
                      </a:cubicBezTo>
                      <a:cubicBezTo>
                        <a:pt x="73" y="42"/>
                        <a:pt x="0" y="61"/>
                        <a:pt x="0" y="69"/>
                      </a:cubicBezTo>
                      <a:cubicBezTo>
                        <a:pt x="1" y="72"/>
                        <a:pt x="8" y="74"/>
                        <a:pt x="19" y="74"/>
                      </a:cubicBezTo>
                      <a:cubicBezTo>
                        <a:pt x="47" y="74"/>
                        <a:pt x="105" y="63"/>
                        <a:pt x="172" y="49"/>
                      </a:cubicBezTo>
                      <a:cubicBezTo>
                        <a:pt x="268" y="35"/>
                        <a:pt x="340" y="12"/>
                        <a:pt x="340" y="3"/>
                      </a:cubicBezTo>
                      <a:cubicBezTo>
                        <a:pt x="340" y="2"/>
                        <a:pt x="335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51" name="Google Shape;5151;p41"/>
                <p:cNvSpPr/>
                <p:nvPr/>
              </p:nvSpPr>
              <p:spPr>
                <a:xfrm>
                  <a:off x="4434003" y="4366738"/>
                  <a:ext cx="38354" cy="8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5" extrusionOk="0">
                      <a:moveTo>
                        <a:pt x="327" y="0"/>
                      </a:moveTo>
                      <a:cubicBezTo>
                        <a:pt x="300" y="0"/>
                        <a:pt x="238" y="8"/>
                        <a:pt x="170" y="22"/>
                      </a:cubicBezTo>
                      <a:cubicBezTo>
                        <a:pt x="73" y="42"/>
                        <a:pt x="0" y="65"/>
                        <a:pt x="0" y="72"/>
                      </a:cubicBezTo>
                      <a:cubicBezTo>
                        <a:pt x="1" y="74"/>
                        <a:pt x="7" y="75"/>
                        <a:pt x="17" y="75"/>
                      </a:cubicBezTo>
                      <a:cubicBezTo>
                        <a:pt x="45" y="75"/>
                        <a:pt x="106" y="67"/>
                        <a:pt x="177" y="53"/>
                      </a:cubicBezTo>
                      <a:cubicBezTo>
                        <a:pt x="269" y="33"/>
                        <a:pt x="341" y="10"/>
                        <a:pt x="341" y="3"/>
                      </a:cubicBezTo>
                      <a:cubicBezTo>
                        <a:pt x="341" y="1"/>
                        <a:pt x="336" y="0"/>
                        <a:pt x="32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52" name="Google Shape;5152;p41"/>
                <p:cNvSpPr/>
                <p:nvPr/>
              </p:nvSpPr>
              <p:spPr>
                <a:xfrm>
                  <a:off x="4540090" y="4413056"/>
                  <a:ext cx="964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42" extrusionOk="0">
                      <a:moveTo>
                        <a:pt x="9" y="0"/>
                      </a:moveTo>
                      <a:lnTo>
                        <a:pt x="9" y="0"/>
                      </a:lnTo>
                      <a:cubicBezTo>
                        <a:pt x="1" y="4"/>
                        <a:pt x="9" y="80"/>
                        <a:pt x="28" y="176"/>
                      </a:cubicBezTo>
                      <a:cubicBezTo>
                        <a:pt x="47" y="268"/>
                        <a:pt x="66" y="341"/>
                        <a:pt x="78" y="341"/>
                      </a:cubicBezTo>
                      <a:cubicBezTo>
                        <a:pt x="85" y="341"/>
                        <a:pt x="78" y="260"/>
                        <a:pt x="59" y="168"/>
                      </a:cubicBezTo>
                      <a:cubicBezTo>
                        <a:pt x="39" y="73"/>
                        <a:pt x="16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53" name="Google Shape;5153;p41"/>
                <p:cNvSpPr/>
                <p:nvPr/>
              </p:nvSpPr>
              <p:spPr>
                <a:xfrm>
                  <a:off x="4510035" y="4260419"/>
                  <a:ext cx="9084" cy="37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38" extrusionOk="0">
                      <a:moveTo>
                        <a:pt x="9" y="1"/>
                      </a:moveTo>
                      <a:cubicBezTo>
                        <a:pt x="9" y="1"/>
                        <a:pt x="9" y="1"/>
                        <a:pt x="8" y="1"/>
                      </a:cubicBezTo>
                      <a:cubicBezTo>
                        <a:pt x="1" y="1"/>
                        <a:pt x="8" y="77"/>
                        <a:pt x="28" y="173"/>
                      </a:cubicBezTo>
                      <a:cubicBezTo>
                        <a:pt x="43" y="263"/>
                        <a:pt x="65" y="338"/>
                        <a:pt x="73" y="338"/>
                      </a:cubicBezTo>
                      <a:cubicBezTo>
                        <a:pt x="73" y="338"/>
                        <a:pt x="73" y="338"/>
                        <a:pt x="74" y="338"/>
                      </a:cubicBezTo>
                      <a:cubicBezTo>
                        <a:pt x="81" y="338"/>
                        <a:pt x="74" y="261"/>
                        <a:pt x="54" y="166"/>
                      </a:cubicBezTo>
                      <a:cubicBezTo>
                        <a:pt x="36" y="76"/>
                        <a:pt x="17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</p:grpSp>
        </p:grpSp>
        <p:grpSp>
          <p:nvGrpSpPr>
            <p:cNvPr id="5154" name="Google Shape;5154;p41"/>
            <p:cNvGrpSpPr/>
            <p:nvPr/>
          </p:nvGrpSpPr>
          <p:grpSpPr>
            <a:xfrm>
              <a:off x="4415050" y="3902974"/>
              <a:ext cx="914092" cy="469794"/>
              <a:chOff x="4415050" y="3065562"/>
              <a:chExt cx="914092" cy="469794"/>
            </a:xfrm>
          </p:grpSpPr>
          <p:sp>
            <p:nvSpPr>
              <p:cNvPr id="5155" name="Google Shape;5155;p41"/>
              <p:cNvSpPr/>
              <p:nvPr/>
            </p:nvSpPr>
            <p:spPr>
              <a:xfrm>
                <a:off x="4561285" y="3338873"/>
                <a:ext cx="53717" cy="65831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7" extrusionOk="0">
                    <a:moveTo>
                      <a:pt x="230" y="1"/>
                    </a:moveTo>
                    <a:lnTo>
                      <a:pt x="0" y="480"/>
                    </a:lnTo>
                    <a:lnTo>
                      <a:pt x="268" y="586"/>
                    </a:lnTo>
                    <a:lnTo>
                      <a:pt x="478" y="139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56" name="Google Shape;5156;p41"/>
              <p:cNvSpPr/>
              <p:nvPr/>
            </p:nvSpPr>
            <p:spPr>
              <a:xfrm>
                <a:off x="4415050" y="3355247"/>
                <a:ext cx="272624" cy="180109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1606" extrusionOk="0">
                    <a:moveTo>
                      <a:pt x="940" y="1"/>
                    </a:moveTo>
                    <a:cubicBezTo>
                      <a:pt x="367" y="1"/>
                      <a:pt x="1" y="514"/>
                      <a:pt x="1" y="514"/>
                    </a:cubicBezTo>
                    <a:lnTo>
                      <a:pt x="2193" y="1606"/>
                    </a:lnTo>
                    <a:cubicBezTo>
                      <a:pt x="2193" y="1606"/>
                      <a:pt x="2431" y="725"/>
                      <a:pt x="1529" y="180"/>
                    </a:cubicBezTo>
                    <a:cubicBezTo>
                      <a:pt x="1316" y="50"/>
                      <a:pt x="1118" y="1"/>
                      <a:pt x="9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57" name="Google Shape;5157;p41"/>
              <p:cNvSpPr/>
              <p:nvPr/>
            </p:nvSpPr>
            <p:spPr>
              <a:xfrm>
                <a:off x="4544463" y="3065562"/>
                <a:ext cx="784679" cy="441413"/>
              </a:xfrm>
              <a:custGeom>
                <a:avLst/>
                <a:gdLst/>
                <a:ahLst/>
                <a:cxnLst/>
                <a:rect l="l" t="t" r="r" b="b"/>
                <a:pathLst>
                  <a:path w="6997" h="3936" extrusionOk="0">
                    <a:moveTo>
                      <a:pt x="1116" y="1"/>
                    </a:moveTo>
                    <a:lnTo>
                      <a:pt x="215" y="2173"/>
                    </a:lnTo>
                    <a:cubicBezTo>
                      <a:pt x="135" y="2330"/>
                      <a:pt x="0" y="2484"/>
                      <a:pt x="283" y="2641"/>
                    </a:cubicBezTo>
                    <a:cubicBezTo>
                      <a:pt x="743" y="2901"/>
                      <a:pt x="1081" y="3288"/>
                      <a:pt x="1134" y="3936"/>
                    </a:cubicBezTo>
                    <a:lnTo>
                      <a:pt x="3729" y="3936"/>
                    </a:lnTo>
                    <a:cubicBezTo>
                      <a:pt x="3912" y="3936"/>
                      <a:pt x="4073" y="3813"/>
                      <a:pt x="4123" y="3637"/>
                    </a:cubicBezTo>
                    <a:lnTo>
                      <a:pt x="6997" y="3805"/>
                    </a:lnTo>
                    <a:cubicBezTo>
                      <a:pt x="6772" y="3081"/>
                      <a:pt x="6376" y="2449"/>
                      <a:pt x="5732" y="1947"/>
                    </a:cubicBezTo>
                    <a:lnTo>
                      <a:pt x="3081" y="2031"/>
                    </a:lnTo>
                    <a:cubicBezTo>
                      <a:pt x="3353" y="2280"/>
                      <a:pt x="3522" y="2579"/>
                      <a:pt x="3564" y="2931"/>
                    </a:cubicBezTo>
                    <a:cubicBezTo>
                      <a:pt x="3606" y="3262"/>
                      <a:pt x="3350" y="3552"/>
                      <a:pt x="3016" y="3552"/>
                    </a:cubicBezTo>
                    <a:lnTo>
                      <a:pt x="1679" y="3552"/>
                    </a:lnTo>
                    <a:cubicBezTo>
                      <a:pt x="1544" y="3552"/>
                      <a:pt x="1426" y="3476"/>
                      <a:pt x="1372" y="3354"/>
                    </a:cubicBezTo>
                    <a:lnTo>
                      <a:pt x="1065" y="2656"/>
                    </a:lnTo>
                    <a:cubicBezTo>
                      <a:pt x="955" y="2399"/>
                      <a:pt x="939" y="2112"/>
                      <a:pt x="1024" y="1847"/>
                    </a:cubicBezTo>
                    <a:lnTo>
                      <a:pt x="1387" y="154"/>
                    </a:lnTo>
                    <a:lnTo>
                      <a:pt x="111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58" name="Google Shape;5158;p41"/>
              <p:cNvSpPr/>
              <p:nvPr/>
            </p:nvSpPr>
            <p:spPr>
              <a:xfrm>
                <a:off x="5006829" y="3355920"/>
                <a:ext cx="300100" cy="134801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202" extrusionOk="0">
                    <a:moveTo>
                      <a:pt x="1059" y="1"/>
                    </a:moveTo>
                    <a:cubicBezTo>
                      <a:pt x="117" y="1"/>
                      <a:pt x="0" y="1048"/>
                      <a:pt x="0" y="1048"/>
                    </a:cubicBezTo>
                    <a:lnTo>
                      <a:pt x="2675" y="1201"/>
                    </a:lnTo>
                    <a:cubicBezTo>
                      <a:pt x="2675" y="1201"/>
                      <a:pt x="2227" y="94"/>
                      <a:pt x="1177" y="6"/>
                    </a:cubicBezTo>
                    <a:cubicBezTo>
                      <a:pt x="1136" y="2"/>
                      <a:pt x="1097" y="1"/>
                      <a:pt x="10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5159" name="Google Shape;5159;p41"/>
            <p:cNvSpPr/>
            <p:nvPr/>
          </p:nvSpPr>
          <p:spPr>
            <a:xfrm>
              <a:off x="4790169" y="4214886"/>
              <a:ext cx="40596" cy="50803"/>
            </a:xfrm>
            <a:custGeom>
              <a:avLst/>
              <a:gdLst/>
              <a:ahLst/>
              <a:cxnLst/>
              <a:rect l="l" t="t" r="r" b="b"/>
              <a:pathLst>
                <a:path w="362" h="453" extrusionOk="0">
                  <a:moveTo>
                    <a:pt x="1" y="1"/>
                  </a:moveTo>
                  <a:lnTo>
                    <a:pt x="59" y="453"/>
                  </a:lnTo>
                  <a:lnTo>
                    <a:pt x="323" y="453"/>
                  </a:lnTo>
                  <a:lnTo>
                    <a:pt x="361" y="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0" name="Google Shape;5160;p41"/>
            <p:cNvSpPr/>
            <p:nvPr/>
          </p:nvSpPr>
          <p:spPr>
            <a:xfrm>
              <a:off x="4822017" y="3962658"/>
              <a:ext cx="249859" cy="143549"/>
            </a:xfrm>
            <a:custGeom>
              <a:avLst/>
              <a:gdLst/>
              <a:ahLst/>
              <a:cxnLst/>
              <a:rect l="l" t="t" r="r" b="b"/>
              <a:pathLst>
                <a:path w="2228" h="1280" extrusionOk="0">
                  <a:moveTo>
                    <a:pt x="901" y="0"/>
                  </a:moveTo>
                  <a:cubicBezTo>
                    <a:pt x="901" y="0"/>
                    <a:pt x="921" y="361"/>
                    <a:pt x="951" y="521"/>
                  </a:cubicBezTo>
                  <a:cubicBezTo>
                    <a:pt x="807" y="508"/>
                    <a:pt x="666" y="500"/>
                    <a:pt x="527" y="500"/>
                  </a:cubicBezTo>
                  <a:cubicBezTo>
                    <a:pt x="345" y="500"/>
                    <a:pt x="169" y="514"/>
                    <a:pt x="1" y="544"/>
                  </a:cubicBezTo>
                  <a:lnTo>
                    <a:pt x="74" y="1107"/>
                  </a:lnTo>
                  <a:cubicBezTo>
                    <a:pt x="74" y="1107"/>
                    <a:pt x="718" y="1279"/>
                    <a:pt x="1270" y="1279"/>
                  </a:cubicBezTo>
                  <a:cubicBezTo>
                    <a:pt x="1574" y="1279"/>
                    <a:pt x="1850" y="1227"/>
                    <a:pt x="1975" y="1065"/>
                  </a:cubicBezTo>
                  <a:cubicBezTo>
                    <a:pt x="2227" y="732"/>
                    <a:pt x="1798" y="0"/>
                    <a:pt x="1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1" name="Google Shape;5161;p41"/>
            <p:cNvSpPr/>
            <p:nvPr/>
          </p:nvSpPr>
          <p:spPr>
            <a:xfrm>
              <a:off x="4772114" y="4021089"/>
              <a:ext cx="101267" cy="197828"/>
            </a:xfrm>
            <a:custGeom>
              <a:avLst/>
              <a:gdLst/>
              <a:ahLst/>
              <a:cxnLst/>
              <a:rect l="l" t="t" r="r" b="b"/>
              <a:pathLst>
                <a:path w="903" h="1764" extrusionOk="0">
                  <a:moveTo>
                    <a:pt x="708" y="0"/>
                  </a:moveTo>
                  <a:cubicBezTo>
                    <a:pt x="641" y="0"/>
                    <a:pt x="266" y="7"/>
                    <a:pt x="116" y="158"/>
                  </a:cubicBezTo>
                  <a:cubicBezTo>
                    <a:pt x="1" y="268"/>
                    <a:pt x="93" y="1177"/>
                    <a:pt x="162" y="1729"/>
                  </a:cubicBezTo>
                  <a:cubicBezTo>
                    <a:pt x="228" y="1754"/>
                    <a:pt x="301" y="1764"/>
                    <a:pt x="375" y="1764"/>
                  </a:cubicBezTo>
                  <a:cubicBezTo>
                    <a:pt x="425" y="1764"/>
                    <a:pt x="474" y="1759"/>
                    <a:pt x="522" y="1752"/>
                  </a:cubicBezTo>
                  <a:cubicBezTo>
                    <a:pt x="584" y="1257"/>
                    <a:pt x="680" y="793"/>
                    <a:pt x="519" y="586"/>
                  </a:cubicBezTo>
                  <a:lnTo>
                    <a:pt x="519" y="586"/>
                  </a:lnTo>
                  <a:lnTo>
                    <a:pt x="902" y="664"/>
                  </a:lnTo>
                  <a:lnTo>
                    <a:pt x="718" y="0"/>
                  </a:lnTo>
                  <a:cubicBezTo>
                    <a:pt x="718" y="0"/>
                    <a:pt x="715" y="0"/>
                    <a:pt x="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2" name="Google Shape;5162;p41"/>
            <p:cNvSpPr/>
            <p:nvPr/>
          </p:nvSpPr>
          <p:spPr>
            <a:xfrm>
              <a:off x="4726247" y="4256269"/>
              <a:ext cx="119547" cy="52934"/>
            </a:xfrm>
            <a:custGeom>
              <a:avLst/>
              <a:gdLst/>
              <a:ahLst/>
              <a:cxnLst/>
              <a:rect l="l" t="t" r="r" b="b"/>
              <a:pathLst>
                <a:path w="1066" h="472" extrusionOk="0">
                  <a:moveTo>
                    <a:pt x="902" y="0"/>
                  </a:moveTo>
                  <a:cubicBezTo>
                    <a:pt x="895" y="0"/>
                    <a:pt x="888" y="1"/>
                    <a:pt x="882" y="3"/>
                  </a:cubicBezTo>
                  <a:cubicBezTo>
                    <a:pt x="836" y="24"/>
                    <a:pt x="783" y="35"/>
                    <a:pt x="730" y="35"/>
                  </a:cubicBezTo>
                  <a:cubicBezTo>
                    <a:pt x="694" y="35"/>
                    <a:pt x="658" y="30"/>
                    <a:pt x="625" y="19"/>
                  </a:cubicBezTo>
                  <a:cubicBezTo>
                    <a:pt x="615" y="15"/>
                    <a:pt x="604" y="13"/>
                    <a:pt x="594" y="13"/>
                  </a:cubicBezTo>
                  <a:cubicBezTo>
                    <a:pt x="571" y="13"/>
                    <a:pt x="550" y="23"/>
                    <a:pt x="537" y="42"/>
                  </a:cubicBezTo>
                  <a:cubicBezTo>
                    <a:pt x="475" y="122"/>
                    <a:pt x="414" y="176"/>
                    <a:pt x="268" y="237"/>
                  </a:cubicBezTo>
                  <a:cubicBezTo>
                    <a:pt x="228" y="235"/>
                    <a:pt x="189" y="232"/>
                    <a:pt x="153" y="232"/>
                  </a:cubicBezTo>
                  <a:cubicBezTo>
                    <a:pt x="67" y="232"/>
                    <a:pt x="3" y="248"/>
                    <a:pt x="1" y="332"/>
                  </a:cubicBezTo>
                  <a:cubicBezTo>
                    <a:pt x="98" y="425"/>
                    <a:pt x="219" y="471"/>
                    <a:pt x="391" y="471"/>
                  </a:cubicBezTo>
                  <a:cubicBezTo>
                    <a:pt x="449" y="471"/>
                    <a:pt x="512" y="466"/>
                    <a:pt x="583" y="456"/>
                  </a:cubicBezTo>
                  <a:cubicBezTo>
                    <a:pt x="640" y="460"/>
                    <a:pt x="694" y="463"/>
                    <a:pt x="746" y="463"/>
                  </a:cubicBezTo>
                  <a:cubicBezTo>
                    <a:pt x="876" y="463"/>
                    <a:pt x="986" y="443"/>
                    <a:pt x="1066" y="375"/>
                  </a:cubicBezTo>
                  <a:cubicBezTo>
                    <a:pt x="1039" y="252"/>
                    <a:pt x="1016" y="125"/>
                    <a:pt x="958" y="30"/>
                  </a:cubicBezTo>
                  <a:cubicBezTo>
                    <a:pt x="947" y="9"/>
                    <a:pt x="924" y="0"/>
                    <a:pt x="9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3" name="Google Shape;5163;p41"/>
            <p:cNvSpPr/>
            <p:nvPr/>
          </p:nvSpPr>
          <p:spPr>
            <a:xfrm>
              <a:off x="4947057" y="3717609"/>
              <a:ext cx="67623" cy="62803"/>
            </a:xfrm>
            <a:custGeom>
              <a:avLst/>
              <a:gdLst/>
              <a:ahLst/>
              <a:cxnLst/>
              <a:rect l="l" t="t" r="r" b="b"/>
              <a:pathLst>
                <a:path w="603" h="560" extrusionOk="0">
                  <a:moveTo>
                    <a:pt x="469" y="1"/>
                  </a:moveTo>
                  <a:lnTo>
                    <a:pt x="1" y="142"/>
                  </a:lnTo>
                  <a:lnTo>
                    <a:pt x="219" y="560"/>
                  </a:lnTo>
                  <a:lnTo>
                    <a:pt x="602" y="365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4" name="Google Shape;5164;p41"/>
            <p:cNvSpPr/>
            <p:nvPr/>
          </p:nvSpPr>
          <p:spPr>
            <a:xfrm>
              <a:off x="4901308" y="3642703"/>
              <a:ext cx="91286" cy="115848"/>
            </a:xfrm>
            <a:custGeom>
              <a:avLst/>
              <a:gdLst/>
              <a:ahLst/>
              <a:cxnLst/>
              <a:rect l="l" t="t" r="r" b="b"/>
              <a:pathLst>
                <a:path w="814" h="1033" extrusionOk="0">
                  <a:moveTo>
                    <a:pt x="416" y="1"/>
                  </a:moveTo>
                  <a:cubicBezTo>
                    <a:pt x="414" y="1"/>
                    <a:pt x="412" y="1"/>
                    <a:pt x="411" y="1"/>
                  </a:cubicBezTo>
                  <a:cubicBezTo>
                    <a:pt x="204" y="9"/>
                    <a:pt x="0" y="246"/>
                    <a:pt x="46" y="522"/>
                  </a:cubicBezTo>
                  <a:cubicBezTo>
                    <a:pt x="101" y="852"/>
                    <a:pt x="188" y="1033"/>
                    <a:pt x="320" y="1033"/>
                  </a:cubicBezTo>
                  <a:cubicBezTo>
                    <a:pt x="384" y="1033"/>
                    <a:pt x="458" y="990"/>
                    <a:pt x="545" y="901"/>
                  </a:cubicBezTo>
                  <a:cubicBezTo>
                    <a:pt x="782" y="656"/>
                    <a:pt x="813" y="782"/>
                    <a:pt x="805" y="503"/>
                  </a:cubicBezTo>
                  <a:cubicBezTo>
                    <a:pt x="798" y="222"/>
                    <a:pt x="624" y="1"/>
                    <a:pt x="416" y="1"/>
                  </a:cubicBezTo>
                  <a:close/>
                </a:path>
              </a:pathLst>
            </a:custGeom>
            <a:solidFill>
              <a:srgbClr val="D39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5" name="Google Shape;5165;p41"/>
            <p:cNvSpPr/>
            <p:nvPr/>
          </p:nvSpPr>
          <p:spPr>
            <a:xfrm>
              <a:off x="4890761" y="3758544"/>
              <a:ext cx="169451" cy="294499"/>
            </a:xfrm>
            <a:custGeom>
              <a:avLst/>
              <a:gdLst/>
              <a:ahLst/>
              <a:cxnLst/>
              <a:rect l="l" t="t" r="r" b="b"/>
              <a:pathLst>
                <a:path w="1511" h="2626" extrusionOk="0">
                  <a:moveTo>
                    <a:pt x="1104" y="0"/>
                  </a:moveTo>
                  <a:lnTo>
                    <a:pt x="721" y="195"/>
                  </a:lnTo>
                  <a:cubicBezTo>
                    <a:pt x="288" y="770"/>
                    <a:pt x="0" y="1073"/>
                    <a:pt x="0" y="1073"/>
                  </a:cubicBezTo>
                  <a:cubicBezTo>
                    <a:pt x="15" y="1279"/>
                    <a:pt x="112" y="1338"/>
                    <a:pt x="235" y="1338"/>
                  </a:cubicBezTo>
                  <a:cubicBezTo>
                    <a:pt x="243" y="1338"/>
                    <a:pt x="250" y="1338"/>
                    <a:pt x="258" y="1337"/>
                  </a:cubicBezTo>
                  <a:cubicBezTo>
                    <a:pt x="269" y="1728"/>
                    <a:pt x="288" y="2103"/>
                    <a:pt x="338" y="2341"/>
                  </a:cubicBezTo>
                  <a:cubicBezTo>
                    <a:pt x="626" y="2562"/>
                    <a:pt x="896" y="2626"/>
                    <a:pt x="1187" y="2626"/>
                  </a:cubicBezTo>
                  <a:cubicBezTo>
                    <a:pt x="1292" y="2626"/>
                    <a:pt x="1399" y="2618"/>
                    <a:pt x="1511" y="2605"/>
                  </a:cubicBezTo>
                  <a:cubicBezTo>
                    <a:pt x="1511" y="2605"/>
                    <a:pt x="1346" y="517"/>
                    <a:pt x="11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6" name="Google Shape;5166;p41"/>
            <p:cNvSpPr/>
            <p:nvPr/>
          </p:nvSpPr>
          <p:spPr>
            <a:xfrm>
              <a:off x="4916778" y="3633832"/>
              <a:ext cx="210048" cy="191211"/>
            </a:xfrm>
            <a:custGeom>
              <a:avLst/>
              <a:gdLst/>
              <a:ahLst/>
              <a:cxnLst/>
              <a:rect l="l" t="t" r="r" b="b"/>
              <a:pathLst>
                <a:path w="1873" h="1705" extrusionOk="0">
                  <a:moveTo>
                    <a:pt x="453" y="0"/>
                  </a:moveTo>
                  <a:cubicBezTo>
                    <a:pt x="198" y="0"/>
                    <a:pt x="1" y="196"/>
                    <a:pt x="56" y="292"/>
                  </a:cubicBezTo>
                  <a:cubicBezTo>
                    <a:pt x="214" y="403"/>
                    <a:pt x="271" y="560"/>
                    <a:pt x="523" y="564"/>
                  </a:cubicBezTo>
                  <a:cubicBezTo>
                    <a:pt x="540" y="519"/>
                    <a:pt x="572" y="498"/>
                    <a:pt x="602" y="498"/>
                  </a:cubicBezTo>
                  <a:cubicBezTo>
                    <a:pt x="660" y="498"/>
                    <a:pt x="712" y="577"/>
                    <a:pt x="647" y="721"/>
                  </a:cubicBezTo>
                  <a:cubicBezTo>
                    <a:pt x="673" y="1123"/>
                    <a:pt x="834" y="1545"/>
                    <a:pt x="1164" y="1671"/>
                  </a:cubicBezTo>
                  <a:cubicBezTo>
                    <a:pt x="1225" y="1695"/>
                    <a:pt x="1287" y="1705"/>
                    <a:pt x="1348" y="1705"/>
                  </a:cubicBezTo>
                  <a:cubicBezTo>
                    <a:pt x="1582" y="1705"/>
                    <a:pt x="1792" y="1556"/>
                    <a:pt x="1850" y="1464"/>
                  </a:cubicBezTo>
                  <a:cubicBezTo>
                    <a:pt x="1873" y="1430"/>
                    <a:pt x="1646" y="1441"/>
                    <a:pt x="1455" y="1330"/>
                  </a:cubicBezTo>
                  <a:cubicBezTo>
                    <a:pt x="1359" y="1273"/>
                    <a:pt x="1130" y="1112"/>
                    <a:pt x="1018" y="691"/>
                  </a:cubicBezTo>
                  <a:cubicBezTo>
                    <a:pt x="980" y="553"/>
                    <a:pt x="1045" y="419"/>
                    <a:pt x="930" y="269"/>
                  </a:cubicBezTo>
                  <a:cubicBezTo>
                    <a:pt x="777" y="69"/>
                    <a:pt x="605" y="0"/>
                    <a:pt x="453" y="0"/>
                  </a:cubicBezTo>
                  <a:close/>
                </a:path>
              </a:pathLst>
            </a:custGeom>
            <a:solidFill>
              <a:srgbClr val="5B2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5167" name="Google Shape;5167;p41"/>
            <p:cNvGrpSpPr/>
            <p:nvPr/>
          </p:nvGrpSpPr>
          <p:grpSpPr>
            <a:xfrm>
              <a:off x="4890727" y="3666132"/>
              <a:ext cx="90388" cy="110466"/>
              <a:chOff x="4415052" y="3666132"/>
              <a:chExt cx="90388" cy="110466"/>
            </a:xfrm>
          </p:grpSpPr>
          <p:sp>
            <p:nvSpPr>
              <p:cNvPr id="5168" name="Google Shape;5168;p41"/>
              <p:cNvSpPr/>
              <p:nvPr/>
            </p:nvSpPr>
            <p:spPr>
              <a:xfrm>
                <a:off x="4439612" y="3696637"/>
                <a:ext cx="25457" cy="29495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63" extrusionOk="0">
                    <a:moveTo>
                      <a:pt x="77" y="0"/>
                    </a:moveTo>
                    <a:cubicBezTo>
                      <a:pt x="77" y="0"/>
                      <a:pt x="0" y="177"/>
                      <a:pt x="11" y="234"/>
                    </a:cubicBezTo>
                    <a:cubicBezTo>
                      <a:pt x="16" y="254"/>
                      <a:pt x="43" y="262"/>
                      <a:pt x="77" y="262"/>
                    </a:cubicBezTo>
                    <a:cubicBezTo>
                      <a:pt x="141" y="262"/>
                      <a:pt x="226" y="233"/>
                      <a:pt x="218" y="195"/>
                    </a:cubicBezTo>
                    <a:cubicBezTo>
                      <a:pt x="211" y="138"/>
                      <a:pt x="77" y="0"/>
                      <a:pt x="77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69" name="Google Shape;5169;p41"/>
              <p:cNvSpPr/>
              <p:nvPr/>
            </p:nvSpPr>
            <p:spPr>
              <a:xfrm>
                <a:off x="4415052" y="3681496"/>
                <a:ext cx="74913" cy="9510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848" extrusionOk="0">
                    <a:moveTo>
                      <a:pt x="281" y="1"/>
                    </a:moveTo>
                    <a:lnTo>
                      <a:pt x="0" y="128"/>
                    </a:lnTo>
                    <a:lnTo>
                      <a:pt x="273" y="848"/>
                    </a:lnTo>
                    <a:lnTo>
                      <a:pt x="299" y="848"/>
                    </a:lnTo>
                    <a:cubicBezTo>
                      <a:pt x="460" y="848"/>
                      <a:pt x="580" y="786"/>
                      <a:pt x="667" y="694"/>
                    </a:cubicBezTo>
                    <a:lnTo>
                      <a:pt x="652" y="660"/>
                    </a:lnTo>
                    <a:cubicBezTo>
                      <a:pt x="614" y="683"/>
                      <a:pt x="584" y="691"/>
                      <a:pt x="549" y="691"/>
                    </a:cubicBezTo>
                    <a:cubicBezTo>
                      <a:pt x="449" y="691"/>
                      <a:pt x="377" y="588"/>
                      <a:pt x="322" y="395"/>
                    </a:cubicBezTo>
                    <a:lnTo>
                      <a:pt x="296" y="395"/>
                    </a:lnTo>
                    <a:cubicBezTo>
                      <a:pt x="262" y="395"/>
                      <a:pt x="235" y="388"/>
                      <a:pt x="230" y="369"/>
                    </a:cubicBezTo>
                    <a:cubicBezTo>
                      <a:pt x="223" y="330"/>
                      <a:pt x="253" y="238"/>
                      <a:pt x="276" y="181"/>
                    </a:cubicBezTo>
                    <a:cubicBezTo>
                      <a:pt x="265" y="120"/>
                      <a:pt x="269" y="59"/>
                      <a:pt x="281" y="1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70" name="Google Shape;5170;p41"/>
              <p:cNvSpPr/>
              <p:nvPr/>
            </p:nvSpPr>
            <p:spPr>
              <a:xfrm>
                <a:off x="4488169" y="3744301"/>
                <a:ext cx="14242" cy="1514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35" extrusionOk="0">
                    <a:moveTo>
                      <a:pt x="123" y="0"/>
                    </a:moveTo>
                    <a:cubicBezTo>
                      <a:pt x="81" y="46"/>
                      <a:pt x="38" y="81"/>
                      <a:pt x="0" y="100"/>
                    </a:cubicBezTo>
                    <a:lnTo>
                      <a:pt x="15" y="134"/>
                    </a:lnTo>
                    <a:cubicBezTo>
                      <a:pt x="58" y="97"/>
                      <a:pt x="92" y="51"/>
                      <a:pt x="126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71" name="Google Shape;5171;p41"/>
              <p:cNvSpPr/>
              <p:nvPr/>
            </p:nvSpPr>
            <p:spPr>
              <a:xfrm>
                <a:off x="4444770" y="3674655"/>
                <a:ext cx="60670" cy="8433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752" extrusionOk="0">
                    <a:moveTo>
                      <a:pt x="158" y="0"/>
                    </a:moveTo>
                    <a:lnTo>
                      <a:pt x="16" y="62"/>
                    </a:lnTo>
                    <a:cubicBezTo>
                      <a:pt x="4" y="120"/>
                      <a:pt x="0" y="181"/>
                      <a:pt x="11" y="242"/>
                    </a:cubicBezTo>
                    <a:cubicBezTo>
                      <a:pt x="23" y="216"/>
                      <a:pt x="31" y="196"/>
                      <a:pt x="31" y="196"/>
                    </a:cubicBezTo>
                    <a:cubicBezTo>
                      <a:pt x="31" y="196"/>
                      <a:pt x="165" y="334"/>
                      <a:pt x="172" y="391"/>
                    </a:cubicBezTo>
                    <a:cubicBezTo>
                      <a:pt x="181" y="422"/>
                      <a:pt x="115" y="449"/>
                      <a:pt x="57" y="456"/>
                    </a:cubicBezTo>
                    <a:cubicBezTo>
                      <a:pt x="112" y="649"/>
                      <a:pt x="184" y="752"/>
                      <a:pt x="284" y="752"/>
                    </a:cubicBezTo>
                    <a:cubicBezTo>
                      <a:pt x="319" y="752"/>
                      <a:pt x="349" y="744"/>
                      <a:pt x="387" y="721"/>
                    </a:cubicBezTo>
                    <a:cubicBezTo>
                      <a:pt x="425" y="702"/>
                      <a:pt x="468" y="667"/>
                      <a:pt x="510" y="621"/>
                    </a:cubicBezTo>
                    <a:lnTo>
                      <a:pt x="513" y="621"/>
                    </a:lnTo>
                    <a:cubicBezTo>
                      <a:pt x="522" y="606"/>
                      <a:pt x="529" y="591"/>
                      <a:pt x="540" y="575"/>
                    </a:cubicBezTo>
                    <a:lnTo>
                      <a:pt x="513" y="200"/>
                    </a:lnTo>
                    <a:cubicBezTo>
                      <a:pt x="330" y="189"/>
                      <a:pt x="257" y="92"/>
                      <a:pt x="158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72" name="Google Shape;5172;p41"/>
              <p:cNvSpPr/>
              <p:nvPr/>
            </p:nvSpPr>
            <p:spPr>
              <a:xfrm>
                <a:off x="4462377" y="3666132"/>
                <a:ext cx="40036" cy="3095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76" extrusionOk="0">
                    <a:moveTo>
                      <a:pt x="169" y="0"/>
                    </a:moveTo>
                    <a:lnTo>
                      <a:pt x="1" y="76"/>
                    </a:lnTo>
                    <a:cubicBezTo>
                      <a:pt x="100" y="168"/>
                      <a:pt x="173" y="265"/>
                      <a:pt x="356" y="276"/>
                    </a:cubicBezTo>
                    <a:lnTo>
                      <a:pt x="342" y="69"/>
                    </a:lnTo>
                    <a:lnTo>
                      <a:pt x="169" y="0"/>
                    </a:ln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5173" name="Google Shape;5173;p41"/>
            <p:cNvSpPr/>
            <p:nvPr/>
          </p:nvSpPr>
          <p:spPr>
            <a:xfrm>
              <a:off x="4861940" y="3619365"/>
              <a:ext cx="193899" cy="127960"/>
            </a:xfrm>
            <a:custGeom>
              <a:avLst/>
              <a:gdLst/>
              <a:ahLst/>
              <a:cxnLst/>
              <a:rect l="l" t="t" r="r" b="b"/>
              <a:pathLst>
                <a:path w="1729" h="1141" extrusionOk="0">
                  <a:moveTo>
                    <a:pt x="989" y="1"/>
                  </a:moveTo>
                  <a:cubicBezTo>
                    <a:pt x="457" y="1"/>
                    <a:pt x="0" y="656"/>
                    <a:pt x="97" y="743"/>
                  </a:cubicBezTo>
                  <a:lnTo>
                    <a:pt x="714" y="578"/>
                  </a:lnTo>
                  <a:cubicBezTo>
                    <a:pt x="724" y="575"/>
                    <a:pt x="734" y="574"/>
                    <a:pt x="745" y="574"/>
                  </a:cubicBezTo>
                  <a:cubicBezTo>
                    <a:pt x="774" y="574"/>
                    <a:pt x="803" y="584"/>
                    <a:pt x="825" y="601"/>
                  </a:cubicBezTo>
                  <a:lnTo>
                    <a:pt x="898" y="666"/>
                  </a:lnTo>
                  <a:cubicBezTo>
                    <a:pt x="932" y="697"/>
                    <a:pt x="947" y="739"/>
                    <a:pt x="936" y="785"/>
                  </a:cubicBezTo>
                  <a:lnTo>
                    <a:pt x="894" y="1004"/>
                  </a:lnTo>
                  <a:cubicBezTo>
                    <a:pt x="883" y="1053"/>
                    <a:pt x="913" y="1099"/>
                    <a:pt x="963" y="1110"/>
                  </a:cubicBezTo>
                  <a:lnTo>
                    <a:pt x="1120" y="1137"/>
                  </a:lnTo>
                  <a:cubicBezTo>
                    <a:pt x="1127" y="1139"/>
                    <a:pt x="1134" y="1140"/>
                    <a:pt x="1141" y="1140"/>
                  </a:cubicBezTo>
                  <a:cubicBezTo>
                    <a:pt x="1161" y="1140"/>
                    <a:pt x="1179" y="1132"/>
                    <a:pt x="1196" y="1119"/>
                  </a:cubicBezTo>
                  <a:lnTo>
                    <a:pt x="1561" y="808"/>
                  </a:lnTo>
                  <a:cubicBezTo>
                    <a:pt x="1561" y="808"/>
                    <a:pt x="1729" y="187"/>
                    <a:pt x="1166" y="26"/>
                  </a:cubicBezTo>
                  <a:cubicBezTo>
                    <a:pt x="1106" y="9"/>
                    <a:pt x="1047" y="1"/>
                    <a:pt x="9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74" name="Google Shape;5174;p41"/>
            <p:cNvSpPr/>
            <p:nvPr/>
          </p:nvSpPr>
          <p:spPr>
            <a:xfrm>
              <a:off x="5265767" y="4195100"/>
              <a:ext cx="50129" cy="58429"/>
            </a:xfrm>
            <a:custGeom>
              <a:avLst/>
              <a:gdLst/>
              <a:ahLst/>
              <a:cxnLst/>
              <a:rect l="l" t="t" r="r" b="b"/>
              <a:pathLst>
                <a:path w="447" h="521" extrusionOk="0">
                  <a:moveTo>
                    <a:pt x="340" y="1"/>
                  </a:moveTo>
                  <a:lnTo>
                    <a:pt x="156" y="39"/>
                  </a:lnTo>
                  <a:cubicBezTo>
                    <a:pt x="0" y="73"/>
                    <a:pt x="94" y="520"/>
                    <a:pt x="243" y="520"/>
                  </a:cubicBezTo>
                  <a:cubicBezTo>
                    <a:pt x="248" y="520"/>
                    <a:pt x="253" y="519"/>
                    <a:pt x="259" y="518"/>
                  </a:cubicBezTo>
                  <a:lnTo>
                    <a:pt x="446" y="476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75" name="Google Shape;5175;p41"/>
            <p:cNvSpPr/>
            <p:nvPr/>
          </p:nvSpPr>
          <p:spPr>
            <a:xfrm>
              <a:off x="5303783" y="4193642"/>
              <a:ext cx="21980" cy="54840"/>
            </a:xfrm>
            <a:custGeom>
              <a:avLst/>
              <a:gdLst/>
              <a:ahLst/>
              <a:cxnLst/>
              <a:rect l="l" t="t" r="r" b="b"/>
              <a:pathLst>
                <a:path w="196" h="489" extrusionOk="0">
                  <a:moveTo>
                    <a:pt x="68" y="1"/>
                  </a:moveTo>
                  <a:cubicBezTo>
                    <a:pt x="65" y="1"/>
                    <a:pt x="61" y="1"/>
                    <a:pt x="58" y="2"/>
                  </a:cubicBezTo>
                  <a:lnTo>
                    <a:pt x="1" y="14"/>
                  </a:lnTo>
                  <a:lnTo>
                    <a:pt x="107" y="489"/>
                  </a:lnTo>
                  <a:lnTo>
                    <a:pt x="162" y="478"/>
                  </a:lnTo>
                  <a:cubicBezTo>
                    <a:pt x="180" y="473"/>
                    <a:pt x="196" y="450"/>
                    <a:pt x="188" y="432"/>
                  </a:cubicBezTo>
                  <a:lnTo>
                    <a:pt x="104" y="29"/>
                  </a:lnTo>
                  <a:cubicBezTo>
                    <a:pt x="101" y="13"/>
                    <a:pt x="85" y="1"/>
                    <a:pt x="68" y="1"/>
                  </a:cubicBezTo>
                  <a:close/>
                </a:path>
              </a:pathLst>
            </a:custGeom>
            <a:solidFill>
              <a:srgbClr val="FEB5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76" name="Google Shape;5176;p41"/>
            <p:cNvSpPr/>
            <p:nvPr/>
          </p:nvSpPr>
          <p:spPr>
            <a:xfrm>
              <a:off x="4717164" y="3840975"/>
              <a:ext cx="24672" cy="46653"/>
            </a:xfrm>
            <a:custGeom>
              <a:avLst/>
              <a:gdLst/>
              <a:ahLst/>
              <a:cxnLst/>
              <a:rect l="l" t="t" r="r" b="b"/>
              <a:pathLst>
                <a:path w="220" h="416" extrusionOk="0">
                  <a:moveTo>
                    <a:pt x="108" y="0"/>
                  </a:moveTo>
                  <a:cubicBezTo>
                    <a:pt x="107" y="0"/>
                    <a:pt x="106" y="0"/>
                    <a:pt x="105" y="1"/>
                  </a:cubicBezTo>
                  <a:cubicBezTo>
                    <a:pt x="70" y="4"/>
                    <a:pt x="1" y="112"/>
                    <a:pt x="20" y="227"/>
                  </a:cubicBezTo>
                  <a:cubicBezTo>
                    <a:pt x="38" y="337"/>
                    <a:pt x="134" y="415"/>
                    <a:pt x="169" y="415"/>
                  </a:cubicBezTo>
                  <a:cubicBezTo>
                    <a:pt x="171" y="415"/>
                    <a:pt x="172" y="415"/>
                    <a:pt x="174" y="415"/>
                  </a:cubicBezTo>
                  <a:cubicBezTo>
                    <a:pt x="208" y="411"/>
                    <a:pt x="220" y="311"/>
                    <a:pt x="200" y="196"/>
                  </a:cubicBezTo>
                  <a:cubicBezTo>
                    <a:pt x="182" y="90"/>
                    <a:pt x="13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77" name="Google Shape;5177;p41"/>
            <p:cNvSpPr/>
            <p:nvPr/>
          </p:nvSpPr>
          <p:spPr>
            <a:xfrm>
              <a:off x="4651896" y="3825498"/>
              <a:ext cx="21195" cy="43513"/>
            </a:xfrm>
            <a:custGeom>
              <a:avLst/>
              <a:gdLst/>
              <a:ahLst/>
              <a:cxnLst/>
              <a:rect l="l" t="t" r="r" b="b"/>
              <a:pathLst>
                <a:path w="189" h="388" extrusionOk="0">
                  <a:moveTo>
                    <a:pt x="136" y="1"/>
                  </a:moveTo>
                  <a:cubicBezTo>
                    <a:pt x="100" y="1"/>
                    <a:pt x="20" y="80"/>
                    <a:pt x="12" y="185"/>
                  </a:cubicBezTo>
                  <a:cubicBezTo>
                    <a:pt x="1" y="292"/>
                    <a:pt x="73" y="384"/>
                    <a:pt x="107" y="388"/>
                  </a:cubicBezTo>
                  <a:cubicBezTo>
                    <a:pt x="138" y="388"/>
                    <a:pt x="169" y="303"/>
                    <a:pt x="176" y="196"/>
                  </a:cubicBezTo>
                  <a:cubicBezTo>
                    <a:pt x="188" y="93"/>
                    <a:pt x="169" y="1"/>
                    <a:pt x="138" y="1"/>
                  </a:cubicBezTo>
                  <a:cubicBezTo>
                    <a:pt x="138" y="1"/>
                    <a:pt x="13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78" name="Google Shape;5178;p41"/>
            <p:cNvSpPr/>
            <p:nvPr/>
          </p:nvSpPr>
          <p:spPr>
            <a:xfrm>
              <a:off x="4682848" y="3860265"/>
              <a:ext cx="45531" cy="64148"/>
            </a:xfrm>
            <a:custGeom>
              <a:avLst/>
              <a:gdLst/>
              <a:ahLst/>
              <a:cxnLst/>
              <a:rect l="l" t="t" r="r" b="b"/>
              <a:pathLst>
                <a:path w="406" h="572" extrusionOk="0">
                  <a:moveTo>
                    <a:pt x="391" y="1"/>
                  </a:moveTo>
                  <a:cubicBezTo>
                    <a:pt x="123" y="85"/>
                    <a:pt x="0" y="277"/>
                    <a:pt x="31" y="572"/>
                  </a:cubicBezTo>
                  <a:lnTo>
                    <a:pt x="89" y="568"/>
                  </a:lnTo>
                  <a:cubicBezTo>
                    <a:pt x="61" y="300"/>
                    <a:pt x="165" y="135"/>
                    <a:pt x="406" y="59"/>
                  </a:cubicBezTo>
                  <a:lnTo>
                    <a:pt x="3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79" name="Google Shape;5179;p41"/>
            <p:cNvSpPr/>
            <p:nvPr/>
          </p:nvSpPr>
          <p:spPr>
            <a:xfrm>
              <a:off x="4650551" y="3844788"/>
              <a:ext cx="28036" cy="65494"/>
            </a:xfrm>
            <a:custGeom>
              <a:avLst/>
              <a:gdLst/>
              <a:ahLst/>
              <a:cxnLst/>
              <a:rect l="l" t="t" r="r" b="b"/>
              <a:pathLst>
                <a:path w="250" h="584" extrusionOk="0">
                  <a:moveTo>
                    <a:pt x="27" y="1"/>
                  </a:moveTo>
                  <a:lnTo>
                    <a:pt x="27" y="1"/>
                  </a:lnTo>
                  <a:cubicBezTo>
                    <a:pt x="1" y="208"/>
                    <a:pt x="70" y="427"/>
                    <a:pt x="204" y="584"/>
                  </a:cubicBezTo>
                  <a:lnTo>
                    <a:pt x="250" y="545"/>
                  </a:lnTo>
                  <a:cubicBezTo>
                    <a:pt x="124" y="400"/>
                    <a:pt x="62" y="197"/>
                    <a:pt x="85" y="5"/>
                  </a:cubicBezTo>
                  <a:lnTo>
                    <a:pt x="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80" name="Google Shape;5180;p41"/>
            <p:cNvSpPr/>
            <p:nvPr/>
          </p:nvSpPr>
          <p:spPr>
            <a:xfrm>
              <a:off x="4717612" y="3919593"/>
              <a:ext cx="43064" cy="26467"/>
            </a:xfrm>
            <a:custGeom>
              <a:avLst/>
              <a:gdLst/>
              <a:ahLst/>
              <a:cxnLst/>
              <a:rect l="l" t="t" r="r" b="b"/>
              <a:pathLst>
                <a:path w="384" h="236" extrusionOk="0">
                  <a:moveTo>
                    <a:pt x="0" y="1"/>
                  </a:moveTo>
                  <a:lnTo>
                    <a:pt x="0" y="235"/>
                  </a:lnTo>
                  <a:lnTo>
                    <a:pt x="315" y="189"/>
                  </a:lnTo>
                  <a:cubicBezTo>
                    <a:pt x="353" y="189"/>
                    <a:pt x="384" y="154"/>
                    <a:pt x="384" y="120"/>
                  </a:cubicBezTo>
                  <a:cubicBezTo>
                    <a:pt x="384" y="81"/>
                    <a:pt x="357" y="51"/>
                    <a:pt x="322" y="4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81" name="Google Shape;5181;p41"/>
            <p:cNvSpPr/>
            <p:nvPr/>
          </p:nvSpPr>
          <p:spPr>
            <a:xfrm>
              <a:off x="4643261" y="3895929"/>
              <a:ext cx="74464" cy="70204"/>
            </a:xfrm>
            <a:custGeom>
              <a:avLst/>
              <a:gdLst/>
              <a:ahLst/>
              <a:cxnLst/>
              <a:rect l="l" t="t" r="r" b="b"/>
              <a:pathLst>
                <a:path w="664" h="626" extrusionOk="0">
                  <a:moveTo>
                    <a:pt x="0" y="1"/>
                  </a:moveTo>
                  <a:lnTo>
                    <a:pt x="32" y="469"/>
                  </a:lnTo>
                  <a:lnTo>
                    <a:pt x="380" y="625"/>
                  </a:lnTo>
                  <a:lnTo>
                    <a:pt x="663" y="446"/>
                  </a:lnTo>
                  <a:lnTo>
                    <a:pt x="663" y="212"/>
                  </a:lnTo>
                  <a:cubicBezTo>
                    <a:pt x="525" y="116"/>
                    <a:pt x="345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5182" name="Google Shape;5182;p41"/>
            <p:cNvGrpSpPr/>
            <p:nvPr/>
          </p:nvGrpSpPr>
          <p:grpSpPr>
            <a:xfrm>
              <a:off x="5005739" y="4223137"/>
              <a:ext cx="276213" cy="203099"/>
              <a:chOff x="5408064" y="4254475"/>
              <a:chExt cx="276213" cy="203099"/>
            </a:xfrm>
          </p:grpSpPr>
          <p:sp>
            <p:nvSpPr>
              <p:cNvPr id="5183" name="Google Shape;5183;p41"/>
              <p:cNvSpPr/>
              <p:nvPr/>
            </p:nvSpPr>
            <p:spPr>
              <a:xfrm>
                <a:off x="5408064" y="4254475"/>
                <a:ext cx="276213" cy="203099"/>
              </a:xfrm>
              <a:custGeom>
                <a:avLst/>
                <a:gdLst/>
                <a:ahLst/>
                <a:cxnLst/>
                <a:rect l="l" t="t" r="r" b="b"/>
                <a:pathLst>
                  <a:path w="2463" h="1811" extrusionOk="0">
                    <a:moveTo>
                      <a:pt x="1230" y="0"/>
                    </a:moveTo>
                    <a:cubicBezTo>
                      <a:pt x="522" y="0"/>
                      <a:pt x="1" y="819"/>
                      <a:pt x="568" y="1563"/>
                    </a:cubicBezTo>
                    <a:cubicBezTo>
                      <a:pt x="568" y="1567"/>
                      <a:pt x="571" y="1567"/>
                      <a:pt x="571" y="1571"/>
                    </a:cubicBezTo>
                    <a:cubicBezTo>
                      <a:pt x="792" y="1738"/>
                      <a:pt x="1019" y="1810"/>
                      <a:pt x="1230" y="1810"/>
                    </a:cubicBezTo>
                    <a:cubicBezTo>
                      <a:pt x="1941" y="1810"/>
                      <a:pt x="2462" y="990"/>
                      <a:pt x="1898" y="245"/>
                    </a:cubicBezTo>
                    <a:cubicBezTo>
                      <a:pt x="1894" y="245"/>
                      <a:pt x="1894" y="242"/>
                      <a:pt x="1889" y="242"/>
                    </a:cubicBezTo>
                    <a:cubicBezTo>
                      <a:pt x="1669" y="73"/>
                      <a:pt x="1441" y="0"/>
                      <a:pt x="12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84" name="Google Shape;5184;p41"/>
              <p:cNvSpPr/>
              <p:nvPr/>
            </p:nvSpPr>
            <p:spPr>
              <a:xfrm>
                <a:off x="5473331" y="4302027"/>
                <a:ext cx="145789" cy="10766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960" extrusionOk="0">
                    <a:moveTo>
                      <a:pt x="649" y="1"/>
                    </a:moveTo>
                    <a:cubicBezTo>
                      <a:pt x="275" y="1"/>
                      <a:pt x="1" y="433"/>
                      <a:pt x="296" y="829"/>
                    </a:cubicBezTo>
                    <a:lnTo>
                      <a:pt x="300" y="833"/>
                    </a:lnTo>
                    <a:cubicBezTo>
                      <a:pt x="417" y="921"/>
                      <a:pt x="538" y="959"/>
                      <a:pt x="649" y="959"/>
                    </a:cubicBezTo>
                    <a:cubicBezTo>
                      <a:pt x="1026" y="959"/>
                      <a:pt x="1300" y="525"/>
                      <a:pt x="1001" y="131"/>
                    </a:cubicBezTo>
                    <a:lnTo>
                      <a:pt x="997" y="128"/>
                    </a:lnTo>
                    <a:cubicBezTo>
                      <a:pt x="881" y="39"/>
                      <a:pt x="760" y="1"/>
                      <a:pt x="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85" name="Google Shape;5185;p41"/>
              <p:cNvSpPr/>
              <p:nvPr/>
            </p:nvSpPr>
            <p:spPr>
              <a:xfrm>
                <a:off x="5497106" y="4319747"/>
                <a:ext cx="98015" cy="72223"/>
              </a:xfrm>
              <a:custGeom>
                <a:avLst/>
                <a:gdLst/>
                <a:ahLst/>
                <a:cxnLst/>
                <a:rect l="l" t="t" r="r" b="b"/>
                <a:pathLst>
                  <a:path w="874" h="644" extrusionOk="0">
                    <a:moveTo>
                      <a:pt x="438" y="1"/>
                    </a:moveTo>
                    <a:cubicBezTo>
                      <a:pt x="186" y="1"/>
                      <a:pt x="1" y="290"/>
                      <a:pt x="199" y="556"/>
                    </a:cubicBezTo>
                    <a:lnTo>
                      <a:pt x="203" y="556"/>
                    </a:lnTo>
                    <a:cubicBezTo>
                      <a:pt x="282" y="617"/>
                      <a:pt x="364" y="643"/>
                      <a:pt x="439" y="643"/>
                    </a:cubicBezTo>
                    <a:cubicBezTo>
                      <a:pt x="691" y="643"/>
                      <a:pt x="874" y="350"/>
                      <a:pt x="670" y="85"/>
                    </a:cubicBezTo>
                    <a:cubicBezTo>
                      <a:pt x="593" y="26"/>
                      <a:pt x="512" y="1"/>
                      <a:pt x="4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grpSp>
            <p:nvGrpSpPr>
              <p:cNvPr id="5186" name="Google Shape;5186;p41"/>
              <p:cNvGrpSpPr/>
              <p:nvPr/>
            </p:nvGrpSpPr>
            <p:grpSpPr>
              <a:xfrm>
                <a:off x="5449420" y="4258288"/>
                <a:ext cx="194793" cy="194805"/>
                <a:chOff x="5060097" y="4258288"/>
                <a:chExt cx="194793" cy="194805"/>
              </a:xfrm>
            </p:grpSpPr>
            <p:sp>
              <p:nvSpPr>
                <p:cNvPr id="5187" name="Google Shape;5187;p41"/>
                <p:cNvSpPr/>
                <p:nvPr/>
              </p:nvSpPr>
              <p:spPr>
                <a:xfrm>
                  <a:off x="5155530" y="4258288"/>
                  <a:ext cx="3476" cy="3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50" extrusionOk="0">
                      <a:moveTo>
                        <a:pt x="16" y="1"/>
                      </a:moveTo>
                      <a:cubicBezTo>
                        <a:pt x="8" y="1"/>
                        <a:pt x="0" y="77"/>
                        <a:pt x="0" y="173"/>
                      </a:cubicBezTo>
                      <a:cubicBezTo>
                        <a:pt x="0" y="268"/>
                        <a:pt x="8" y="349"/>
                        <a:pt x="16" y="349"/>
                      </a:cubicBezTo>
                      <a:cubicBezTo>
                        <a:pt x="23" y="349"/>
                        <a:pt x="31" y="268"/>
                        <a:pt x="31" y="173"/>
                      </a:cubicBezTo>
                      <a:cubicBezTo>
                        <a:pt x="31" y="77"/>
                        <a:pt x="23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88" name="Google Shape;5188;p41"/>
                <p:cNvSpPr/>
                <p:nvPr/>
              </p:nvSpPr>
              <p:spPr>
                <a:xfrm>
                  <a:off x="5155530" y="4414290"/>
                  <a:ext cx="3476" cy="38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46" extrusionOk="0">
                      <a:moveTo>
                        <a:pt x="16" y="0"/>
                      </a:moveTo>
                      <a:cubicBezTo>
                        <a:pt x="8" y="0"/>
                        <a:pt x="0" y="77"/>
                        <a:pt x="0" y="173"/>
                      </a:cubicBezTo>
                      <a:cubicBezTo>
                        <a:pt x="0" y="269"/>
                        <a:pt x="8" y="345"/>
                        <a:pt x="16" y="345"/>
                      </a:cubicBezTo>
                      <a:cubicBezTo>
                        <a:pt x="23" y="345"/>
                        <a:pt x="31" y="269"/>
                        <a:pt x="31" y="173"/>
                      </a:cubicBezTo>
                      <a:cubicBezTo>
                        <a:pt x="31" y="77"/>
                        <a:pt x="23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89" name="Google Shape;5189;p41"/>
                <p:cNvSpPr/>
                <p:nvPr/>
              </p:nvSpPr>
              <p:spPr>
                <a:xfrm>
                  <a:off x="5216088" y="4354177"/>
                  <a:ext cx="38802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9" y="30"/>
                        <a:pt x="346" y="23"/>
                        <a:pt x="346" y="16"/>
                      </a:cubicBezTo>
                      <a:cubicBezTo>
                        <a:pt x="346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0" name="Google Shape;5190;p41"/>
                <p:cNvSpPr/>
                <p:nvPr/>
              </p:nvSpPr>
              <p:spPr>
                <a:xfrm>
                  <a:off x="5060097" y="4354177"/>
                  <a:ext cx="38802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9" y="30"/>
                        <a:pt x="345" y="23"/>
                        <a:pt x="345" y="16"/>
                      </a:cubicBezTo>
                      <a:cubicBezTo>
                        <a:pt x="345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1" name="Google Shape;5191;p41"/>
                <p:cNvSpPr/>
                <p:nvPr/>
              </p:nvSpPr>
              <p:spPr>
                <a:xfrm>
                  <a:off x="5198145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247" y="1"/>
                      </a:moveTo>
                      <a:cubicBezTo>
                        <a:pt x="237" y="1"/>
                        <a:pt x="180" y="48"/>
                        <a:pt x="119" y="113"/>
                      </a:cubicBezTo>
                      <a:cubicBezTo>
                        <a:pt x="50" y="178"/>
                        <a:pt x="0" y="239"/>
                        <a:pt x="4" y="247"/>
                      </a:cubicBezTo>
                      <a:cubicBezTo>
                        <a:pt x="4" y="247"/>
                        <a:pt x="4" y="247"/>
                        <a:pt x="5" y="247"/>
                      </a:cubicBezTo>
                      <a:cubicBezTo>
                        <a:pt x="15" y="247"/>
                        <a:pt x="75" y="198"/>
                        <a:pt x="138" y="132"/>
                      </a:cubicBezTo>
                      <a:cubicBezTo>
                        <a:pt x="207" y="67"/>
                        <a:pt x="257" y="5"/>
                        <a:pt x="248" y="1"/>
                      </a:cubicBezTo>
                      <a:cubicBezTo>
                        <a:pt x="248" y="1"/>
                        <a:pt x="248" y="1"/>
                        <a:pt x="24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2" name="Google Shape;5192;p41"/>
                <p:cNvSpPr/>
                <p:nvPr/>
              </p:nvSpPr>
              <p:spPr>
                <a:xfrm>
                  <a:off x="5087684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252" y="0"/>
                      </a:moveTo>
                      <a:cubicBezTo>
                        <a:pt x="240" y="0"/>
                        <a:pt x="185" y="49"/>
                        <a:pt x="119" y="111"/>
                      </a:cubicBezTo>
                      <a:cubicBezTo>
                        <a:pt x="50" y="180"/>
                        <a:pt x="0" y="238"/>
                        <a:pt x="7" y="245"/>
                      </a:cubicBezTo>
                      <a:cubicBezTo>
                        <a:pt x="8" y="246"/>
                        <a:pt x="8" y="246"/>
                        <a:pt x="9" y="246"/>
                      </a:cubicBezTo>
                      <a:cubicBezTo>
                        <a:pt x="20" y="246"/>
                        <a:pt x="78" y="198"/>
                        <a:pt x="142" y="134"/>
                      </a:cubicBezTo>
                      <a:cubicBezTo>
                        <a:pt x="207" y="65"/>
                        <a:pt x="257" y="8"/>
                        <a:pt x="253" y="1"/>
                      </a:cubicBezTo>
                      <a:cubicBezTo>
                        <a:pt x="253" y="0"/>
                        <a:pt x="252" y="0"/>
                        <a:pt x="25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3" name="Google Shape;5193;p41"/>
                <p:cNvSpPr/>
                <p:nvPr/>
              </p:nvSpPr>
              <p:spPr>
                <a:xfrm>
                  <a:off x="5198145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5" y="0"/>
                      </a:moveTo>
                      <a:cubicBezTo>
                        <a:pt x="4" y="0"/>
                        <a:pt x="4" y="0"/>
                        <a:pt x="4" y="1"/>
                      </a:cubicBezTo>
                      <a:cubicBezTo>
                        <a:pt x="0" y="8"/>
                        <a:pt x="50" y="65"/>
                        <a:pt x="119" y="134"/>
                      </a:cubicBezTo>
                      <a:cubicBezTo>
                        <a:pt x="179" y="198"/>
                        <a:pt x="236" y="246"/>
                        <a:pt x="247" y="246"/>
                      </a:cubicBezTo>
                      <a:cubicBezTo>
                        <a:pt x="247" y="246"/>
                        <a:pt x="248" y="246"/>
                        <a:pt x="248" y="245"/>
                      </a:cubicBezTo>
                      <a:cubicBezTo>
                        <a:pt x="257" y="238"/>
                        <a:pt x="207" y="180"/>
                        <a:pt x="138" y="111"/>
                      </a:cubicBezTo>
                      <a:cubicBezTo>
                        <a:pt x="75" y="49"/>
                        <a:pt x="16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4" name="Google Shape;5194;p41"/>
                <p:cNvSpPr/>
                <p:nvPr/>
              </p:nvSpPr>
              <p:spPr>
                <a:xfrm>
                  <a:off x="5087684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9" y="1"/>
                      </a:moveTo>
                      <a:cubicBezTo>
                        <a:pt x="8" y="1"/>
                        <a:pt x="8" y="1"/>
                        <a:pt x="7" y="1"/>
                      </a:cubicBezTo>
                      <a:cubicBezTo>
                        <a:pt x="0" y="5"/>
                        <a:pt x="50" y="67"/>
                        <a:pt x="119" y="132"/>
                      </a:cubicBezTo>
                      <a:cubicBezTo>
                        <a:pt x="185" y="198"/>
                        <a:pt x="241" y="247"/>
                        <a:pt x="252" y="247"/>
                      </a:cubicBezTo>
                      <a:cubicBezTo>
                        <a:pt x="252" y="247"/>
                        <a:pt x="253" y="247"/>
                        <a:pt x="253" y="247"/>
                      </a:cubicBezTo>
                      <a:cubicBezTo>
                        <a:pt x="257" y="239"/>
                        <a:pt x="207" y="178"/>
                        <a:pt x="142" y="113"/>
                      </a:cubicBezTo>
                      <a:cubicBezTo>
                        <a:pt x="77" y="48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5" name="Google Shape;5195;p41"/>
                <p:cNvSpPr/>
                <p:nvPr/>
              </p:nvSpPr>
              <p:spPr>
                <a:xfrm>
                  <a:off x="5179080" y="4266026"/>
                  <a:ext cx="17382" cy="3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319" extrusionOk="0">
                      <a:moveTo>
                        <a:pt x="146" y="1"/>
                      </a:moveTo>
                      <a:cubicBezTo>
                        <a:pt x="133" y="1"/>
                        <a:pt x="100" y="68"/>
                        <a:pt x="62" y="153"/>
                      </a:cubicBezTo>
                      <a:cubicBezTo>
                        <a:pt x="27" y="242"/>
                        <a:pt x="1" y="319"/>
                        <a:pt x="9" y="319"/>
                      </a:cubicBezTo>
                      <a:cubicBezTo>
                        <a:pt x="9" y="319"/>
                        <a:pt x="9" y="319"/>
                        <a:pt x="10" y="319"/>
                      </a:cubicBezTo>
                      <a:cubicBezTo>
                        <a:pt x="18" y="319"/>
                        <a:pt x="56" y="251"/>
                        <a:pt x="93" y="165"/>
                      </a:cubicBezTo>
                      <a:cubicBezTo>
                        <a:pt x="128" y="77"/>
                        <a:pt x="154" y="4"/>
                        <a:pt x="147" y="1"/>
                      </a:cubicBezTo>
                      <a:cubicBezTo>
                        <a:pt x="147" y="1"/>
                        <a:pt x="146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6" name="Google Shape;5196;p41"/>
                <p:cNvSpPr/>
                <p:nvPr/>
              </p:nvSpPr>
              <p:spPr>
                <a:xfrm>
                  <a:off x="5118523" y="4409467"/>
                  <a:ext cx="16822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323" extrusionOk="0">
                      <a:moveTo>
                        <a:pt x="142" y="1"/>
                      </a:moveTo>
                      <a:cubicBezTo>
                        <a:pt x="133" y="1"/>
                        <a:pt x="96" y="68"/>
                        <a:pt x="62" y="154"/>
                      </a:cubicBezTo>
                      <a:cubicBezTo>
                        <a:pt x="24" y="243"/>
                        <a:pt x="1" y="319"/>
                        <a:pt x="8" y="323"/>
                      </a:cubicBezTo>
                      <a:cubicBezTo>
                        <a:pt x="16" y="323"/>
                        <a:pt x="51" y="254"/>
                        <a:pt x="89" y="166"/>
                      </a:cubicBezTo>
                      <a:cubicBezTo>
                        <a:pt x="127" y="78"/>
                        <a:pt x="150" y="6"/>
                        <a:pt x="143" y="1"/>
                      </a:cubicBezTo>
                      <a:cubicBezTo>
                        <a:pt x="142" y="1"/>
                        <a:pt x="142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7" name="Google Shape;5197;p41"/>
                <p:cNvSpPr/>
                <p:nvPr/>
              </p:nvSpPr>
              <p:spPr>
                <a:xfrm>
                  <a:off x="5210929" y="4378402"/>
                  <a:ext cx="36671" cy="15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38" extrusionOk="0">
                      <a:moveTo>
                        <a:pt x="9" y="1"/>
                      </a:moveTo>
                      <a:cubicBezTo>
                        <a:pt x="7" y="1"/>
                        <a:pt x="5" y="1"/>
                        <a:pt x="5" y="2"/>
                      </a:cubicBezTo>
                      <a:cubicBezTo>
                        <a:pt x="1" y="10"/>
                        <a:pt x="70" y="44"/>
                        <a:pt x="157" y="83"/>
                      </a:cubicBezTo>
                      <a:cubicBezTo>
                        <a:pt x="234" y="116"/>
                        <a:pt x="298" y="138"/>
                        <a:pt x="317" y="138"/>
                      </a:cubicBezTo>
                      <a:cubicBezTo>
                        <a:pt x="320" y="138"/>
                        <a:pt x="322" y="137"/>
                        <a:pt x="323" y="136"/>
                      </a:cubicBezTo>
                      <a:cubicBezTo>
                        <a:pt x="327" y="129"/>
                        <a:pt x="258" y="94"/>
                        <a:pt x="169" y="56"/>
                      </a:cubicBezTo>
                      <a:cubicBezTo>
                        <a:pt x="92" y="22"/>
                        <a:pt x="27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8" name="Google Shape;5198;p41"/>
                <p:cNvSpPr/>
                <p:nvPr/>
              </p:nvSpPr>
              <p:spPr>
                <a:xfrm>
                  <a:off x="5067386" y="4317504"/>
                  <a:ext cx="36671" cy="15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41" extrusionOk="0">
                      <a:moveTo>
                        <a:pt x="5" y="0"/>
                      </a:moveTo>
                      <a:cubicBezTo>
                        <a:pt x="3" y="0"/>
                        <a:pt x="1" y="0"/>
                        <a:pt x="1" y="1"/>
                      </a:cubicBezTo>
                      <a:cubicBezTo>
                        <a:pt x="1" y="13"/>
                        <a:pt x="70" y="47"/>
                        <a:pt x="158" y="85"/>
                      </a:cubicBezTo>
                      <a:cubicBezTo>
                        <a:pt x="235" y="119"/>
                        <a:pt x="301" y="141"/>
                        <a:pt x="318" y="141"/>
                      </a:cubicBezTo>
                      <a:cubicBezTo>
                        <a:pt x="321" y="141"/>
                        <a:pt x="322" y="140"/>
                        <a:pt x="323" y="139"/>
                      </a:cubicBezTo>
                      <a:cubicBezTo>
                        <a:pt x="326" y="131"/>
                        <a:pt x="257" y="93"/>
                        <a:pt x="169" y="59"/>
                      </a:cubicBezTo>
                      <a:cubicBezTo>
                        <a:pt x="91" y="25"/>
                        <a:pt x="2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9" name="Google Shape;5199;p41"/>
                <p:cNvSpPr/>
                <p:nvPr/>
              </p:nvSpPr>
              <p:spPr>
                <a:xfrm>
                  <a:off x="5211378" y="4319074"/>
                  <a:ext cx="36671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35" extrusionOk="0">
                      <a:moveTo>
                        <a:pt x="318" y="1"/>
                      </a:moveTo>
                      <a:cubicBezTo>
                        <a:pt x="300" y="1"/>
                        <a:pt x="234" y="22"/>
                        <a:pt x="158" y="53"/>
                      </a:cubicBezTo>
                      <a:cubicBezTo>
                        <a:pt x="70" y="87"/>
                        <a:pt x="1" y="125"/>
                        <a:pt x="4" y="133"/>
                      </a:cubicBezTo>
                      <a:cubicBezTo>
                        <a:pt x="4" y="134"/>
                        <a:pt x="6" y="134"/>
                        <a:pt x="8" y="134"/>
                      </a:cubicBezTo>
                      <a:cubicBezTo>
                        <a:pt x="24" y="134"/>
                        <a:pt x="92" y="112"/>
                        <a:pt x="169" y="79"/>
                      </a:cubicBezTo>
                      <a:cubicBezTo>
                        <a:pt x="257" y="45"/>
                        <a:pt x="326" y="10"/>
                        <a:pt x="323" y="2"/>
                      </a:cubicBezTo>
                      <a:cubicBezTo>
                        <a:pt x="322" y="1"/>
                        <a:pt x="320" y="1"/>
                        <a:pt x="31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0" name="Google Shape;5200;p41"/>
                <p:cNvSpPr/>
                <p:nvPr/>
              </p:nvSpPr>
              <p:spPr>
                <a:xfrm>
                  <a:off x="5067050" y="4377616"/>
                  <a:ext cx="36559" cy="15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4" extrusionOk="0">
                      <a:moveTo>
                        <a:pt x="317" y="0"/>
                      </a:moveTo>
                      <a:cubicBezTo>
                        <a:pt x="300" y="0"/>
                        <a:pt x="234" y="22"/>
                        <a:pt x="157" y="51"/>
                      </a:cubicBezTo>
                      <a:cubicBezTo>
                        <a:pt x="65" y="90"/>
                        <a:pt x="0" y="124"/>
                        <a:pt x="0" y="132"/>
                      </a:cubicBezTo>
                      <a:cubicBezTo>
                        <a:pt x="1" y="133"/>
                        <a:pt x="2" y="134"/>
                        <a:pt x="5" y="134"/>
                      </a:cubicBezTo>
                      <a:cubicBezTo>
                        <a:pt x="22" y="134"/>
                        <a:pt x="88" y="112"/>
                        <a:pt x="168" y="83"/>
                      </a:cubicBezTo>
                      <a:cubicBezTo>
                        <a:pt x="257" y="44"/>
                        <a:pt x="326" y="9"/>
                        <a:pt x="322" y="2"/>
                      </a:cubicBezTo>
                      <a:cubicBezTo>
                        <a:pt x="322" y="1"/>
                        <a:pt x="320" y="0"/>
                        <a:pt x="3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1" name="Google Shape;5201;p41"/>
                <p:cNvSpPr/>
                <p:nvPr/>
              </p:nvSpPr>
              <p:spPr>
                <a:xfrm>
                  <a:off x="5178295" y="4410028"/>
                  <a:ext cx="16373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" h="323" extrusionOk="0">
                      <a:moveTo>
                        <a:pt x="9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4"/>
                        <a:pt x="23" y="77"/>
                        <a:pt x="62" y="165"/>
                      </a:cubicBezTo>
                      <a:cubicBezTo>
                        <a:pt x="95" y="255"/>
                        <a:pt x="129" y="323"/>
                        <a:pt x="138" y="323"/>
                      </a:cubicBezTo>
                      <a:cubicBezTo>
                        <a:pt x="138" y="323"/>
                        <a:pt x="138" y="322"/>
                        <a:pt x="138" y="322"/>
                      </a:cubicBezTo>
                      <a:cubicBezTo>
                        <a:pt x="146" y="318"/>
                        <a:pt x="123" y="245"/>
                        <a:pt x="89" y="153"/>
                      </a:cubicBezTo>
                      <a:cubicBezTo>
                        <a:pt x="51" y="68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2" name="Google Shape;5202;p41"/>
                <p:cNvSpPr/>
                <p:nvPr/>
              </p:nvSpPr>
              <p:spPr>
                <a:xfrm>
                  <a:off x="5119757" y="4265578"/>
                  <a:ext cx="16597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" h="323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9" y="1"/>
                      </a:cubicBezTo>
                      <a:cubicBezTo>
                        <a:pt x="1" y="5"/>
                        <a:pt x="24" y="77"/>
                        <a:pt x="59" y="166"/>
                      </a:cubicBezTo>
                      <a:cubicBezTo>
                        <a:pt x="97" y="254"/>
                        <a:pt x="132" y="323"/>
                        <a:pt x="139" y="323"/>
                      </a:cubicBezTo>
                      <a:cubicBezTo>
                        <a:pt x="147" y="318"/>
                        <a:pt x="124" y="242"/>
                        <a:pt x="89" y="154"/>
                      </a:cubicBezTo>
                      <a:cubicBezTo>
                        <a:pt x="52" y="68"/>
                        <a:pt x="19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3" name="Google Shape;5203;p41"/>
                <p:cNvSpPr/>
                <p:nvPr/>
              </p:nvSpPr>
              <p:spPr>
                <a:xfrm>
                  <a:off x="5167530" y="4259970"/>
                  <a:ext cx="908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42" extrusionOk="0">
                      <a:moveTo>
                        <a:pt x="73" y="0"/>
                      </a:moveTo>
                      <a:cubicBezTo>
                        <a:pt x="66" y="0"/>
                        <a:pt x="43" y="74"/>
                        <a:pt x="24" y="170"/>
                      </a:cubicBezTo>
                      <a:cubicBezTo>
                        <a:pt x="8" y="262"/>
                        <a:pt x="1" y="342"/>
                        <a:pt x="8" y="342"/>
                      </a:cubicBezTo>
                      <a:cubicBezTo>
                        <a:pt x="8" y="342"/>
                        <a:pt x="9" y="342"/>
                        <a:pt x="9" y="342"/>
                      </a:cubicBezTo>
                      <a:cubicBezTo>
                        <a:pt x="16" y="342"/>
                        <a:pt x="35" y="267"/>
                        <a:pt x="54" y="173"/>
                      </a:cubicBezTo>
                      <a:cubicBezTo>
                        <a:pt x="73" y="81"/>
                        <a:pt x="81" y="5"/>
                        <a:pt x="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4" name="Google Shape;5204;p41"/>
                <p:cNvSpPr/>
                <p:nvPr/>
              </p:nvSpPr>
              <p:spPr>
                <a:xfrm>
                  <a:off x="5137812" y="4413393"/>
                  <a:ext cx="9644" cy="38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39" extrusionOk="0">
                      <a:moveTo>
                        <a:pt x="77" y="1"/>
                      </a:moveTo>
                      <a:cubicBezTo>
                        <a:pt x="65" y="1"/>
                        <a:pt x="46" y="76"/>
                        <a:pt x="28" y="165"/>
                      </a:cubicBezTo>
                      <a:cubicBezTo>
                        <a:pt x="9" y="261"/>
                        <a:pt x="1" y="338"/>
                        <a:pt x="13" y="338"/>
                      </a:cubicBezTo>
                      <a:cubicBezTo>
                        <a:pt x="13" y="338"/>
                        <a:pt x="13" y="339"/>
                        <a:pt x="13" y="339"/>
                      </a:cubicBezTo>
                      <a:cubicBezTo>
                        <a:pt x="21" y="339"/>
                        <a:pt x="40" y="263"/>
                        <a:pt x="59" y="173"/>
                      </a:cubicBezTo>
                      <a:cubicBezTo>
                        <a:pt x="78" y="77"/>
                        <a:pt x="86" y="1"/>
                        <a:pt x="78" y="1"/>
                      </a:cubicBezTo>
                      <a:cubicBezTo>
                        <a:pt x="78" y="1"/>
                        <a:pt x="78" y="1"/>
                        <a:pt x="7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5" name="Google Shape;5205;p41"/>
                <p:cNvSpPr/>
                <p:nvPr/>
              </p:nvSpPr>
              <p:spPr>
                <a:xfrm>
                  <a:off x="5214854" y="4366289"/>
                  <a:ext cx="38354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4" extrusionOk="0">
                      <a:moveTo>
                        <a:pt x="15" y="0"/>
                      </a:moveTo>
                      <a:cubicBezTo>
                        <a:pt x="6" y="0"/>
                        <a:pt x="0" y="1"/>
                        <a:pt x="0" y="3"/>
                      </a:cubicBezTo>
                      <a:cubicBezTo>
                        <a:pt x="0" y="14"/>
                        <a:pt x="73" y="34"/>
                        <a:pt x="168" y="53"/>
                      </a:cubicBezTo>
                      <a:cubicBezTo>
                        <a:pt x="234" y="64"/>
                        <a:pt x="293" y="73"/>
                        <a:pt x="322" y="73"/>
                      </a:cubicBezTo>
                      <a:cubicBezTo>
                        <a:pt x="333" y="73"/>
                        <a:pt x="340" y="72"/>
                        <a:pt x="341" y="69"/>
                      </a:cubicBezTo>
                      <a:cubicBezTo>
                        <a:pt x="341" y="60"/>
                        <a:pt x="269" y="41"/>
                        <a:pt x="173" y="23"/>
                      </a:cubicBezTo>
                      <a:cubicBezTo>
                        <a:pt x="105" y="8"/>
                        <a:pt x="43" y="0"/>
                        <a:pt x="1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6" name="Google Shape;5206;p41"/>
                <p:cNvSpPr/>
                <p:nvPr/>
              </p:nvSpPr>
              <p:spPr>
                <a:xfrm>
                  <a:off x="5061442" y="4337018"/>
                  <a:ext cx="38802" cy="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2" extrusionOk="0">
                      <a:moveTo>
                        <a:pt x="18" y="0"/>
                      </a:moveTo>
                      <a:cubicBezTo>
                        <a:pt x="9" y="0"/>
                        <a:pt x="4" y="1"/>
                        <a:pt x="4" y="3"/>
                      </a:cubicBezTo>
                      <a:cubicBezTo>
                        <a:pt x="0" y="11"/>
                        <a:pt x="77" y="34"/>
                        <a:pt x="169" y="54"/>
                      </a:cubicBezTo>
                      <a:cubicBezTo>
                        <a:pt x="238" y="64"/>
                        <a:pt x="298" y="72"/>
                        <a:pt x="325" y="72"/>
                      </a:cubicBezTo>
                      <a:cubicBezTo>
                        <a:pt x="335" y="72"/>
                        <a:pt x="341" y="71"/>
                        <a:pt x="341" y="68"/>
                      </a:cubicBezTo>
                      <a:cubicBezTo>
                        <a:pt x="345" y="61"/>
                        <a:pt x="268" y="42"/>
                        <a:pt x="176" y="22"/>
                      </a:cubicBezTo>
                      <a:cubicBezTo>
                        <a:pt x="105" y="8"/>
                        <a:pt x="45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7" name="Google Shape;5207;p41"/>
                <p:cNvSpPr/>
                <p:nvPr/>
              </p:nvSpPr>
              <p:spPr>
                <a:xfrm>
                  <a:off x="5205322" y="4301130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290" y="0"/>
                      </a:moveTo>
                      <a:cubicBezTo>
                        <a:pt x="277" y="0"/>
                        <a:pt x="213" y="37"/>
                        <a:pt x="138" y="86"/>
                      </a:cubicBezTo>
                      <a:cubicBezTo>
                        <a:pt x="58" y="139"/>
                        <a:pt x="0" y="190"/>
                        <a:pt x="5" y="193"/>
                      </a:cubicBezTo>
                      <a:cubicBezTo>
                        <a:pt x="5" y="194"/>
                        <a:pt x="6" y="194"/>
                        <a:pt x="7" y="194"/>
                      </a:cubicBezTo>
                      <a:cubicBezTo>
                        <a:pt x="20" y="194"/>
                        <a:pt x="84" y="158"/>
                        <a:pt x="154" y="109"/>
                      </a:cubicBezTo>
                      <a:cubicBezTo>
                        <a:pt x="235" y="56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8" name="Google Shape;5208;p41"/>
                <p:cNvSpPr/>
                <p:nvPr/>
              </p:nvSpPr>
              <p:spPr>
                <a:xfrm>
                  <a:off x="5076021" y="4388383"/>
                  <a:ext cx="33643" cy="22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9" extrusionOk="0">
                      <a:moveTo>
                        <a:pt x="290" y="0"/>
                      </a:moveTo>
                      <a:cubicBezTo>
                        <a:pt x="277" y="0"/>
                        <a:pt x="216" y="37"/>
                        <a:pt x="142" y="86"/>
                      </a:cubicBezTo>
                      <a:cubicBezTo>
                        <a:pt x="62" y="139"/>
                        <a:pt x="0" y="189"/>
                        <a:pt x="8" y="197"/>
                      </a:cubicBezTo>
                      <a:cubicBezTo>
                        <a:pt x="9" y="198"/>
                        <a:pt x="9" y="198"/>
                        <a:pt x="11" y="198"/>
                      </a:cubicBezTo>
                      <a:cubicBezTo>
                        <a:pt x="24" y="198"/>
                        <a:pt x="87" y="162"/>
                        <a:pt x="157" y="113"/>
                      </a:cubicBezTo>
                      <a:cubicBezTo>
                        <a:pt x="238" y="59"/>
                        <a:pt x="299" y="10"/>
                        <a:pt x="292" y="1"/>
                      </a:cubicBezTo>
                      <a:cubicBezTo>
                        <a:pt x="291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9" name="Google Shape;5209;p41"/>
                <p:cNvSpPr/>
                <p:nvPr/>
              </p:nvSpPr>
              <p:spPr>
                <a:xfrm>
                  <a:off x="5189398" y="4403972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9" y="0"/>
                      </a:move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1" y="9"/>
                        <a:pt x="39" y="78"/>
                        <a:pt x="93" y="154"/>
                      </a:cubicBezTo>
                      <a:cubicBezTo>
                        <a:pt x="144" y="229"/>
                        <a:pt x="191" y="289"/>
                        <a:pt x="199" y="289"/>
                      </a:cubicBezTo>
                      <a:cubicBezTo>
                        <a:pt x="200" y="289"/>
                        <a:pt x="200" y="289"/>
                        <a:pt x="200" y="288"/>
                      </a:cubicBezTo>
                      <a:cubicBezTo>
                        <a:pt x="208" y="284"/>
                        <a:pt x="170" y="215"/>
                        <a:pt x="116" y="138"/>
                      </a:cubicBezTo>
                      <a:cubicBezTo>
                        <a:pt x="64" y="60"/>
                        <a:pt x="16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0" name="Google Shape;5210;p41"/>
                <p:cNvSpPr/>
                <p:nvPr/>
              </p:nvSpPr>
              <p:spPr>
                <a:xfrm>
                  <a:off x="5101814" y="4274998"/>
                  <a:ext cx="23214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" h="289" extrusionOk="0">
                      <a:moveTo>
                        <a:pt x="9" y="1"/>
                      </a:moveTo>
                      <a:cubicBezTo>
                        <a:pt x="9" y="1"/>
                        <a:pt x="9" y="1"/>
                        <a:pt x="8" y="1"/>
                      </a:cubicBezTo>
                      <a:cubicBezTo>
                        <a:pt x="0" y="9"/>
                        <a:pt x="39" y="73"/>
                        <a:pt x="92" y="154"/>
                      </a:cubicBezTo>
                      <a:cubicBezTo>
                        <a:pt x="145" y="232"/>
                        <a:pt x="193" y="289"/>
                        <a:pt x="203" y="289"/>
                      </a:cubicBezTo>
                      <a:cubicBezTo>
                        <a:pt x="203" y="289"/>
                        <a:pt x="203" y="289"/>
                        <a:pt x="203" y="289"/>
                      </a:cubicBezTo>
                      <a:cubicBezTo>
                        <a:pt x="207" y="285"/>
                        <a:pt x="173" y="216"/>
                        <a:pt x="119" y="139"/>
                      </a:cubicBezTo>
                      <a:cubicBezTo>
                        <a:pt x="67" y="61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1" name="Google Shape;5211;p41"/>
                <p:cNvSpPr/>
                <p:nvPr/>
              </p:nvSpPr>
              <p:spPr>
                <a:xfrm>
                  <a:off x="5189061" y="427499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198" y="0"/>
                      </a:moveTo>
                      <a:cubicBezTo>
                        <a:pt x="186" y="0"/>
                        <a:pt x="142" y="59"/>
                        <a:pt x="92" y="135"/>
                      </a:cubicBezTo>
                      <a:cubicBezTo>
                        <a:pt x="39" y="216"/>
                        <a:pt x="0" y="280"/>
                        <a:pt x="7" y="289"/>
                      </a:cubicBezTo>
                      <a:cubicBezTo>
                        <a:pt x="8" y="289"/>
                        <a:pt x="8" y="289"/>
                        <a:pt x="8" y="289"/>
                      </a:cubicBezTo>
                      <a:cubicBezTo>
                        <a:pt x="18" y="289"/>
                        <a:pt x="63" y="228"/>
                        <a:pt x="115" y="151"/>
                      </a:cubicBezTo>
                      <a:cubicBezTo>
                        <a:pt x="168" y="73"/>
                        <a:pt x="207" y="4"/>
                        <a:pt x="200" y="1"/>
                      </a:cubicBezTo>
                      <a:cubicBezTo>
                        <a:pt x="199" y="0"/>
                        <a:pt x="199" y="0"/>
                        <a:pt x="1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2" name="Google Shape;5212;p41"/>
                <p:cNvSpPr/>
                <p:nvPr/>
              </p:nvSpPr>
              <p:spPr>
                <a:xfrm>
                  <a:off x="5102150" y="440430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200" y="1"/>
                      </a:moveTo>
                      <a:cubicBezTo>
                        <a:pt x="194" y="1"/>
                        <a:pt x="145" y="61"/>
                        <a:pt x="93" y="135"/>
                      </a:cubicBezTo>
                      <a:cubicBezTo>
                        <a:pt x="39" y="216"/>
                        <a:pt x="1" y="285"/>
                        <a:pt x="9" y="289"/>
                      </a:cubicBezTo>
                      <a:cubicBezTo>
                        <a:pt x="9" y="289"/>
                        <a:pt x="10" y="289"/>
                        <a:pt x="10" y="289"/>
                      </a:cubicBezTo>
                      <a:cubicBezTo>
                        <a:pt x="19" y="289"/>
                        <a:pt x="68" y="233"/>
                        <a:pt x="120" y="155"/>
                      </a:cubicBezTo>
                      <a:cubicBezTo>
                        <a:pt x="170" y="75"/>
                        <a:pt x="208" y="6"/>
                        <a:pt x="200" y="1"/>
                      </a:cubicBezTo>
                      <a:cubicBezTo>
                        <a:pt x="200" y="1"/>
                        <a:pt x="200" y="1"/>
                        <a:pt x="20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3" name="Google Shape;5213;p41"/>
                <p:cNvSpPr/>
                <p:nvPr/>
              </p:nvSpPr>
              <p:spPr>
                <a:xfrm>
                  <a:off x="5205322" y="4388047"/>
                  <a:ext cx="33643" cy="22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8" extrusionOk="0">
                      <a:moveTo>
                        <a:pt x="6" y="0"/>
                      </a:moveTo>
                      <a:cubicBezTo>
                        <a:pt x="6" y="0"/>
                        <a:pt x="5" y="0"/>
                        <a:pt x="5" y="1"/>
                      </a:cubicBezTo>
                      <a:cubicBezTo>
                        <a:pt x="0" y="8"/>
                        <a:pt x="62" y="59"/>
                        <a:pt x="143" y="112"/>
                      </a:cubicBezTo>
                      <a:cubicBezTo>
                        <a:pt x="216" y="161"/>
                        <a:pt x="277" y="197"/>
                        <a:pt x="290" y="197"/>
                      </a:cubicBezTo>
                      <a:cubicBezTo>
                        <a:pt x="291" y="197"/>
                        <a:pt x="292" y="197"/>
                        <a:pt x="292" y="197"/>
                      </a:cubicBezTo>
                      <a:cubicBezTo>
                        <a:pt x="299" y="188"/>
                        <a:pt x="239" y="139"/>
                        <a:pt x="158" y="85"/>
                      </a:cubicBezTo>
                      <a:cubicBezTo>
                        <a:pt x="81" y="38"/>
                        <a:pt x="18" y="0"/>
                        <a:pt x="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4" name="Google Shape;5214;p41"/>
                <p:cNvSpPr/>
                <p:nvPr/>
              </p:nvSpPr>
              <p:spPr>
                <a:xfrm>
                  <a:off x="5076021" y="4301578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7" y="1"/>
                      </a:moveTo>
                      <a:cubicBezTo>
                        <a:pt x="5" y="1"/>
                        <a:pt x="4" y="1"/>
                        <a:pt x="4" y="2"/>
                      </a:cubicBezTo>
                      <a:cubicBezTo>
                        <a:pt x="0" y="9"/>
                        <a:pt x="58" y="55"/>
                        <a:pt x="138" y="109"/>
                      </a:cubicBezTo>
                      <a:cubicBezTo>
                        <a:pt x="212" y="158"/>
                        <a:pt x="276" y="194"/>
                        <a:pt x="289" y="194"/>
                      </a:cubicBezTo>
                      <a:cubicBezTo>
                        <a:pt x="291" y="194"/>
                        <a:pt x="291" y="194"/>
                        <a:pt x="292" y="193"/>
                      </a:cubicBezTo>
                      <a:cubicBezTo>
                        <a:pt x="295" y="186"/>
                        <a:pt x="234" y="140"/>
                        <a:pt x="157" y="86"/>
                      </a:cubicBezTo>
                      <a:cubicBezTo>
                        <a:pt x="85" y="37"/>
                        <a:pt x="21" y="1"/>
                        <a:pt x="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5" name="Google Shape;5215;p41"/>
                <p:cNvSpPr/>
                <p:nvPr/>
              </p:nvSpPr>
              <p:spPr>
                <a:xfrm>
                  <a:off x="5214405" y="4336569"/>
                  <a:ext cx="38802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4" extrusionOk="0">
                      <a:moveTo>
                        <a:pt x="327" y="1"/>
                      </a:moveTo>
                      <a:cubicBezTo>
                        <a:pt x="301" y="1"/>
                        <a:pt x="240" y="8"/>
                        <a:pt x="169" y="23"/>
                      </a:cubicBezTo>
                      <a:cubicBezTo>
                        <a:pt x="77" y="42"/>
                        <a:pt x="0" y="61"/>
                        <a:pt x="4" y="69"/>
                      </a:cubicBezTo>
                      <a:cubicBezTo>
                        <a:pt x="4" y="72"/>
                        <a:pt x="10" y="74"/>
                        <a:pt x="21" y="74"/>
                      </a:cubicBezTo>
                      <a:cubicBezTo>
                        <a:pt x="50" y="74"/>
                        <a:pt x="110" y="63"/>
                        <a:pt x="177" y="49"/>
                      </a:cubicBezTo>
                      <a:cubicBezTo>
                        <a:pt x="269" y="35"/>
                        <a:pt x="345" y="12"/>
                        <a:pt x="342" y="3"/>
                      </a:cubicBezTo>
                      <a:cubicBezTo>
                        <a:pt x="342" y="2"/>
                        <a:pt x="336" y="1"/>
                        <a:pt x="32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6" name="Google Shape;5216;p41"/>
                <p:cNvSpPr/>
                <p:nvPr/>
              </p:nvSpPr>
              <p:spPr>
                <a:xfrm>
                  <a:off x="5061442" y="4366738"/>
                  <a:ext cx="38802" cy="8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5" extrusionOk="0">
                      <a:moveTo>
                        <a:pt x="329" y="0"/>
                      </a:moveTo>
                      <a:cubicBezTo>
                        <a:pt x="300" y="0"/>
                        <a:pt x="240" y="8"/>
                        <a:pt x="169" y="22"/>
                      </a:cubicBezTo>
                      <a:cubicBezTo>
                        <a:pt x="77" y="42"/>
                        <a:pt x="0" y="65"/>
                        <a:pt x="4" y="72"/>
                      </a:cubicBezTo>
                      <a:cubicBezTo>
                        <a:pt x="4" y="74"/>
                        <a:pt x="9" y="75"/>
                        <a:pt x="19" y="75"/>
                      </a:cubicBezTo>
                      <a:cubicBezTo>
                        <a:pt x="46" y="75"/>
                        <a:pt x="108" y="67"/>
                        <a:pt x="176" y="53"/>
                      </a:cubicBezTo>
                      <a:cubicBezTo>
                        <a:pt x="268" y="33"/>
                        <a:pt x="345" y="10"/>
                        <a:pt x="345" y="3"/>
                      </a:cubicBezTo>
                      <a:cubicBezTo>
                        <a:pt x="344" y="1"/>
                        <a:pt x="338" y="0"/>
                        <a:pt x="32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7" name="Google Shape;5217;p41"/>
                <p:cNvSpPr/>
                <p:nvPr/>
              </p:nvSpPr>
              <p:spPr>
                <a:xfrm>
                  <a:off x="5167978" y="4413056"/>
                  <a:ext cx="908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42" extrusionOk="0">
                      <a:moveTo>
                        <a:pt x="8" y="0"/>
                      </a:moveTo>
                      <a:cubicBezTo>
                        <a:pt x="0" y="4"/>
                        <a:pt x="8" y="80"/>
                        <a:pt x="27" y="176"/>
                      </a:cubicBezTo>
                      <a:cubicBezTo>
                        <a:pt x="43" y="268"/>
                        <a:pt x="66" y="341"/>
                        <a:pt x="73" y="341"/>
                      </a:cubicBezTo>
                      <a:cubicBezTo>
                        <a:pt x="80" y="341"/>
                        <a:pt x="73" y="260"/>
                        <a:pt x="54" y="168"/>
                      </a:cubicBezTo>
                      <a:cubicBezTo>
                        <a:pt x="39" y="73"/>
                        <a:pt x="16" y="0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8" name="Google Shape;5218;p41"/>
                <p:cNvSpPr/>
                <p:nvPr/>
              </p:nvSpPr>
              <p:spPr>
                <a:xfrm>
                  <a:off x="5137475" y="4260419"/>
                  <a:ext cx="9532" cy="37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338" extrusionOk="0">
                      <a:moveTo>
                        <a:pt x="8" y="1"/>
                      </a:move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0" y="1"/>
                        <a:pt x="8" y="77"/>
                        <a:pt x="27" y="173"/>
                      </a:cubicBezTo>
                      <a:cubicBezTo>
                        <a:pt x="46" y="263"/>
                        <a:pt x="68" y="338"/>
                        <a:pt x="76" y="338"/>
                      </a:cubicBezTo>
                      <a:cubicBezTo>
                        <a:pt x="76" y="338"/>
                        <a:pt x="76" y="338"/>
                        <a:pt x="77" y="338"/>
                      </a:cubicBezTo>
                      <a:cubicBezTo>
                        <a:pt x="85" y="338"/>
                        <a:pt x="77" y="261"/>
                        <a:pt x="58" y="166"/>
                      </a:cubicBezTo>
                      <a:cubicBezTo>
                        <a:pt x="39" y="76"/>
                        <a:pt x="17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</p:grpSp>
        </p:grpSp>
        <p:sp>
          <p:nvSpPr>
            <p:cNvPr id="5219" name="Google Shape;5219;p41"/>
            <p:cNvSpPr/>
            <p:nvPr/>
          </p:nvSpPr>
          <p:spPr>
            <a:xfrm>
              <a:off x="4869678" y="4040379"/>
              <a:ext cx="342267" cy="92970"/>
            </a:xfrm>
            <a:custGeom>
              <a:avLst/>
              <a:gdLst/>
              <a:ahLst/>
              <a:cxnLst/>
              <a:rect l="l" t="t" r="r" b="b"/>
              <a:pathLst>
                <a:path w="3052" h="829" extrusionOk="0">
                  <a:moveTo>
                    <a:pt x="2893" y="0"/>
                  </a:moveTo>
                  <a:cubicBezTo>
                    <a:pt x="2891" y="0"/>
                    <a:pt x="2889" y="0"/>
                    <a:pt x="2887" y="0"/>
                  </a:cubicBezTo>
                  <a:lnTo>
                    <a:pt x="2086" y="299"/>
                  </a:lnTo>
                  <a:lnTo>
                    <a:pt x="200" y="430"/>
                  </a:lnTo>
                  <a:cubicBezTo>
                    <a:pt x="39" y="480"/>
                    <a:pt x="1" y="694"/>
                    <a:pt x="139" y="798"/>
                  </a:cubicBezTo>
                  <a:lnTo>
                    <a:pt x="181" y="828"/>
                  </a:lnTo>
                  <a:lnTo>
                    <a:pt x="2832" y="744"/>
                  </a:lnTo>
                  <a:cubicBezTo>
                    <a:pt x="2963" y="564"/>
                    <a:pt x="3025" y="365"/>
                    <a:pt x="3044" y="158"/>
                  </a:cubicBezTo>
                  <a:cubicBezTo>
                    <a:pt x="3051" y="72"/>
                    <a:pt x="2979" y="0"/>
                    <a:pt x="28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0" name="Google Shape;5220;p41"/>
            <p:cNvSpPr/>
            <p:nvPr/>
          </p:nvSpPr>
          <p:spPr>
            <a:xfrm>
              <a:off x="4621730" y="3895592"/>
              <a:ext cx="51699" cy="67176"/>
            </a:xfrm>
            <a:custGeom>
              <a:avLst/>
              <a:gdLst/>
              <a:ahLst/>
              <a:cxnLst/>
              <a:rect l="l" t="t" r="r" b="b"/>
              <a:pathLst>
                <a:path w="461" h="599" extrusionOk="0">
                  <a:moveTo>
                    <a:pt x="1" y="0"/>
                  </a:moveTo>
                  <a:lnTo>
                    <a:pt x="1" y="598"/>
                  </a:lnTo>
                  <a:lnTo>
                    <a:pt x="162" y="598"/>
                  </a:lnTo>
                  <a:cubicBezTo>
                    <a:pt x="327" y="598"/>
                    <a:pt x="461" y="464"/>
                    <a:pt x="461" y="299"/>
                  </a:cubicBezTo>
                  <a:cubicBezTo>
                    <a:pt x="461" y="135"/>
                    <a:pt x="327" y="0"/>
                    <a:pt x="1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1" name="Google Shape;5221;p41"/>
            <p:cNvSpPr/>
            <p:nvPr/>
          </p:nvSpPr>
          <p:spPr>
            <a:xfrm>
              <a:off x="4606703" y="3895592"/>
              <a:ext cx="15140" cy="67176"/>
            </a:xfrm>
            <a:custGeom>
              <a:avLst/>
              <a:gdLst/>
              <a:ahLst/>
              <a:cxnLst/>
              <a:rect l="l" t="t" r="r" b="b"/>
              <a:pathLst>
                <a:path w="135" h="599" extrusionOk="0">
                  <a:moveTo>
                    <a:pt x="1" y="0"/>
                  </a:moveTo>
                  <a:lnTo>
                    <a:pt x="1" y="4"/>
                  </a:lnTo>
                  <a:lnTo>
                    <a:pt x="1" y="598"/>
                  </a:lnTo>
                  <a:lnTo>
                    <a:pt x="135" y="598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2" name="Google Shape;5222;p41"/>
            <p:cNvSpPr/>
            <p:nvPr/>
          </p:nvSpPr>
          <p:spPr>
            <a:xfrm>
              <a:off x="4716715" y="3871143"/>
              <a:ext cx="164405" cy="73344"/>
            </a:xfrm>
            <a:custGeom>
              <a:avLst/>
              <a:gdLst/>
              <a:ahLst/>
              <a:cxnLst/>
              <a:rect l="l" t="t" r="r" b="b"/>
              <a:pathLst>
                <a:path w="1466" h="654" extrusionOk="0">
                  <a:moveTo>
                    <a:pt x="1334" y="0"/>
                  </a:moveTo>
                  <a:cubicBezTo>
                    <a:pt x="1174" y="54"/>
                    <a:pt x="717" y="215"/>
                    <a:pt x="491" y="353"/>
                  </a:cubicBezTo>
                  <a:cubicBezTo>
                    <a:pt x="491" y="353"/>
                    <a:pt x="317" y="231"/>
                    <a:pt x="213" y="231"/>
                  </a:cubicBezTo>
                  <a:cubicBezTo>
                    <a:pt x="204" y="231"/>
                    <a:pt x="196" y="232"/>
                    <a:pt x="189" y="234"/>
                  </a:cubicBezTo>
                  <a:cubicBezTo>
                    <a:pt x="93" y="257"/>
                    <a:pt x="1" y="406"/>
                    <a:pt x="12" y="524"/>
                  </a:cubicBezTo>
                  <a:cubicBezTo>
                    <a:pt x="18" y="610"/>
                    <a:pt x="80" y="653"/>
                    <a:pt x="141" y="653"/>
                  </a:cubicBezTo>
                  <a:cubicBezTo>
                    <a:pt x="166" y="653"/>
                    <a:pt x="191" y="646"/>
                    <a:pt x="212" y="632"/>
                  </a:cubicBezTo>
                  <a:cubicBezTo>
                    <a:pt x="288" y="579"/>
                    <a:pt x="238" y="502"/>
                    <a:pt x="288" y="483"/>
                  </a:cubicBezTo>
                  <a:cubicBezTo>
                    <a:pt x="290" y="482"/>
                    <a:pt x="293" y="482"/>
                    <a:pt x="296" y="482"/>
                  </a:cubicBezTo>
                  <a:cubicBezTo>
                    <a:pt x="320" y="482"/>
                    <a:pt x="361" y="514"/>
                    <a:pt x="396" y="547"/>
                  </a:cubicBezTo>
                  <a:cubicBezTo>
                    <a:pt x="416" y="568"/>
                    <a:pt x="444" y="579"/>
                    <a:pt x="471" y="579"/>
                  </a:cubicBezTo>
                  <a:cubicBezTo>
                    <a:pt x="494" y="579"/>
                    <a:pt x="518" y="571"/>
                    <a:pt x="537" y="556"/>
                  </a:cubicBezTo>
                  <a:lnTo>
                    <a:pt x="568" y="533"/>
                  </a:lnTo>
                  <a:cubicBezTo>
                    <a:pt x="921" y="487"/>
                    <a:pt x="1239" y="421"/>
                    <a:pt x="1465" y="303"/>
                  </a:cubicBezTo>
                  <a:cubicBezTo>
                    <a:pt x="1453" y="272"/>
                    <a:pt x="1442" y="245"/>
                    <a:pt x="1430" y="215"/>
                  </a:cubicBezTo>
                  <a:cubicBezTo>
                    <a:pt x="1403" y="142"/>
                    <a:pt x="1380" y="61"/>
                    <a:pt x="1334" y="0"/>
                  </a:cubicBez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3" name="Google Shape;5223;p41"/>
            <p:cNvSpPr/>
            <p:nvPr/>
          </p:nvSpPr>
          <p:spPr>
            <a:xfrm>
              <a:off x="4858127" y="3803965"/>
              <a:ext cx="157452" cy="106764"/>
            </a:xfrm>
            <a:custGeom>
              <a:avLst/>
              <a:gdLst/>
              <a:ahLst/>
              <a:cxnLst/>
              <a:rect l="l" t="t" r="r" b="b"/>
              <a:pathLst>
                <a:path w="1404" h="952" extrusionOk="0">
                  <a:moveTo>
                    <a:pt x="1147" y="1"/>
                  </a:moveTo>
                  <a:cubicBezTo>
                    <a:pt x="1088" y="1"/>
                    <a:pt x="1027" y="18"/>
                    <a:pt x="974" y="47"/>
                  </a:cubicBezTo>
                  <a:cubicBezTo>
                    <a:pt x="599" y="242"/>
                    <a:pt x="73" y="591"/>
                    <a:pt x="1" y="614"/>
                  </a:cubicBezTo>
                  <a:cubicBezTo>
                    <a:pt x="12" y="722"/>
                    <a:pt x="54" y="829"/>
                    <a:pt x="96" y="925"/>
                  </a:cubicBezTo>
                  <a:cubicBezTo>
                    <a:pt x="104" y="932"/>
                    <a:pt x="108" y="944"/>
                    <a:pt x="112" y="952"/>
                  </a:cubicBezTo>
                  <a:cubicBezTo>
                    <a:pt x="169" y="929"/>
                    <a:pt x="863" y="725"/>
                    <a:pt x="1181" y="561"/>
                  </a:cubicBezTo>
                  <a:cubicBezTo>
                    <a:pt x="1262" y="518"/>
                    <a:pt x="1354" y="426"/>
                    <a:pt x="1377" y="346"/>
                  </a:cubicBezTo>
                  <a:cubicBezTo>
                    <a:pt x="1400" y="273"/>
                    <a:pt x="1403" y="216"/>
                    <a:pt x="1372" y="147"/>
                  </a:cubicBezTo>
                  <a:cubicBezTo>
                    <a:pt x="1324" y="42"/>
                    <a:pt x="1237" y="1"/>
                    <a:pt x="11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224" name="Google Shape;5224;p41"/>
          <p:cNvGrpSpPr/>
          <p:nvPr/>
        </p:nvGrpSpPr>
        <p:grpSpPr>
          <a:xfrm>
            <a:off x="4862891" y="4025418"/>
            <a:ext cx="682394" cy="774372"/>
            <a:chOff x="5933354" y="3578766"/>
            <a:chExt cx="682394" cy="774372"/>
          </a:xfrm>
        </p:grpSpPr>
        <p:sp>
          <p:nvSpPr>
            <p:cNvPr id="5225" name="Google Shape;5225;p41"/>
            <p:cNvSpPr/>
            <p:nvPr/>
          </p:nvSpPr>
          <p:spPr>
            <a:xfrm>
              <a:off x="6417139" y="3944939"/>
              <a:ext cx="29831" cy="26803"/>
            </a:xfrm>
            <a:custGeom>
              <a:avLst/>
              <a:gdLst/>
              <a:ahLst/>
              <a:cxnLst/>
              <a:rect l="l" t="t" r="r" b="b"/>
              <a:pathLst>
                <a:path w="266" h="239" extrusionOk="0">
                  <a:moveTo>
                    <a:pt x="74" y="1"/>
                  </a:moveTo>
                  <a:lnTo>
                    <a:pt x="0" y="112"/>
                  </a:lnTo>
                  <a:lnTo>
                    <a:pt x="193" y="239"/>
                  </a:lnTo>
                  <a:lnTo>
                    <a:pt x="265" y="12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6" name="Google Shape;5226;p41"/>
            <p:cNvSpPr/>
            <p:nvPr/>
          </p:nvSpPr>
          <p:spPr>
            <a:xfrm>
              <a:off x="6366450" y="3960415"/>
              <a:ext cx="29718" cy="26803"/>
            </a:xfrm>
            <a:custGeom>
              <a:avLst/>
              <a:gdLst/>
              <a:ahLst/>
              <a:cxnLst/>
              <a:rect l="l" t="t" r="r" b="b"/>
              <a:pathLst>
                <a:path w="265" h="239" extrusionOk="0">
                  <a:moveTo>
                    <a:pt x="73" y="1"/>
                  </a:moveTo>
                  <a:lnTo>
                    <a:pt x="1" y="112"/>
                  </a:lnTo>
                  <a:lnTo>
                    <a:pt x="192" y="239"/>
                  </a:lnTo>
                  <a:lnTo>
                    <a:pt x="265" y="128"/>
                  </a:lnTo>
                  <a:lnTo>
                    <a:pt x="73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7" name="Google Shape;5227;p41"/>
            <p:cNvSpPr/>
            <p:nvPr/>
          </p:nvSpPr>
          <p:spPr>
            <a:xfrm>
              <a:off x="6255989" y="3696637"/>
              <a:ext cx="184030" cy="272070"/>
            </a:xfrm>
            <a:custGeom>
              <a:avLst/>
              <a:gdLst/>
              <a:ahLst/>
              <a:cxnLst/>
              <a:rect l="l" t="t" r="r" b="b"/>
              <a:pathLst>
                <a:path w="1641" h="2426" extrusionOk="0">
                  <a:moveTo>
                    <a:pt x="369" y="0"/>
                  </a:moveTo>
                  <a:cubicBezTo>
                    <a:pt x="321" y="0"/>
                    <a:pt x="274" y="27"/>
                    <a:pt x="250" y="73"/>
                  </a:cubicBezTo>
                  <a:cubicBezTo>
                    <a:pt x="1" y="540"/>
                    <a:pt x="380" y="1230"/>
                    <a:pt x="395" y="1261"/>
                  </a:cubicBezTo>
                  <a:cubicBezTo>
                    <a:pt x="606" y="1633"/>
                    <a:pt x="928" y="1962"/>
                    <a:pt x="1101" y="2126"/>
                  </a:cubicBezTo>
                  <a:cubicBezTo>
                    <a:pt x="1216" y="2234"/>
                    <a:pt x="1368" y="2353"/>
                    <a:pt x="1469" y="2425"/>
                  </a:cubicBezTo>
                  <a:lnTo>
                    <a:pt x="1641" y="2234"/>
                  </a:lnTo>
                  <a:cubicBezTo>
                    <a:pt x="1580" y="2200"/>
                    <a:pt x="1469" y="2108"/>
                    <a:pt x="1253" y="1901"/>
                  </a:cubicBezTo>
                  <a:cubicBezTo>
                    <a:pt x="989" y="1644"/>
                    <a:pt x="767" y="1372"/>
                    <a:pt x="633" y="1127"/>
                  </a:cubicBezTo>
                  <a:cubicBezTo>
                    <a:pt x="541" y="966"/>
                    <a:pt x="338" y="479"/>
                    <a:pt x="487" y="200"/>
                  </a:cubicBezTo>
                  <a:cubicBezTo>
                    <a:pt x="522" y="134"/>
                    <a:pt x="495" y="54"/>
                    <a:pt x="430" y="16"/>
                  </a:cubicBezTo>
                  <a:cubicBezTo>
                    <a:pt x="411" y="5"/>
                    <a:pt x="390" y="0"/>
                    <a:pt x="3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8" name="Google Shape;5228;p41"/>
            <p:cNvSpPr/>
            <p:nvPr/>
          </p:nvSpPr>
          <p:spPr>
            <a:xfrm>
              <a:off x="6295576" y="4142661"/>
              <a:ext cx="25457" cy="24560"/>
            </a:xfrm>
            <a:custGeom>
              <a:avLst/>
              <a:gdLst/>
              <a:ahLst/>
              <a:cxnLst/>
              <a:rect l="l" t="t" r="r" b="b"/>
              <a:pathLst>
                <a:path w="227" h="219" extrusionOk="0">
                  <a:moveTo>
                    <a:pt x="77" y="1"/>
                  </a:moveTo>
                  <a:lnTo>
                    <a:pt x="0" y="123"/>
                  </a:lnTo>
                  <a:lnTo>
                    <a:pt x="146" y="219"/>
                  </a:lnTo>
                  <a:lnTo>
                    <a:pt x="226" y="93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F9B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9" name="Google Shape;5229;p41"/>
            <p:cNvSpPr/>
            <p:nvPr/>
          </p:nvSpPr>
          <p:spPr>
            <a:xfrm>
              <a:off x="6284025" y="4150399"/>
              <a:ext cx="32634" cy="32859"/>
            </a:xfrm>
            <a:custGeom>
              <a:avLst/>
              <a:gdLst/>
              <a:ahLst/>
              <a:cxnLst/>
              <a:rect l="l" t="t" r="r" b="b"/>
              <a:pathLst>
                <a:path w="291" h="293" extrusionOk="0">
                  <a:moveTo>
                    <a:pt x="119" y="1"/>
                  </a:moveTo>
                  <a:lnTo>
                    <a:pt x="0" y="181"/>
                  </a:lnTo>
                  <a:lnTo>
                    <a:pt x="176" y="292"/>
                  </a:lnTo>
                  <a:lnTo>
                    <a:pt x="291" y="112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AFB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0" name="Google Shape;5230;p41"/>
            <p:cNvSpPr/>
            <p:nvPr/>
          </p:nvSpPr>
          <p:spPr>
            <a:xfrm>
              <a:off x="6275278" y="4173614"/>
              <a:ext cx="59998" cy="43513"/>
            </a:xfrm>
            <a:custGeom>
              <a:avLst/>
              <a:gdLst/>
              <a:ahLst/>
              <a:cxnLst/>
              <a:rect l="l" t="t" r="r" b="b"/>
              <a:pathLst>
                <a:path w="535" h="388" extrusionOk="0">
                  <a:moveTo>
                    <a:pt x="20" y="1"/>
                  </a:moveTo>
                  <a:lnTo>
                    <a:pt x="16" y="8"/>
                  </a:lnTo>
                  <a:cubicBezTo>
                    <a:pt x="1" y="27"/>
                    <a:pt x="9" y="50"/>
                    <a:pt x="24" y="62"/>
                  </a:cubicBezTo>
                  <a:cubicBezTo>
                    <a:pt x="85" y="104"/>
                    <a:pt x="212" y="188"/>
                    <a:pt x="212" y="188"/>
                  </a:cubicBezTo>
                  <a:lnTo>
                    <a:pt x="507" y="388"/>
                  </a:lnTo>
                  <a:lnTo>
                    <a:pt x="534" y="346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1" name="Google Shape;5231;p41"/>
            <p:cNvSpPr/>
            <p:nvPr/>
          </p:nvSpPr>
          <p:spPr>
            <a:xfrm>
              <a:off x="6277521" y="4159035"/>
              <a:ext cx="62353" cy="53382"/>
            </a:xfrm>
            <a:custGeom>
              <a:avLst/>
              <a:gdLst/>
              <a:ahLst/>
              <a:cxnLst/>
              <a:rect l="l" t="t" r="r" b="b"/>
              <a:pathLst>
                <a:path w="556" h="476" extrusionOk="0">
                  <a:moveTo>
                    <a:pt x="107" y="0"/>
                  </a:moveTo>
                  <a:cubicBezTo>
                    <a:pt x="96" y="0"/>
                    <a:pt x="85" y="5"/>
                    <a:pt x="77" y="16"/>
                  </a:cubicBezTo>
                  <a:lnTo>
                    <a:pt x="35" y="81"/>
                  </a:lnTo>
                  <a:lnTo>
                    <a:pt x="0" y="131"/>
                  </a:lnTo>
                  <a:lnTo>
                    <a:pt x="514" y="476"/>
                  </a:lnTo>
                  <a:cubicBezTo>
                    <a:pt x="556" y="410"/>
                    <a:pt x="525" y="345"/>
                    <a:pt x="460" y="303"/>
                  </a:cubicBezTo>
                  <a:lnTo>
                    <a:pt x="399" y="261"/>
                  </a:lnTo>
                  <a:cubicBezTo>
                    <a:pt x="391" y="257"/>
                    <a:pt x="387" y="249"/>
                    <a:pt x="380" y="246"/>
                  </a:cubicBezTo>
                  <a:lnTo>
                    <a:pt x="376" y="242"/>
                  </a:lnTo>
                  <a:cubicBezTo>
                    <a:pt x="364" y="230"/>
                    <a:pt x="357" y="223"/>
                    <a:pt x="357" y="211"/>
                  </a:cubicBezTo>
                  <a:lnTo>
                    <a:pt x="357" y="203"/>
                  </a:lnTo>
                  <a:cubicBezTo>
                    <a:pt x="353" y="196"/>
                    <a:pt x="357" y="188"/>
                    <a:pt x="364" y="180"/>
                  </a:cubicBezTo>
                  <a:lnTo>
                    <a:pt x="364" y="177"/>
                  </a:lnTo>
                  <a:lnTo>
                    <a:pt x="246" y="85"/>
                  </a:lnTo>
                  <a:lnTo>
                    <a:pt x="242" y="88"/>
                  </a:lnTo>
                  <a:cubicBezTo>
                    <a:pt x="227" y="108"/>
                    <a:pt x="203" y="120"/>
                    <a:pt x="179" y="120"/>
                  </a:cubicBezTo>
                  <a:cubicBezTo>
                    <a:pt x="166" y="120"/>
                    <a:pt x="153" y="116"/>
                    <a:pt x="142" y="108"/>
                  </a:cubicBezTo>
                  <a:cubicBezTo>
                    <a:pt x="108" y="85"/>
                    <a:pt x="100" y="39"/>
                    <a:pt x="123" y="8"/>
                  </a:cubicBezTo>
                  <a:lnTo>
                    <a:pt x="123" y="4"/>
                  </a:lnTo>
                  <a:cubicBezTo>
                    <a:pt x="118" y="1"/>
                    <a:pt x="113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2" name="Google Shape;5232;p41"/>
            <p:cNvSpPr/>
            <p:nvPr/>
          </p:nvSpPr>
          <p:spPr>
            <a:xfrm>
              <a:off x="6190274" y="3918920"/>
              <a:ext cx="180105" cy="248295"/>
            </a:xfrm>
            <a:custGeom>
              <a:avLst/>
              <a:gdLst/>
              <a:ahLst/>
              <a:cxnLst/>
              <a:rect l="l" t="t" r="r" b="b"/>
              <a:pathLst>
                <a:path w="1606" h="2214" extrusionOk="0">
                  <a:moveTo>
                    <a:pt x="883" y="0"/>
                  </a:moveTo>
                  <a:cubicBezTo>
                    <a:pt x="847" y="0"/>
                    <a:pt x="810" y="1"/>
                    <a:pt x="771" y="3"/>
                  </a:cubicBezTo>
                  <a:cubicBezTo>
                    <a:pt x="525" y="15"/>
                    <a:pt x="115" y="68"/>
                    <a:pt x="0" y="95"/>
                  </a:cubicBezTo>
                  <a:lnTo>
                    <a:pt x="249" y="535"/>
                  </a:lnTo>
                  <a:cubicBezTo>
                    <a:pt x="334" y="517"/>
                    <a:pt x="525" y="482"/>
                    <a:pt x="721" y="466"/>
                  </a:cubicBezTo>
                  <a:cubicBezTo>
                    <a:pt x="778" y="462"/>
                    <a:pt x="828" y="461"/>
                    <a:pt x="871" y="461"/>
                  </a:cubicBezTo>
                  <a:cubicBezTo>
                    <a:pt x="1020" y="461"/>
                    <a:pt x="1088" y="481"/>
                    <a:pt x="1112" y="489"/>
                  </a:cubicBezTo>
                  <a:cubicBezTo>
                    <a:pt x="1127" y="528"/>
                    <a:pt x="1135" y="555"/>
                    <a:pt x="1135" y="586"/>
                  </a:cubicBezTo>
                  <a:cubicBezTo>
                    <a:pt x="1146" y="1103"/>
                    <a:pt x="1081" y="1513"/>
                    <a:pt x="886" y="1969"/>
                  </a:cubicBezTo>
                  <a:lnTo>
                    <a:pt x="1284" y="2214"/>
                  </a:lnTo>
                  <a:cubicBezTo>
                    <a:pt x="1507" y="1693"/>
                    <a:pt x="1606" y="1164"/>
                    <a:pt x="1595" y="574"/>
                  </a:cubicBezTo>
                  <a:cubicBezTo>
                    <a:pt x="1595" y="452"/>
                    <a:pt x="1556" y="356"/>
                    <a:pt x="1522" y="275"/>
                  </a:cubicBezTo>
                  <a:cubicBezTo>
                    <a:pt x="1464" y="149"/>
                    <a:pt x="1346" y="64"/>
                    <a:pt x="1165" y="26"/>
                  </a:cubicBezTo>
                  <a:cubicBezTo>
                    <a:pt x="1084" y="9"/>
                    <a:pt x="991" y="0"/>
                    <a:pt x="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3" name="Google Shape;5233;p41"/>
            <p:cNvSpPr/>
            <p:nvPr/>
          </p:nvSpPr>
          <p:spPr>
            <a:xfrm>
              <a:off x="6235019" y="4226437"/>
              <a:ext cx="31401" cy="78391"/>
            </a:xfrm>
            <a:custGeom>
              <a:avLst/>
              <a:gdLst/>
              <a:ahLst/>
              <a:cxnLst/>
              <a:rect l="l" t="t" r="r" b="b"/>
              <a:pathLst>
                <a:path w="280" h="699" extrusionOk="0">
                  <a:moveTo>
                    <a:pt x="172" y="1"/>
                  </a:moveTo>
                  <a:lnTo>
                    <a:pt x="0" y="672"/>
                  </a:lnTo>
                  <a:lnTo>
                    <a:pt x="112" y="699"/>
                  </a:lnTo>
                  <a:lnTo>
                    <a:pt x="280" y="32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4" name="Google Shape;5234;p41"/>
            <p:cNvSpPr/>
            <p:nvPr/>
          </p:nvSpPr>
          <p:spPr>
            <a:xfrm>
              <a:off x="6261148" y="4161614"/>
              <a:ext cx="38802" cy="13346"/>
            </a:xfrm>
            <a:custGeom>
              <a:avLst/>
              <a:gdLst/>
              <a:ahLst/>
              <a:cxnLst/>
              <a:rect l="l" t="t" r="r" b="b"/>
              <a:pathLst>
                <a:path w="346" h="119" extrusionOk="0">
                  <a:moveTo>
                    <a:pt x="31" y="0"/>
                  </a:moveTo>
                  <a:lnTo>
                    <a:pt x="1" y="119"/>
                  </a:lnTo>
                  <a:lnTo>
                    <a:pt x="346" y="11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1F2B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5" name="Google Shape;5235;p41"/>
            <p:cNvSpPr/>
            <p:nvPr/>
          </p:nvSpPr>
          <p:spPr>
            <a:xfrm>
              <a:off x="6182087" y="3985425"/>
              <a:ext cx="21195" cy="47775"/>
            </a:xfrm>
            <a:custGeom>
              <a:avLst/>
              <a:gdLst/>
              <a:ahLst/>
              <a:cxnLst/>
              <a:rect l="l" t="t" r="r" b="b"/>
              <a:pathLst>
                <a:path w="189" h="426" extrusionOk="0">
                  <a:moveTo>
                    <a:pt x="81" y="0"/>
                  </a:moveTo>
                  <a:lnTo>
                    <a:pt x="0" y="23"/>
                  </a:lnTo>
                  <a:lnTo>
                    <a:pt x="104" y="425"/>
                  </a:lnTo>
                  <a:lnTo>
                    <a:pt x="188" y="402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DB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6" name="Google Shape;5236;p41"/>
            <p:cNvSpPr/>
            <p:nvPr/>
          </p:nvSpPr>
          <p:spPr>
            <a:xfrm>
              <a:off x="6187246" y="4022771"/>
              <a:ext cx="25457" cy="31065"/>
            </a:xfrm>
            <a:custGeom>
              <a:avLst/>
              <a:gdLst/>
              <a:ahLst/>
              <a:cxnLst/>
              <a:rect l="l" t="t" r="r" b="b"/>
              <a:pathLst>
                <a:path w="227" h="277" extrusionOk="0">
                  <a:moveTo>
                    <a:pt x="170" y="0"/>
                  </a:moveTo>
                  <a:lnTo>
                    <a:pt x="0" y="46"/>
                  </a:lnTo>
                  <a:lnTo>
                    <a:pt x="62" y="276"/>
                  </a:lnTo>
                  <a:lnTo>
                    <a:pt x="227" y="235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FAFB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7" name="Google Shape;5237;p41"/>
            <p:cNvSpPr/>
            <p:nvPr/>
          </p:nvSpPr>
          <p:spPr>
            <a:xfrm>
              <a:off x="6129492" y="3965126"/>
              <a:ext cx="113379" cy="36336"/>
            </a:xfrm>
            <a:custGeom>
              <a:avLst/>
              <a:gdLst/>
              <a:ahLst/>
              <a:cxnLst/>
              <a:rect l="l" t="t" r="r" b="b"/>
              <a:pathLst>
                <a:path w="1011" h="324" extrusionOk="0">
                  <a:moveTo>
                    <a:pt x="52" y="1"/>
                  </a:moveTo>
                  <a:cubicBezTo>
                    <a:pt x="16" y="1"/>
                    <a:pt x="0" y="26"/>
                    <a:pt x="22" y="63"/>
                  </a:cubicBezTo>
                  <a:lnTo>
                    <a:pt x="144" y="261"/>
                  </a:lnTo>
                  <a:cubicBezTo>
                    <a:pt x="165" y="298"/>
                    <a:pt x="218" y="323"/>
                    <a:pt x="258" y="323"/>
                  </a:cubicBezTo>
                  <a:cubicBezTo>
                    <a:pt x="261" y="323"/>
                    <a:pt x="264" y="323"/>
                    <a:pt x="266" y="323"/>
                  </a:cubicBezTo>
                  <a:lnTo>
                    <a:pt x="929" y="266"/>
                  </a:lnTo>
                  <a:cubicBezTo>
                    <a:pt x="975" y="266"/>
                    <a:pt x="1010" y="224"/>
                    <a:pt x="1010" y="181"/>
                  </a:cubicBezTo>
                  <a:lnTo>
                    <a:pt x="1010" y="169"/>
                  </a:lnTo>
                  <a:cubicBezTo>
                    <a:pt x="1007" y="123"/>
                    <a:pt x="972" y="86"/>
                    <a:pt x="926" y="82"/>
                  </a:cubicBezTo>
                  <a:lnTo>
                    <a:pt x="59" y="1"/>
                  </a:lnTo>
                  <a:cubicBezTo>
                    <a:pt x="57" y="1"/>
                    <a:pt x="54" y="1"/>
                    <a:pt x="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8" name="Google Shape;5238;p41"/>
            <p:cNvSpPr/>
            <p:nvPr/>
          </p:nvSpPr>
          <p:spPr>
            <a:xfrm>
              <a:off x="6231094" y="4295186"/>
              <a:ext cx="54278" cy="27252"/>
            </a:xfrm>
            <a:custGeom>
              <a:avLst/>
              <a:gdLst/>
              <a:ahLst/>
              <a:cxnLst/>
              <a:rect l="l" t="t" r="r" b="b"/>
              <a:pathLst>
                <a:path w="484" h="243" extrusionOk="0">
                  <a:moveTo>
                    <a:pt x="32" y="1"/>
                  </a:moveTo>
                  <a:lnTo>
                    <a:pt x="0" y="116"/>
                  </a:lnTo>
                  <a:lnTo>
                    <a:pt x="453" y="243"/>
                  </a:lnTo>
                  <a:lnTo>
                    <a:pt x="483" y="128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9" name="Google Shape;5239;p41"/>
            <p:cNvSpPr/>
            <p:nvPr/>
          </p:nvSpPr>
          <p:spPr>
            <a:xfrm>
              <a:off x="6217749" y="4201540"/>
              <a:ext cx="72782" cy="72784"/>
            </a:xfrm>
            <a:custGeom>
              <a:avLst/>
              <a:gdLst/>
              <a:ahLst/>
              <a:cxnLst/>
              <a:rect l="l" t="t" r="r" b="b"/>
              <a:pathLst>
                <a:path w="649" h="649" extrusionOk="0">
                  <a:moveTo>
                    <a:pt x="399" y="47"/>
                  </a:moveTo>
                  <a:cubicBezTo>
                    <a:pt x="441" y="47"/>
                    <a:pt x="460" y="81"/>
                    <a:pt x="445" y="116"/>
                  </a:cubicBezTo>
                  <a:lnTo>
                    <a:pt x="418" y="177"/>
                  </a:lnTo>
                  <a:cubicBezTo>
                    <a:pt x="399" y="215"/>
                    <a:pt x="357" y="246"/>
                    <a:pt x="323" y="246"/>
                  </a:cubicBezTo>
                  <a:cubicBezTo>
                    <a:pt x="289" y="246"/>
                    <a:pt x="246" y="215"/>
                    <a:pt x="231" y="177"/>
                  </a:cubicBezTo>
                  <a:lnTo>
                    <a:pt x="204" y="116"/>
                  </a:lnTo>
                  <a:cubicBezTo>
                    <a:pt x="185" y="81"/>
                    <a:pt x="208" y="47"/>
                    <a:pt x="250" y="47"/>
                  </a:cubicBezTo>
                  <a:close/>
                  <a:moveTo>
                    <a:pt x="85" y="197"/>
                  </a:moveTo>
                  <a:cubicBezTo>
                    <a:pt x="94" y="197"/>
                    <a:pt x="102" y="199"/>
                    <a:pt x="112" y="204"/>
                  </a:cubicBezTo>
                  <a:lnTo>
                    <a:pt x="174" y="231"/>
                  </a:lnTo>
                  <a:cubicBezTo>
                    <a:pt x="211" y="250"/>
                    <a:pt x="243" y="288"/>
                    <a:pt x="243" y="323"/>
                  </a:cubicBezTo>
                  <a:cubicBezTo>
                    <a:pt x="243" y="357"/>
                    <a:pt x="211" y="399"/>
                    <a:pt x="174" y="418"/>
                  </a:cubicBezTo>
                  <a:lnTo>
                    <a:pt x="112" y="445"/>
                  </a:lnTo>
                  <a:cubicBezTo>
                    <a:pt x="103" y="449"/>
                    <a:pt x="94" y="450"/>
                    <a:pt x="87" y="450"/>
                  </a:cubicBezTo>
                  <a:cubicBezTo>
                    <a:pt x="61" y="450"/>
                    <a:pt x="43" y="432"/>
                    <a:pt x="43" y="399"/>
                  </a:cubicBezTo>
                  <a:lnTo>
                    <a:pt x="43" y="250"/>
                  </a:lnTo>
                  <a:cubicBezTo>
                    <a:pt x="43" y="218"/>
                    <a:pt x="60" y="197"/>
                    <a:pt x="85" y="197"/>
                  </a:cubicBezTo>
                  <a:close/>
                  <a:moveTo>
                    <a:pt x="555" y="202"/>
                  </a:moveTo>
                  <a:cubicBezTo>
                    <a:pt x="581" y="202"/>
                    <a:pt x="598" y="221"/>
                    <a:pt x="598" y="254"/>
                  </a:cubicBezTo>
                  <a:lnTo>
                    <a:pt x="598" y="406"/>
                  </a:lnTo>
                  <a:cubicBezTo>
                    <a:pt x="598" y="438"/>
                    <a:pt x="582" y="456"/>
                    <a:pt x="558" y="456"/>
                  </a:cubicBezTo>
                  <a:cubicBezTo>
                    <a:pt x="549" y="456"/>
                    <a:pt x="540" y="454"/>
                    <a:pt x="529" y="449"/>
                  </a:cubicBezTo>
                  <a:lnTo>
                    <a:pt x="472" y="422"/>
                  </a:lnTo>
                  <a:cubicBezTo>
                    <a:pt x="434" y="406"/>
                    <a:pt x="403" y="365"/>
                    <a:pt x="403" y="330"/>
                  </a:cubicBezTo>
                  <a:cubicBezTo>
                    <a:pt x="403" y="296"/>
                    <a:pt x="434" y="254"/>
                    <a:pt x="472" y="234"/>
                  </a:cubicBezTo>
                  <a:lnTo>
                    <a:pt x="529" y="208"/>
                  </a:lnTo>
                  <a:cubicBezTo>
                    <a:pt x="538" y="204"/>
                    <a:pt x="547" y="202"/>
                    <a:pt x="555" y="202"/>
                  </a:cubicBezTo>
                  <a:close/>
                  <a:moveTo>
                    <a:pt x="319" y="406"/>
                  </a:moveTo>
                  <a:cubicBezTo>
                    <a:pt x="353" y="406"/>
                    <a:pt x="395" y="438"/>
                    <a:pt x="411" y="475"/>
                  </a:cubicBezTo>
                  <a:lnTo>
                    <a:pt x="441" y="537"/>
                  </a:lnTo>
                  <a:cubicBezTo>
                    <a:pt x="457" y="576"/>
                    <a:pt x="437" y="606"/>
                    <a:pt x="395" y="606"/>
                  </a:cubicBezTo>
                  <a:lnTo>
                    <a:pt x="243" y="606"/>
                  </a:lnTo>
                  <a:cubicBezTo>
                    <a:pt x="200" y="606"/>
                    <a:pt x="181" y="576"/>
                    <a:pt x="200" y="537"/>
                  </a:cubicBezTo>
                  <a:lnTo>
                    <a:pt x="227" y="475"/>
                  </a:lnTo>
                  <a:cubicBezTo>
                    <a:pt x="243" y="438"/>
                    <a:pt x="284" y="406"/>
                    <a:pt x="319" y="406"/>
                  </a:cubicBezTo>
                  <a:close/>
                  <a:moveTo>
                    <a:pt x="323" y="1"/>
                  </a:moveTo>
                  <a:cubicBezTo>
                    <a:pt x="146" y="1"/>
                    <a:pt x="1" y="146"/>
                    <a:pt x="1" y="326"/>
                  </a:cubicBezTo>
                  <a:cubicBezTo>
                    <a:pt x="1" y="507"/>
                    <a:pt x="146" y="648"/>
                    <a:pt x="323" y="648"/>
                  </a:cubicBezTo>
                  <a:cubicBezTo>
                    <a:pt x="503" y="648"/>
                    <a:pt x="648" y="507"/>
                    <a:pt x="648" y="326"/>
                  </a:cubicBezTo>
                  <a:cubicBezTo>
                    <a:pt x="648" y="146"/>
                    <a:pt x="503" y="1"/>
                    <a:pt x="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0" name="Google Shape;5240;p41"/>
            <p:cNvSpPr/>
            <p:nvPr/>
          </p:nvSpPr>
          <p:spPr>
            <a:xfrm>
              <a:off x="6250046" y="4196829"/>
              <a:ext cx="8299" cy="5720"/>
            </a:xfrm>
            <a:custGeom>
              <a:avLst/>
              <a:gdLst/>
              <a:ahLst/>
              <a:cxnLst/>
              <a:rect l="l" t="t" r="r" b="b"/>
              <a:pathLst>
                <a:path w="74" h="51" extrusionOk="0">
                  <a:moveTo>
                    <a:pt x="36" y="1"/>
                  </a:moveTo>
                  <a:cubicBezTo>
                    <a:pt x="31" y="1"/>
                    <a:pt x="25" y="4"/>
                    <a:pt x="19" y="12"/>
                  </a:cubicBezTo>
                  <a:lnTo>
                    <a:pt x="1" y="50"/>
                  </a:lnTo>
                  <a:lnTo>
                    <a:pt x="73" y="50"/>
                  </a:lnTo>
                  <a:lnTo>
                    <a:pt x="54" y="12"/>
                  </a:lnTo>
                  <a:cubicBezTo>
                    <a:pt x="48" y="4"/>
                    <a:pt x="42" y="1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1" name="Google Shape;5241;p41"/>
            <p:cNvSpPr/>
            <p:nvPr/>
          </p:nvSpPr>
          <p:spPr>
            <a:xfrm>
              <a:off x="6240962" y="4198287"/>
              <a:ext cx="8299" cy="6392"/>
            </a:xfrm>
            <a:custGeom>
              <a:avLst/>
              <a:gdLst/>
              <a:ahLst/>
              <a:cxnLst/>
              <a:rect l="l" t="t" r="r" b="b"/>
              <a:pathLst>
                <a:path w="74" h="57" extrusionOk="0">
                  <a:moveTo>
                    <a:pt x="27" y="0"/>
                  </a:moveTo>
                  <a:cubicBezTo>
                    <a:pt x="20" y="0"/>
                    <a:pt x="15" y="6"/>
                    <a:pt x="13" y="18"/>
                  </a:cubicBezTo>
                  <a:lnTo>
                    <a:pt x="1" y="57"/>
                  </a:lnTo>
                  <a:lnTo>
                    <a:pt x="1" y="57"/>
                  </a:lnTo>
                  <a:lnTo>
                    <a:pt x="73" y="37"/>
                  </a:lnTo>
                  <a:lnTo>
                    <a:pt x="43" y="7"/>
                  </a:lnTo>
                  <a:cubicBezTo>
                    <a:pt x="37" y="2"/>
                    <a:pt x="32" y="0"/>
                    <a:pt x="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2" name="Google Shape;5242;p41"/>
            <p:cNvSpPr/>
            <p:nvPr/>
          </p:nvSpPr>
          <p:spPr>
            <a:xfrm>
              <a:off x="6232776" y="4202213"/>
              <a:ext cx="7514" cy="7177"/>
            </a:xfrm>
            <a:custGeom>
              <a:avLst/>
              <a:gdLst/>
              <a:ahLst/>
              <a:cxnLst/>
              <a:rect l="l" t="t" r="r" b="b"/>
              <a:pathLst>
                <a:path w="67" h="64" extrusionOk="0">
                  <a:moveTo>
                    <a:pt x="14" y="1"/>
                  </a:moveTo>
                  <a:cubicBezTo>
                    <a:pt x="6" y="1"/>
                    <a:pt x="1" y="8"/>
                    <a:pt x="1" y="22"/>
                  </a:cubicBezTo>
                  <a:lnTo>
                    <a:pt x="1" y="64"/>
                  </a:lnTo>
                  <a:lnTo>
                    <a:pt x="66" y="25"/>
                  </a:lnTo>
                  <a:lnTo>
                    <a:pt x="28" y="6"/>
                  </a:lnTo>
                  <a:cubicBezTo>
                    <a:pt x="23" y="2"/>
                    <a:pt x="18" y="1"/>
                    <a:pt x="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3" name="Google Shape;5243;p41"/>
            <p:cNvSpPr/>
            <p:nvPr/>
          </p:nvSpPr>
          <p:spPr>
            <a:xfrm>
              <a:off x="6224477" y="4208605"/>
              <a:ext cx="7626" cy="7177"/>
            </a:xfrm>
            <a:custGeom>
              <a:avLst/>
              <a:gdLst/>
              <a:ahLst/>
              <a:cxnLst/>
              <a:rect l="l" t="t" r="r" b="b"/>
              <a:pathLst>
                <a:path w="68" h="64" extrusionOk="0">
                  <a:moveTo>
                    <a:pt x="16" y="1"/>
                  </a:moveTo>
                  <a:cubicBezTo>
                    <a:pt x="6" y="1"/>
                    <a:pt x="0" y="11"/>
                    <a:pt x="6" y="26"/>
                  </a:cubicBezTo>
                  <a:lnTo>
                    <a:pt x="13" y="64"/>
                  </a:lnTo>
                  <a:lnTo>
                    <a:pt x="68" y="14"/>
                  </a:lnTo>
                  <a:lnTo>
                    <a:pt x="25" y="3"/>
                  </a:lnTo>
                  <a:cubicBezTo>
                    <a:pt x="22" y="1"/>
                    <a:pt x="19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4" name="Google Shape;5244;p41"/>
            <p:cNvSpPr/>
            <p:nvPr/>
          </p:nvSpPr>
          <p:spPr>
            <a:xfrm>
              <a:off x="6218197" y="4216680"/>
              <a:ext cx="7402" cy="72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23" y="0"/>
                  </a:moveTo>
                  <a:cubicBezTo>
                    <a:pt x="4" y="0"/>
                    <a:pt x="0" y="11"/>
                    <a:pt x="9" y="27"/>
                  </a:cubicBezTo>
                  <a:lnTo>
                    <a:pt x="32" y="6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5" name="Google Shape;5245;p41"/>
            <p:cNvSpPr/>
            <p:nvPr/>
          </p:nvSpPr>
          <p:spPr>
            <a:xfrm>
              <a:off x="6214384" y="4224755"/>
              <a:ext cx="6841" cy="8299"/>
            </a:xfrm>
            <a:custGeom>
              <a:avLst/>
              <a:gdLst/>
              <a:ahLst/>
              <a:cxnLst/>
              <a:rect l="l" t="t" r="r" b="b"/>
              <a:pathLst>
                <a:path w="61" h="74" extrusionOk="0">
                  <a:moveTo>
                    <a:pt x="61" y="1"/>
                  </a:moveTo>
                  <a:lnTo>
                    <a:pt x="20" y="12"/>
                  </a:lnTo>
                  <a:cubicBezTo>
                    <a:pt x="4" y="16"/>
                    <a:pt x="0" y="31"/>
                    <a:pt x="11" y="43"/>
                  </a:cubicBezTo>
                  <a:lnTo>
                    <a:pt x="43" y="73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6" name="Google Shape;5246;p41"/>
            <p:cNvSpPr/>
            <p:nvPr/>
          </p:nvSpPr>
          <p:spPr>
            <a:xfrm>
              <a:off x="6213039" y="4233727"/>
              <a:ext cx="6168" cy="8860"/>
            </a:xfrm>
            <a:custGeom>
              <a:avLst/>
              <a:gdLst/>
              <a:ahLst/>
              <a:cxnLst/>
              <a:rect l="l" t="t" r="r" b="b"/>
              <a:pathLst>
                <a:path w="55" h="79" extrusionOk="0">
                  <a:moveTo>
                    <a:pt x="55" y="1"/>
                  </a:moveTo>
                  <a:lnTo>
                    <a:pt x="16" y="24"/>
                  </a:lnTo>
                  <a:cubicBezTo>
                    <a:pt x="0" y="32"/>
                    <a:pt x="0" y="47"/>
                    <a:pt x="16" y="55"/>
                  </a:cubicBezTo>
                  <a:lnTo>
                    <a:pt x="55" y="7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7" name="Google Shape;5247;p41"/>
            <p:cNvSpPr/>
            <p:nvPr/>
          </p:nvSpPr>
          <p:spPr>
            <a:xfrm>
              <a:off x="6214384" y="4243260"/>
              <a:ext cx="6841" cy="8299"/>
            </a:xfrm>
            <a:custGeom>
              <a:avLst/>
              <a:gdLst/>
              <a:ahLst/>
              <a:cxnLst/>
              <a:rect l="l" t="t" r="r" b="b"/>
              <a:pathLst>
                <a:path w="61" h="74" extrusionOk="0">
                  <a:moveTo>
                    <a:pt x="43" y="0"/>
                  </a:moveTo>
                  <a:lnTo>
                    <a:pt x="11" y="31"/>
                  </a:lnTo>
                  <a:cubicBezTo>
                    <a:pt x="0" y="43"/>
                    <a:pt x="4" y="57"/>
                    <a:pt x="20" y="62"/>
                  </a:cubicBezTo>
                  <a:lnTo>
                    <a:pt x="61" y="7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8" name="Google Shape;5248;p41"/>
            <p:cNvSpPr/>
            <p:nvPr/>
          </p:nvSpPr>
          <p:spPr>
            <a:xfrm>
              <a:off x="6218197" y="4251783"/>
              <a:ext cx="7850" cy="7514"/>
            </a:xfrm>
            <a:custGeom>
              <a:avLst/>
              <a:gdLst/>
              <a:ahLst/>
              <a:cxnLst/>
              <a:rect l="l" t="t" r="r" b="b"/>
              <a:pathLst>
                <a:path w="70" h="67" extrusionOk="0">
                  <a:moveTo>
                    <a:pt x="32" y="1"/>
                  </a:moveTo>
                  <a:lnTo>
                    <a:pt x="12" y="39"/>
                  </a:lnTo>
                  <a:cubicBezTo>
                    <a:pt x="0" y="55"/>
                    <a:pt x="9" y="66"/>
                    <a:pt x="27" y="66"/>
                  </a:cubicBezTo>
                  <a:lnTo>
                    <a:pt x="69" y="66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9" name="Google Shape;5249;p41"/>
            <p:cNvSpPr/>
            <p:nvPr/>
          </p:nvSpPr>
          <p:spPr>
            <a:xfrm>
              <a:off x="6224701" y="4259970"/>
              <a:ext cx="7850" cy="7514"/>
            </a:xfrm>
            <a:custGeom>
              <a:avLst/>
              <a:gdLst/>
              <a:ahLst/>
              <a:cxnLst/>
              <a:rect l="l" t="t" r="r" b="b"/>
              <a:pathLst>
                <a:path w="70" h="67" extrusionOk="0">
                  <a:moveTo>
                    <a:pt x="15" y="0"/>
                  </a:moveTo>
                  <a:lnTo>
                    <a:pt x="4" y="43"/>
                  </a:lnTo>
                  <a:cubicBezTo>
                    <a:pt x="1" y="56"/>
                    <a:pt x="9" y="66"/>
                    <a:pt x="21" y="66"/>
                  </a:cubicBezTo>
                  <a:cubicBezTo>
                    <a:pt x="23" y="66"/>
                    <a:pt x="25" y="66"/>
                    <a:pt x="27" y="66"/>
                  </a:cubicBezTo>
                  <a:lnTo>
                    <a:pt x="69" y="5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0" name="Google Shape;5250;p41"/>
            <p:cNvSpPr/>
            <p:nvPr/>
          </p:nvSpPr>
          <p:spPr>
            <a:xfrm>
              <a:off x="6233224" y="4266475"/>
              <a:ext cx="7402" cy="7177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1" y="0"/>
                  </a:moveTo>
                  <a:lnTo>
                    <a:pt x="1" y="43"/>
                  </a:lnTo>
                  <a:cubicBezTo>
                    <a:pt x="1" y="56"/>
                    <a:pt x="6" y="63"/>
                    <a:pt x="14" y="63"/>
                  </a:cubicBezTo>
                  <a:cubicBezTo>
                    <a:pt x="18" y="63"/>
                    <a:pt x="22" y="61"/>
                    <a:pt x="27" y="57"/>
                  </a:cubicBezTo>
                  <a:lnTo>
                    <a:pt x="66" y="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1" name="Google Shape;5251;p41"/>
            <p:cNvSpPr/>
            <p:nvPr/>
          </p:nvSpPr>
          <p:spPr>
            <a:xfrm>
              <a:off x="6241411" y="4270737"/>
              <a:ext cx="8187" cy="6729"/>
            </a:xfrm>
            <a:custGeom>
              <a:avLst/>
              <a:gdLst/>
              <a:ahLst/>
              <a:cxnLst/>
              <a:rect l="l" t="t" r="r" b="b"/>
              <a:pathLst>
                <a:path w="73" h="60" extrusionOk="0">
                  <a:moveTo>
                    <a:pt x="0" y="1"/>
                  </a:moveTo>
                  <a:lnTo>
                    <a:pt x="12" y="42"/>
                  </a:lnTo>
                  <a:cubicBezTo>
                    <a:pt x="14" y="54"/>
                    <a:pt x="21" y="60"/>
                    <a:pt x="28" y="60"/>
                  </a:cubicBezTo>
                  <a:cubicBezTo>
                    <a:pt x="33" y="60"/>
                    <a:pt x="38" y="57"/>
                    <a:pt x="43" y="51"/>
                  </a:cubicBezTo>
                  <a:lnTo>
                    <a:pt x="73" y="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2" name="Google Shape;5252;p41"/>
            <p:cNvSpPr/>
            <p:nvPr/>
          </p:nvSpPr>
          <p:spPr>
            <a:xfrm>
              <a:off x="6250494" y="4273316"/>
              <a:ext cx="8635" cy="5271"/>
            </a:xfrm>
            <a:custGeom>
              <a:avLst/>
              <a:gdLst/>
              <a:ahLst/>
              <a:cxnLst/>
              <a:rect l="l" t="t" r="r" b="b"/>
              <a:pathLst>
                <a:path w="77" h="47" extrusionOk="0">
                  <a:moveTo>
                    <a:pt x="0" y="1"/>
                  </a:moveTo>
                  <a:lnTo>
                    <a:pt x="23" y="35"/>
                  </a:lnTo>
                  <a:cubicBezTo>
                    <a:pt x="27" y="43"/>
                    <a:pt x="33" y="47"/>
                    <a:pt x="38" y="47"/>
                  </a:cubicBezTo>
                  <a:cubicBezTo>
                    <a:pt x="44" y="47"/>
                    <a:pt x="50" y="43"/>
                    <a:pt x="54" y="35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3" name="Google Shape;5253;p41"/>
            <p:cNvSpPr/>
            <p:nvPr/>
          </p:nvSpPr>
          <p:spPr>
            <a:xfrm>
              <a:off x="6259466" y="4270737"/>
              <a:ext cx="8187" cy="6392"/>
            </a:xfrm>
            <a:custGeom>
              <a:avLst/>
              <a:gdLst/>
              <a:ahLst/>
              <a:cxnLst/>
              <a:rect l="l" t="t" r="r" b="b"/>
              <a:pathLst>
                <a:path w="73" h="57" extrusionOk="0">
                  <a:moveTo>
                    <a:pt x="73" y="1"/>
                  </a:moveTo>
                  <a:lnTo>
                    <a:pt x="0" y="19"/>
                  </a:lnTo>
                  <a:lnTo>
                    <a:pt x="31" y="51"/>
                  </a:lnTo>
                  <a:cubicBezTo>
                    <a:pt x="37" y="55"/>
                    <a:pt x="43" y="57"/>
                    <a:pt x="47" y="57"/>
                  </a:cubicBezTo>
                  <a:cubicBezTo>
                    <a:pt x="55" y="57"/>
                    <a:pt x="61" y="52"/>
                    <a:pt x="65" y="42"/>
                  </a:cubicBezTo>
                  <a:lnTo>
                    <a:pt x="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4" name="Google Shape;5254;p41"/>
            <p:cNvSpPr/>
            <p:nvPr/>
          </p:nvSpPr>
          <p:spPr>
            <a:xfrm>
              <a:off x="6268549" y="4266026"/>
              <a:ext cx="7402" cy="72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1"/>
                  </a:moveTo>
                  <a:lnTo>
                    <a:pt x="0" y="38"/>
                  </a:lnTo>
                  <a:lnTo>
                    <a:pt x="38" y="61"/>
                  </a:lnTo>
                  <a:cubicBezTo>
                    <a:pt x="42" y="64"/>
                    <a:pt x="46" y="65"/>
                    <a:pt x="50" y="65"/>
                  </a:cubicBezTo>
                  <a:cubicBezTo>
                    <a:pt x="59" y="65"/>
                    <a:pt x="65" y="57"/>
                    <a:pt x="65" y="47"/>
                  </a:cubicBezTo>
                  <a:lnTo>
                    <a:pt x="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5" name="Google Shape;5255;p41"/>
            <p:cNvSpPr/>
            <p:nvPr/>
          </p:nvSpPr>
          <p:spPr>
            <a:xfrm>
              <a:off x="6276624" y="4259522"/>
              <a:ext cx="7850" cy="7514"/>
            </a:xfrm>
            <a:custGeom>
              <a:avLst/>
              <a:gdLst/>
              <a:ahLst/>
              <a:cxnLst/>
              <a:rect l="l" t="t" r="r" b="b"/>
              <a:pathLst>
                <a:path w="70" h="67" extrusionOk="0">
                  <a:moveTo>
                    <a:pt x="54" y="1"/>
                  </a:moveTo>
                  <a:lnTo>
                    <a:pt x="1" y="55"/>
                  </a:lnTo>
                  <a:lnTo>
                    <a:pt x="43" y="66"/>
                  </a:lnTo>
                  <a:cubicBezTo>
                    <a:pt x="45" y="67"/>
                    <a:pt x="47" y="67"/>
                    <a:pt x="49" y="67"/>
                  </a:cubicBezTo>
                  <a:cubicBezTo>
                    <a:pt x="61" y="67"/>
                    <a:pt x="69" y="57"/>
                    <a:pt x="66" y="43"/>
                  </a:cubicBezTo>
                  <a:lnTo>
                    <a:pt x="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6" name="Google Shape;5256;p41"/>
            <p:cNvSpPr/>
            <p:nvPr/>
          </p:nvSpPr>
          <p:spPr>
            <a:xfrm>
              <a:off x="6283016" y="4251447"/>
              <a:ext cx="7850" cy="7402"/>
            </a:xfrm>
            <a:custGeom>
              <a:avLst/>
              <a:gdLst/>
              <a:ahLst/>
              <a:cxnLst/>
              <a:rect l="l" t="t" r="r" b="b"/>
              <a:pathLst>
                <a:path w="70" h="66" extrusionOk="0">
                  <a:moveTo>
                    <a:pt x="39" y="0"/>
                  </a:moveTo>
                  <a:lnTo>
                    <a:pt x="1" y="65"/>
                  </a:lnTo>
                  <a:lnTo>
                    <a:pt x="43" y="65"/>
                  </a:lnTo>
                  <a:cubicBezTo>
                    <a:pt x="62" y="65"/>
                    <a:pt x="70" y="53"/>
                    <a:pt x="59" y="39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7" name="Google Shape;5257;p41"/>
            <p:cNvSpPr/>
            <p:nvPr/>
          </p:nvSpPr>
          <p:spPr>
            <a:xfrm>
              <a:off x="6287389" y="4242475"/>
              <a:ext cx="7402" cy="8187"/>
            </a:xfrm>
            <a:custGeom>
              <a:avLst/>
              <a:gdLst/>
              <a:ahLst/>
              <a:cxnLst/>
              <a:rect l="l" t="t" r="r" b="b"/>
              <a:pathLst>
                <a:path w="66" h="73" extrusionOk="0">
                  <a:moveTo>
                    <a:pt x="20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43" y="64"/>
                  </a:lnTo>
                  <a:cubicBezTo>
                    <a:pt x="62" y="57"/>
                    <a:pt x="66" y="46"/>
                    <a:pt x="50" y="3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8" name="Google Shape;5258;p41"/>
            <p:cNvSpPr/>
            <p:nvPr/>
          </p:nvSpPr>
          <p:spPr>
            <a:xfrm>
              <a:off x="6289520" y="4233391"/>
              <a:ext cx="6168" cy="8187"/>
            </a:xfrm>
            <a:custGeom>
              <a:avLst/>
              <a:gdLst/>
              <a:ahLst/>
              <a:cxnLst/>
              <a:rect l="l" t="t" r="r" b="b"/>
              <a:pathLst>
                <a:path w="55" h="73" extrusionOk="0">
                  <a:moveTo>
                    <a:pt x="1" y="0"/>
                  </a:moveTo>
                  <a:lnTo>
                    <a:pt x="1" y="73"/>
                  </a:lnTo>
                  <a:lnTo>
                    <a:pt x="39" y="53"/>
                  </a:lnTo>
                  <a:cubicBezTo>
                    <a:pt x="54" y="42"/>
                    <a:pt x="54" y="30"/>
                    <a:pt x="39" y="1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9" name="Google Shape;5259;p41"/>
            <p:cNvSpPr/>
            <p:nvPr/>
          </p:nvSpPr>
          <p:spPr>
            <a:xfrm>
              <a:off x="6287389" y="4224418"/>
              <a:ext cx="7065" cy="8187"/>
            </a:xfrm>
            <a:custGeom>
              <a:avLst/>
              <a:gdLst/>
              <a:ahLst/>
              <a:cxnLst/>
              <a:rect l="l" t="t" r="r" b="b"/>
              <a:pathLst>
                <a:path w="63" h="73" extrusionOk="0">
                  <a:moveTo>
                    <a:pt x="0" y="0"/>
                  </a:moveTo>
                  <a:lnTo>
                    <a:pt x="20" y="73"/>
                  </a:lnTo>
                  <a:lnTo>
                    <a:pt x="50" y="42"/>
                  </a:lnTo>
                  <a:cubicBezTo>
                    <a:pt x="62" y="30"/>
                    <a:pt x="58" y="15"/>
                    <a:pt x="43" y="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60" name="Google Shape;5260;p41"/>
            <p:cNvSpPr/>
            <p:nvPr/>
          </p:nvSpPr>
          <p:spPr>
            <a:xfrm>
              <a:off x="6282679" y="4216119"/>
              <a:ext cx="7850" cy="7402"/>
            </a:xfrm>
            <a:custGeom>
              <a:avLst/>
              <a:gdLst/>
              <a:ahLst/>
              <a:cxnLst/>
              <a:rect l="l" t="t" r="r" b="b"/>
              <a:pathLst>
                <a:path w="70" h="66" extrusionOk="0">
                  <a:moveTo>
                    <a:pt x="0" y="1"/>
                  </a:moveTo>
                  <a:lnTo>
                    <a:pt x="39" y="66"/>
                  </a:lnTo>
                  <a:lnTo>
                    <a:pt x="62" y="28"/>
                  </a:lnTo>
                  <a:cubicBezTo>
                    <a:pt x="69" y="13"/>
                    <a:pt x="62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61" name="Google Shape;5261;p41"/>
            <p:cNvSpPr/>
            <p:nvPr/>
          </p:nvSpPr>
          <p:spPr>
            <a:xfrm>
              <a:off x="6276287" y="4208269"/>
              <a:ext cx="7738" cy="7514"/>
            </a:xfrm>
            <a:custGeom>
              <a:avLst/>
              <a:gdLst/>
              <a:ahLst/>
              <a:cxnLst/>
              <a:rect l="l" t="t" r="r" b="b"/>
              <a:pathLst>
                <a:path w="69" h="67" extrusionOk="0">
                  <a:moveTo>
                    <a:pt x="49" y="1"/>
                  </a:moveTo>
                  <a:cubicBezTo>
                    <a:pt x="47" y="1"/>
                    <a:pt x="45" y="1"/>
                    <a:pt x="42" y="2"/>
                  </a:cubicBezTo>
                  <a:lnTo>
                    <a:pt x="0" y="14"/>
                  </a:lnTo>
                  <a:lnTo>
                    <a:pt x="53" y="67"/>
                  </a:lnTo>
                  <a:lnTo>
                    <a:pt x="65" y="25"/>
                  </a:lnTo>
                  <a:cubicBezTo>
                    <a:pt x="69" y="9"/>
                    <a:pt x="60" y="1"/>
                    <a:pt x="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62" name="Google Shape;5262;p41"/>
            <p:cNvSpPr/>
            <p:nvPr/>
          </p:nvSpPr>
          <p:spPr>
            <a:xfrm>
              <a:off x="6268101" y="4202100"/>
              <a:ext cx="7289" cy="72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50" y="0"/>
                  </a:moveTo>
                  <a:cubicBezTo>
                    <a:pt x="46" y="0"/>
                    <a:pt x="42" y="1"/>
                    <a:pt x="38" y="3"/>
                  </a:cubicBezTo>
                  <a:lnTo>
                    <a:pt x="0" y="26"/>
                  </a:lnTo>
                  <a:lnTo>
                    <a:pt x="65" y="65"/>
                  </a:lnTo>
                  <a:lnTo>
                    <a:pt x="65" y="19"/>
                  </a:lnTo>
                  <a:cubicBezTo>
                    <a:pt x="65" y="7"/>
                    <a:pt x="59" y="0"/>
                    <a:pt x="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63" name="Google Shape;5263;p41"/>
            <p:cNvSpPr/>
            <p:nvPr/>
          </p:nvSpPr>
          <p:spPr>
            <a:xfrm>
              <a:off x="6259017" y="4198175"/>
              <a:ext cx="8299" cy="6505"/>
            </a:xfrm>
            <a:custGeom>
              <a:avLst/>
              <a:gdLst/>
              <a:ahLst/>
              <a:cxnLst/>
              <a:rect l="l" t="t" r="r" b="b"/>
              <a:pathLst>
                <a:path w="74" h="58" extrusionOk="0">
                  <a:moveTo>
                    <a:pt x="46" y="1"/>
                  </a:moveTo>
                  <a:cubicBezTo>
                    <a:pt x="41" y="1"/>
                    <a:pt x="36" y="3"/>
                    <a:pt x="31" y="8"/>
                  </a:cubicBezTo>
                  <a:lnTo>
                    <a:pt x="1" y="38"/>
                  </a:lnTo>
                  <a:lnTo>
                    <a:pt x="73" y="58"/>
                  </a:lnTo>
                  <a:lnTo>
                    <a:pt x="62" y="15"/>
                  </a:lnTo>
                  <a:cubicBezTo>
                    <a:pt x="60" y="6"/>
                    <a:pt x="53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64" name="Google Shape;5264;p41"/>
            <p:cNvSpPr/>
            <p:nvPr/>
          </p:nvSpPr>
          <p:spPr>
            <a:xfrm>
              <a:off x="6240177" y="4221839"/>
              <a:ext cx="28485" cy="28485"/>
            </a:xfrm>
            <a:custGeom>
              <a:avLst/>
              <a:gdLst/>
              <a:ahLst/>
              <a:cxnLst/>
              <a:rect l="l" t="t" r="r" b="b"/>
              <a:pathLst>
                <a:path w="254" h="254" extrusionOk="0">
                  <a:moveTo>
                    <a:pt x="126" y="0"/>
                  </a:moveTo>
                  <a:cubicBezTo>
                    <a:pt x="57" y="0"/>
                    <a:pt x="0" y="57"/>
                    <a:pt x="0" y="126"/>
                  </a:cubicBezTo>
                  <a:cubicBezTo>
                    <a:pt x="0" y="195"/>
                    <a:pt x="57" y="253"/>
                    <a:pt x="126" y="253"/>
                  </a:cubicBezTo>
                  <a:cubicBezTo>
                    <a:pt x="195" y="253"/>
                    <a:pt x="253" y="195"/>
                    <a:pt x="253" y="126"/>
                  </a:cubicBezTo>
                  <a:cubicBezTo>
                    <a:pt x="253" y="57"/>
                    <a:pt x="19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5265" name="Google Shape;5265;p41"/>
            <p:cNvGrpSpPr/>
            <p:nvPr/>
          </p:nvGrpSpPr>
          <p:grpSpPr>
            <a:xfrm>
              <a:off x="6038096" y="3979369"/>
              <a:ext cx="465619" cy="269610"/>
              <a:chOff x="6038096" y="3979369"/>
              <a:chExt cx="465619" cy="269610"/>
            </a:xfrm>
          </p:grpSpPr>
          <p:sp>
            <p:nvSpPr>
              <p:cNvPr id="5266" name="Google Shape;5266;p41"/>
              <p:cNvSpPr/>
              <p:nvPr/>
            </p:nvSpPr>
            <p:spPr>
              <a:xfrm>
                <a:off x="6189825" y="4023669"/>
                <a:ext cx="68521" cy="211174"/>
              </a:xfrm>
              <a:custGeom>
                <a:avLst/>
                <a:gdLst/>
                <a:ahLst/>
                <a:cxnLst/>
                <a:rect l="l" t="t" r="r" b="b"/>
                <a:pathLst>
                  <a:path w="611" h="1883" extrusionOk="0">
                    <a:moveTo>
                      <a:pt x="124" y="0"/>
                    </a:moveTo>
                    <a:lnTo>
                      <a:pt x="0" y="31"/>
                    </a:lnTo>
                    <a:lnTo>
                      <a:pt x="487" y="1882"/>
                    </a:lnTo>
                    <a:lnTo>
                      <a:pt x="610" y="1851"/>
                    </a:lnTo>
                    <a:lnTo>
                      <a:pt x="12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67" name="Google Shape;5267;p41"/>
              <p:cNvSpPr/>
              <p:nvPr/>
            </p:nvSpPr>
            <p:spPr>
              <a:xfrm>
                <a:off x="6205301" y="4012453"/>
                <a:ext cx="222720" cy="65494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584" extrusionOk="0">
                    <a:moveTo>
                      <a:pt x="1955" y="0"/>
                    </a:moveTo>
                    <a:lnTo>
                      <a:pt x="0" y="460"/>
                    </a:lnTo>
                    <a:lnTo>
                      <a:pt x="32" y="583"/>
                    </a:lnTo>
                    <a:lnTo>
                      <a:pt x="1986" y="123"/>
                    </a:lnTo>
                    <a:lnTo>
                      <a:pt x="195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68" name="Google Shape;5268;p41"/>
              <p:cNvSpPr/>
              <p:nvPr/>
            </p:nvSpPr>
            <p:spPr>
              <a:xfrm>
                <a:off x="6038096" y="4064491"/>
                <a:ext cx="172030" cy="179324"/>
              </a:xfrm>
              <a:custGeom>
                <a:avLst/>
                <a:gdLst/>
                <a:ahLst/>
                <a:cxnLst/>
                <a:rect l="l" t="t" r="r" b="b"/>
                <a:pathLst>
                  <a:path w="1534" h="1599" extrusionOk="0">
                    <a:moveTo>
                      <a:pt x="1442" y="1"/>
                    </a:moveTo>
                    <a:lnTo>
                      <a:pt x="1" y="1513"/>
                    </a:lnTo>
                    <a:lnTo>
                      <a:pt x="93" y="1598"/>
                    </a:lnTo>
                    <a:lnTo>
                      <a:pt x="1534" y="84"/>
                    </a:lnTo>
                    <a:lnTo>
                      <a:pt x="144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69" name="Google Shape;5269;p41"/>
              <p:cNvSpPr/>
              <p:nvPr/>
            </p:nvSpPr>
            <p:spPr>
              <a:xfrm>
                <a:off x="6055702" y="4228568"/>
                <a:ext cx="194908" cy="20411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82" extrusionOk="0">
                    <a:moveTo>
                      <a:pt x="5" y="1"/>
                    </a:moveTo>
                    <a:lnTo>
                      <a:pt x="1" y="128"/>
                    </a:lnTo>
                    <a:lnTo>
                      <a:pt x="1734" y="181"/>
                    </a:lnTo>
                    <a:lnTo>
                      <a:pt x="1737" y="55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70" name="Google Shape;5270;p41"/>
              <p:cNvSpPr/>
              <p:nvPr/>
            </p:nvSpPr>
            <p:spPr>
              <a:xfrm>
                <a:off x="6256886" y="4012902"/>
                <a:ext cx="173264" cy="231697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2066" extrusionOk="0">
                    <a:moveTo>
                      <a:pt x="1445" y="1"/>
                    </a:moveTo>
                    <a:lnTo>
                      <a:pt x="0" y="1993"/>
                    </a:lnTo>
                    <a:lnTo>
                      <a:pt x="104" y="2065"/>
                    </a:lnTo>
                    <a:lnTo>
                      <a:pt x="1544" y="73"/>
                    </a:lnTo>
                    <a:lnTo>
                      <a:pt x="144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71" name="Google Shape;5271;p41"/>
              <p:cNvSpPr/>
              <p:nvPr/>
            </p:nvSpPr>
            <p:spPr>
              <a:xfrm>
                <a:off x="6409849" y="3979369"/>
                <a:ext cx="93865" cy="258388"/>
              </a:xfrm>
              <a:custGeom>
                <a:avLst/>
                <a:gdLst/>
                <a:ahLst/>
                <a:cxnLst/>
                <a:rect l="l" t="t" r="r" b="b"/>
                <a:pathLst>
                  <a:path w="837" h="2304" extrusionOk="0">
                    <a:moveTo>
                      <a:pt x="120" y="1"/>
                    </a:moveTo>
                    <a:lnTo>
                      <a:pt x="1" y="39"/>
                    </a:lnTo>
                    <a:lnTo>
                      <a:pt x="714" y="2304"/>
                    </a:lnTo>
                    <a:lnTo>
                      <a:pt x="836" y="2265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5272" name="Google Shape;5272;p41"/>
            <p:cNvSpPr/>
            <p:nvPr/>
          </p:nvSpPr>
          <p:spPr>
            <a:xfrm>
              <a:off x="6268886" y="4257391"/>
              <a:ext cx="23775" cy="21196"/>
            </a:xfrm>
            <a:custGeom>
              <a:avLst/>
              <a:gdLst/>
              <a:ahLst/>
              <a:cxnLst/>
              <a:rect l="l" t="t" r="r" b="b"/>
              <a:pathLst>
                <a:path w="212" h="189" extrusionOk="0">
                  <a:moveTo>
                    <a:pt x="39" y="0"/>
                  </a:moveTo>
                  <a:lnTo>
                    <a:pt x="1" y="143"/>
                  </a:lnTo>
                  <a:lnTo>
                    <a:pt x="173" y="189"/>
                  </a:lnTo>
                  <a:lnTo>
                    <a:pt x="211" y="4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3" name="Google Shape;5273;p41"/>
            <p:cNvSpPr/>
            <p:nvPr/>
          </p:nvSpPr>
          <p:spPr>
            <a:xfrm>
              <a:off x="6261817" y="4266924"/>
              <a:ext cx="29046" cy="29270"/>
            </a:xfrm>
            <a:custGeom>
              <a:avLst/>
              <a:gdLst/>
              <a:ahLst/>
              <a:cxnLst/>
              <a:rect l="l" t="t" r="r" b="b"/>
              <a:pathLst>
                <a:path w="259" h="261" extrusionOk="0">
                  <a:moveTo>
                    <a:pt x="59" y="0"/>
                  </a:moveTo>
                  <a:lnTo>
                    <a:pt x="1" y="207"/>
                  </a:lnTo>
                  <a:lnTo>
                    <a:pt x="200" y="260"/>
                  </a:lnTo>
                  <a:lnTo>
                    <a:pt x="258" y="58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4" name="Google Shape;5274;p41"/>
            <p:cNvSpPr/>
            <p:nvPr/>
          </p:nvSpPr>
          <p:spPr>
            <a:xfrm>
              <a:off x="6255989" y="4294849"/>
              <a:ext cx="67623" cy="25457"/>
            </a:xfrm>
            <a:custGeom>
              <a:avLst/>
              <a:gdLst/>
              <a:ahLst/>
              <a:cxnLst/>
              <a:rect l="l" t="t" r="r" b="b"/>
              <a:pathLst>
                <a:path w="603" h="227" extrusionOk="0">
                  <a:moveTo>
                    <a:pt x="12" y="0"/>
                  </a:moveTo>
                  <a:lnTo>
                    <a:pt x="8" y="11"/>
                  </a:lnTo>
                  <a:cubicBezTo>
                    <a:pt x="1" y="31"/>
                    <a:pt x="12" y="54"/>
                    <a:pt x="35" y="57"/>
                  </a:cubicBezTo>
                  <a:cubicBezTo>
                    <a:pt x="104" y="80"/>
                    <a:pt x="250" y="123"/>
                    <a:pt x="250" y="123"/>
                  </a:cubicBezTo>
                  <a:lnTo>
                    <a:pt x="591" y="226"/>
                  </a:lnTo>
                  <a:lnTo>
                    <a:pt x="602" y="17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5" name="Google Shape;5275;p41"/>
            <p:cNvSpPr/>
            <p:nvPr/>
          </p:nvSpPr>
          <p:spPr>
            <a:xfrm>
              <a:off x="6257223" y="4277129"/>
              <a:ext cx="68969" cy="37569"/>
            </a:xfrm>
            <a:custGeom>
              <a:avLst/>
              <a:gdLst/>
              <a:ahLst/>
              <a:cxnLst/>
              <a:rect l="l" t="t" r="r" b="b"/>
              <a:pathLst>
                <a:path w="615" h="335" extrusionOk="0">
                  <a:moveTo>
                    <a:pt x="74" y="0"/>
                  </a:moveTo>
                  <a:cubicBezTo>
                    <a:pt x="58" y="0"/>
                    <a:pt x="43" y="11"/>
                    <a:pt x="40" y="28"/>
                  </a:cubicBezTo>
                  <a:lnTo>
                    <a:pt x="17" y="100"/>
                  </a:lnTo>
                  <a:lnTo>
                    <a:pt x="1" y="158"/>
                  </a:lnTo>
                  <a:lnTo>
                    <a:pt x="591" y="335"/>
                  </a:lnTo>
                  <a:cubicBezTo>
                    <a:pt x="614" y="261"/>
                    <a:pt x="565" y="208"/>
                    <a:pt x="492" y="185"/>
                  </a:cubicBezTo>
                  <a:lnTo>
                    <a:pt x="419" y="162"/>
                  </a:lnTo>
                  <a:cubicBezTo>
                    <a:pt x="411" y="162"/>
                    <a:pt x="404" y="158"/>
                    <a:pt x="400" y="155"/>
                  </a:cubicBezTo>
                  <a:lnTo>
                    <a:pt x="392" y="155"/>
                  </a:lnTo>
                  <a:cubicBezTo>
                    <a:pt x="377" y="146"/>
                    <a:pt x="369" y="139"/>
                    <a:pt x="365" y="132"/>
                  </a:cubicBezTo>
                  <a:cubicBezTo>
                    <a:pt x="361" y="128"/>
                    <a:pt x="361" y="128"/>
                    <a:pt x="361" y="123"/>
                  </a:cubicBezTo>
                  <a:cubicBezTo>
                    <a:pt x="358" y="116"/>
                    <a:pt x="358" y="105"/>
                    <a:pt x="361" y="97"/>
                  </a:cubicBezTo>
                  <a:lnTo>
                    <a:pt x="361" y="93"/>
                  </a:lnTo>
                  <a:lnTo>
                    <a:pt x="220" y="40"/>
                  </a:lnTo>
                  <a:lnTo>
                    <a:pt x="216" y="47"/>
                  </a:lnTo>
                  <a:cubicBezTo>
                    <a:pt x="207" y="78"/>
                    <a:pt x="180" y="96"/>
                    <a:pt x="151" y="96"/>
                  </a:cubicBezTo>
                  <a:cubicBezTo>
                    <a:pt x="143" y="96"/>
                    <a:pt x="135" y="95"/>
                    <a:pt x="128" y="93"/>
                  </a:cubicBezTo>
                  <a:cubicBezTo>
                    <a:pt x="89" y="82"/>
                    <a:pt x="66" y="43"/>
                    <a:pt x="78" y="5"/>
                  </a:cubicBezTo>
                  <a:lnTo>
                    <a:pt x="82" y="1"/>
                  </a:lnTo>
                  <a:cubicBezTo>
                    <a:pt x="79" y="1"/>
                    <a:pt x="77" y="0"/>
                    <a:pt x="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6" name="Google Shape;5276;p41"/>
            <p:cNvSpPr/>
            <p:nvPr/>
          </p:nvSpPr>
          <p:spPr>
            <a:xfrm>
              <a:off x="6133081" y="3908490"/>
              <a:ext cx="74464" cy="66279"/>
            </a:xfrm>
            <a:custGeom>
              <a:avLst/>
              <a:gdLst/>
              <a:ahLst/>
              <a:cxnLst/>
              <a:rect l="l" t="t" r="r" b="b"/>
              <a:pathLst>
                <a:path w="664" h="591" extrusionOk="0">
                  <a:moveTo>
                    <a:pt x="239" y="0"/>
                  </a:moveTo>
                  <a:cubicBezTo>
                    <a:pt x="108" y="0"/>
                    <a:pt x="1" y="108"/>
                    <a:pt x="1" y="242"/>
                  </a:cubicBezTo>
                  <a:lnTo>
                    <a:pt x="1" y="349"/>
                  </a:lnTo>
                  <a:cubicBezTo>
                    <a:pt x="1" y="483"/>
                    <a:pt x="108" y="591"/>
                    <a:pt x="239" y="591"/>
                  </a:cubicBezTo>
                  <a:lnTo>
                    <a:pt x="664" y="59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7" name="Google Shape;5277;p41"/>
            <p:cNvSpPr/>
            <p:nvPr/>
          </p:nvSpPr>
          <p:spPr>
            <a:xfrm>
              <a:off x="6140370" y="3916116"/>
              <a:ext cx="169900" cy="353825"/>
            </a:xfrm>
            <a:custGeom>
              <a:avLst/>
              <a:gdLst/>
              <a:ahLst/>
              <a:cxnLst/>
              <a:rect l="l" t="t" r="r" b="b"/>
              <a:pathLst>
                <a:path w="1515" h="3155" extrusionOk="0">
                  <a:moveTo>
                    <a:pt x="282" y="1"/>
                  </a:moveTo>
                  <a:cubicBezTo>
                    <a:pt x="227" y="1"/>
                    <a:pt x="223" y="60"/>
                    <a:pt x="205" y="60"/>
                  </a:cubicBezTo>
                  <a:cubicBezTo>
                    <a:pt x="203" y="60"/>
                    <a:pt x="202" y="60"/>
                    <a:pt x="200" y="59"/>
                  </a:cubicBezTo>
                  <a:lnTo>
                    <a:pt x="8" y="454"/>
                  </a:lnTo>
                  <a:cubicBezTo>
                    <a:pt x="1" y="454"/>
                    <a:pt x="208" y="629"/>
                    <a:pt x="464" y="890"/>
                  </a:cubicBezTo>
                  <a:cubicBezTo>
                    <a:pt x="683" y="1117"/>
                    <a:pt x="836" y="1292"/>
                    <a:pt x="864" y="1335"/>
                  </a:cubicBezTo>
                  <a:cubicBezTo>
                    <a:pt x="951" y="1503"/>
                    <a:pt x="1089" y="1940"/>
                    <a:pt x="1043" y="3052"/>
                  </a:cubicBezTo>
                  <a:lnTo>
                    <a:pt x="1499" y="3155"/>
                  </a:lnTo>
                  <a:cubicBezTo>
                    <a:pt x="1515" y="2795"/>
                    <a:pt x="1515" y="2469"/>
                    <a:pt x="1499" y="2193"/>
                  </a:cubicBezTo>
                  <a:cubicBezTo>
                    <a:pt x="1472" y="1703"/>
                    <a:pt x="1396" y="1350"/>
                    <a:pt x="1265" y="1112"/>
                  </a:cubicBezTo>
                  <a:cubicBezTo>
                    <a:pt x="1196" y="982"/>
                    <a:pt x="729" y="353"/>
                    <a:pt x="634" y="258"/>
                  </a:cubicBezTo>
                  <a:cubicBezTo>
                    <a:pt x="433" y="53"/>
                    <a:pt x="334" y="1"/>
                    <a:pt x="2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8" name="Google Shape;5278;p41"/>
            <p:cNvSpPr/>
            <p:nvPr/>
          </p:nvSpPr>
          <p:spPr>
            <a:xfrm>
              <a:off x="6117156" y="3682730"/>
              <a:ext cx="205562" cy="248182"/>
            </a:xfrm>
            <a:custGeom>
              <a:avLst/>
              <a:gdLst/>
              <a:ahLst/>
              <a:cxnLst/>
              <a:rect l="l" t="t" r="r" b="b"/>
              <a:pathLst>
                <a:path w="1833" h="2213" extrusionOk="0">
                  <a:moveTo>
                    <a:pt x="1366" y="1"/>
                  </a:moveTo>
                  <a:cubicBezTo>
                    <a:pt x="1114" y="1"/>
                    <a:pt x="812" y="187"/>
                    <a:pt x="671" y="335"/>
                  </a:cubicBezTo>
                  <a:cubicBezTo>
                    <a:pt x="215" y="867"/>
                    <a:pt x="1" y="1530"/>
                    <a:pt x="51" y="2213"/>
                  </a:cubicBezTo>
                  <a:lnTo>
                    <a:pt x="1124" y="2213"/>
                  </a:lnTo>
                  <a:cubicBezTo>
                    <a:pt x="1071" y="1787"/>
                    <a:pt x="1189" y="1381"/>
                    <a:pt x="1472" y="1044"/>
                  </a:cubicBezTo>
                  <a:cubicBezTo>
                    <a:pt x="1649" y="844"/>
                    <a:pt x="1833" y="485"/>
                    <a:pt x="1706" y="216"/>
                  </a:cubicBezTo>
                  <a:cubicBezTo>
                    <a:pt x="1633" y="59"/>
                    <a:pt x="1507" y="1"/>
                    <a:pt x="13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9" name="Google Shape;5279;p41"/>
            <p:cNvSpPr/>
            <p:nvPr/>
          </p:nvSpPr>
          <p:spPr>
            <a:xfrm>
              <a:off x="6283016" y="3645832"/>
              <a:ext cx="90389" cy="79961"/>
            </a:xfrm>
            <a:custGeom>
              <a:avLst/>
              <a:gdLst/>
              <a:ahLst/>
              <a:cxnLst/>
              <a:rect l="l" t="t" r="r" b="b"/>
              <a:pathLst>
                <a:path w="806" h="713" extrusionOk="0">
                  <a:moveTo>
                    <a:pt x="618" y="1"/>
                  </a:moveTo>
                  <a:cubicBezTo>
                    <a:pt x="415" y="85"/>
                    <a:pt x="250" y="208"/>
                    <a:pt x="101" y="388"/>
                  </a:cubicBezTo>
                  <a:cubicBezTo>
                    <a:pt x="32" y="476"/>
                    <a:pt x="1" y="645"/>
                    <a:pt x="124" y="702"/>
                  </a:cubicBezTo>
                  <a:cubicBezTo>
                    <a:pt x="145" y="710"/>
                    <a:pt x="166" y="713"/>
                    <a:pt x="188" y="713"/>
                  </a:cubicBezTo>
                  <a:cubicBezTo>
                    <a:pt x="267" y="713"/>
                    <a:pt x="343" y="667"/>
                    <a:pt x="388" y="607"/>
                  </a:cubicBezTo>
                  <a:cubicBezTo>
                    <a:pt x="511" y="464"/>
                    <a:pt x="641" y="372"/>
                    <a:pt x="805" y="315"/>
                  </a:cubicBezTo>
                  <a:cubicBezTo>
                    <a:pt x="783" y="277"/>
                    <a:pt x="756" y="234"/>
                    <a:pt x="733" y="193"/>
                  </a:cubicBezTo>
                  <a:cubicBezTo>
                    <a:pt x="695" y="128"/>
                    <a:pt x="657" y="66"/>
                    <a:pt x="618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0" name="Google Shape;5280;p41"/>
            <p:cNvSpPr/>
            <p:nvPr/>
          </p:nvSpPr>
          <p:spPr>
            <a:xfrm>
              <a:off x="6275839" y="3581570"/>
              <a:ext cx="99360" cy="110914"/>
            </a:xfrm>
            <a:custGeom>
              <a:avLst/>
              <a:gdLst/>
              <a:ahLst/>
              <a:cxnLst/>
              <a:rect l="l" t="t" r="r" b="b"/>
              <a:pathLst>
                <a:path w="886" h="989" extrusionOk="0">
                  <a:moveTo>
                    <a:pt x="508" y="1"/>
                  </a:moveTo>
                  <a:cubicBezTo>
                    <a:pt x="322" y="1"/>
                    <a:pt x="133" y="180"/>
                    <a:pt x="69" y="405"/>
                  </a:cubicBezTo>
                  <a:cubicBezTo>
                    <a:pt x="0" y="662"/>
                    <a:pt x="107" y="919"/>
                    <a:pt x="310" y="977"/>
                  </a:cubicBezTo>
                  <a:cubicBezTo>
                    <a:pt x="338" y="984"/>
                    <a:pt x="367" y="988"/>
                    <a:pt x="395" y="988"/>
                  </a:cubicBezTo>
                  <a:cubicBezTo>
                    <a:pt x="576" y="988"/>
                    <a:pt x="753" y="838"/>
                    <a:pt x="816" y="616"/>
                  </a:cubicBezTo>
                  <a:cubicBezTo>
                    <a:pt x="885" y="359"/>
                    <a:pt x="789" y="68"/>
                    <a:pt x="583" y="11"/>
                  </a:cubicBezTo>
                  <a:cubicBezTo>
                    <a:pt x="558" y="4"/>
                    <a:pt x="533" y="1"/>
                    <a:pt x="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1" name="Google Shape;5281;p41"/>
            <p:cNvSpPr/>
            <p:nvPr/>
          </p:nvSpPr>
          <p:spPr>
            <a:xfrm>
              <a:off x="6300286" y="3593122"/>
              <a:ext cx="108781" cy="130988"/>
            </a:xfrm>
            <a:custGeom>
              <a:avLst/>
              <a:gdLst/>
              <a:ahLst/>
              <a:cxnLst/>
              <a:rect l="l" t="t" r="r" b="b"/>
              <a:pathLst>
                <a:path w="970" h="1168" extrusionOk="0">
                  <a:moveTo>
                    <a:pt x="541" y="1"/>
                  </a:moveTo>
                  <a:cubicBezTo>
                    <a:pt x="370" y="1"/>
                    <a:pt x="213" y="114"/>
                    <a:pt x="165" y="283"/>
                  </a:cubicBezTo>
                  <a:lnTo>
                    <a:pt x="58" y="674"/>
                  </a:lnTo>
                  <a:cubicBezTo>
                    <a:pt x="0" y="881"/>
                    <a:pt x="119" y="1095"/>
                    <a:pt x="326" y="1153"/>
                  </a:cubicBezTo>
                  <a:cubicBezTo>
                    <a:pt x="361" y="1163"/>
                    <a:pt x="396" y="1167"/>
                    <a:pt x="431" y="1167"/>
                  </a:cubicBezTo>
                  <a:cubicBezTo>
                    <a:pt x="600" y="1167"/>
                    <a:pt x="753" y="1056"/>
                    <a:pt x="801" y="885"/>
                  </a:cubicBezTo>
                  <a:lnTo>
                    <a:pt x="913" y="494"/>
                  </a:lnTo>
                  <a:cubicBezTo>
                    <a:pt x="970" y="287"/>
                    <a:pt x="851" y="73"/>
                    <a:pt x="644" y="15"/>
                  </a:cubicBezTo>
                  <a:cubicBezTo>
                    <a:pt x="610" y="5"/>
                    <a:pt x="575" y="1"/>
                    <a:pt x="541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2" name="Google Shape;5282;p41"/>
            <p:cNvSpPr/>
            <p:nvPr/>
          </p:nvSpPr>
          <p:spPr>
            <a:xfrm>
              <a:off x="6310154" y="3645496"/>
              <a:ext cx="8299" cy="20747"/>
            </a:xfrm>
            <a:custGeom>
              <a:avLst/>
              <a:gdLst/>
              <a:ahLst/>
              <a:cxnLst/>
              <a:rect l="l" t="t" r="r" b="b"/>
              <a:pathLst>
                <a:path w="74" h="185" extrusionOk="0">
                  <a:moveTo>
                    <a:pt x="27" y="0"/>
                  </a:moveTo>
                  <a:lnTo>
                    <a:pt x="1" y="96"/>
                  </a:lnTo>
                  <a:cubicBezTo>
                    <a:pt x="9" y="111"/>
                    <a:pt x="33" y="185"/>
                    <a:pt x="48" y="185"/>
                  </a:cubicBezTo>
                  <a:cubicBezTo>
                    <a:pt x="52" y="185"/>
                    <a:pt x="55" y="179"/>
                    <a:pt x="58" y="165"/>
                  </a:cubicBezTo>
                  <a:cubicBezTo>
                    <a:pt x="73" y="111"/>
                    <a:pt x="43" y="53"/>
                    <a:pt x="27" y="0"/>
                  </a:cubicBezTo>
                  <a:close/>
                </a:path>
              </a:pathLst>
            </a:custGeom>
            <a:solidFill>
              <a:srgbClr val="BD8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3" name="Google Shape;5283;p41"/>
            <p:cNvSpPr/>
            <p:nvPr/>
          </p:nvSpPr>
          <p:spPr>
            <a:xfrm>
              <a:off x="6292548" y="3578766"/>
              <a:ext cx="101491" cy="56522"/>
            </a:xfrm>
            <a:custGeom>
              <a:avLst/>
              <a:gdLst/>
              <a:ahLst/>
              <a:cxnLst/>
              <a:rect l="l" t="t" r="r" b="b"/>
              <a:pathLst>
                <a:path w="905" h="504" extrusionOk="0">
                  <a:moveTo>
                    <a:pt x="459" y="1"/>
                  </a:moveTo>
                  <a:cubicBezTo>
                    <a:pt x="178" y="1"/>
                    <a:pt x="23" y="198"/>
                    <a:pt x="0" y="281"/>
                  </a:cubicBezTo>
                  <a:lnTo>
                    <a:pt x="135" y="227"/>
                  </a:lnTo>
                  <a:lnTo>
                    <a:pt x="135" y="227"/>
                  </a:lnTo>
                  <a:cubicBezTo>
                    <a:pt x="108" y="319"/>
                    <a:pt x="395" y="388"/>
                    <a:pt x="491" y="415"/>
                  </a:cubicBezTo>
                  <a:lnTo>
                    <a:pt x="798" y="503"/>
                  </a:lnTo>
                  <a:lnTo>
                    <a:pt x="904" y="124"/>
                  </a:lnTo>
                  <a:cubicBezTo>
                    <a:pt x="835" y="89"/>
                    <a:pt x="748" y="51"/>
                    <a:pt x="602" y="17"/>
                  </a:cubicBezTo>
                  <a:cubicBezTo>
                    <a:pt x="551" y="6"/>
                    <a:pt x="504" y="1"/>
                    <a:pt x="459" y="1"/>
                  </a:cubicBezTo>
                  <a:close/>
                </a:path>
              </a:pathLst>
            </a:custGeom>
            <a:solidFill>
              <a:srgbClr val="2A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4" name="Google Shape;5284;p41"/>
            <p:cNvSpPr/>
            <p:nvPr/>
          </p:nvSpPr>
          <p:spPr>
            <a:xfrm>
              <a:off x="6308024" y="3624972"/>
              <a:ext cx="23326" cy="35999"/>
            </a:xfrm>
            <a:custGeom>
              <a:avLst/>
              <a:gdLst/>
              <a:ahLst/>
              <a:cxnLst/>
              <a:rect l="l" t="t" r="r" b="b"/>
              <a:pathLst>
                <a:path w="208" h="321" extrusionOk="0">
                  <a:moveTo>
                    <a:pt x="126" y="0"/>
                  </a:moveTo>
                  <a:cubicBezTo>
                    <a:pt x="96" y="0"/>
                    <a:pt x="67" y="21"/>
                    <a:pt x="58" y="52"/>
                  </a:cubicBezTo>
                  <a:lnTo>
                    <a:pt x="8" y="229"/>
                  </a:lnTo>
                  <a:cubicBezTo>
                    <a:pt x="0" y="268"/>
                    <a:pt x="20" y="305"/>
                    <a:pt x="58" y="317"/>
                  </a:cubicBezTo>
                  <a:cubicBezTo>
                    <a:pt x="65" y="319"/>
                    <a:pt x="71" y="320"/>
                    <a:pt x="78" y="320"/>
                  </a:cubicBezTo>
                  <a:cubicBezTo>
                    <a:pt x="108" y="320"/>
                    <a:pt x="137" y="299"/>
                    <a:pt x="146" y="268"/>
                  </a:cubicBezTo>
                  <a:lnTo>
                    <a:pt x="196" y="91"/>
                  </a:lnTo>
                  <a:cubicBezTo>
                    <a:pt x="207" y="52"/>
                    <a:pt x="184" y="15"/>
                    <a:pt x="146" y="3"/>
                  </a:cubicBezTo>
                  <a:cubicBezTo>
                    <a:pt x="139" y="1"/>
                    <a:pt x="133" y="0"/>
                    <a:pt x="126" y="0"/>
                  </a:cubicBezTo>
                  <a:close/>
                </a:path>
              </a:pathLst>
            </a:custGeom>
            <a:solidFill>
              <a:srgbClr val="2A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5" name="Google Shape;5285;p41"/>
            <p:cNvSpPr/>
            <p:nvPr/>
          </p:nvSpPr>
          <p:spPr>
            <a:xfrm>
              <a:off x="6311388" y="3593458"/>
              <a:ext cx="73679" cy="44410"/>
            </a:xfrm>
            <a:custGeom>
              <a:avLst/>
              <a:gdLst/>
              <a:ahLst/>
              <a:cxnLst/>
              <a:rect l="l" t="t" r="r" b="b"/>
              <a:pathLst>
                <a:path w="657" h="396" extrusionOk="0">
                  <a:moveTo>
                    <a:pt x="101" y="1"/>
                  </a:moveTo>
                  <a:lnTo>
                    <a:pt x="1" y="368"/>
                  </a:lnTo>
                  <a:lnTo>
                    <a:pt x="158" y="395"/>
                  </a:lnTo>
                  <a:cubicBezTo>
                    <a:pt x="158" y="395"/>
                    <a:pt x="162" y="388"/>
                    <a:pt x="174" y="345"/>
                  </a:cubicBezTo>
                  <a:cubicBezTo>
                    <a:pt x="187" y="304"/>
                    <a:pt x="231" y="273"/>
                    <a:pt x="281" y="273"/>
                  </a:cubicBezTo>
                  <a:cubicBezTo>
                    <a:pt x="291" y="273"/>
                    <a:pt x="301" y="274"/>
                    <a:pt x="312" y="276"/>
                  </a:cubicBezTo>
                  <a:lnTo>
                    <a:pt x="598" y="356"/>
                  </a:lnTo>
                  <a:lnTo>
                    <a:pt x="656" y="158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2A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6" name="Google Shape;5286;p41"/>
            <p:cNvSpPr/>
            <p:nvPr/>
          </p:nvSpPr>
          <p:spPr>
            <a:xfrm>
              <a:off x="6301071" y="3644599"/>
              <a:ext cx="20298" cy="28149"/>
            </a:xfrm>
            <a:custGeom>
              <a:avLst/>
              <a:gdLst/>
              <a:ahLst/>
              <a:cxnLst/>
              <a:rect l="l" t="t" r="r" b="b"/>
              <a:pathLst>
                <a:path w="181" h="251" extrusionOk="0">
                  <a:moveTo>
                    <a:pt x="82" y="1"/>
                  </a:moveTo>
                  <a:cubicBezTo>
                    <a:pt x="81" y="1"/>
                    <a:pt x="79" y="1"/>
                    <a:pt x="78" y="1"/>
                  </a:cubicBezTo>
                  <a:cubicBezTo>
                    <a:pt x="32" y="4"/>
                    <a:pt x="1" y="66"/>
                    <a:pt x="13" y="135"/>
                  </a:cubicBezTo>
                  <a:cubicBezTo>
                    <a:pt x="20" y="200"/>
                    <a:pt x="57" y="251"/>
                    <a:pt x="100" y="251"/>
                  </a:cubicBezTo>
                  <a:cubicBezTo>
                    <a:pt x="103" y="251"/>
                    <a:pt x="105" y="250"/>
                    <a:pt x="108" y="250"/>
                  </a:cubicBezTo>
                  <a:cubicBezTo>
                    <a:pt x="151" y="245"/>
                    <a:pt x="181" y="185"/>
                    <a:pt x="170" y="116"/>
                  </a:cubicBezTo>
                  <a:cubicBezTo>
                    <a:pt x="162" y="49"/>
                    <a:pt x="123" y="1"/>
                    <a:pt x="82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7" name="Google Shape;5287;p41"/>
            <p:cNvSpPr/>
            <p:nvPr/>
          </p:nvSpPr>
          <p:spPr>
            <a:xfrm>
              <a:off x="6330789" y="3580561"/>
              <a:ext cx="99809" cy="60223"/>
            </a:xfrm>
            <a:custGeom>
              <a:avLst/>
              <a:gdLst/>
              <a:ahLst/>
              <a:cxnLst/>
              <a:rect l="l" t="t" r="r" b="b"/>
              <a:pathLst>
                <a:path w="890" h="537" extrusionOk="0">
                  <a:moveTo>
                    <a:pt x="232" y="1"/>
                  </a:moveTo>
                  <a:cubicBezTo>
                    <a:pt x="141" y="1"/>
                    <a:pt x="57" y="61"/>
                    <a:pt x="31" y="150"/>
                  </a:cubicBezTo>
                  <a:cubicBezTo>
                    <a:pt x="1" y="261"/>
                    <a:pt x="66" y="376"/>
                    <a:pt x="177" y="407"/>
                  </a:cubicBezTo>
                  <a:lnTo>
                    <a:pt x="602" y="529"/>
                  </a:lnTo>
                  <a:cubicBezTo>
                    <a:pt x="621" y="534"/>
                    <a:pt x="639" y="537"/>
                    <a:pt x="657" y="537"/>
                  </a:cubicBezTo>
                  <a:cubicBezTo>
                    <a:pt x="749" y="537"/>
                    <a:pt x="833" y="476"/>
                    <a:pt x="859" y="384"/>
                  </a:cubicBezTo>
                  <a:cubicBezTo>
                    <a:pt x="890" y="273"/>
                    <a:pt x="825" y="158"/>
                    <a:pt x="713" y="127"/>
                  </a:cubicBezTo>
                  <a:lnTo>
                    <a:pt x="288" y="8"/>
                  </a:lnTo>
                  <a:cubicBezTo>
                    <a:pt x="269" y="3"/>
                    <a:pt x="251" y="1"/>
                    <a:pt x="2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8" name="Google Shape;5288;p41"/>
            <p:cNvSpPr/>
            <p:nvPr/>
          </p:nvSpPr>
          <p:spPr>
            <a:xfrm>
              <a:off x="6218646" y="3696412"/>
              <a:ext cx="173376" cy="291696"/>
            </a:xfrm>
            <a:custGeom>
              <a:avLst/>
              <a:gdLst/>
              <a:ahLst/>
              <a:cxnLst/>
              <a:rect l="l" t="t" r="r" b="b"/>
              <a:pathLst>
                <a:path w="1546" h="2601" extrusionOk="0">
                  <a:moveTo>
                    <a:pt x="398" y="0"/>
                  </a:moveTo>
                  <a:cubicBezTo>
                    <a:pt x="355" y="0"/>
                    <a:pt x="312" y="21"/>
                    <a:pt x="288" y="59"/>
                  </a:cubicBezTo>
                  <a:cubicBezTo>
                    <a:pt x="0" y="504"/>
                    <a:pt x="318" y="1224"/>
                    <a:pt x="330" y="1255"/>
                  </a:cubicBezTo>
                  <a:cubicBezTo>
                    <a:pt x="506" y="1646"/>
                    <a:pt x="797" y="2006"/>
                    <a:pt x="955" y="2183"/>
                  </a:cubicBezTo>
                  <a:cubicBezTo>
                    <a:pt x="1062" y="2301"/>
                    <a:pt x="1169" y="2409"/>
                    <a:pt x="1261" y="2493"/>
                  </a:cubicBezTo>
                  <a:cubicBezTo>
                    <a:pt x="1319" y="2542"/>
                    <a:pt x="1365" y="2577"/>
                    <a:pt x="1399" y="2600"/>
                  </a:cubicBezTo>
                  <a:lnTo>
                    <a:pt x="1545" y="2374"/>
                  </a:lnTo>
                  <a:cubicBezTo>
                    <a:pt x="1487" y="2335"/>
                    <a:pt x="1326" y="2197"/>
                    <a:pt x="1127" y="1972"/>
                  </a:cubicBezTo>
                  <a:cubicBezTo>
                    <a:pt x="886" y="1692"/>
                    <a:pt x="690" y="1401"/>
                    <a:pt x="575" y="1148"/>
                  </a:cubicBezTo>
                  <a:cubicBezTo>
                    <a:pt x="498" y="975"/>
                    <a:pt x="341" y="473"/>
                    <a:pt x="514" y="209"/>
                  </a:cubicBezTo>
                  <a:cubicBezTo>
                    <a:pt x="552" y="144"/>
                    <a:pt x="537" y="64"/>
                    <a:pt x="472" y="22"/>
                  </a:cubicBezTo>
                  <a:cubicBezTo>
                    <a:pt x="449" y="7"/>
                    <a:pt x="424" y="0"/>
                    <a:pt x="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9" name="Google Shape;5289;p41"/>
            <p:cNvSpPr/>
            <p:nvPr/>
          </p:nvSpPr>
          <p:spPr>
            <a:xfrm>
              <a:off x="6368132" y="3964341"/>
              <a:ext cx="120444" cy="57756"/>
            </a:xfrm>
            <a:custGeom>
              <a:avLst/>
              <a:gdLst/>
              <a:ahLst/>
              <a:cxnLst/>
              <a:rect l="l" t="t" r="r" b="b"/>
              <a:pathLst>
                <a:path w="1074" h="515" extrusionOk="0">
                  <a:moveTo>
                    <a:pt x="775" y="1"/>
                  </a:moveTo>
                  <a:cubicBezTo>
                    <a:pt x="745" y="1"/>
                    <a:pt x="715" y="5"/>
                    <a:pt x="687" y="15"/>
                  </a:cubicBezTo>
                  <a:lnTo>
                    <a:pt x="46" y="273"/>
                  </a:lnTo>
                  <a:cubicBezTo>
                    <a:pt x="16" y="284"/>
                    <a:pt x="1" y="319"/>
                    <a:pt x="16" y="349"/>
                  </a:cubicBezTo>
                  <a:cubicBezTo>
                    <a:pt x="25" y="373"/>
                    <a:pt x="48" y="387"/>
                    <a:pt x="71" y="387"/>
                  </a:cubicBezTo>
                  <a:cubicBezTo>
                    <a:pt x="78" y="387"/>
                    <a:pt x="86" y="386"/>
                    <a:pt x="92" y="383"/>
                  </a:cubicBezTo>
                  <a:lnTo>
                    <a:pt x="729" y="130"/>
                  </a:lnTo>
                  <a:cubicBezTo>
                    <a:pt x="744" y="124"/>
                    <a:pt x="760" y="121"/>
                    <a:pt x="775" y="121"/>
                  </a:cubicBezTo>
                  <a:cubicBezTo>
                    <a:pt x="796" y="121"/>
                    <a:pt x="817" y="126"/>
                    <a:pt x="836" y="135"/>
                  </a:cubicBezTo>
                  <a:cubicBezTo>
                    <a:pt x="871" y="150"/>
                    <a:pt x="897" y="176"/>
                    <a:pt x="913" y="215"/>
                  </a:cubicBezTo>
                  <a:cubicBezTo>
                    <a:pt x="939" y="288"/>
                    <a:pt x="902" y="369"/>
                    <a:pt x="828" y="395"/>
                  </a:cubicBezTo>
                  <a:cubicBezTo>
                    <a:pt x="794" y="406"/>
                    <a:pt x="779" y="441"/>
                    <a:pt x="791" y="472"/>
                  </a:cubicBezTo>
                  <a:cubicBezTo>
                    <a:pt x="800" y="500"/>
                    <a:pt x="823" y="514"/>
                    <a:pt x="848" y="514"/>
                  </a:cubicBezTo>
                  <a:cubicBezTo>
                    <a:pt x="850" y="514"/>
                    <a:pt x="853" y="514"/>
                    <a:pt x="856" y="514"/>
                  </a:cubicBezTo>
                  <a:cubicBezTo>
                    <a:pt x="859" y="510"/>
                    <a:pt x="863" y="510"/>
                    <a:pt x="871" y="510"/>
                  </a:cubicBezTo>
                  <a:cubicBezTo>
                    <a:pt x="1005" y="460"/>
                    <a:pt x="1074" y="307"/>
                    <a:pt x="1024" y="173"/>
                  </a:cubicBezTo>
                  <a:cubicBezTo>
                    <a:pt x="1001" y="107"/>
                    <a:pt x="951" y="54"/>
                    <a:pt x="886" y="24"/>
                  </a:cubicBezTo>
                  <a:cubicBezTo>
                    <a:pt x="851" y="9"/>
                    <a:pt x="813" y="1"/>
                    <a:pt x="7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90" name="Google Shape;5290;p41"/>
            <p:cNvSpPr/>
            <p:nvPr/>
          </p:nvSpPr>
          <p:spPr>
            <a:xfrm>
              <a:off x="6430932" y="3959182"/>
              <a:ext cx="28821" cy="31513"/>
            </a:xfrm>
            <a:custGeom>
              <a:avLst/>
              <a:gdLst/>
              <a:ahLst/>
              <a:cxnLst/>
              <a:rect l="l" t="t" r="r" b="b"/>
              <a:pathLst>
                <a:path w="257" h="281" extrusionOk="0">
                  <a:moveTo>
                    <a:pt x="142" y="1"/>
                  </a:moveTo>
                  <a:lnTo>
                    <a:pt x="1" y="66"/>
                  </a:lnTo>
                  <a:cubicBezTo>
                    <a:pt x="1" y="66"/>
                    <a:pt x="20" y="70"/>
                    <a:pt x="66" y="123"/>
                  </a:cubicBezTo>
                  <a:cubicBezTo>
                    <a:pt x="119" y="185"/>
                    <a:pt x="58" y="265"/>
                    <a:pt x="135" y="280"/>
                  </a:cubicBezTo>
                  <a:cubicBezTo>
                    <a:pt x="137" y="281"/>
                    <a:pt x="139" y="281"/>
                    <a:pt x="141" y="281"/>
                  </a:cubicBezTo>
                  <a:cubicBezTo>
                    <a:pt x="191" y="281"/>
                    <a:pt x="257" y="205"/>
                    <a:pt x="250" y="142"/>
                  </a:cubicBezTo>
                  <a:cubicBezTo>
                    <a:pt x="253" y="119"/>
                    <a:pt x="245" y="100"/>
                    <a:pt x="234" y="77"/>
                  </a:cubicBezTo>
                  <a:cubicBezTo>
                    <a:pt x="219" y="31"/>
                    <a:pt x="146" y="1"/>
                    <a:pt x="142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91" name="Google Shape;5291;p41"/>
            <p:cNvSpPr/>
            <p:nvPr/>
          </p:nvSpPr>
          <p:spPr>
            <a:xfrm>
              <a:off x="6383159" y="3974659"/>
              <a:ext cx="25905" cy="31513"/>
            </a:xfrm>
            <a:custGeom>
              <a:avLst/>
              <a:gdLst/>
              <a:ahLst/>
              <a:cxnLst/>
              <a:rect l="l" t="t" r="r" b="b"/>
              <a:pathLst>
                <a:path w="231" h="281" extrusionOk="0">
                  <a:moveTo>
                    <a:pt x="116" y="1"/>
                  </a:moveTo>
                  <a:lnTo>
                    <a:pt x="5" y="78"/>
                  </a:lnTo>
                  <a:lnTo>
                    <a:pt x="5" y="78"/>
                  </a:lnTo>
                  <a:cubicBezTo>
                    <a:pt x="4" y="77"/>
                    <a:pt x="3" y="77"/>
                    <a:pt x="3" y="77"/>
                  </a:cubicBezTo>
                  <a:cubicBezTo>
                    <a:pt x="0" y="77"/>
                    <a:pt x="1" y="81"/>
                    <a:pt x="1" y="81"/>
                  </a:cubicBezTo>
                  <a:lnTo>
                    <a:pt x="5" y="78"/>
                  </a:lnTo>
                  <a:lnTo>
                    <a:pt x="5" y="78"/>
                  </a:lnTo>
                  <a:cubicBezTo>
                    <a:pt x="10" y="80"/>
                    <a:pt x="20" y="88"/>
                    <a:pt x="39" y="112"/>
                  </a:cubicBezTo>
                  <a:cubicBezTo>
                    <a:pt x="96" y="176"/>
                    <a:pt x="32" y="268"/>
                    <a:pt x="108" y="280"/>
                  </a:cubicBezTo>
                  <a:cubicBezTo>
                    <a:pt x="111" y="281"/>
                    <a:pt x="113" y="281"/>
                    <a:pt x="115" y="281"/>
                  </a:cubicBezTo>
                  <a:cubicBezTo>
                    <a:pt x="164" y="281"/>
                    <a:pt x="230" y="208"/>
                    <a:pt x="223" y="146"/>
                  </a:cubicBezTo>
                  <a:cubicBezTo>
                    <a:pt x="227" y="123"/>
                    <a:pt x="220" y="100"/>
                    <a:pt x="208" y="81"/>
                  </a:cubicBezTo>
                  <a:cubicBezTo>
                    <a:pt x="188" y="31"/>
                    <a:pt x="119" y="1"/>
                    <a:pt x="116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5292" name="Google Shape;5292;p41"/>
            <p:cNvGrpSpPr/>
            <p:nvPr/>
          </p:nvGrpSpPr>
          <p:grpSpPr>
            <a:xfrm>
              <a:off x="5933354" y="4108432"/>
              <a:ext cx="244588" cy="244706"/>
              <a:chOff x="5933354" y="4119894"/>
              <a:chExt cx="244588" cy="244706"/>
            </a:xfrm>
          </p:grpSpPr>
          <p:sp>
            <p:nvSpPr>
              <p:cNvPr id="5293" name="Google Shape;5293;p41"/>
              <p:cNvSpPr/>
              <p:nvPr/>
            </p:nvSpPr>
            <p:spPr>
              <a:xfrm>
                <a:off x="6046394" y="4129763"/>
                <a:ext cx="3028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7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7" y="2001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94" name="Google Shape;5294;p41"/>
              <p:cNvSpPr/>
              <p:nvPr/>
            </p:nvSpPr>
            <p:spPr>
              <a:xfrm>
                <a:off x="6046394" y="4129763"/>
                <a:ext cx="3028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7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7" y="2001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95" name="Google Shape;5295;p41"/>
              <p:cNvSpPr/>
              <p:nvPr/>
            </p:nvSpPr>
            <p:spPr>
              <a:xfrm>
                <a:off x="6061870" y="4129763"/>
                <a:ext cx="3028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7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7" y="2001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96" name="Google Shape;5296;p41"/>
              <p:cNvSpPr/>
              <p:nvPr/>
            </p:nvSpPr>
            <p:spPr>
              <a:xfrm>
                <a:off x="600422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27" y="0"/>
                    </a:moveTo>
                    <a:lnTo>
                      <a:pt x="0" y="8"/>
                    </a:lnTo>
                    <a:lnTo>
                      <a:pt x="767" y="1859"/>
                    </a:lnTo>
                    <a:lnTo>
                      <a:pt x="790" y="1848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97" name="Google Shape;5297;p41"/>
              <p:cNvSpPr/>
              <p:nvPr/>
            </p:nvSpPr>
            <p:spPr>
              <a:xfrm>
                <a:off x="600422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27" y="0"/>
                    </a:moveTo>
                    <a:lnTo>
                      <a:pt x="0" y="8"/>
                    </a:lnTo>
                    <a:lnTo>
                      <a:pt x="767" y="1859"/>
                    </a:lnTo>
                    <a:lnTo>
                      <a:pt x="790" y="1848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98" name="Google Shape;5298;p41"/>
              <p:cNvSpPr/>
              <p:nvPr/>
            </p:nvSpPr>
            <p:spPr>
              <a:xfrm>
                <a:off x="6018358" y="4134922"/>
                <a:ext cx="88707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60" extrusionOk="0">
                    <a:moveTo>
                      <a:pt x="28" y="1"/>
                    </a:moveTo>
                    <a:lnTo>
                      <a:pt x="1" y="12"/>
                    </a:lnTo>
                    <a:lnTo>
                      <a:pt x="767" y="1859"/>
                    </a:lnTo>
                    <a:lnTo>
                      <a:pt x="790" y="1847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99" name="Google Shape;5299;p41"/>
              <p:cNvSpPr/>
              <p:nvPr/>
            </p:nvSpPr>
            <p:spPr>
              <a:xfrm>
                <a:off x="5948381" y="4205016"/>
                <a:ext cx="208478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51" y="789"/>
                    </a:lnTo>
                    <a:lnTo>
                      <a:pt x="1858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0" name="Google Shape;5300;p41"/>
              <p:cNvSpPr/>
              <p:nvPr/>
            </p:nvSpPr>
            <p:spPr>
              <a:xfrm>
                <a:off x="5948381" y="4205016"/>
                <a:ext cx="208478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51" y="789"/>
                    </a:lnTo>
                    <a:lnTo>
                      <a:pt x="1858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1" name="Google Shape;5301;p41"/>
              <p:cNvSpPr/>
              <p:nvPr/>
            </p:nvSpPr>
            <p:spPr>
              <a:xfrm>
                <a:off x="5954325" y="4190885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48" y="789"/>
                    </a:lnTo>
                    <a:lnTo>
                      <a:pt x="1859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2" name="Google Shape;5302;p41"/>
              <p:cNvSpPr/>
              <p:nvPr/>
            </p:nvSpPr>
            <p:spPr>
              <a:xfrm>
                <a:off x="5954325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8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3" name="Google Shape;5303;p41"/>
              <p:cNvSpPr/>
              <p:nvPr/>
            </p:nvSpPr>
            <p:spPr>
              <a:xfrm>
                <a:off x="5954325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8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4" name="Google Shape;5304;p41"/>
              <p:cNvSpPr/>
              <p:nvPr/>
            </p:nvSpPr>
            <p:spPr>
              <a:xfrm>
                <a:off x="5948381" y="4190885"/>
                <a:ext cx="208478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790" extrusionOk="0">
                    <a:moveTo>
                      <a:pt x="1851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8" y="23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5" name="Google Shape;5305;p41"/>
              <p:cNvSpPr/>
              <p:nvPr/>
            </p:nvSpPr>
            <p:spPr>
              <a:xfrm>
                <a:off x="601835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8" y="1859"/>
                    </a:lnTo>
                    <a:lnTo>
                      <a:pt x="790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6" name="Google Shape;5306;p41"/>
              <p:cNvSpPr/>
              <p:nvPr/>
            </p:nvSpPr>
            <p:spPr>
              <a:xfrm>
                <a:off x="601835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8" y="1859"/>
                    </a:lnTo>
                    <a:lnTo>
                      <a:pt x="790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7" name="Google Shape;5307;p41"/>
              <p:cNvSpPr/>
              <p:nvPr/>
            </p:nvSpPr>
            <p:spPr>
              <a:xfrm>
                <a:off x="6004228" y="4134922"/>
                <a:ext cx="88707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60" extrusionOk="0">
                    <a:moveTo>
                      <a:pt x="767" y="1"/>
                    </a:moveTo>
                    <a:lnTo>
                      <a:pt x="0" y="1847"/>
                    </a:lnTo>
                    <a:lnTo>
                      <a:pt x="27" y="1859"/>
                    </a:lnTo>
                    <a:lnTo>
                      <a:pt x="790" y="12"/>
                    </a:ln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8" name="Google Shape;5308;p41"/>
              <p:cNvSpPr/>
              <p:nvPr/>
            </p:nvSpPr>
            <p:spPr>
              <a:xfrm>
                <a:off x="5969800" y="4167109"/>
                <a:ext cx="160816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5" extrusionOk="0">
                    <a:moveTo>
                      <a:pt x="20" y="1"/>
                    </a:moveTo>
                    <a:lnTo>
                      <a:pt x="1" y="20"/>
                    </a:lnTo>
                    <a:lnTo>
                      <a:pt x="1414" y="1434"/>
                    </a:lnTo>
                    <a:lnTo>
                      <a:pt x="1434" y="1415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9" name="Google Shape;5309;p41"/>
              <p:cNvSpPr/>
              <p:nvPr/>
            </p:nvSpPr>
            <p:spPr>
              <a:xfrm>
                <a:off x="5980566" y="4156455"/>
                <a:ext cx="160816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4" extrusionOk="0">
                    <a:moveTo>
                      <a:pt x="20" y="0"/>
                    </a:moveTo>
                    <a:lnTo>
                      <a:pt x="0" y="19"/>
                    </a:lnTo>
                    <a:lnTo>
                      <a:pt x="1415" y="1434"/>
                    </a:lnTo>
                    <a:lnTo>
                      <a:pt x="1433" y="14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0" name="Google Shape;5310;p41"/>
              <p:cNvSpPr/>
              <p:nvPr/>
            </p:nvSpPr>
            <p:spPr>
              <a:xfrm>
                <a:off x="5980566" y="4167109"/>
                <a:ext cx="160816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5" extrusionOk="0">
                    <a:moveTo>
                      <a:pt x="1415" y="1"/>
                    </a:moveTo>
                    <a:lnTo>
                      <a:pt x="0" y="1415"/>
                    </a:lnTo>
                    <a:lnTo>
                      <a:pt x="20" y="1434"/>
                    </a:lnTo>
                    <a:lnTo>
                      <a:pt x="1433" y="20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1" name="Google Shape;5311;p41"/>
              <p:cNvSpPr/>
              <p:nvPr/>
            </p:nvSpPr>
            <p:spPr>
              <a:xfrm>
                <a:off x="5969800" y="4156455"/>
                <a:ext cx="160816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4" extrusionOk="0">
                    <a:moveTo>
                      <a:pt x="1414" y="0"/>
                    </a:moveTo>
                    <a:lnTo>
                      <a:pt x="1" y="1415"/>
                    </a:lnTo>
                    <a:lnTo>
                      <a:pt x="20" y="1434"/>
                    </a:lnTo>
                    <a:lnTo>
                      <a:pt x="1434" y="19"/>
                    </a:lnTo>
                    <a:lnTo>
                      <a:pt x="141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2" name="Google Shape;5312;p41"/>
              <p:cNvSpPr/>
              <p:nvPr/>
            </p:nvSpPr>
            <p:spPr>
              <a:xfrm>
                <a:off x="5943671" y="4248419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3" name="Google Shape;5313;p41"/>
              <p:cNvSpPr/>
              <p:nvPr/>
            </p:nvSpPr>
            <p:spPr>
              <a:xfrm>
                <a:off x="5943671" y="4232942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4" name="Google Shape;5314;p41"/>
              <p:cNvSpPr/>
              <p:nvPr/>
            </p:nvSpPr>
            <p:spPr>
              <a:xfrm>
                <a:off x="5940643" y="4127184"/>
                <a:ext cx="230009" cy="230015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2051" extrusionOk="0">
                    <a:moveTo>
                      <a:pt x="1027" y="200"/>
                    </a:moveTo>
                    <a:cubicBezTo>
                      <a:pt x="1483" y="200"/>
                      <a:pt x="1851" y="568"/>
                      <a:pt x="1851" y="1023"/>
                    </a:cubicBezTo>
                    <a:cubicBezTo>
                      <a:pt x="1851" y="1480"/>
                      <a:pt x="1483" y="1851"/>
                      <a:pt x="1027" y="1851"/>
                    </a:cubicBezTo>
                    <a:cubicBezTo>
                      <a:pt x="571" y="1851"/>
                      <a:pt x="199" y="1480"/>
                      <a:pt x="199" y="1023"/>
                    </a:cubicBezTo>
                    <a:cubicBezTo>
                      <a:pt x="199" y="568"/>
                      <a:pt x="571" y="200"/>
                      <a:pt x="1027" y="200"/>
                    </a:cubicBezTo>
                    <a:close/>
                    <a:moveTo>
                      <a:pt x="1027" y="1"/>
                    </a:moveTo>
                    <a:cubicBezTo>
                      <a:pt x="460" y="1"/>
                      <a:pt x="1" y="461"/>
                      <a:pt x="1" y="1023"/>
                    </a:cubicBezTo>
                    <a:cubicBezTo>
                      <a:pt x="1" y="1591"/>
                      <a:pt x="460" y="2051"/>
                      <a:pt x="1027" y="2051"/>
                    </a:cubicBezTo>
                    <a:cubicBezTo>
                      <a:pt x="1591" y="2051"/>
                      <a:pt x="2050" y="1591"/>
                      <a:pt x="2050" y="1023"/>
                    </a:cubicBezTo>
                    <a:cubicBezTo>
                      <a:pt x="2050" y="461"/>
                      <a:pt x="1591" y="1"/>
                      <a:pt x="10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5" name="Google Shape;5315;p41"/>
              <p:cNvSpPr/>
              <p:nvPr/>
            </p:nvSpPr>
            <p:spPr>
              <a:xfrm>
                <a:off x="5933354" y="4119894"/>
                <a:ext cx="244588" cy="244706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2182" extrusionOk="0">
                    <a:moveTo>
                      <a:pt x="1092" y="211"/>
                    </a:moveTo>
                    <a:cubicBezTo>
                      <a:pt x="1575" y="211"/>
                      <a:pt x="1969" y="606"/>
                      <a:pt x="1969" y="1088"/>
                    </a:cubicBezTo>
                    <a:cubicBezTo>
                      <a:pt x="1969" y="1576"/>
                      <a:pt x="1575" y="1967"/>
                      <a:pt x="1092" y="1967"/>
                    </a:cubicBezTo>
                    <a:cubicBezTo>
                      <a:pt x="605" y="1967"/>
                      <a:pt x="211" y="1576"/>
                      <a:pt x="211" y="1088"/>
                    </a:cubicBezTo>
                    <a:cubicBezTo>
                      <a:pt x="211" y="606"/>
                      <a:pt x="605" y="211"/>
                      <a:pt x="1092" y="211"/>
                    </a:cubicBezTo>
                    <a:close/>
                    <a:moveTo>
                      <a:pt x="1092" y="1"/>
                    </a:moveTo>
                    <a:cubicBezTo>
                      <a:pt x="490" y="1"/>
                      <a:pt x="0" y="491"/>
                      <a:pt x="0" y="1088"/>
                    </a:cubicBezTo>
                    <a:cubicBezTo>
                      <a:pt x="0" y="1691"/>
                      <a:pt x="490" y="2181"/>
                      <a:pt x="1092" y="2181"/>
                    </a:cubicBezTo>
                    <a:cubicBezTo>
                      <a:pt x="1690" y="2181"/>
                      <a:pt x="2181" y="1691"/>
                      <a:pt x="2181" y="1088"/>
                    </a:cubicBezTo>
                    <a:cubicBezTo>
                      <a:pt x="2181" y="491"/>
                      <a:pt x="1690" y="1"/>
                      <a:pt x="10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6" name="Google Shape;5316;p41"/>
              <p:cNvSpPr/>
              <p:nvPr/>
            </p:nvSpPr>
            <p:spPr>
              <a:xfrm>
                <a:off x="6033834" y="4220493"/>
                <a:ext cx="43624" cy="4351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8" extrusionOk="0">
                    <a:moveTo>
                      <a:pt x="196" y="0"/>
                    </a:moveTo>
                    <a:cubicBezTo>
                      <a:pt x="85" y="0"/>
                      <a:pt x="1" y="85"/>
                      <a:pt x="1" y="191"/>
                    </a:cubicBezTo>
                    <a:cubicBezTo>
                      <a:pt x="1" y="303"/>
                      <a:pt x="85" y="387"/>
                      <a:pt x="196" y="387"/>
                    </a:cubicBezTo>
                    <a:cubicBezTo>
                      <a:pt x="303" y="387"/>
                      <a:pt x="388" y="303"/>
                      <a:pt x="388" y="191"/>
                    </a:cubicBezTo>
                    <a:cubicBezTo>
                      <a:pt x="388" y="85"/>
                      <a:pt x="303" y="0"/>
                      <a:pt x="1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grpSp>
          <p:nvGrpSpPr>
            <p:cNvPr id="5317" name="Google Shape;5317;p41"/>
            <p:cNvGrpSpPr/>
            <p:nvPr/>
          </p:nvGrpSpPr>
          <p:grpSpPr>
            <a:xfrm>
              <a:off x="6371609" y="4108432"/>
              <a:ext cx="244140" cy="244706"/>
              <a:chOff x="6371609" y="4119894"/>
              <a:chExt cx="244140" cy="244706"/>
            </a:xfrm>
          </p:grpSpPr>
          <p:sp>
            <p:nvSpPr>
              <p:cNvPr id="5318" name="Google Shape;5318;p41"/>
              <p:cNvSpPr/>
              <p:nvPr/>
            </p:nvSpPr>
            <p:spPr>
              <a:xfrm>
                <a:off x="6484200" y="4129763"/>
                <a:ext cx="3589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32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31" y="2001"/>
                    </a:ln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9" name="Google Shape;5319;p41"/>
              <p:cNvSpPr/>
              <p:nvPr/>
            </p:nvSpPr>
            <p:spPr>
              <a:xfrm>
                <a:off x="6484200" y="4129763"/>
                <a:ext cx="3589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32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31" y="2001"/>
                    </a:ln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0" name="Google Shape;5320;p41"/>
              <p:cNvSpPr/>
              <p:nvPr/>
            </p:nvSpPr>
            <p:spPr>
              <a:xfrm>
                <a:off x="6499676" y="4129763"/>
                <a:ext cx="3140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8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8" y="2001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1" name="Google Shape;5321;p41"/>
              <p:cNvSpPr/>
              <p:nvPr/>
            </p:nvSpPr>
            <p:spPr>
              <a:xfrm>
                <a:off x="6442034" y="4140978"/>
                <a:ext cx="89155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859" extrusionOk="0">
                    <a:moveTo>
                      <a:pt x="28" y="0"/>
                    </a:moveTo>
                    <a:lnTo>
                      <a:pt x="1" y="8"/>
                    </a:lnTo>
                    <a:lnTo>
                      <a:pt x="767" y="1859"/>
                    </a:lnTo>
                    <a:lnTo>
                      <a:pt x="795" y="184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2" name="Google Shape;5322;p41"/>
              <p:cNvSpPr/>
              <p:nvPr/>
            </p:nvSpPr>
            <p:spPr>
              <a:xfrm>
                <a:off x="6442034" y="4140978"/>
                <a:ext cx="89155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859" extrusionOk="0">
                    <a:moveTo>
                      <a:pt x="28" y="0"/>
                    </a:moveTo>
                    <a:lnTo>
                      <a:pt x="1" y="8"/>
                    </a:lnTo>
                    <a:lnTo>
                      <a:pt x="767" y="1859"/>
                    </a:lnTo>
                    <a:lnTo>
                      <a:pt x="795" y="184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3" name="Google Shape;5323;p41"/>
              <p:cNvSpPr/>
              <p:nvPr/>
            </p:nvSpPr>
            <p:spPr>
              <a:xfrm>
                <a:off x="6456277" y="4134922"/>
                <a:ext cx="89043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860" extrusionOk="0">
                    <a:moveTo>
                      <a:pt x="27" y="1"/>
                    </a:moveTo>
                    <a:lnTo>
                      <a:pt x="1" y="12"/>
                    </a:lnTo>
                    <a:lnTo>
                      <a:pt x="767" y="1859"/>
                    </a:lnTo>
                    <a:lnTo>
                      <a:pt x="794" y="1847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4" name="Google Shape;5324;p41"/>
              <p:cNvSpPr/>
              <p:nvPr/>
            </p:nvSpPr>
            <p:spPr>
              <a:xfrm>
                <a:off x="6386187" y="4205016"/>
                <a:ext cx="208926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90" extrusionOk="0">
                    <a:moveTo>
                      <a:pt x="12" y="0"/>
                    </a:moveTo>
                    <a:lnTo>
                      <a:pt x="0" y="23"/>
                    </a:lnTo>
                    <a:lnTo>
                      <a:pt x="1852" y="789"/>
                    </a:lnTo>
                    <a:lnTo>
                      <a:pt x="1863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5" name="Google Shape;5325;p41"/>
              <p:cNvSpPr/>
              <p:nvPr/>
            </p:nvSpPr>
            <p:spPr>
              <a:xfrm>
                <a:off x="6386187" y="4205016"/>
                <a:ext cx="208926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90" extrusionOk="0">
                    <a:moveTo>
                      <a:pt x="12" y="0"/>
                    </a:moveTo>
                    <a:lnTo>
                      <a:pt x="0" y="23"/>
                    </a:lnTo>
                    <a:lnTo>
                      <a:pt x="1852" y="789"/>
                    </a:lnTo>
                    <a:lnTo>
                      <a:pt x="1863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6" name="Google Shape;5326;p41"/>
              <p:cNvSpPr/>
              <p:nvPr/>
            </p:nvSpPr>
            <p:spPr>
              <a:xfrm>
                <a:off x="6392243" y="4190885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47" y="789"/>
                    </a:lnTo>
                    <a:lnTo>
                      <a:pt x="1859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7" name="Google Shape;5327;p41"/>
              <p:cNvSpPr/>
              <p:nvPr/>
            </p:nvSpPr>
            <p:spPr>
              <a:xfrm>
                <a:off x="6392243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7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8" name="Google Shape;5328;p41"/>
              <p:cNvSpPr/>
              <p:nvPr/>
            </p:nvSpPr>
            <p:spPr>
              <a:xfrm>
                <a:off x="6392243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7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9" name="Google Shape;5329;p41"/>
              <p:cNvSpPr/>
              <p:nvPr/>
            </p:nvSpPr>
            <p:spPr>
              <a:xfrm>
                <a:off x="6386187" y="4190885"/>
                <a:ext cx="208926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90" extrusionOk="0">
                    <a:moveTo>
                      <a:pt x="1852" y="0"/>
                    </a:moveTo>
                    <a:lnTo>
                      <a:pt x="0" y="763"/>
                    </a:lnTo>
                    <a:lnTo>
                      <a:pt x="12" y="789"/>
                    </a:lnTo>
                    <a:lnTo>
                      <a:pt x="1863" y="23"/>
                    </a:lnTo>
                    <a:lnTo>
                      <a:pt x="185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0" name="Google Shape;5330;p41"/>
              <p:cNvSpPr/>
              <p:nvPr/>
            </p:nvSpPr>
            <p:spPr>
              <a:xfrm>
                <a:off x="6456277" y="4140978"/>
                <a:ext cx="89043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7" y="1859"/>
                    </a:lnTo>
                    <a:lnTo>
                      <a:pt x="794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1" name="Google Shape;5331;p41"/>
              <p:cNvSpPr/>
              <p:nvPr/>
            </p:nvSpPr>
            <p:spPr>
              <a:xfrm>
                <a:off x="6456277" y="4140978"/>
                <a:ext cx="89043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7" y="1859"/>
                    </a:lnTo>
                    <a:lnTo>
                      <a:pt x="794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2" name="Google Shape;5332;p41"/>
              <p:cNvSpPr/>
              <p:nvPr/>
            </p:nvSpPr>
            <p:spPr>
              <a:xfrm>
                <a:off x="6442034" y="4134922"/>
                <a:ext cx="89155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860" extrusionOk="0">
                    <a:moveTo>
                      <a:pt x="767" y="1"/>
                    </a:moveTo>
                    <a:lnTo>
                      <a:pt x="1" y="1847"/>
                    </a:lnTo>
                    <a:lnTo>
                      <a:pt x="28" y="1859"/>
                    </a:lnTo>
                    <a:lnTo>
                      <a:pt x="795" y="12"/>
                    </a:ln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3" name="Google Shape;5333;p41"/>
              <p:cNvSpPr/>
              <p:nvPr/>
            </p:nvSpPr>
            <p:spPr>
              <a:xfrm>
                <a:off x="6407719" y="4167109"/>
                <a:ext cx="160816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5" extrusionOk="0">
                    <a:moveTo>
                      <a:pt x="20" y="1"/>
                    </a:moveTo>
                    <a:lnTo>
                      <a:pt x="1" y="20"/>
                    </a:lnTo>
                    <a:lnTo>
                      <a:pt x="1414" y="1434"/>
                    </a:lnTo>
                    <a:lnTo>
                      <a:pt x="1433" y="1415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4" name="Google Shape;5334;p41"/>
              <p:cNvSpPr/>
              <p:nvPr/>
            </p:nvSpPr>
            <p:spPr>
              <a:xfrm>
                <a:off x="6418484" y="4156455"/>
                <a:ext cx="161152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4" extrusionOk="0">
                    <a:moveTo>
                      <a:pt x="20" y="0"/>
                    </a:moveTo>
                    <a:lnTo>
                      <a:pt x="0" y="19"/>
                    </a:lnTo>
                    <a:lnTo>
                      <a:pt x="1414" y="1434"/>
                    </a:lnTo>
                    <a:lnTo>
                      <a:pt x="1437" y="14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5" name="Google Shape;5335;p41"/>
              <p:cNvSpPr/>
              <p:nvPr/>
            </p:nvSpPr>
            <p:spPr>
              <a:xfrm>
                <a:off x="6418484" y="4167109"/>
                <a:ext cx="161152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5" extrusionOk="0">
                    <a:moveTo>
                      <a:pt x="1414" y="1"/>
                    </a:moveTo>
                    <a:lnTo>
                      <a:pt x="0" y="1415"/>
                    </a:lnTo>
                    <a:lnTo>
                      <a:pt x="20" y="1434"/>
                    </a:lnTo>
                    <a:lnTo>
                      <a:pt x="1437" y="20"/>
                    </a:lnTo>
                    <a:lnTo>
                      <a:pt x="141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6" name="Google Shape;5336;p41"/>
              <p:cNvSpPr/>
              <p:nvPr/>
            </p:nvSpPr>
            <p:spPr>
              <a:xfrm>
                <a:off x="6407719" y="4156455"/>
                <a:ext cx="160816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4" extrusionOk="0">
                    <a:moveTo>
                      <a:pt x="1414" y="0"/>
                    </a:moveTo>
                    <a:lnTo>
                      <a:pt x="1" y="1415"/>
                    </a:lnTo>
                    <a:lnTo>
                      <a:pt x="20" y="1434"/>
                    </a:lnTo>
                    <a:lnTo>
                      <a:pt x="1433" y="19"/>
                    </a:lnTo>
                    <a:lnTo>
                      <a:pt x="141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7" name="Google Shape;5337;p41"/>
              <p:cNvSpPr/>
              <p:nvPr/>
            </p:nvSpPr>
            <p:spPr>
              <a:xfrm>
                <a:off x="6381589" y="4248419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8" name="Google Shape;5338;p41"/>
              <p:cNvSpPr/>
              <p:nvPr/>
            </p:nvSpPr>
            <p:spPr>
              <a:xfrm>
                <a:off x="6381589" y="4232942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9" name="Google Shape;5339;p41"/>
              <p:cNvSpPr/>
              <p:nvPr/>
            </p:nvSpPr>
            <p:spPr>
              <a:xfrm>
                <a:off x="6378449" y="4127184"/>
                <a:ext cx="230122" cy="230015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2051" extrusionOk="0">
                    <a:moveTo>
                      <a:pt x="1028" y="200"/>
                    </a:moveTo>
                    <a:cubicBezTo>
                      <a:pt x="1484" y="200"/>
                      <a:pt x="1855" y="568"/>
                      <a:pt x="1855" y="1023"/>
                    </a:cubicBezTo>
                    <a:cubicBezTo>
                      <a:pt x="1855" y="1480"/>
                      <a:pt x="1484" y="1851"/>
                      <a:pt x="1028" y="1851"/>
                    </a:cubicBezTo>
                    <a:cubicBezTo>
                      <a:pt x="572" y="1851"/>
                      <a:pt x="200" y="1480"/>
                      <a:pt x="200" y="1023"/>
                    </a:cubicBezTo>
                    <a:cubicBezTo>
                      <a:pt x="200" y="568"/>
                      <a:pt x="572" y="200"/>
                      <a:pt x="1028" y="200"/>
                    </a:cubicBezTo>
                    <a:close/>
                    <a:moveTo>
                      <a:pt x="1028" y="1"/>
                    </a:moveTo>
                    <a:cubicBezTo>
                      <a:pt x="460" y="1"/>
                      <a:pt x="0" y="461"/>
                      <a:pt x="0" y="1023"/>
                    </a:cubicBezTo>
                    <a:cubicBezTo>
                      <a:pt x="0" y="1591"/>
                      <a:pt x="460" y="2051"/>
                      <a:pt x="1028" y="2051"/>
                    </a:cubicBezTo>
                    <a:cubicBezTo>
                      <a:pt x="1591" y="2051"/>
                      <a:pt x="2051" y="1591"/>
                      <a:pt x="2051" y="1023"/>
                    </a:cubicBezTo>
                    <a:cubicBezTo>
                      <a:pt x="2051" y="461"/>
                      <a:pt x="1591" y="1"/>
                      <a:pt x="10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40" name="Google Shape;5340;p41"/>
              <p:cNvSpPr/>
              <p:nvPr/>
            </p:nvSpPr>
            <p:spPr>
              <a:xfrm>
                <a:off x="6371609" y="4119894"/>
                <a:ext cx="244140" cy="244706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2182" extrusionOk="0">
                    <a:moveTo>
                      <a:pt x="1089" y="211"/>
                    </a:moveTo>
                    <a:cubicBezTo>
                      <a:pt x="1572" y="211"/>
                      <a:pt x="1966" y="606"/>
                      <a:pt x="1966" y="1088"/>
                    </a:cubicBezTo>
                    <a:cubicBezTo>
                      <a:pt x="1966" y="1576"/>
                      <a:pt x="1572" y="1967"/>
                      <a:pt x="1089" y="1967"/>
                    </a:cubicBezTo>
                    <a:cubicBezTo>
                      <a:pt x="602" y="1967"/>
                      <a:pt x="211" y="1576"/>
                      <a:pt x="211" y="1088"/>
                    </a:cubicBezTo>
                    <a:cubicBezTo>
                      <a:pt x="211" y="606"/>
                      <a:pt x="602" y="211"/>
                      <a:pt x="1089" y="211"/>
                    </a:cubicBezTo>
                    <a:close/>
                    <a:moveTo>
                      <a:pt x="1089" y="1"/>
                    </a:moveTo>
                    <a:cubicBezTo>
                      <a:pt x="487" y="1"/>
                      <a:pt x="1" y="491"/>
                      <a:pt x="1" y="1088"/>
                    </a:cubicBezTo>
                    <a:cubicBezTo>
                      <a:pt x="1" y="1691"/>
                      <a:pt x="487" y="2181"/>
                      <a:pt x="1089" y="2181"/>
                    </a:cubicBezTo>
                    <a:cubicBezTo>
                      <a:pt x="1687" y="2181"/>
                      <a:pt x="2177" y="1691"/>
                      <a:pt x="2177" y="1088"/>
                    </a:cubicBezTo>
                    <a:cubicBezTo>
                      <a:pt x="2177" y="491"/>
                      <a:pt x="1687" y="1"/>
                      <a:pt x="10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41" name="Google Shape;5341;p41"/>
              <p:cNvSpPr/>
              <p:nvPr/>
            </p:nvSpPr>
            <p:spPr>
              <a:xfrm>
                <a:off x="6471752" y="4220493"/>
                <a:ext cx="43961" cy="43513"/>
              </a:xfrm>
              <a:custGeom>
                <a:avLst/>
                <a:gdLst/>
                <a:ahLst/>
                <a:cxnLst/>
                <a:rect l="l" t="t" r="r" b="b"/>
                <a:pathLst>
                  <a:path w="392" h="388" extrusionOk="0">
                    <a:moveTo>
                      <a:pt x="196" y="0"/>
                    </a:moveTo>
                    <a:cubicBezTo>
                      <a:pt x="88" y="0"/>
                      <a:pt x="1" y="85"/>
                      <a:pt x="1" y="191"/>
                    </a:cubicBezTo>
                    <a:cubicBezTo>
                      <a:pt x="1" y="303"/>
                      <a:pt x="88" y="387"/>
                      <a:pt x="196" y="387"/>
                    </a:cubicBezTo>
                    <a:cubicBezTo>
                      <a:pt x="303" y="387"/>
                      <a:pt x="392" y="303"/>
                      <a:pt x="392" y="191"/>
                    </a:cubicBezTo>
                    <a:cubicBezTo>
                      <a:pt x="392" y="85"/>
                      <a:pt x="303" y="0"/>
                      <a:pt x="1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</p:grpSp>
      <p:grpSp>
        <p:nvGrpSpPr>
          <p:cNvPr id="5342" name="Google Shape;5342;p41"/>
          <p:cNvGrpSpPr/>
          <p:nvPr/>
        </p:nvGrpSpPr>
        <p:grpSpPr>
          <a:xfrm rot="5400000">
            <a:off x="5856926" y="-1357253"/>
            <a:ext cx="2655981" cy="2714505"/>
            <a:chOff x="2226326" y="2296542"/>
            <a:chExt cx="1140591" cy="1165724"/>
          </a:xfrm>
        </p:grpSpPr>
        <p:sp>
          <p:nvSpPr>
            <p:cNvPr id="5343" name="Google Shape;5343;p41"/>
            <p:cNvSpPr/>
            <p:nvPr/>
          </p:nvSpPr>
          <p:spPr>
            <a:xfrm>
              <a:off x="2226326" y="2296542"/>
              <a:ext cx="1140591" cy="1165724"/>
            </a:xfrm>
            <a:custGeom>
              <a:avLst/>
              <a:gdLst/>
              <a:ahLst/>
              <a:cxnLst/>
              <a:rect l="l" t="t" r="r" b="b"/>
              <a:pathLst>
                <a:path w="23962" h="24490" extrusionOk="0">
                  <a:moveTo>
                    <a:pt x="614" y="0"/>
                  </a:moveTo>
                  <a:lnTo>
                    <a:pt x="614" y="4150"/>
                  </a:lnTo>
                  <a:lnTo>
                    <a:pt x="18497" y="4150"/>
                  </a:lnTo>
                  <a:cubicBezTo>
                    <a:pt x="19221" y="4150"/>
                    <a:pt x="19812" y="4740"/>
                    <a:pt x="19812" y="5465"/>
                  </a:cubicBezTo>
                  <a:cubicBezTo>
                    <a:pt x="19812" y="6189"/>
                    <a:pt x="19221" y="6783"/>
                    <a:pt x="18497" y="6783"/>
                  </a:cubicBezTo>
                  <a:lnTo>
                    <a:pt x="5465" y="6779"/>
                  </a:lnTo>
                  <a:cubicBezTo>
                    <a:pt x="2453" y="6779"/>
                    <a:pt x="0" y="9231"/>
                    <a:pt x="0" y="12243"/>
                  </a:cubicBezTo>
                  <a:cubicBezTo>
                    <a:pt x="0" y="15259"/>
                    <a:pt x="2453" y="17707"/>
                    <a:pt x="5465" y="17707"/>
                  </a:cubicBezTo>
                  <a:lnTo>
                    <a:pt x="18497" y="17707"/>
                  </a:lnTo>
                  <a:cubicBezTo>
                    <a:pt x="19221" y="17707"/>
                    <a:pt x="19812" y="18298"/>
                    <a:pt x="19812" y="19025"/>
                  </a:cubicBezTo>
                  <a:cubicBezTo>
                    <a:pt x="19812" y="19750"/>
                    <a:pt x="19221" y="20340"/>
                    <a:pt x="18497" y="20340"/>
                  </a:cubicBezTo>
                  <a:lnTo>
                    <a:pt x="526" y="20340"/>
                  </a:lnTo>
                  <a:lnTo>
                    <a:pt x="526" y="24490"/>
                  </a:lnTo>
                  <a:lnTo>
                    <a:pt x="18497" y="24490"/>
                  </a:lnTo>
                  <a:cubicBezTo>
                    <a:pt x="21509" y="24490"/>
                    <a:pt x="23961" y="22037"/>
                    <a:pt x="23961" y="19025"/>
                  </a:cubicBezTo>
                  <a:cubicBezTo>
                    <a:pt x="23961" y="16013"/>
                    <a:pt x="21509" y="13562"/>
                    <a:pt x="18497" y="13562"/>
                  </a:cubicBezTo>
                  <a:lnTo>
                    <a:pt x="5465" y="13562"/>
                  </a:lnTo>
                  <a:cubicBezTo>
                    <a:pt x="4740" y="13562"/>
                    <a:pt x="4151" y="12971"/>
                    <a:pt x="4151" y="12243"/>
                  </a:cubicBezTo>
                  <a:cubicBezTo>
                    <a:pt x="4151" y="11519"/>
                    <a:pt x="4740" y="10929"/>
                    <a:pt x="5465" y="10929"/>
                  </a:cubicBezTo>
                  <a:lnTo>
                    <a:pt x="18497" y="10929"/>
                  </a:lnTo>
                  <a:cubicBezTo>
                    <a:pt x="21509" y="10929"/>
                    <a:pt x="23961" y="8477"/>
                    <a:pt x="23961" y="5465"/>
                  </a:cubicBezTo>
                  <a:cubicBezTo>
                    <a:pt x="23961" y="2453"/>
                    <a:pt x="21509" y="0"/>
                    <a:pt x="18497" y="0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44" name="Google Shape;5344;p41"/>
            <p:cNvSpPr/>
            <p:nvPr/>
          </p:nvSpPr>
          <p:spPr>
            <a:xfrm>
              <a:off x="3100198" y="3357906"/>
              <a:ext cx="30845" cy="9330"/>
            </a:xfrm>
            <a:custGeom>
              <a:avLst/>
              <a:gdLst/>
              <a:ahLst/>
              <a:cxnLst/>
              <a:rect l="l" t="t" r="r" b="b"/>
              <a:pathLst>
                <a:path w="648" h="196" extrusionOk="0">
                  <a:moveTo>
                    <a:pt x="625" y="0"/>
                  </a:moveTo>
                  <a:cubicBezTo>
                    <a:pt x="464" y="27"/>
                    <a:pt x="299" y="38"/>
                    <a:pt x="138" y="38"/>
                  </a:cubicBezTo>
                  <a:lnTo>
                    <a:pt x="1" y="38"/>
                  </a:lnTo>
                  <a:lnTo>
                    <a:pt x="1" y="195"/>
                  </a:lnTo>
                  <a:lnTo>
                    <a:pt x="138" y="195"/>
                  </a:lnTo>
                  <a:cubicBezTo>
                    <a:pt x="307" y="195"/>
                    <a:pt x="479" y="184"/>
                    <a:pt x="648" y="161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45" name="Google Shape;5345;p41"/>
            <p:cNvSpPr/>
            <p:nvPr/>
          </p:nvSpPr>
          <p:spPr>
            <a:xfrm>
              <a:off x="3039272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46" name="Google Shape;5346;p41"/>
            <p:cNvSpPr/>
            <p:nvPr/>
          </p:nvSpPr>
          <p:spPr>
            <a:xfrm>
              <a:off x="2978488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47" name="Google Shape;5347;p41"/>
            <p:cNvSpPr/>
            <p:nvPr/>
          </p:nvSpPr>
          <p:spPr>
            <a:xfrm>
              <a:off x="3158555" y="3338533"/>
              <a:ext cx="30845" cy="19611"/>
            </a:xfrm>
            <a:custGeom>
              <a:avLst/>
              <a:gdLst/>
              <a:ahLst/>
              <a:cxnLst/>
              <a:rect l="l" t="t" r="r" b="b"/>
              <a:pathLst>
                <a:path w="648" h="412" extrusionOk="0">
                  <a:moveTo>
                    <a:pt x="568" y="1"/>
                  </a:moveTo>
                  <a:cubicBezTo>
                    <a:pt x="388" y="105"/>
                    <a:pt x="195" y="192"/>
                    <a:pt x="0" y="261"/>
                  </a:cubicBezTo>
                  <a:lnTo>
                    <a:pt x="54" y="411"/>
                  </a:lnTo>
                  <a:cubicBezTo>
                    <a:pt x="257" y="338"/>
                    <a:pt x="457" y="250"/>
                    <a:pt x="648" y="139"/>
                  </a:cubicBez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48" name="Google Shape;5348;p41"/>
            <p:cNvSpPr/>
            <p:nvPr/>
          </p:nvSpPr>
          <p:spPr>
            <a:xfrm>
              <a:off x="3209629" y="3300073"/>
              <a:ext cx="26513" cy="27227"/>
            </a:xfrm>
            <a:custGeom>
              <a:avLst/>
              <a:gdLst/>
              <a:ahLst/>
              <a:cxnLst/>
              <a:rect l="l" t="t" r="r" b="b"/>
              <a:pathLst>
                <a:path w="557" h="572" extrusionOk="0">
                  <a:moveTo>
                    <a:pt x="429" y="1"/>
                  </a:moveTo>
                  <a:cubicBezTo>
                    <a:pt x="303" y="161"/>
                    <a:pt x="157" y="315"/>
                    <a:pt x="1" y="448"/>
                  </a:cubicBezTo>
                  <a:lnTo>
                    <a:pt x="104" y="572"/>
                  </a:lnTo>
                  <a:cubicBezTo>
                    <a:pt x="268" y="425"/>
                    <a:pt x="422" y="269"/>
                    <a:pt x="556" y="100"/>
                  </a:cubicBezTo>
                  <a:lnTo>
                    <a:pt x="4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49" name="Google Shape;5349;p41"/>
            <p:cNvSpPr/>
            <p:nvPr/>
          </p:nvSpPr>
          <p:spPr>
            <a:xfrm>
              <a:off x="3246280" y="3247904"/>
              <a:ext cx="18469" cy="30845"/>
            </a:xfrm>
            <a:custGeom>
              <a:avLst/>
              <a:gdLst/>
              <a:ahLst/>
              <a:cxnLst/>
              <a:rect l="l" t="t" r="r" b="b"/>
              <a:pathLst>
                <a:path w="388" h="648" extrusionOk="0">
                  <a:moveTo>
                    <a:pt x="238" y="0"/>
                  </a:moveTo>
                  <a:cubicBezTo>
                    <a:pt x="177" y="196"/>
                    <a:pt x="96" y="391"/>
                    <a:pt x="0" y="575"/>
                  </a:cubicBezTo>
                  <a:lnTo>
                    <a:pt x="142" y="648"/>
                  </a:lnTo>
                  <a:cubicBezTo>
                    <a:pt x="242" y="456"/>
                    <a:pt x="326" y="253"/>
                    <a:pt x="388" y="46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0" name="Google Shape;5350;p41"/>
            <p:cNvSpPr/>
            <p:nvPr/>
          </p:nvSpPr>
          <p:spPr>
            <a:xfrm>
              <a:off x="3263416" y="3188643"/>
              <a:ext cx="8425" cy="31035"/>
            </a:xfrm>
            <a:custGeom>
              <a:avLst/>
              <a:gdLst/>
              <a:ahLst/>
              <a:cxnLst/>
              <a:rect l="l" t="t" r="r" b="b"/>
              <a:pathLst>
                <a:path w="177" h="652" extrusionOk="0">
                  <a:moveTo>
                    <a:pt x="166" y="0"/>
                  </a:moveTo>
                  <a:lnTo>
                    <a:pt x="8" y="12"/>
                  </a:lnTo>
                  <a:cubicBezTo>
                    <a:pt x="16" y="104"/>
                    <a:pt x="20" y="191"/>
                    <a:pt x="20" y="283"/>
                  </a:cubicBezTo>
                  <a:cubicBezTo>
                    <a:pt x="20" y="398"/>
                    <a:pt x="12" y="518"/>
                    <a:pt x="1" y="636"/>
                  </a:cubicBezTo>
                  <a:lnTo>
                    <a:pt x="158" y="651"/>
                  </a:lnTo>
                  <a:cubicBezTo>
                    <a:pt x="173" y="529"/>
                    <a:pt x="177" y="407"/>
                    <a:pt x="177" y="283"/>
                  </a:cubicBezTo>
                  <a:cubicBezTo>
                    <a:pt x="177" y="188"/>
                    <a:pt x="173" y="92"/>
                    <a:pt x="1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1" name="Google Shape;5351;p41"/>
            <p:cNvSpPr/>
            <p:nvPr/>
          </p:nvSpPr>
          <p:spPr>
            <a:xfrm>
              <a:off x="3248137" y="3129002"/>
              <a:ext cx="17898" cy="31035"/>
            </a:xfrm>
            <a:custGeom>
              <a:avLst/>
              <a:gdLst/>
              <a:ahLst/>
              <a:cxnLst/>
              <a:rect l="l" t="t" r="r" b="b"/>
              <a:pathLst>
                <a:path w="376" h="652" extrusionOk="0">
                  <a:moveTo>
                    <a:pt x="142" y="0"/>
                  </a:moveTo>
                  <a:lnTo>
                    <a:pt x="0" y="73"/>
                  </a:lnTo>
                  <a:cubicBezTo>
                    <a:pt x="92" y="257"/>
                    <a:pt x="165" y="452"/>
                    <a:pt x="222" y="652"/>
                  </a:cubicBezTo>
                  <a:lnTo>
                    <a:pt x="375" y="609"/>
                  </a:lnTo>
                  <a:cubicBezTo>
                    <a:pt x="318" y="402"/>
                    <a:pt x="237" y="195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2" name="Google Shape;5352;p41"/>
            <p:cNvSpPr/>
            <p:nvPr/>
          </p:nvSpPr>
          <p:spPr>
            <a:xfrm>
              <a:off x="3212532" y="3079737"/>
              <a:ext cx="26132" cy="27608"/>
            </a:xfrm>
            <a:custGeom>
              <a:avLst/>
              <a:gdLst/>
              <a:ahLst/>
              <a:cxnLst/>
              <a:rect l="l" t="t" r="r" b="b"/>
              <a:pathLst>
                <a:path w="549" h="580" extrusionOk="0">
                  <a:moveTo>
                    <a:pt x="108" y="1"/>
                  </a:moveTo>
                  <a:lnTo>
                    <a:pt x="0" y="120"/>
                  </a:lnTo>
                  <a:cubicBezTo>
                    <a:pt x="154" y="257"/>
                    <a:pt x="296" y="410"/>
                    <a:pt x="418" y="579"/>
                  </a:cubicBezTo>
                  <a:lnTo>
                    <a:pt x="549" y="479"/>
                  </a:lnTo>
                  <a:cubicBezTo>
                    <a:pt x="414" y="307"/>
                    <a:pt x="269" y="146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3" name="Google Shape;5353;p41"/>
            <p:cNvSpPr/>
            <p:nvPr/>
          </p:nvSpPr>
          <p:spPr>
            <a:xfrm>
              <a:off x="3162173" y="3047465"/>
              <a:ext cx="30702" cy="20087"/>
            </a:xfrm>
            <a:custGeom>
              <a:avLst/>
              <a:gdLst/>
              <a:ahLst/>
              <a:cxnLst/>
              <a:rect l="l" t="t" r="r" b="b"/>
              <a:pathLst>
                <a:path w="645" h="422" extrusionOk="0">
                  <a:moveTo>
                    <a:pt x="59" y="0"/>
                  </a:moveTo>
                  <a:lnTo>
                    <a:pt x="1" y="150"/>
                  </a:lnTo>
                  <a:cubicBezTo>
                    <a:pt x="197" y="223"/>
                    <a:pt x="384" y="315"/>
                    <a:pt x="561" y="421"/>
                  </a:cubicBezTo>
                  <a:lnTo>
                    <a:pt x="645" y="288"/>
                  </a:lnTo>
                  <a:cubicBezTo>
                    <a:pt x="457" y="173"/>
                    <a:pt x="262" y="77"/>
                    <a:pt x="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4" name="Google Shape;5354;p41"/>
            <p:cNvSpPr/>
            <p:nvPr/>
          </p:nvSpPr>
          <p:spPr>
            <a:xfrm>
              <a:off x="3104006" y="3036850"/>
              <a:ext cx="31035" cy="9901"/>
            </a:xfrm>
            <a:custGeom>
              <a:avLst/>
              <a:gdLst/>
              <a:ahLst/>
              <a:cxnLst/>
              <a:rect l="l" t="t" r="r" b="b"/>
              <a:pathLst>
                <a:path w="652" h="208" extrusionOk="0">
                  <a:moveTo>
                    <a:pt x="1" y="1"/>
                  </a:moveTo>
                  <a:lnTo>
                    <a:pt x="1" y="162"/>
                  </a:lnTo>
                  <a:lnTo>
                    <a:pt x="58" y="162"/>
                  </a:lnTo>
                  <a:cubicBezTo>
                    <a:pt x="246" y="162"/>
                    <a:pt x="437" y="177"/>
                    <a:pt x="621" y="208"/>
                  </a:cubicBezTo>
                  <a:lnTo>
                    <a:pt x="652" y="51"/>
                  </a:lnTo>
                  <a:cubicBezTo>
                    <a:pt x="457" y="20"/>
                    <a:pt x="257" y="1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5" name="Google Shape;5355;p41"/>
            <p:cNvSpPr/>
            <p:nvPr/>
          </p:nvSpPr>
          <p:spPr>
            <a:xfrm>
              <a:off x="3043270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6" name="Google Shape;5356;p41"/>
            <p:cNvSpPr/>
            <p:nvPr/>
          </p:nvSpPr>
          <p:spPr>
            <a:xfrm>
              <a:off x="2982533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7" name="Google Shape;5357;p41"/>
            <p:cNvSpPr/>
            <p:nvPr/>
          </p:nvSpPr>
          <p:spPr>
            <a:xfrm>
              <a:off x="2921797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8" name="Google Shape;5358;p41"/>
            <p:cNvSpPr/>
            <p:nvPr/>
          </p:nvSpPr>
          <p:spPr>
            <a:xfrm>
              <a:off x="2861061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9" name="Google Shape;5359;p41"/>
            <p:cNvSpPr/>
            <p:nvPr/>
          </p:nvSpPr>
          <p:spPr>
            <a:xfrm>
              <a:off x="2800324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0" name="Google Shape;5360;p41"/>
            <p:cNvSpPr/>
            <p:nvPr/>
          </p:nvSpPr>
          <p:spPr>
            <a:xfrm>
              <a:off x="2739588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1" name="Google Shape;5361;p41"/>
            <p:cNvSpPr/>
            <p:nvPr/>
          </p:nvSpPr>
          <p:spPr>
            <a:xfrm>
              <a:off x="2678851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2" name="Google Shape;5362;p41"/>
            <p:cNvSpPr/>
            <p:nvPr/>
          </p:nvSpPr>
          <p:spPr>
            <a:xfrm>
              <a:off x="2618115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3" name="Google Shape;5363;p41"/>
            <p:cNvSpPr/>
            <p:nvPr/>
          </p:nvSpPr>
          <p:spPr>
            <a:xfrm>
              <a:off x="2557378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4" name="Google Shape;5364;p41"/>
            <p:cNvSpPr/>
            <p:nvPr/>
          </p:nvSpPr>
          <p:spPr>
            <a:xfrm>
              <a:off x="2496451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5" name="Google Shape;5365;p41"/>
            <p:cNvSpPr/>
            <p:nvPr/>
          </p:nvSpPr>
          <p:spPr>
            <a:xfrm>
              <a:off x="2435524" y="3029186"/>
              <a:ext cx="31273" cy="14090"/>
            </a:xfrm>
            <a:custGeom>
              <a:avLst/>
              <a:gdLst/>
              <a:ahLst/>
              <a:cxnLst/>
              <a:rect l="l" t="t" r="r" b="b"/>
              <a:pathLst>
                <a:path w="657" h="296" extrusionOk="0">
                  <a:moveTo>
                    <a:pt x="46" y="1"/>
                  </a:moveTo>
                  <a:lnTo>
                    <a:pt x="0" y="154"/>
                  </a:lnTo>
                  <a:cubicBezTo>
                    <a:pt x="204" y="220"/>
                    <a:pt x="418" y="269"/>
                    <a:pt x="637" y="296"/>
                  </a:cubicBezTo>
                  <a:lnTo>
                    <a:pt x="656" y="135"/>
                  </a:lnTo>
                  <a:cubicBezTo>
                    <a:pt x="449" y="112"/>
                    <a:pt x="246" y="66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6" name="Google Shape;5366;p41"/>
            <p:cNvSpPr/>
            <p:nvPr/>
          </p:nvSpPr>
          <p:spPr>
            <a:xfrm>
              <a:off x="2381357" y="3000960"/>
              <a:ext cx="29226" cy="23181"/>
            </a:xfrm>
            <a:custGeom>
              <a:avLst/>
              <a:gdLst/>
              <a:ahLst/>
              <a:cxnLst/>
              <a:rect l="l" t="t" r="r" b="b"/>
              <a:pathLst>
                <a:path w="614" h="487" extrusionOk="0">
                  <a:moveTo>
                    <a:pt x="100" y="0"/>
                  </a:moveTo>
                  <a:lnTo>
                    <a:pt x="1" y="123"/>
                  </a:lnTo>
                  <a:cubicBezTo>
                    <a:pt x="165" y="261"/>
                    <a:pt x="349" y="383"/>
                    <a:pt x="537" y="487"/>
                  </a:cubicBezTo>
                  <a:lnTo>
                    <a:pt x="613" y="349"/>
                  </a:lnTo>
                  <a:cubicBezTo>
                    <a:pt x="434" y="249"/>
                    <a:pt x="261" y="130"/>
                    <a:pt x="1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7" name="Google Shape;5367;p41"/>
            <p:cNvSpPr/>
            <p:nvPr/>
          </p:nvSpPr>
          <p:spPr>
            <a:xfrm>
              <a:off x="2341802" y="2955503"/>
              <a:ext cx="23372" cy="29274"/>
            </a:xfrm>
            <a:custGeom>
              <a:avLst/>
              <a:gdLst/>
              <a:ahLst/>
              <a:cxnLst/>
              <a:rect l="l" t="t" r="r" b="b"/>
              <a:pathLst>
                <a:path w="491" h="615" extrusionOk="0">
                  <a:moveTo>
                    <a:pt x="142" y="1"/>
                  </a:moveTo>
                  <a:lnTo>
                    <a:pt x="1" y="77"/>
                  </a:lnTo>
                  <a:cubicBezTo>
                    <a:pt x="107" y="266"/>
                    <a:pt x="230" y="450"/>
                    <a:pt x="368" y="614"/>
                  </a:cubicBezTo>
                  <a:lnTo>
                    <a:pt x="491" y="514"/>
                  </a:lnTo>
                  <a:cubicBezTo>
                    <a:pt x="360" y="353"/>
                    <a:pt x="241" y="181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8" name="Google Shape;5368;p41"/>
            <p:cNvSpPr/>
            <p:nvPr/>
          </p:nvSpPr>
          <p:spPr>
            <a:xfrm>
              <a:off x="2322619" y="2899527"/>
              <a:ext cx="14090" cy="31226"/>
            </a:xfrm>
            <a:custGeom>
              <a:avLst/>
              <a:gdLst/>
              <a:ahLst/>
              <a:cxnLst/>
              <a:rect l="l" t="t" r="r" b="b"/>
              <a:pathLst>
                <a:path w="296" h="656" extrusionOk="0">
                  <a:moveTo>
                    <a:pt x="158" y="1"/>
                  </a:moveTo>
                  <a:lnTo>
                    <a:pt x="1" y="20"/>
                  </a:lnTo>
                  <a:cubicBezTo>
                    <a:pt x="27" y="234"/>
                    <a:pt x="77" y="449"/>
                    <a:pt x="142" y="655"/>
                  </a:cubicBezTo>
                  <a:lnTo>
                    <a:pt x="296" y="606"/>
                  </a:lnTo>
                  <a:cubicBezTo>
                    <a:pt x="231" y="411"/>
                    <a:pt x="185" y="204"/>
                    <a:pt x="1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9" name="Google Shape;5369;p41"/>
            <p:cNvSpPr/>
            <p:nvPr/>
          </p:nvSpPr>
          <p:spPr>
            <a:xfrm>
              <a:off x="2321525" y="2838790"/>
              <a:ext cx="12281" cy="31083"/>
            </a:xfrm>
            <a:custGeom>
              <a:avLst/>
              <a:gdLst/>
              <a:ahLst/>
              <a:cxnLst/>
              <a:rect l="l" t="t" r="r" b="b"/>
              <a:pathLst>
                <a:path w="258" h="653" extrusionOk="0">
                  <a:moveTo>
                    <a:pt x="100" y="0"/>
                  </a:moveTo>
                  <a:cubicBezTo>
                    <a:pt x="47" y="212"/>
                    <a:pt x="16" y="426"/>
                    <a:pt x="1" y="644"/>
                  </a:cubicBezTo>
                  <a:lnTo>
                    <a:pt x="162" y="652"/>
                  </a:lnTo>
                  <a:cubicBezTo>
                    <a:pt x="174" y="445"/>
                    <a:pt x="204" y="238"/>
                    <a:pt x="257" y="39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0" name="Google Shape;5370;p41"/>
            <p:cNvSpPr/>
            <p:nvPr/>
          </p:nvSpPr>
          <p:spPr>
            <a:xfrm>
              <a:off x="2336661" y="2782766"/>
              <a:ext cx="21944" cy="29988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1"/>
                  </a:moveTo>
                  <a:cubicBezTo>
                    <a:pt x="204" y="177"/>
                    <a:pt x="93" y="365"/>
                    <a:pt x="1" y="561"/>
                  </a:cubicBezTo>
                  <a:lnTo>
                    <a:pt x="146" y="630"/>
                  </a:lnTo>
                  <a:cubicBezTo>
                    <a:pt x="234" y="441"/>
                    <a:pt x="342" y="262"/>
                    <a:pt x="461" y="93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1" name="Google Shape;5371;p41"/>
            <p:cNvSpPr/>
            <p:nvPr/>
          </p:nvSpPr>
          <p:spPr>
            <a:xfrm>
              <a:off x="2372979" y="2740260"/>
              <a:ext cx="28512" cy="24704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3" y="1"/>
                  </a:moveTo>
                  <a:cubicBezTo>
                    <a:pt x="330" y="116"/>
                    <a:pt x="158" y="254"/>
                    <a:pt x="0" y="404"/>
                  </a:cubicBezTo>
                  <a:lnTo>
                    <a:pt x="108" y="519"/>
                  </a:lnTo>
                  <a:cubicBezTo>
                    <a:pt x="261" y="377"/>
                    <a:pt x="426" y="246"/>
                    <a:pt x="598" y="135"/>
                  </a:cubicBezTo>
                  <a:lnTo>
                    <a:pt x="5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2" name="Google Shape;5372;p41"/>
            <p:cNvSpPr/>
            <p:nvPr/>
          </p:nvSpPr>
          <p:spPr>
            <a:xfrm>
              <a:off x="2424957" y="2717127"/>
              <a:ext cx="31226" cy="15946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0"/>
                  </a:moveTo>
                  <a:cubicBezTo>
                    <a:pt x="410" y="43"/>
                    <a:pt x="199" y="108"/>
                    <a:pt x="1" y="188"/>
                  </a:cubicBezTo>
                  <a:lnTo>
                    <a:pt x="58" y="334"/>
                  </a:lnTo>
                  <a:cubicBezTo>
                    <a:pt x="254" y="257"/>
                    <a:pt x="452" y="200"/>
                    <a:pt x="656" y="158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3" name="Google Shape;5373;p41"/>
            <p:cNvSpPr/>
            <p:nvPr/>
          </p:nvSpPr>
          <p:spPr>
            <a:xfrm>
              <a:off x="3093059" y="2713319"/>
              <a:ext cx="30892" cy="8616"/>
            </a:xfrm>
            <a:custGeom>
              <a:avLst/>
              <a:gdLst/>
              <a:ahLst/>
              <a:cxnLst/>
              <a:rect l="l" t="t" r="r" b="b"/>
              <a:pathLst>
                <a:path w="649" h="181" extrusionOk="0">
                  <a:moveTo>
                    <a:pt x="629" y="0"/>
                  </a:moveTo>
                  <a:cubicBezTo>
                    <a:pt x="518" y="11"/>
                    <a:pt x="403" y="20"/>
                    <a:pt x="288" y="20"/>
                  </a:cubicBezTo>
                  <a:lnTo>
                    <a:pt x="1" y="20"/>
                  </a:lnTo>
                  <a:lnTo>
                    <a:pt x="1" y="181"/>
                  </a:lnTo>
                  <a:lnTo>
                    <a:pt x="288" y="181"/>
                  </a:lnTo>
                  <a:cubicBezTo>
                    <a:pt x="407" y="181"/>
                    <a:pt x="529" y="172"/>
                    <a:pt x="648" y="161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4" name="Google Shape;5374;p41"/>
            <p:cNvSpPr/>
            <p:nvPr/>
          </p:nvSpPr>
          <p:spPr>
            <a:xfrm>
              <a:off x="3032370" y="2714223"/>
              <a:ext cx="30464" cy="7711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9" y="162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5" name="Google Shape;5375;p41"/>
            <p:cNvSpPr/>
            <p:nvPr/>
          </p:nvSpPr>
          <p:spPr>
            <a:xfrm>
              <a:off x="2971586" y="2714223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6" name="Google Shape;5376;p41"/>
            <p:cNvSpPr/>
            <p:nvPr/>
          </p:nvSpPr>
          <p:spPr>
            <a:xfrm>
              <a:off x="2910897" y="2714223"/>
              <a:ext cx="30464" cy="7711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9" y="162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7" name="Google Shape;5377;p41"/>
            <p:cNvSpPr/>
            <p:nvPr/>
          </p:nvSpPr>
          <p:spPr>
            <a:xfrm>
              <a:off x="2850113" y="2714223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57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8" name="Google Shape;5378;p41"/>
            <p:cNvSpPr/>
            <p:nvPr/>
          </p:nvSpPr>
          <p:spPr>
            <a:xfrm>
              <a:off x="2789376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9" name="Google Shape;5379;p41"/>
            <p:cNvSpPr/>
            <p:nvPr/>
          </p:nvSpPr>
          <p:spPr>
            <a:xfrm>
              <a:off x="2728640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0" name="Google Shape;5380;p41"/>
            <p:cNvSpPr/>
            <p:nvPr/>
          </p:nvSpPr>
          <p:spPr>
            <a:xfrm>
              <a:off x="2667903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1" name="Google Shape;5381;p41"/>
            <p:cNvSpPr/>
            <p:nvPr/>
          </p:nvSpPr>
          <p:spPr>
            <a:xfrm>
              <a:off x="2607167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2" name="Google Shape;5382;p41"/>
            <p:cNvSpPr/>
            <p:nvPr/>
          </p:nvSpPr>
          <p:spPr>
            <a:xfrm>
              <a:off x="2546430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3" name="Google Shape;5383;p41"/>
            <p:cNvSpPr/>
            <p:nvPr/>
          </p:nvSpPr>
          <p:spPr>
            <a:xfrm>
              <a:off x="2485503" y="2714223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4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4" name="Google Shape;5384;p41"/>
            <p:cNvSpPr/>
            <p:nvPr/>
          </p:nvSpPr>
          <p:spPr>
            <a:xfrm>
              <a:off x="3152177" y="2696326"/>
              <a:ext cx="30845" cy="18469"/>
            </a:xfrm>
            <a:custGeom>
              <a:avLst/>
              <a:gdLst/>
              <a:ahLst/>
              <a:cxnLst/>
              <a:rect l="l" t="t" r="r" b="b"/>
              <a:pathLst>
                <a:path w="648" h="388" extrusionOk="0">
                  <a:moveTo>
                    <a:pt x="575" y="1"/>
                  </a:moveTo>
                  <a:cubicBezTo>
                    <a:pt x="391" y="96"/>
                    <a:pt x="196" y="177"/>
                    <a:pt x="0" y="239"/>
                  </a:cubicBezTo>
                  <a:lnTo>
                    <a:pt x="46" y="388"/>
                  </a:lnTo>
                  <a:cubicBezTo>
                    <a:pt x="253" y="326"/>
                    <a:pt x="456" y="246"/>
                    <a:pt x="648" y="142"/>
                  </a:cubicBezTo>
                  <a:lnTo>
                    <a:pt x="5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5" name="Google Shape;5385;p41"/>
            <p:cNvSpPr/>
            <p:nvPr/>
          </p:nvSpPr>
          <p:spPr>
            <a:xfrm>
              <a:off x="3204345" y="2659865"/>
              <a:ext cx="27227" cy="26466"/>
            </a:xfrm>
            <a:custGeom>
              <a:avLst/>
              <a:gdLst/>
              <a:ahLst/>
              <a:cxnLst/>
              <a:rect l="l" t="t" r="r" b="b"/>
              <a:pathLst>
                <a:path w="572" h="556" extrusionOk="0">
                  <a:moveTo>
                    <a:pt x="452" y="1"/>
                  </a:moveTo>
                  <a:cubicBezTo>
                    <a:pt x="314" y="158"/>
                    <a:pt x="165" y="299"/>
                    <a:pt x="0" y="430"/>
                  </a:cubicBezTo>
                  <a:lnTo>
                    <a:pt x="100" y="556"/>
                  </a:lnTo>
                  <a:cubicBezTo>
                    <a:pt x="268" y="418"/>
                    <a:pt x="429" y="269"/>
                    <a:pt x="572" y="104"/>
                  </a:cubicBezTo>
                  <a:lnTo>
                    <a:pt x="4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6" name="Google Shape;5386;p41"/>
            <p:cNvSpPr/>
            <p:nvPr/>
          </p:nvSpPr>
          <p:spPr>
            <a:xfrm>
              <a:off x="3242996" y="2608792"/>
              <a:ext cx="19564" cy="30845"/>
            </a:xfrm>
            <a:custGeom>
              <a:avLst/>
              <a:gdLst/>
              <a:ahLst/>
              <a:cxnLst/>
              <a:rect l="l" t="t" r="r" b="b"/>
              <a:pathLst>
                <a:path w="411" h="648" extrusionOk="0">
                  <a:moveTo>
                    <a:pt x="261" y="0"/>
                  </a:moveTo>
                  <a:cubicBezTo>
                    <a:pt x="192" y="196"/>
                    <a:pt x="104" y="387"/>
                    <a:pt x="0" y="568"/>
                  </a:cubicBezTo>
                  <a:lnTo>
                    <a:pt x="138" y="648"/>
                  </a:lnTo>
                  <a:cubicBezTo>
                    <a:pt x="250" y="460"/>
                    <a:pt x="342" y="261"/>
                    <a:pt x="411" y="55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7" name="Google Shape;5387;p41"/>
            <p:cNvSpPr/>
            <p:nvPr/>
          </p:nvSpPr>
          <p:spPr>
            <a:xfrm>
              <a:off x="3262511" y="2550245"/>
              <a:ext cx="9330" cy="31035"/>
            </a:xfrm>
            <a:custGeom>
              <a:avLst/>
              <a:gdLst/>
              <a:ahLst/>
              <a:cxnLst/>
              <a:rect l="l" t="t" r="r" b="b"/>
              <a:pathLst>
                <a:path w="196" h="652" extrusionOk="0">
                  <a:moveTo>
                    <a:pt x="196" y="1"/>
                  </a:moveTo>
                  <a:lnTo>
                    <a:pt x="35" y="8"/>
                  </a:lnTo>
                  <a:cubicBezTo>
                    <a:pt x="35" y="50"/>
                    <a:pt x="39" y="93"/>
                    <a:pt x="39" y="135"/>
                  </a:cubicBezTo>
                  <a:cubicBezTo>
                    <a:pt x="39" y="300"/>
                    <a:pt x="24" y="468"/>
                    <a:pt x="1" y="629"/>
                  </a:cubicBezTo>
                  <a:lnTo>
                    <a:pt x="158" y="652"/>
                  </a:lnTo>
                  <a:cubicBezTo>
                    <a:pt x="185" y="483"/>
                    <a:pt x="196" y="307"/>
                    <a:pt x="196" y="135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8" name="Google Shape;5388;p41"/>
            <p:cNvSpPr/>
            <p:nvPr/>
          </p:nvSpPr>
          <p:spPr>
            <a:xfrm>
              <a:off x="3250992" y="2490079"/>
              <a:ext cx="16708" cy="31178"/>
            </a:xfrm>
            <a:custGeom>
              <a:avLst/>
              <a:gdLst/>
              <a:ahLst/>
              <a:cxnLst/>
              <a:rect l="l" t="t" r="r" b="b"/>
              <a:pathLst>
                <a:path w="351" h="655" extrusionOk="0">
                  <a:moveTo>
                    <a:pt x="147" y="0"/>
                  </a:moveTo>
                  <a:lnTo>
                    <a:pt x="1" y="65"/>
                  </a:lnTo>
                  <a:cubicBezTo>
                    <a:pt x="82" y="253"/>
                    <a:pt x="151" y="452"/>
                    <a:pt x="197" y="655"/>
                  </a:cubicBezTo>
                  <a:lnTo>
                    <a:pt x="350" y="617"/>
                  </a:lnTo>
                  <a:cubicBezTo>
                    <a:pt x="304" y="406"/>
                    <a:pt x="235" y="199"/>
                    <a:pt x="1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9" name="Google Shape;5389;p41"/>
            <p:cNvSpPr/>
            <p:nvPr/>
          </p:nvSpPr>
          <p:spPr>
            <a:xfrm>
              <a:off x="3217483" y="2439148"/>
              <a:ext cx="25371" cy="28132"/>
            </a:xfrm>
            <a:custGeom>
              <a:avLst/>
              <a:gdLst/>
              <a:ahLst/>
              <a:cxnLst/>
              <a:rect l="l" t="t" r="r" b="b"/>
              <a:pathLst>
                <a:path w="533" h="591" extrusionOk="0">
                  <a:moveTo>
                    <a:pt x="112" y="1"/>
                  </a:moveTo>
                  <a:lnTo>
                    <a:pt x="0" y="116"/>
                  </a:lnTo>
                  <a:cubicBezTo>
                    <a:pt x="146" y="262"/>
                    <a:pt x="284" y="423"/>
                    <a:pt x="399" y="591"/>
                  </a:cubicBezTo>
                  <a:lnTo>
                    <a:pt x="533" y="499"/>
                  </a:lnTo>
                  <a:cubicBezTo>
                    <a:pt x="406" y="322"/>
                    <a:pt x="268" y="154"/>
                    <a:pt x="1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0" name="Google Shape;5390;p41"/>
            <p:cNvSpPr/>
            <p:nvPr/>
          </p:nvSpPr>
          <p:spPr>
            <a:xfrm>
              <a:off x="3168598" y="2404687"/>
              <a:ext cx="30321" cy="21182"/>
            </a:xfrm>
            <a:custGeom>
              <a:avLst/>
              <a:gdLst/>
              <a:ahLst/>
              <a:cxnLst/>
              <a:rect l="l" t="t" r="r" b="b"/>
              <a:pathLst>
                <a:path w="637" h="445" extrusionOk="0">
                  <a:moveTo>
                    <a:pt x="62" y="1"/>
                  </a:moveTo>
                  <a:lnTo>
                    <a:pt x="0" y="146"/>
                  </a:lnTo>
                  <a:cubicBezTo>
                    <a:pt x="188" y="227"/>
                    <a:pt x="372" y="326"/>
                    <a:pt x="544" y="445"/>
                  </a:cubicBezTo>
                  <a:lnTo>
                    <a:pt x="636" y="311"/>
                  </a:lnTo>
                  <a:cubicBezTo>
                    <a:pt x="453" y="188"/>
                    <a:pt x="260" y="84"/>
                    <a:pt x="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1" name="Google Shape;5391;p41"/>
            <p:cNvSpPr/>
            <p:nvPr/>
          </p:nvSpPr>
          <p:spPr>
            <a:xfrm>
              <a:off x="3110908" y="2391549"/>
              <a:ext cx="31083" cy="11186"/>
            </a:xfrm>
            <a:custGeom>
              <a:avLst/>
              <a:gdLst/>
              <a:ahLst/>
              <a:cxnLst/>
              <a:rect l="l" t="t" r="r" b="b"/>
              <a:pathLst>
                <a:path w="653" h="235" extrusionOk="0">
                  <a:moveTo>
                    <a:pt x="5" y="1"/>
                  </a:moveTo>
                  <a:lnTo>
                    <a:pt x="1" y="158"/>
                  </a:lnTo>
                  <a:cubicBezTo>
                    <a:pt x="208" y="166"/>
                    <a:pt x="415" y="189"/>
                    <a:pt x="618" y="234"/>
                  </a:cubicBezTo>
                  <a:lnTo>
                    <a:pt x="653" y="77"/>
                  </a:lnTo>
                  <a:cubicBezTo>
                    <a:pt x="442" y="31"/>
                    <a:pt x="223" y="5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2" name="Google Shape;5392;p41"/>
            <p:cNvSpPr/>
            <p:nvPr/>
          </p:nvSpPr>
          <p:spPr>
            <a:xfrm>
              <a:off x="3050219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3" name="Google Shape;5393;p41"/>
            <p:cNvSpPr/>
            <p:nvPr/>
          </p:nvSpPr>
          <p:spPr>
            <a:xfrm>
              <a:off x="2989435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4" name="Google Shape;5394;p41"/>
            <p:cNvSpPr/>
            <p:nvPr/>
          </p:nvSpPr>
          <p:spPr>
            <a:xfrm>
              <a:off x="2928746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5" name="Google Shape;5395;p41"/>
            <p:cNvSpPr/>
            <p:nvPr/>
          </p:nvSpPr>
          <p:spPr>
            <a:xfrm>
              <a:off x="2867962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6" name="Google Shape;5396;p41"/>
            <p:cNvSpPr/>
            <p:nvPr/>
          </p:nvSpPr>
          <p:spPr>
            <a:xfrm>
              <a:off x="2807274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7" name="Google Shape;5397;p41"/>
            <p:cNvSpPr/>
            <p:nvPr/>
          </p:nvSpPr>
          <p:spPr>
            <a:xfrm>
              <a:off x="2746489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8" name="Google Shape;5398;p41"/>
            <p:cNvSpPr/>
            <p:nvPr/>
          </p:nvSpPr>
          <p:spPr>
            <a:xfrm>
              <a:off x="2685801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9" name="Google Shape;5399;p41"/>
            <p:cNvSpPr/>
            <p:nvPr/>
          </p:nvSpPr>
          <p:spPr>
            <a:xfrm>
              <a:off x="2625016" y="2391407"/>
              <a:ext cx="30369" cy="7711"/>
            </a:xfrm>
            <a:custGeom>
              <a:avLst/>
              <a:gdLst/>
              <a:ahLst/>
              <a:cxnLst/>
              <a:rect l="l" t="t" r="r" b="b"/>
              <a:pathLst>
                <a:path w="638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0" name="Google Shape;5400;p41"/>
            <p:cNvSpPr/>
            <p:nvPr/>
          </p:nvSpPr>
          <p:spPr>
            <a:xfrm>
              <a:off x="2564328" y="2391407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1" name="Google Shape;5401;p41"/>
            <p:cNvSpPr/>
            <p:nvPr/>
          </p:nvSpPr>
          <p:spPr>
            <a:xfrm>
              <a:off x="2503544" y="2391407"/>
              <a:ext cx="30369" cy="7711"/>
            </a:xfrm>
            <a:custGeom>
              <a:avLst/>
              <a:gdLst/>
              <a:ahLst/>
              <a:cxnLst/>
              <a:rect l="l" t="t" r="r" b="b"/>
              <a:pathLst>
                <a:path w="638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2" name="Google Shape;5402;p41"/>
            <p:cNvSpPr/>
            <p:nvPr/>
          </p:nvSpPr>
          <p:spPr>
            <a:xfrm>
              <a:off x="2442855" y="2391407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3" name="Google Shape;5403;p41"/>
            <p:cNvSpPr/>
            <p:nvPr/>
          </p:nvSpPr>
          <p:spPr>
            <a:xfrm>
              <a:off x="2382071" y="2391407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4" name="Google Shape;5404;p41"/>
            <p:cNvSpPr/>
            <p:nvPr/>
          </p:nvSpPr>
          <p:spPr>
            <a:xfrm>
              <a:off x="2321191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5" name="Google Shape;5405;p41"/>
            <p:cNvSpPr/>
            <p:nvPr/>
          </p:nvSpPr>
          <p:spPr>
            <a:xfrm>
              <a:off x="2279970" y="2391407"/>
              <a:ext cx="10948" cy="7711"/>
            </a:xfrm>
            <a:custGeom>
              <a:avLst/>
              <a:gdLst/>
              <a:ahLst/>
              <a:cxnLst/>
              <a:rect l="l" t="t" r="r" b="b"/>
              <a:pathLst>
                <a:path w="23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230" y="161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6" name="Google Shape;5406;p41"/>
            <p:cNvSpPr/>
            <p:nvPr/>
          </p:nvSpPr>
          <p:spPr>
            <a:xfrm>
              <a:off x="2919227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7" name="Google Shape;5407;p41"/>
            <p:cNvSpPr/>
            <p:nvPr/>
          </p:nvSpPr>
          <p:spPr>
            <a:xfrm>
              <a:off x="2858538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8" name="Google Shape;5408;p41"/>
            <p:cNvSpPr/>
            <p:nvPr/>
          </p:nvSpPr>
          <p:spPr>
            <a:xfrm>
              <a:off x="2797754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9" name="Google Shape;5409;p41"/>
            <p:cNvSpPr/>
            <p:nvPr/>
          </p:nvSpPr>
          <p:spPr>
            <a:xfrm>
              <a:off x="2737065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0" name="Google Shape;5410;p41"/>
            <p:cNvSpPr/>
            <p:nvPr/>
          </p:nvSpPr>
          <p:spPr>
            <a:xfrm>
              <a:off x="2676281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1" name="Google Shape;5411;p41"/>
            <p:cNvSpPr/>
            <p:nvPr/>
          </p:nvSpPr>
          <p:spPr>
            <a:xfrm>
              <a:off x="2615592" y="3359714"/>
              <a:ext cx="30274" cy="7521"/>
            </a:xfrm>
            <a:custGeom>
              <a:avLst/>
              <a:gdLst/>
              <a:ahLst/>
              <a:cxnLst/>
              <a:rect l="l" t="t" r="r" b="b"/>
              <a:pathLst>
                <a:path w="636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2" name="Google Shape;5412;p41"/>
            <p:cNvSpPr/>
            <p:nvPr/>
          </p:nvSpPr>
          <p:spPr>
            <a:xfrm>
              <a:off x="2554808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3" name="Google Shape;5413;p41"/>
            <p:cNvSpPr/>
            <p:nvPr/>
          </p:nvSpPr>
          <p:spPr>
            <a:xfrm>
              <a:off x="2494071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4" name="Google Shape;5414;p41"/>
            <p:cNvSpPr/>
            <p:nvPr/>
          </p:nvSpPr>
          <p:spPr>
            <a:xfrm>
              <a:off x="2433335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5" name="Google Shape;5415;p41"/>
            <p:cNvSpPr/>
            <p:nvPr/>
          </p:nvSpPr>
          <p:spPr>
            <a:xfrm>
              <a:off x="2372598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6" name="Google Shape;5416;p41"/>
            <p:cNvSpPr/>
            <p:nvPr/>
          </p:nvSpPr>
          <p:spPr>
            <a:xfrm>
              <a:off x="2311671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7" name="Google Shape;5417;p41"/>
            <p:cNvSpPr/>
            <p:nvPr/>
          </p:nvSpPr>
          <p:spPr>
            <a:xfrm>
              <a:off x="2270451" y="3359714"/>
              <a:ext cx="10996" cy="7521"/>
            </a:xfrm>
            <a:custGeom>
              <a:avLst/>
              <a:gdLst/>
              <a:ahLst/>
              <a:cxnLst/>
              <a:rect l="l" t="t" r="r" b="b"/>
              <a:pathLst>
                <a:path w="23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230" y="157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F45B8EA-3BEA-6ACF-E8FE-7E3A772D5CA5}"/>
              </a:ext>
            </a:extLst>
          </p:cNvPr>
          <p:cNvGrpSpPr/>
          <p:nvPr/>
        </p:nvGrpSpPr>
        <p:grpSpPr>
          <a:xfrm>
            <a:off x="3447261" y="2157846"/>
            <a:ext cx="2410859" cy="251384"/>
            <a:chOff x="3214114" y="2061515"/>
            <a:chExt cx="2410859" cy="25138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0D9A3A1-BAB4-86A9-0588-4501701BB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3214114" y="2061515"/>
              <a:ext cx="228603" cy="22860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9219636-D065-1400-71D4-3DB7E83D4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5390630" y="2078556"/>
              <a:ext cx="234343" cy="234343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64F16FD-E945-2E5E-5DA3-DEE6A100DED5}"/>
              </a:ext>
            </a:extLst>
          </p:cNvPr>
          <p:cNvSpPr txBox="1"/>
          <p:nvPr/>
        </p:nvSpPr>
        <p:spPr>
          <a:xfrm>
            <a:off x="2423038" y="1914206"/>
            <a:ext cx="1060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noProof="0" dirty="0">
                <a:solidFill>
                  <a:schemeClr val="accent5"/>
                </a:solidFill>
                <a:latin typeface="Changa One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Input</a:t>
            </a:r>
          </a:p>
          <a:p>
            <a:pPr algn="ctr"/>
            <a:r>
              <a:rPr lang="it-IT" noProof="0" dirty="0">
                <a:solidFill>
                  <a:schemeClr val="accent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HxWx3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67B52-6D49-59D8-E02A-2DB6EB3D8171}"/>
              </a:ext>
            </a:extLst>
          </p:cNvPr>
          <p:cNvSpPr txBox="1"/>
          <p:nvPr/>
        </p:nvSpPr>
        <p:spPr>
          <a:xfrm>
            <a:off x="3755041" y="1914206"/>
            <a:ext cx="1633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noProof="0" dirty="0">
                <a:solidFill>
                  <a:schemeClr val="accent5"/>
                </a:solidFill>
                <a:latin typeface="Changa One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Rete Neurale</a:t>
            </a:r>
          </a:p>
          <a:p>
            <a:pPr algn="ctr"/>
            <a:r>
              <a:rPr lang="it-IT" noProof="0" dirty="0">
                <a:solidFill>
                  <a:schemeClr val="accent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CNN/Trasnformer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916CFE-919A-3F2D-00FC-5AB8831723E3}"/>
              </a:ext>
            </a:extLst>
          </p:cNvPr>
          <p:cNvSpPr txBox="1"/>
          <p:nvPr/>
        </p:nvSpPr>
        <p:spPr>
          <a:xfrm>
            <a:off x="5660258" y="1914206"/>
            <a:ext cx="15330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noProof="0" dirty="0">
                <a:solidFill>
                  <a:schemeClr val="accent5"/>
                </a:solidFill>
                <a:latin typeface="Changa One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Output</a:t>
            </a:r>
          </a:p>
          <a:p>
            <a:pPr algn="ctr"/>
            <a:r>
              <a:rPr lang="it-IT" noProof="0" dirty="0">
                <a:solidFill>
                  <a:schemeClr val="accent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HxW</a:t>
            </a:r>
          </a:p>
          <a:p>
            <a:pPr algn="ctr"/>
            <a:r>
              <a:rPr lang="it-IT" noProof="0" dirty="0">
                <a:solidFill>
                  <a:schemeClr val="accent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(label per pixel)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156495-4D94-32AB-DB15-DF130E992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540570" y="3241743"/>
            <a:ext cx="172018" cy="1720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FCA38D-3E81-B66D-7029-DCA2A82DD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540570" y="3026119"/>
            <a:ext cx="172018" cy="1720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E65B67-F2E5-398C-6C9A-58FB40BC1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540570" y="3467597"/>
            <a:ext cx="172018" cy="1720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0CC03B-E541-332E-6D07-4C0B86DAD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540570" y="3670850"/>
            <a:ext cx="172018" cy="17201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04DC4C5-0536-1D4D-ADDD-A550776A778B}"/>
              </a:ext>
            </a:extLst>
          </p:cNvPr>
          <p:cNvGrpSpPr/>
          <p:nvPr/>
        </p:nvGrpSpPr>
        <p:grpSpPr>
          <a:xfrm>
            <a:off x="8739332" y="4813236"/>
            <a:ext cx="274320" cy="274320"/>
            <a:chOff x="8739332" y="4813236"/>
            <a:chExt cx="274320" cy="27432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4703E22-FA30-2C83-8CB9-409D2D4D6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858C7C-CF56-77AD-53B8-6F0BEF5630B1}"/>
                </a:ext>
              </a:extLst>
            </p:cNvPr>
            <p:cNvSpPr txBox="1"/>
            <p:nvPr/>
          </p:nvSpPr>
          <p:spPr>
            <a:xfrm>
              <a:off x="8754503" y="4842674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4">
          <a:extLst>
            <a:ext uri="{FF2B5EF4-FFF2-40B4-BE49-F238E27FC236}">
              <a16:creationId xmlns:a16="http://schemas.microsoft.com/office/drawing/2014/main" id="{12D40E71-DFC5-7EE3-D0DD-537AC194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5" name="Google Shape;5015;p41">
            <a:extLst>
              <a:ext uri="{FF2B5EF4-FFF2-40B4-BE49-F238E27FC236}">
                <a16:creationId xmlns:a16="http://schemas.microsoft.com/office/drawing/2014/main" id="{73CE3FCC-C01B-3D19-30CF-2D811A8FA6C5}"/>
              </a:ext>
            </a:extLst>
          </p:cNvPr>
          <p:cNvGrpSpPr/>
          <p:nvPr/>
        </p:nvGrpSpPr>
        <p:grpSpPr>
          <a:xfrm>
            <a:off x="376498" y="3524081"/>
            <a:ext cx="1631738" cy="1133828"/>
            <a:chOff x="376498" y="3524081"/>
            <a:chExt cx="1631738" cy="1133828"/>
          </a:xfrm>
        </p:grpSpPr>
        <p:grpSp>
          <p:nvGrpSpPr>
            <p:cNvPr id="5016" name="Google Shape;5016;p41">
              <a:extLst>
                <a:ext uri="{FF2B5EF4-FFF2-40B4-BE49-F238E27FC236}">
                  <a16:creationId xmlns:a16="http://schemas.microsoft.com/office/drawing/2014/main" id="{201EDB7B-E89D-37DD-DE39-CB8DD4C662E3}"/>
                </a:ext>
              </a:extLst>
            </p:cNvPr>
            <p:cNvGrpSpPr/>
            <p:nvPr/>
          </p:nvGrpSpPr>
          <p:grpSpPr>
            <a:xfrm>
              <a:off x="1112980" y="3597914"/>
              <a:ext cx="895256" cy="1059981"/>
              <a:chOff x="6638805" y="2345339"/>
              <a:chExt cx="895256" cy="1059981"/>
            </a:xfrm>
          </p:grpSpPr>
          <p:sp>
            <p:nvSpPr>
              <p:cNvPr id="5017" name="Google Shape;5017;p41">
                <a:extLst>
                  <a:ext uri="{FF2B5EF4-FFF2-40B4-BE49-F238E27FC236}">
                    <a16:creationId xmlns:a16="http://schemas.microsoft.com/office/drawing/2014/main" id="{DF241CE5-A29E-F9A6-8466-F4CD3560A937}"/>
                  </a:ext>
                </a:extLst>
              </p:cNvPr>
              <p:cNvSpPr/>
              <p:nvPr/>
            </p:nvSpPr>
            <p:spPr>
              <a:xfrm>
                <a:off x="6723315" y="2439164"/>
                <a:ext cx="154700" cy="285765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99" extrusionOk="0">
                    <a:moveTo>
                      <a:pt x="1" y="0"/>
                    </a:moveTo>
                    <a:lnTo>
                      <a:pt x="1" y="399"/>
                    </a:lnTo>
                    <a:lnTo>
                      <a:pt x="216" y="399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18" name="Google Shape;5018;p41">
                <a:extLst>
                  <a:ext uri="{FF2B5EF4-FFF2-40B4-BE49-F238E27FC236}">
                    <a16:creationId xmlns:a16="http://schemas.microsoft.com/office/drawing/2014/main" id="{66E9511F-311C-75DF-2783-6248D36A782A}"/>
                  </a:ext>
                </a:extLst>
              </p:cNvPr>
              <p:cNvSpPr/>
              <p:nvPr/>
            </p:nvSpPr>
            <p:spPr>
              <a:xfrm>
                <a:off x="6723315" y="2439164"/>
                <a:ext cx="154700" cy="66607"/>
              </a:xfrm>
              <a:custGeom>
                <a:avLst/>
                <a:gdLst/>
                <a:ahLst/>
                <a:cxnLst/>
                <a:rect l="l" t="t" r="r" b="b"/>
                <a:pathLst>
                  <a:path w="216" h="93" extrusionOk="0">
                    <a:moveTo>
                      <a:pt x="1" y="0"/>
                    </a:moveTo>
                    <a:lnTo>
                      <a:pt x="1" y="92"/>
                    </a:lnTo>
                    <a:lnTo>
                      <a:pt x="216" y="92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19" name="Google Shape;5019;p41">
                <a:extLst>
                  <a:ext uri="{FF2B5EF4-FFF2-40B4-BE49-F238E27FC236}">
                    <a16:creationId xmlns:a16="http://schemas.microsoft.com/office/drawing/2014/main" id="{BD74A01D-D6D2-F3A0-20A7-F39CED42F1D4}"/>
                  </a:ext>
                </a:extLst>
              </p:cNvPr>
              <p:cNvSpPr/>
              <p:nvPr/>
            </p:nvSpPr>
            <p:spPr>
              <a:xfrm>
                <a:off x="6690370" y="2394759"/>
                <a:ext cx="791407" cy="1010562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1411" extrusionOk="0">
                    <a:moveTo>
                      <a:pt x="553" y="1"/>
                    </a:moveTo>
                    <a:lnTo>
                      <a:pt x="1" y="549"/>
                    </a:lnTo>
                    <a:lnTo>
                      <a:pt x="1" y="1411"/>
                    </a:lnTo>
                    <a:lnTo>
                      <a:pt x="1104" y="1411"/>
                    </a:lnTo>
                    <a:lnTo>
                      <a:pt x="1104" y="549"/>
                    </a:lnTo>
                    <a:lnTo>
                      <a:pt x="5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0" name="Google Shape;5020;p41">
                <a:extLst>
                  <a:ext uri="{FF2B5EF4-FFF2-40B4-BE49-F238E27FC236}">
                    <a16:creationId xmlns:a16="http://schemas.microsoft.com/office/drawing/2014/main" id="{DE8C255A-2DC0-56AB-E6BD-1A92F318A00F}"/>
                  </a:ext>
                </a:extLst>
              </p:cNvPr>
              <p:cNvSpPr/>
              <p:nvPr/>
            </p:nvSpPr>
            <p:spPr>
              <a:xfrm>
                <a:off x="6693235" y="2886088"/>
                <a:ext cx="783528" cy="77350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8" extrusionOk="0">
                    <a:moveTo>
                      <a:pt x="0" y="1"/>
                    </a:moveTo>
                    <a:lnTo>
                      <a:pt x="0" y="107"/>
                    </a:lnTo>
                    <a:lnTo>
                      <a:pt x="1093" y="107"/>
                    </a:lnTo>
                    <a:lnTo>
                      <a:pt x="109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1" name="Google Shape;5021;p41">
                <a:extLst>
                  <a:ext uri="{FF2B5EF4-FFF2-40B4-BE49-F238E27FC236}">
                    <a16:creationId xmlns:a16="http://schemas.microsoft.com/office/drawing/2014/main" id="{FCB1E6FD-806A-E842-6261-ECD1194FC3E0}"/>
                  </a:ext>
                </a:extLst>
              </p:cNvPr>
              <p:cNvSpPr/>
              <p:nvPr/>
            </p:nvSpPr>
            <p:spPr>
              <a:xfrm>
                <a:off x="6693235" y="2669788"/>
                <a:ext cx="780663" cy="7448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4" extrusionOk="0">
                    <a:moveTo>
                      <a:pt x="131" y="0"/>
                    </a:moveTo>
                    <a:cubicBezTo>
                      <a:pt x="92" y="42"/>
                      <a:pt x="55" y="84"/>
                      <a:pt x="0" y="100"/>
                    </a:cubicBezTo>
                    <a:lnTo>
                      <a:pt x="0" y="103"/>
                    </a:lnTo>
                    <a:lnTo>
                      <a:pt x="1089" y="103"/>
                    </a:lnTo>
                    <a:lnTo>
                      <a:pt x="1089" y="96"/>
                    </a:lnTo>
                    <a:cubicBezTo>
                      <a:pt x="1074" y="84"/>
                      <a:pt x="1058" y="69"/>
                      <a:pt x="1047" y="57"/>
                    </a:cubicBezTo>
                    <a:cubicBezTo>
                      <a:pt x="1043" y="54"/>
                      <a:pt x="1040" y="50"/>
                      <a:pt x="1035" y="46"/>
                    </a:cubicBezTo>
                    <a:cubicBezTo>
                      <a:pt x="1017" y="34"/>
                      <a:pt x="1001" y="27"/>
                      <a:pt x="985" y="15"/>
                    </a:cubicBezTo>
                    <a:cubicBezTo>
                      <a:pt x="978" y="11"/>
                      <a:pt x="971" y="4"/>
                      <a:pt x="962" y="0"/>
                    </a:cubicBezTo>
                    <a:close/>
                  </a:path>
                </a:pathLst>
              </a:custGeom>
              <a:solidFill>
                <a:srgbClr val="D1CE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2" name="Google Shape;5022;p41">
                <a:extLst>
                  <a:ext uri="{FF2B5EF4-FFF2-40B4-BE49-F238E27FC236}">
                    <a16:creationId xmlns:a16="http://schemas.microsoft.com/office/drawing/2014/main" id="{D48CC39D-4615-64F7-C4F4-54E048918BA2}"/>
                  </a:ext>
                </a:extLst>
              </p:cNvPr>
              <p:cNvSpPr/>
              <p:nvPr/>
            </p:nvSpPr>
            <p:spPr>
              <a:xfrm>
                <a:off x="6693235" y="3232024"/>
                <a:ext cx="783528" cy="170456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238" extrusionOk="0">
                    <a:moveTo>
                      <a:pt x="0" y="1"/>
                    </a:moveTo>
                    <a:lnTo>
                      <a:pt x="0" y="238"/>
                    </a:lnTo>
                    <a:lnTo>
                      <a:pt x="1093" y="238"/>
                    </a:lnTo>
                    <a:lnTo>
                      <a:pt x="109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3" name="Google Shape;5023;p41">
                <a:extLst>
                  <a:ext uri="{FF2B5EF4-FFF2-40B4-BE49-F238E27FC236}">
                    <a16:creationId xmlns:a16="http://schemas.microsoft.com/office/drawing/2014/main" id="{EC64EBAB-ACCD-27A8-09E8-2F7FAC8DAAFF}"/>
                  </a:ext>
                </a:extLst>
              </p:cNvPr>
              <p:cNvSpPr/>
              <p:nvPr/>
            </p:nvSpPr>
            <p:spPr>
              <a:xfrm>
                <a:off x="6676763" y="2381150"/>
                <a:ext cx="818622" cy="4261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595" extrusionOk="0">
                    <a:moveTo>
                      <a:pt x="568" y="0"/>
                    </a:moveTo>
                    <a:lnTo>
                      <a:pt x="0" y="579"/>
                    </a:lnTo>
                    <a:lnTo>
                      <a:pt x="1143" y="595"/>
                    </a:lnTo>
                    <a:lnTo>
                      <a:pt x="1143" y="595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4" name="Google Shape;5024;p41">
                <a:extLst>
                  <a:ext uri="{FF2B5EF4-FFF2-40B4-BE49-F238E27FC236}">
                    <a16:creationId xmlns:a16="http://schemas.microsoft.com/office/drawing/2014/main" id="{A17343B3-B769-2757-F4F2-99D9C81B4A99}"/>
                  </a:ext>
                </a:extLst>
              </p:cNvPr>
              <p:cNvSpPr/>
              <p:nvPr/>
            </p:nvSpPr>
            <p:spPr>
              <a:xfrm>
                <a:off x="6638805" y="2345339"/>
                <a:ext cx="895256" cy="497045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694" extrusionOk="0">
                    <a:moveTo>
                      <a:pt x="621" y="1"/>
                    </a:moveTo>
                    <a:cubicBezTo>
                      <a:pt x="610" y="1"/>
                      <a:pt x="594" y="8"/>
                      <a:pt x="587" y="16"/>
                    </a:cubicBezTo>
                    <a:lnTo>
                      <a:pt x="19" y="595"/>
                    </a:lnTo>
                    <a:cubicBezTo>
                      <a:pt x="0" y="614"/>
                      <a:pt x="0" y="645"/>
                      <a:pt x="19" y="664"/>
                    </a:cubicBezTo>
                    <a:cubicBezTo>
                      <a:pt x="31" y="673"/>
                      <a:pt x="44" y="678"/>
                      <a:pt x="57" y="678"/>
                    </a:cubicBezTo>
                    <a:cubicBezTo>
                      <a:pt x="70" y="678"/>
                      <a:pt x="82" y="673"/>
                      <a:pt x="92" y="664"/>
                    </a:cubicBezTo>
                    <a:lnTo>
                      <a:pt x="621" y="123"/>
                    </a:lnTo>
                    <a:lnTo>
                      <a:pt x="1157" y="679"/>
                    </a:lnTo>
                    <a:cubicBezTo>
                      <a:pt x="1167" y="688"/>
                      <a:pt x="1179" y="693"/>
                      <a:pt x="1192" y="693"/>
                    </a:cubicBezTo>
                    <a:cubicBezTo>
                      <a:pt x="1204" y="693"/>
                      <a:pt x="1217" y="688"/>
                      <a:pt x="1226" y="679"/>
                    </a:cubicBezTo>
                    <a:cubicBezTo>
                      <a:pt x="1249" y="664"/>
                      <a:pt x="1249" y="629"/>
                      <a:pt x="1231" y="610"/>
                    </a:cubicBezTo>
                    <a:lnTo>
                      <a:pt x="656" y="16"/>
                    </a:lnTo>
                    <a:cubicBezTo>
                      <a:pt x="648" y="8"/>
                      <a:pt x="637" y="4"/>
                      <a:pt x="6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5" name="Google Shape;5025;p41">
                <a:extLst>
                  <a:ext uri="{FF2B5EF4-FFF2-40B4-BE49-F238E27FC236}">
                    <a16:creationId xmlns:a16="http://schemas.microsoft.com/office/drawing/2014/main" id="{EC685675-4544-1DAA-7C30-DF148E51916A}"/>
                  </a:ext>
                </a:extLst>
              </p:cNvPr>
              <p:cNvSpPr/>
              <p:nvPr/>
            </p:nvSpPr>
            <p:spPr>
              <a:xfrm>
                <a:off x="6932441" y="3110982"/>
                <a:ext cx="302239" cy="291494"/>
              </a:xfrm>
              <a:custGeom>
                <a:avLst/>
                <a:gdLst/>
                <a:ahLst/>
                <a:cxnLst/>
                <a:rect l="l" t="t" r="r" b="b"/>
                <a:pathLst>
                  <a:path w="422" h="407" extrusionOk="0">
                    <a:moveTo>
                      <a:pt x="211" y="0"/>
                    </a:moveTo>
                    <a:cubicBezTo>
                      <a:pt x="96" y="0"/>
                      <a:pt x="0" y="92"/>
                      <a:pt x="0" y="212"/>
                    </a:cubicBezTo>
                    <a:lnTo>
                      <a:pt x="0" y="407"/>
                    </a:lnTo>
                    <a:lnTo>
                      <a:pt x="422" y="407"/>
                    </a:lnTo>
                    <a:lnTo>
                      <a:pt x="422" y="212"/>
                    </a:lnTo>
                    <a:cubicBezTo>
                      <a:pt x="422" y="92"/>
                      <a:pt x="326" y="0"/>
                      <a:pt x="2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6" name="Google Shape;5026;p41">
                <a:extLst>
                  <a:ext uri="{FF2B5EF4-FFF2-40B4-BE49-F238E27FC236}">
                    <a16:creationId xmlns:a16="http://schemas.microsoft.com/office/drawing/2014/main" id="{0804E6E9-ED77-EA75-417C-A3D6D926FF18}"/>
                  </a:ext>
                </a:extLst>
              </p:cNvPr>
              <p:cNvSpPr/>
              <p:nvPr/>
            </p:nvSpPr>
            <p:spPr>
              <a:xfrm>
                <a:off x="6932441" y="3110982"/>
                <a:ext cx="140376" cy="291494"/>
              </a:xfrm>
              <a:custGeom>
                <a:avLst/>
                <a:gdLst/>
                <a:ahLst/>
                <a:cxnLst/>
                <a:rect l="l" t="t" r="r" b="b"/>
                <a:pathLst>
                  <a:path w="196" h="407" extrusionOk="0">
                    <a:moveTo>
                      <a:pt x="195" y="0"/>
                    </a:moveTo>
                    <a:cubicBezTo>
                      <a:pt x="89" y="9"/>
                      <a:pt x="0" y="101"/>
                      <a:pt x="0" y="212"/>
                    </a:cubicBezTo>
                    <a:lnTo>
                      <a:pt x="0" y="407"/>
                    </a:lnTo>
                    <a:lnTo>
                      <a:pt x="195" y="407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7" name="Google Shape;5027;p41">
                <a:extLst>
                  <a:ext uri="{FF2B5EF4-FFF2-40B4-BE49-F238E27FC236}">
                    <a16:creationId xmlns:a16="http://schemas.microsoft.com/office/drawing/2014/main" id="{731571C2-882E-68EA-2CD2-1ACDFF7FAC8B}"/>
                  </a:ext>
                </a:extLst>
              </p:cNvPr>
              <p:cNvSpPr/>
              <p:nvPr/>
            </p:nvSpPr>
            <p:spPr>
              <a:xfrm>
                <a:off x="6775597" y="3015724"/>
                <a:ext cx="96688" cy="17260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41" extrusionOk="0">
                    <a:moveTo>
                      <a:pt x="69" y="0"/>
                    </a:moveTo>
                    <a:cubicBezTo>
                      <a:pt x="32" y="0"/>
                      <a:pt x="0" y="27"/>
                      <a:pt x="0" y="64"/>
                    </a:cubicBezTo>
                    <a:lnTo>
                      <a:pt x="0" y="241"/>
                    </a:lnTo>
                    <a:lnTo>
                      <a:pt x="135" y="241"/>
                    </a:lnTo>
                    <a:lnTo>
                      <a:pt x="135" y="64"/>
                    </a:lnTo>
                    <a:cubicBezTo>
                      <a:pt x="135" y="27"/>
                      <a:pt x="104" y="0"/>
                      <a:pt x="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8" name="Google Shape;5028;p41">
                <a:extLst>
                  <a:ext uri="{FF2B5EF4-FFF2-40B4-BE49-F238E27FC236}">
                    <a16:creationId xmlns:a16="http://schemas.microsoft.com/office/drawing/2014/main" id="{062CFBAD-90FD-A700-ECE2-C32CF079EDBB}"/>
                  </a:ext>
                </a:extLst>
              </p:cNvPr>
              <p:cNvSpPr/>
              <p:nvPr/>
            </p:nvSpPr>
            <p:spPr>
              <a:xfrm>
                <a:off x="6751246" y="2990656"/>
                <a:ext cx="146106" cy="222739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11" extrusionOk="0">
                    <a:moveTo>
                      <a:pt x="103" y="65"/>
                    </a:moveTo>
                    <a:cubicBezTo>
                      <a:pt x="112" y="65"/>
                      <a:pt x="119" y="69"/>
                      <a:pt x="126" y="76"/>
                    </a:cubicBezTo>
                    <a:cubicBezTo>
                      <a:pt x="135" y="81"/>
                      <a:pt x="138" y="92"/>
                      <a:pt x="138" y="99"/>
                    </a:cubicBezTo>
                    <a:lnTo>
                      <a:pt x="138" y="246"/>
                    </a:lnTo>
                    <a:lnTo>
                      <a:pt x="66" y="246"/>
                    </a:lnTo>
                    <a:lnTo>
                      <a:pt x="66" y="99"/>
                    </a:lnTo>
                    <a:cubicBezTo>
                      <a:pt x="66" y="92"/>
                      <a:pt x="69" y="81"/>
                      <a:pt x="77" y="76"/>
                    </a:cubicBezTo>
                    <a:cubicBezTo>
                      <a:pt x="85" y="69"/>
                      <a:pt x="92" y="65"/>
                      <a:pt x="103" y="65"/>
                    </a:cubicBezTo>
                    <a:close/>
                    <a:moveTo>
                      <a:pt x="103" y="0"/>
                    </a:moveTo>
                    <a:cubicBezTo>
                      <a:pt x="46" y="0"/>
                      <a:pt x="0" y="46"/>
                      <a:pt x="0" y="99"/>
                    </a:cubicBezTo>
                    <a:lnTo>
                      <a:pt x="0" y="311"/>
                    </a:lnTo>
                    <a:lnTo>
                      <a:pt x="204" y="311"/>
                    </a:lnTo>
                    <a:lnTo>
                      <a:pt x="204" y="276"/>
                    </a:lnTo>
                    <a:lnTo>
                      <a:pt x="204" y="99"/>
                    </a:lnTo>
                    <a:cubicBezTo>
                      <a:pt x="204" y="46"/>
                      <a:pt x="158" y="0"/>
                      <a:pt x="10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29" name="Google Shape;5029;p41">
                <a:extLst>
                  <a:ext uri="{FF2B5EF4-FFF2-40B4-BE49-F238E27FC236}">
                    <a16:creationId xmlns:a16="http://schemas.microsoft.com/office/drawing/2014/main" id="{F55BFC47-2D45-1256-823A-48095199E4FC}"/>
                  </a:ext>
                </a:extLst>
              </p:cNvPr>
              <p:cNvSpPr/>
              <p:nvPr/>
            </p:nvSpPr>
            <p:spPr>
              <a:xfrm>
                <a:off x="7305574" y="3015724"/>
                <a:ext cx="96688" cy="17260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41" extrusionOk="0">
                    <a:moveTo>
                      <a:pt x="65" y="0"/>
                    </a:moveTo>
                    <a:cubicBezTo>
                      <a:pt x="31" y="0"/>
                      <a:pt x="1" y="27"/>
                      <a:pt x="1" y="64"/>
                    </a:cubicBezTo>
                    <a:lnTo>
                      <a:pt x="1" y="241"/>
                    </a:lnTo>
                    <a:lnTo>
                      <a:pt x="134" y="241"/>
                    </a:lnTo>
                    <a:lnTo>
                      <a:pt x="134" y="64"/>
                    </a:lnTo>
                    <a:cubicBezTo>
                      <a:pt x="134" y="27"/>
                      <a:pt x="104" y="0"/>
                      <a:pt x="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0" name="Google Shape;5030;p41">
                <a:extLst>
                  <a:ext uri="{FF2B5EF4-FFF2-40B4-BE49-F238E27FC236}">
                    <a16:creationId xmlns:a16="http://schemas.microsoft.com/office/drawing/2014/main" id="{A1D0F14E-620E-F00C-4976-62AEB3807566}"/>
                  </a:ext>
                </a:extLst>
              </p:cNvPr>
              <p:cNvSpPr/>
              <p:nvPr/>
            </p:nvSpPr>
            <p:spPr>
              <a:xfrm>
                <a:off x="7280507" y="2990656"/>
                <a:ext cx="146822" cy="222739"/>
              </a:xfrm>
              <a:custGeom>
                <a:avLst/>
                <a:gdLst/>
                <a:ahLst/>
                <a:cxnLst/>
                <a:rect l="l" t="t" r="r" b="b"/>
                <a:pathLst>
                  <a:path w="205" h="311" extrusionOk="0">
                    <a:moveTo>
                      <a:pt x="100" y="65"/>
                    </a:moveTo>
                    <a:cubicBezTo>
                      <a:pt x="112" y="65"/>
                      <a:pt x="119" y="69"/>
                      <a:pt x="128" y="76"/>
                    </a:cubicBezTo>
                    <a:cubicBezTo>
                      <a:pt x="135" y="81"/>
                      <a:pt x="139" y="92"/>
                      <a:pt x="139" y="99"/>
                    </a:cubicBezTo>
                    <a:lnTo>
                      <a:pt x="139" y="246"/>
                    </a:lnTo>
                    <a:lnTo>
                      <a:pt x="66" y="246"/>
                    </a:lnTo>
                    <a:lnTo>
                      <a:pt x="66" y="99"/>
                    </a:lnTo>
                    <a:cubicBezTo>
                      <a:pt x="66" y="92"/>
                      <a:pt x="70" y="81"/>
                      <a:pt x="77" y="76"/>
                    </a:cubicBezTo>
                    <a:cubicBezTo>
                      <a:pt x="85" y="69"/>
                      <a:pt x="93" y="65"/>
                      <a:pt x="100" y="65"/>
                    </a:cubicBezTo>
                    <a:close/>
                    <a:moveTo>
                      <a:pt x="100" y="0"/>
                    </a:moveTo>
                    <a:cubicBezTo>
                      <a:pt x="47" y="0"/>
                      <a:pt x="1" y="46"/>
                      <a:pt x="1" y="99"/>
                    </a:cubicBezTo>
                    <a:lnTo>
                      <a:pt x="1" y="311"/>
                    </a:lnTo>
                    <a:lnTo>
                      <a:pt x="204" y="311"/>
                    </a:lnTo>
                    <a:lnTo>
                      <a:pt x="204" y="276"/>
                    </a:lnTo>
                    <a:lnTo>
                      <a:pt x="204" y="99"/>
                    </a:lnTo>
                    <a:cubicBezTo>
                      <a:pt x="204" y="46"/>
                      <a:pt x="158" y="0"/>
                      <a:pt x="1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1" name="Google Shape;5031;p41">
                <a:extLst>
                  <a:ext uri="{FF2B5EF4-FFF2-40B4-BE49-F238E27FC236}">
                    <a16:creationId xmlns:a16="http://schemas.microsoft.com/office/drawing/2014/main" id="{B2BE2948-C493-9872-0BB6-90F772BAF4D6}"/>
                  </a:ext>
                </a:extLst>
              </p:cNvPr>
              <p:cNvSpPr/>
              <p:nvPr/>
            </p:nvSpPr>
            <p:spPr>
              <a:xfrm>
                <a:off x="7033423" y="2625382"/>
                <a:ext cx="99552" cy="176902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47" extrusionOk="0">
                    <a:moveTo>
                      <a:pt x="70" y="1"/>
                    </a:moveTo>
                    <a:cubicBezTo>
                      <a:pt x="31" y="1"/>
                      <a:pt x="1" y="31"/>
                      <a:pt x="1" y="70"/>
                    </a:cubicBezTo>
                    <a:lnTo>
                      <a:pt x="1" y="246"/>
                    </a:lnTo>
                    <a:lnTo>
                      <a:pt x="139" y="246"/>
                    </a:lnTo>
                    <a:lnTo>
                      <a:pt x="139" y="70"/>
                    </a:lnTo>
                    <a:cubicBezTo>
                      <a:pt x="139" y="31"/>
                      <a:pt x="109" y="1"/>
                      <a:pt x="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2" name="Google Shape;5032;p41">
                <a:extLst>
                  <a:ext uri="{FF2B5EF4-FFF2-40B4-BE49-F238E27FC236}">
                    <a16:creationId xmlns:a16="http://schemas.microsoft.com/office/drawing/2014/main" id="{313B31C6-195E-F135-A8B4-452B7290E084}"/>
                  </a:ext>
                </a:extLst>
              </p:cNvPr>
              <p:cNvSpPr/>
              <p:nvPr/>
            </p:nvSpPr>
            <p:spPr>
              <a:xfrm>
                <a:off x="7011938" y="2603896"/>
                <a:ext cx="143241" cy="222739"/>
              </a:xfrm>
              <a:custGeom>
                <a:avLst/>
                <a:gdLst/>
                <a:ahLst/>
                <a:cxnLst/>
                <a:rect l="l" t="t" r="r" b="b"/>
                <a:pathLst>
                  <a:path w="200" h="311" extrusionOk="0">
                    <a:moveTo>
                      <a:pt x="100" y="65"/>
                    </a:moveTo>
                    <a:cubicBezTo>
                      <a:pt x="112" y="65"/>
                      <a:pt x="119" y="69"/>
                      <a:pt x="127" y="77"/>
                    </a:cubicBezTo>
                    <a:cubicBezTo>
                      <a:pt x="130" y="80"/>
                      <a:pt x="135" y="88"/>
                      <a:pt x="135" y="100"/>
                    </a:cubicBezTo>
                    <a:lnTo>
                      <a:pt x="135" y="245"/>
                    </a:lnTo>
                    <a:lnTo>
                      <a:pt x="66" y="245"/>
                    </a:lnTo>
                    <a:lnTo>
                      <a:pt x="66" y="100"/>
                    </a:lnTo>
                    <a:cubicBezTo>
                      <a:pt x="66" y="88"/>
                      <a:pt x="70" y="80"/>
                      <a:pt x="77" y="77"/>
                    </a:cubicBezTo>
                    <a:cubicBezTo>
                      <a:pt x="81" y="69"/>
                      <a:pt x="89" y="65"/>
                      <a:pt x="100" y="65"/>
                    </a:cubicBezTo>
                    <a:close/>
                    <a:moveTo>
                      <a:pt x="100" y="0"/>
                    </a:moveTo>
                    <a:cubicBezTo>
                      <a:pt x="47" y="0"/>
                      <a:pt x="1" y="46"/>
                      <a:pt x="1" y="100"/>
                    </a:cubicBezTo>
                    <a:lnTo>
                      <a:pt x="1" y="310"/>
                    </a:lnTo>
                    <a:lnTo>
                      <a:pt x="199" y="310"/>
                    </a:lnTo>
                    <a:lnTo>
                      <a:pt x="199" y="276"/>
                    </a:lnTo>
                    <a:lnTo>
                      <a:pt x="199" y="100"/>
                    </a:lnTo>
                    <a:cubicBezTo>
                      <a:pt x="199" y="46"/>
                      <a:pt x="158" y="0"/>
                      <a:pt x="1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grpSp>
          <p:nvGrpSpPr>
            <p:cNvPr id="5033" name="Google Shape;5033;p41">
              <a:extLst>
                <a:ext uri="{FF2B5EF4-FFF2-40B4-BE49-F238E27FC236}">
                  <a16:creationId xmlns:a16="http://schemas.microsoft.com/office/drawing/2014/main" id="{2A5A1413-3ACC-2256-A0D9-7E4FF36F11FC}"/>
                </a:ext>
              </a:extLst>
            </p:cNvPr>
            <p:cNvGrpSpPr/>
            <p:nvPr/>
          </p:nvGrpSpPr>
          <p:grpSpPr>
            <a:xfrm>
              <a:off x="376498" y="3524081"/>
              <a:ext cx="673217" cy="1133828"/>
              <a:chOff x="6542207" y="2185022"/>
              <a:chExt cx="492153" cy="828821"/>
            </a:xfrm>
          </p:grpSpPr>
          <p:sp>
            <p:nvSpPr>
              <p:cNvPr id="5034" name="Google Shape;5034;p41">
                <a:extLst>
                  <a:ext uri="{FF2B5EF4-FFF2-40B4-BE49-F238E27FC236}">
                    <a16:creationId xmlns:a16="http://schemas.microsoft.com/office/drawing/2014/main" id="{F8A038A1-9607-0EFB-E317-FD66362CF522}"/>
                  </a:ext>
                </a:extLst>
              </p:cNvPr>
              <p:cNvSpPr/>
              <p:nvPr/>
            </p:nvSpPr>
            <p:spPr>
              <a:xfrm>
                <a:off x="6911311" y="2185022"/>
                <a:ext cx="57069" cy="23351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6" extrusionOk="0">
                    <a:moveTo>
                      <a:pt x="1" y="0"/>
                    </a:moveTo>
                    <a:lnTo>
                      <a:pt x="1" y="445"/>
                    </a:lnTo>
                    <a:lnTo>
                      <a:pt x="109" y="44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5" name="Google Shape;5035;p41">
                <a:extLst>
                  <a:ext uri="{FF2B5EF4-FFF2-40B4-BE49-F238E27FC236}">
                    <a16:creationId xmlns:a16="http://schemas.microsoft.com/office/drawing/2014/main" id="{77EFEEFC-2086-3976-8F74-0E632410F7E2}"/>
                  </a:ext>
                </a:extLst>
              </p:cNvPr>
              <p:cNvSpPr/>
              <p:nvPr/>
            </p:nvSpPr>
            <p:spPr>
              <a:xfrm>
                <a:off x="6911311" y="2185022"/>
                <a:ext cx="57069" cy="4869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93" extrusionOk="0">
                    <a:moveTo>
                      <a:pt x="1" y="0"/>
                    </a:moveTo>
                    <a:lnTo>
                      <a:pt x="1" y="92"/>
                    </a:lnTo>
                    <a:lnTo>
                      <a:pt x="109" y="9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6" name="Google Shape;5036;p41">
                <a:extLst>
                  <a:ext uri="{FF2B5EF4-FFF2-40B4-BE49-F238E27FC236}">
                    <a16:creationId xmlns:a16="http://schemas.microsoft.com/office/drawing/2014/main" id="{21CD14C7-A0D1-630D-EC2B-8D972A947166}"/>
                  </a:ext>
                </a:extLst>
              </p:cNvPr>
              <p:cNvSpPr/>
              <p:nvPr/>
            </p:nvSpPr>
            <p:spPr>
              <a:xfrm>
                <a:off x="6574667" y="2253087"/>
                <a:ext cx="441891" cy="759169"/>
              </a:xfrm>
              <a:custGeom>
                <a:avLst/>
                <a:gdLst/>
                <a:ahLst/>
                <a:cxnLst/>
                <a:rect l="l" t="t" r="r" b="b"/>
                <a:pathLst>
                  <a:path w="844" h="1450" extrusionOk="0">
                    <a:moveTo>
                      <a:pt x="414" y="1"/>
                    </a:moveTo>
                    <a:lnTo>
                      <a:pt x="0" y="395"/>
                    </a:lnTo>
                    <a:lnTo>
                      <a:pt x="0" y="1449"/>
                    </a:lnTo>
                    <a:lnTo>
                      <a:pt x="843" y="1449"/>
                    </a:lnTo>
                    <a:lnTo>
                      <a:pt x="843" y="395"/>
                    </a:lnTo>
                    <a:lnTo>
                      <a:pt x="41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7" name="Google Shape;5037;p41">
                <a:extLst>
                  <a:ext uri="{FF2B5EF4-FFF2-40B4-BE49-F238E27FC236}">
                    <a16:creationId xmlns:a16="http://schemas.microsoft.com/office/drawing/2014/main" id="{5A6CF0F3-4C65-6353-79F1-740119C58D32}"/>
                  </a:ext>
                </a:extLst>
              </p:cNvPr>
              <p:cNvSpPr/>
              <p:nvPr/>
            </p:nvSpPr>
            <p:spPr>
              <a:xfrm>
                <a:off x="6570479" y="2867245"/>
                <a:ext cx="448174" cy="146598"/>
              </a:xfrm>
              <a:custGeom>
                <a:avLst/>
                <a:gdLst/>
                <a:ahLst/>
                <a:cxnLst/>
                <a:rect l="l" t="t" r="r" b="b"/>
                <a:pathLst>
                  <a:path w="856" h="280" extrusionOk="0">
                    <a:moveTo>
                      <a:pt x="1" y="0"/>
                    </a:moveTo>
                    <a:lnTo>
                      <a:pt x="1" y="280"/>
                    </a:lnTo>
                    <a:lnTo>
                      <a:pt x="855" y="280"/>
                    </a:lnTo>
                    <a:lnTo>
                      <a:pt x="8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8" name="Google Shape;5038;p41">
                <a:extLst>
                  <a:ext uri="{FF2B5EF4-FFF2-40B4-BE49-F238E27FC236}">
                    <a16:creationId xmlns:a16="http://schemas.microsoft.com/office/drawing/2014/main" id="{7497FF39-CEAB-B314-C50A-CB7C76E27837}"/>
                  </a:ext>
                </a:extLst>
              </p:cNvPr>
              <p:cNvSpPr/>
              <p:nvPr/>
            </p:nvSpPr>
            <p:spPr>
              <a:xfrm>
                <a:off x="6570479" y="2523777"/>
                <a:ext cx="448174" cy="147645"/>
              </a:xfrm>
              <a:custGeom>
                <a:avLst/>
                <a:gdLst/>
                <a:ahLst/>
                <a:cxnLst/>
                <a:rect l="l" t="t" r="r" b="b"/>
                <a:pathLst>
                  <a:path w="856" h="282" extrusionOk="0">
                    <a:moveTo>
                      <a:pt x="1" y="1"/>
                    </a:moveTo>
                    <a:lnTo>
                      <a:pt x="1" y="281"/>
                    </a:lnTo>
                    <a:lnTo>
                      <a:pt x="855" y="281"/>
                    </a:lnTo>
                    <a:lnTo>
                      <a:pt x="8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39" name="Google Shape;5039;p41">
                <a:extLst>
                  <a:ext uri="{FF2B5EF4-FFF2-40B4-BE49-F238E27FC236}">
                    <a16:creationId xmlns:a16="http://schemas.microsoft.com/office/drawing/2014/main" id="{9D039ED6-6C0B-ED70-F922-326AC8EFCBCB}"/>
                  </a:ext>
                </a:extLst>
              </p:cNvPr>
              <p:cNvSpPr/>
              <p:nvPr/>
            </p:nvSpPr>
            <p:spPr>
              <a:xfrm>
                <a:off x="6839061" y="2505976"/>
                <a:ext cx="89006" cy="177489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39" extrusionOk="0">
                    <a:moveTo>
                      <a:pt x="1" y="1"/>
                    </a:moveTo>
                    <a:lnTo>
                      <a:pt x="1" y="338"/>
                    </a:lnTo>
                    <a:lnTo>
                      <a:pt x="169" y="338"/>
                    </a:lnTo>
                    <a:lnTo>
                      <a:pt x="16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0" name="Google Shape;5040;p41">
                <a:extLst>
                  <a:ext uri="{FF2B5EF4-FFF2-40B4-BE49-F238E27FC236}">
                    <a16:creationId xmlns:a16="http://schemas.microsoft.com/office/drawing/2014/main" id="{0167C190-0FF6-C639-7964-9B631E38EB75}"/>
                  </a:ext>
                </a:extLst>
              </p:cNvPr>
              <p:cNvSpPr/>
              <p:nvPr/>
            </p:nvSpPr>
            <p:spPr>
              <a:xfrm>
                <a:off x="6823355" y="2490268"/>
                <a:ext cx="120944" cy="208902"/>
              </a:xfrm>
              <a:custGeom>
                <a:avLst/>
                <a:gdLst/>
                <a:ahLst/>
                <a:cxnLst/>
                <a:rect l="l" t="t" r="r" b="b"/>
                <a:pathLst>
                  <a:path w="231" h="399" extrusionOk="0">
                    <a:moveTo>
                      <a:pt x="169" y="61"/>
                    </a:moveTo>
                    <a:lnTo>
                      <a:pt x="169" y="337"/>
                    </a:lnTo>
                    <a:lnTo>
                      <a:pt x="61" y="337"/>
                    </a:lnTo>
                    <a:lnTo>
                      <a:pt x="61" y="61"/>
                    </a:lnTo>
                    <a:close/>
                    <a:moveTo>
                      <a:pt x="1" y="0"/>
                    </a:moveTo>
                    <a:lnTo>
                      <a:pt x="1" y="398"/>
                    </a:lnTo>
                    <a:lnTo>
                      <a:pt x="231" y="398"/>
                    </a:lnTo>
                    <a:lnTo>
                      <a:pt x="2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1" name="Google Shape;5041;p41">
                <a:extLst>
                  <a:ext uri="{FF2B5EF4-FFF2-40B4-BE49-F238E27FC236}">
                    <a16:creationId xmlns:a16="http://schemas.microsoft.com/office/drawing/2014/main" id="{18126B20-4C8B-4BD4-F18B-029BA4420185}"/>
                  </a:ext>
                </a:extLst>
              </p:cNvPr>
              <p:cNvSpPr/>
              <p:nvPr/>
            </p:nvSpPr>
            <p:spPr>
              <a:xfrm>
                <a:off x="6662624" y="2505976"/>
                <a:ext cx="89006" cy="177489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39" extrusionOk="0">
                    <a:moveTo>
                      <a:pt x="0" y="1"/>
                    </a:moveTo>
                    <a:lnTo>
                      <a:pt x="0" y="338"/>
                    </a:lnTo>
                    <a:lnTo>
                      <a:pt x="170" y="338"/>
                    </a:lnTo>
                    <a:lnTo>
                      <a:pt x="17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2" name="Google Shape;5042;p41">
                <a:extLst>
                  <a:ext uri="{FF2B5EF4-FFF2-40B4-BE49-F238E27FC236}">
                    <a16:creationId xmlns:a16="http://schemas.microsoft.com/office/drawing/2014/main" id="{343E76BD-DED2-C895-1E87-ADC0638D6433}"/>
                  </a:ext>
                </a:extLst>
              </p:cNvPr>
              <p:cNvSpPr/>
              <p:nvPr/>
            </p:nvSpPr>
            <p:spPr>
              <a:xfrm>
                <a:off x="6646917" y="2490268"/>
                <a:ext cx="120944" cy="208902"/>
              </a:xfrm>
              <a:custGeom>
                <a:avLst/>
                <a:gdLst/>
                <a:ahLst/>
                <a:cxnLst/>
                <a:rect l="l" t="t" r="r" b="b"/>
                <a:pathLst>
                  <a:path w="231" h="399" extrusionOk="0">
                    <a:moveTo>
                      <a:pt x="168" y="61"/>
                    </a:moveTo>
                    <a:lnTo>
                      <a:pt x="168" y="337"/>
                    </a:lnTo>
                    <a:lnTo>
                      <a:pt x="62" y="337"/>
                    </a:lnTo>
                    <a:lnTo>
                      <a:pt x="62" y="61"/>
                    </a:lnTo>
                    <a:close/>
                    <a:moveTo>
                      <a:pt x="0" y="0"/>
                    </a:moveTo>
                    <a:lnTo>
                      <a:pt x="0" y="398"/>
                    </a:lnTo>
                    <a:lnTo>
                      <a:pt x="230" y="398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3" name="Google Shape;5043;p41">
                <a:extLst>
                  <a:ext uri="{FF2B5EF4-FFF2-40B4-BE49-F238E27FC236}">
                    <a16:creationId xmlns:a16="http://schemas.microsoft.com/office/drawing/2014/main" id="{18AC855F-7EA9-54FD-696A-13E96EFE041F}"/>
                  </a:ext>
                </a:extLst>
              </p:cNvPr>
              <p:cNvSpPr/>
              <p:nvPr/>
            </p:nvSpPr>
            <p:spPr>
              <a:xfrm>
                <a:off x="6662624" y="2810699"/>
                <a:ext cx="89006" cy="105237"/>
              </a:xfrm>
              <a:custGeom>
                <a:avLst/>
                <a:gdLst/>
                <a:ahLst/>
                <a:cxnLst/>
                <a:rect l="l" t="t" r="r" b="b"/>
                <a:pathLst>
                  <a:path w="170" h="201" extrusionOk="0">
                    <a:moveTo>
                      <a:pt x="0" y="1"/>
                    </a:moveTo>
                    <a:lnTo>
                      <a:pt x="0" y="200"/>
                    </a:lnTo>
                    <a:lnTo>
                      <a:pt x="170" y="200"/>
                    </a:lnTo>
                    <a:lnTo>
                      <a:pt x="17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4" name="Google Shape;5044;p41">
                <a:extLst>
                  <a:ext uri="{FF2B5EF4-FFF2-40B4-BE49-F238E27FC236}">
                    <a16:creationId xmlns:a16="http://schemas.microsoft.com/office/drawing/2014/main" id="{778821DB-7649-B398-1C36-12F31FA15C70}"/>
                  </a:ext>
                </a:extLst>
              </p:cNvPr>
              <p:cNvSpPr/>
              <p:nvPr/>
            </p:nvSpPr>
            <p:spPr>
              <a:xfrm>
                <a:off x="6646917" y="2794991"/>
                <a:ext cx="120944" cy="136650"/>
              </a:xfrm>
              <a:custGeom>
                <a:avLst/>
                <a:gdLst/>
                <a:ahLst/>
                <a:cxnLst/>
                <a:rect l="l" t="t" r="r" b="b"/>
                <a:pathLst>
                  <a:path w="231" h="261" extrusionOk="0">
                    <a:moveTo>
                      <a:pt x="168" y="62"/>
                    </a:moveTo>
                    <a:lnTo>
                      <a:pt x="168" y="200"/>
                    </a:lnTo>
                    <a:lnTo>
                      <a:pt x="62" y="200"/>
                    </a:lnTo>
                    <a:lnTo>
                      <a:pt x="62" y="62"/>
                    </a:lnTo>
                    <a:close/>
                    <a:moveTo>
                      <a:pt x="0" y="0"/>
                    </a:moveTo>
                    <a:lnTo>
                      <a:pt x="0" y="261"/>
                    </a:lnTo>
                    <a:lnTo>
                      <a:pt x="230" y="261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5" name="Google Shape;5045;p41">
                <a:extLst>
                  <a:ext uri="{FF2B5EF4-FFF2-40B4-BE49-F238E27FC236}">
                    <a16:creationId xmlns:a16="http://schemas.microsoft.com/office/drawing/2014/main" id="{9AED1915-3129-2404-B5C2-250B8F121E8E}"/>
                  </a:ext>
                </a:extLst>
              </p:cNvPr>
              <p:cNvSpPr/>
              <p:nvPr/>
            </p:nvSpPr>
            <p:spPr>
              <a:xfrm>
                <a:off x="6821260" y="2788708"/>
                <a:ext cx="116756" cy="225133"/>
              </a:xfrm>
              <a:custGeom>
                <a:avLst/>
                <a:gdLst/>
                <a:ahLst/>
                <a:cxnLst/>
                <a:rect l="l" t="t" r="r" b="b"/>
                <a:pathLst>
                  <a:path w="223" h="430" extrusionOk="0">
                    <a:moveTo>
                      <a:pt x="0" y="0"/>
                    </a:moveTo>
                    <a:lnTo>
                      <a:pt x="0" y="430"/>
                    </a:lnTo>
                    <a:lnTo>
                      <a:pt x="223" y="430"/>
                    </a:lnTo>
                    <a:lnTo>
                      <a:pt x="2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6" name="Google Shape;5046;p41">
                <a:extLst>
                  <a:ext uri="{FF2B5EF4-FFF2-40B4-BE49-F238E27FC236}">
                    <a16:creationId xmlns:a16="http://schemas.microsoft.com/office/drawing/2014/main" id="{119437A0-6494-5489-C249-E8C4F16D885A}"/>
                  </a:ext>
                </a:extLst>
              </p:cNvPr>
              <p:cNvSpPr/>
              <p:nvPr/>
            </p:nvSpPr>
            <p:spPr>
              <a:xfrm>
                <a:off x="6877280" y="2788708"/>
                <a:ext cx="62828" cy="225133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30" extrusionOk="0">
                    <a:moveTo>
                      <a:pt x="1" y="0"/>
                    </a:moveTo>
                    <a:lnTo>
                      <a:pt x="1" y="430"/>
                    </a:lnTo>
                    <a:lnTo>
                      <a:pt x="119" y="430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047" name="Google Shape;5047;p41">
                <a:extLst>
                  <a:ext uri="{FF2B5EF4-FFF2-40B4-BE49-F238E27FC236}">
                    <a16:creationId xmlns:a16="http://schemas.microsoft.com/office/drawing/2014/main" id="{BF2497A3-EB1D-8F33-5306-641832744787}"/>
                  </a:ext>
                </a:extLst>
              </p:cNvPr>
              <p:cNvSpPr/>
              <p:nvPr/>
            </p:nvSpPr>
            <p:spPr>
              <a:xfrm>
                <a:off x="6542207" y="2191305"/>
                <a:ext cx="492153" cy="288484"/>
              </a:xfrm>
              <a:custGeom>
                <a:avLst/>
                <a:gdLst/>
                <a:ahLst/>
                <a:cxnLst/>
                <a:rect l="l" t="t" r="r" b="b"/>
                <a:pathLst>
                  <a:path w="940" h="551" extrusionOk="0">
                    <a:moveTo>
                      <a:pt x="483" y="0"/>
                    </a:moveTo>
                    <a:cubicBezTo>
                      <a:pt x="469" y="0"/>
                      <a:pt x="453" y="4"/>
                      <a:pt x="446" y="15"/>
                    </a:cubicBezTo>
                    <a:lnTo>
                      <a:pt x="20" y="460"/>
                    </a:lnTo>
                    <a:cubicBezTo>
                      <a:pt x="1" y="479"/>
                      <a:pt x="1" y="513"/>
                      <a:pt x="24" y="536"/>
                    </a:cubicBezTo>
                    <a:cubicBezTo>
                      <a:pt x="33" y="545"/>
                      <a:pt x="46" y="550"/>
                      <a:pt x="59" y="550"/>
                    </a:cubicBezTo>
                    <a:cubicBezTo>
                      <a:pt x="74" y="550"/>
                      <a:pt x="89" y="545"/>
                      <a:pt x="101" y="533"/>
                    </a:cubicBezTo>
                    <a:lnTo>
                      <a:pt x="483" y="130"/>
                    </a:lnTo>
                    <a:lnTo>
                      <a:pt x="840" y="510"/>
                    </a:lnTo>
                    <a:cubicBezTo>
                      <a:pt x="852" y="522"/>
                      <a:pt x="866" y="527"/>
                      <a:pt x="880" y="527"/>
                    </a:cubicBezTo>
                    <a:cubicBezTo>
                      <a:pt x="893" y="527"/>
                      <a:pt x="906" y="522"/>
                      <a:pt x="917" y="513"/>
                    </a:cubicBezTo>
                    <a:cubicBezTo>
                      <a:pt x="940" y="490"/>
                      <a:pt x="940" y="456"/>
                      <a:pt x="920" y="437"/>
                    </a:cubicBezTo>
                    <a:lnTo>
                      <a:pt x="522" y="15"/>
                    </a:lnTo>
                    <a:cubicBezTo>
                      <a:pt x="515" y="4"/>
                      <a:pt x="499" y="0"/>
                      <a:pt x="4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</p:grpSp>
      <p:sp>
        <p:nvSpPr>
          <p:cNvPr id="5048" name="Google Shape;5048;p41">
            <a:extLst>
              <a:ext uri="{FF2B5EF4-FFF2-40B4-BE49-F238E27FC236}">
                <a16:creationId xmlns:a16="http://schemas.microsoft.com/office/drawing/2014/main" id="{9988696E-191A-05E8-C240-522CC6B12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108" y="500397"/>
            <a:ext cx="5114564" cy="8415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noProof="0" dirty="0"/>
              <a:t>19 Classi su Cityscapes</a:t>
            </a:r>
          </a:p>
        </p:txBody>
      </p:sp>
      <p:grpSp>
        <p:nvGrpSpPr>
          <p:cNvPr id="5050" name="Google Shape;5050;p41">
            <a:extLst>
              <a:ext uri="{FF2B5EF4-FFF2-40B4-BE49-F238E27FC236}">
                <a16:creationId xmlns:a16="http://schemas.microsoft.com/office/drawing/2014/main" id="{962CD5A9-18F7-4901-343D-EC3EC3057B92}"/>
              </a:ext>
            </a:extLst>
          </p:cNvPr>
          <p:cNvGrpSpPr/>
          <p:nvPr/>
        </p:nvGrpSpPr>
        <p:grpSpPr>
          <a:xfrm flipH="1">
            <a:off x="7067967" y="4238056"/>
            <a:ext cx="1609760" cy="788436"/>
            <a:chOff x="5302117" y="778706"/>
            <a:chExt cx="1609760" cy="788436"/>
          </a:xfrm>
        </p:grpSpPr>
        <p:sp>
          <p:nvSpPr>
            <p:cNvPr id="5051" name="Google Shape;5051;p41">
              <a:extLst>
                <a:ext uri="{FF2B5EF4-FFF2-40B4-BE49-F238E27FC236}">
                  <a16:creationId xmlns:a16="http://schemas.microsoft.com/office/drawing/2014/main" id="{6514E3DF-6BE2-B662-5930-8B6FE3B359E9}"/>
                </a:ext>
              </a:extLst>
            </p:cNvPr>
            <p:cNvSpPr/>
            <p:nvPr/>
          </p:nvSpPr>
          <p:spPr>
            <a:xfrm>
              <a:off x="5321668" y="1414545"/>
              <a:ext cx="241709" cy="71974"/>
            </a:xfrm>
            <a:custGeom>
              <a:avLst/>
              <a:gdLst/>
              <a:ahLst/>
              <a:cxnLst/>
              <a:rect l="l" t="t" r="r" b="b"/>
              <a:pathLst>
                <a:path w="2794" h="832" extrusionOk="0">
                  <a:moveTo>
                    <a:pt x="84" y="1"/>
                  </a:moveTo>
                  <a:cubicBezTo>
                    <a:pt x="0" y="169"/>
                    <a:pt x="84" y="257"/>
                    <a:pt x="84" y="257"/>
                  </a:cubicBezTo>
                  <a:lnTo>
                    <a:pt x="1939" y="257"/>
                  </a:lnTo>
                  <a:lnTo>
                    <a:pt x="2793" y="832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2" name="Google Shape;5052;p41">
              <a:extLst>
                <a:ext uri="{FF2B5EF4-FFF2-40B4-BE49-F238E27FC236}">
                  <a16:creationId xmlns:a16="http://schemas.microsoft.com/office/drawing/2014/main" id="{84679041-5112-6D0E-EA6B-C48A7DFBB258}"/>
                </a:ext>
              </a:extLst>
            </p:cNvPr>
            <p:cNvSpPr/>
            <p:nvPr/>
          </p:nvSpPr>
          <p:spPr>
            <a:xfrm>
              <a:off x="5319938" y="901044"/>
              <a:ext cx="1573098" cy="581244"/>
            </a:xfrm>
            <a:custGeom>
              <a:avLst/>
              <a:gdLst/>
              <a:ahLst/>
              <a:cxnLst/>
              <a:rect l="l" t="t" r="r" b="b"/>
              <a:pathLst>
                <a:path w="18184" h="6719" extrusionOk="0">
                  <a:moveTo>
                    <a:pt x="8354" y="0"/>
                  </a:moveTo>
                  <a:lnTo>
                    <a:pt x="8354" y="3035"/>
                  </a:lnTo>
                  <a:lnTo>
                    <a:pt x="208" y="3035"/>
                  </a:lnTo>
                  <a:cubicBezTo>
                    <a:pt x="8" y="3553"/>
                    <a:pt x="158" y="5560"/>
                    <a:pt x="158" y="5560"/>
                  </a:cubicBezTo>
                  <a:cubicBezTo>
                    <a:pt x="1" y="5679"/>
                    <a:pt x="104" y="6040"/>
                    <a:pt x="104" y="6040"/>
                  </a:cubicBezTo>
                  <a:lnTo>
                    <a:pt x="2035" y="6040"/>
                  </a:lnTo>
                  <a:lnTo>
                    <a:pt x="2346" y="6247"/>
                  </a:lnTo>
                  <a:lnTo>
                    <a:pt x="3039" y="6718"/>
                  </a:lnTo>
                  <a:lnTo>
                    <a:pt x="5415" y="6718"/>
                  </a:lnTo>
                  <a:lnTo>
                    <a:pt x="6101" y="6197"/>
                  </a:lnTo>
                  <a:lnTo>
                    <a:pt x="6308" y="6040"/>
                  </a:lnTo>
                  <a:lnTo>
                    <a:pt x="12711" y="6040"/>
                  </a:lnTo>
                  <a:lnTo>
                    <a:pt x="12853" y="6151"/>
                  </a:lnTo>
                  <a:lnTo>
                    <a:pt x="13386" y="6572"/>
                  </a:lnTo>
                  <a:lnTo>
                    <a:pt x="16122" y="6572"/>
                  </a:lnTo>
                  <a:lnTo>
                    <a:pt x="16684" y="6151"/>
                  </a:lnTo>
                  <a:lnTo>
                    <a:pt x="16811" y="6059"/>
                  </a:lnTo>
                  <a:lnTo>
                    <a:pt x="17885" y="6059"/>
                  </a:lnTo>
                  <a:cubicBezTo>
                    <a:pt x="18183" y="6059"/>
                    <a:pt x="18175" y="4465"/>
                    <a:pt x="17885" y="4465"/>
                  </a:cubicBezTo>
                  <a:lnTo>
                    <a:pt x="17678" y="3457"/>
                  </a:lnTo>
                  <a:cubicBezTo>
                    <a:pt x="17678" y="3457"/>
                    <a:pt x="16980" y="2859"/>
                    <a:pt x="16868" y="2813"/>
                  </a:cubicBezTo>
                  <a:cubicBezTo>
                    <a:pt x="16758" y="2767"/>
                    <a:pt x="13665" y="2434"/>
                    <a:pt x="13665" y="2434"/>
                  </a:cubicBezTo>
                  <a:cubicBezTo>
                    <a:pt x="13665" y="2434"/>
                    <a:pt x="12071" y="143"/>
                    <a:pt x="11856" y="100"/>
                  </a:cubicBezTo>
                  <a:cubicBezTo>
                    <a:pt x="11638" y="62"/>
                    <a:pt x="8354" y="0"/>
                    <a:pt x="83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3" name="Google Shape;5053;p41">
              <a:extLst>
                <a:ext uri="{FF2B5EF4-FFF2-40B4-BE49-F238E27FC236}">
                  <a16:creationId xmlns:a16="http://schemas.microsoft.com/office/drawing/2014/main" id="{BB1A9AEE-4522-CC2B-1E27-993C3997B619}"/>
                </a:ext>
              </a:extLst>
            </p:cNvPr>
            <p:cNvSpPr/>
            <p:nvPr/>
          </p:nvSpPr>
          <p:spPr>
            <a:xfrm>
              <a:off x="5376342" y="1238154"/>
              <a:ext cx="1093054" cy="65746"/>
            </a:xfrm>
            <a:custGeom>
              <a:avLst/>
              <a:gdLst/>
              <a:ahLst/>
              <a:cxnLst/>
              <a:rect l="l" t="t" r="r" b="b"/>
              <a:pathLst>
                <a:path w="12635" h="760" extrusionOk="0">
                  <a:moveTo>
                    <a:pt x="0" y="1"/>
                  </a:moveTo>
                  <a:lnTo>
                    <a:pt x="88" y="759"/>
                  </a:lnTo>
                  <a:lnTo>
                    <a:pt x="12097" y="759"/>
                  </a:lnTo>
                  <a:cubicBezTo>
                    <a:pt x="12159" y="438"/>
                    <a:pt x="12339" y="151"/>
                    <a:pt x="126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4" name="Google Shape;5054;p41">
              <a:extLst>
                <a:ext uri="{FF2B5EF4-FFF2-40B4-BE49-F238E27FC236}">
                  <a16:creationId xmlns:a16="http://schemas.microsoft.com/office/drawing/2014/main" id="{9A814367-5F5B-B010-4296-6552046D1A41}"/>
                </a:ext>
              </a:extLst>
            </p:cNvPr>
            <p:cNvSpPr/>
            <p:nvPr/>
          </p:nvSpPr>
          <p:spPr>
            <a:xfrm>
              <a:off x="6835228" y="1310215"/>
              <a:ext cx="45158" cy="76905"/>
            </a:xfrm>
            <a:custGeom>
              <a:avLst/>
              <a:gdLst/>
              <a:ahLst/>
              <a:cxnLst/>
              <a:rect l="l" t="t" r="r" b="b"/>
              <a:pathLst>
                <a:path w="522" h="889" extrusionOk="0">
                  <a:moveTo>
                    <a:pt x="406" y="0"/>
                  </a:moveTo>
                  <a:cubicBezTo>
                    <a:pt x="35" y="18"/>
                    <a:pt x="35" y="230"/>
                    <a:pt x="4" y="819"/>
                  </a:cubicBezTo>
                  <a:cubicBezTo>
                    <a:pt x="1" y="858"/>
                    <a:pt x="31" y="888"/>
                    <a:pt x="65" y="888"/>
                  </a:cubicBezTo>
                  <a:lnTo>
                    <a:pt x="387" y="888"/>
                  </a:lnTo>
                  <a:cubicBezTo>
                    <a:pt x="418" y="888"/>
                    <a:pt x="445" y="865"/>
                    <a:pt x="452" y="839"/>
                  </a:cubicBezTo>
                  <a:cubicBezTo>
                    <a:pt x="475" y="727"/>
                    <a:pt x="521" y="437"/>
                    <a:pt x="472" y="57"/>
                  </a:cubicBezTo>
                  <a:cubicBezTo>
                    <a:pt x="468" y="23"/>
                    <a:pt x="441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5" name="Google Shape;5055;p41">
              <a:extLst>
                <a:ext uri="{FF2B5EF4-FFF2-40B4-BE49-F238E27FC236}">
                  <a16:creationId xmlns:a16="http://schemas.microsoft.com/office/drawing/2014/main" id="{4B892EE2-FD4B-A743-38AF-129E50663003}"/>
                </a:ext>
              </a:extLst>
            </p:cNvPr>
            <p:cNvSpPr/>
            <p:nvPr/>
          </p:nvSpPr>
          <p:spPr>
            <a:xfrm>
              <a:off x="6846474" y="1376481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6" name="Google Shape;5056;p41">
              <a:extLst>
                <a:ext uri="{FF2B5EF4-FFF2-40B4-BE49-F238E27FC236}">
                  <a16:creationId xmlns:a16="http://schemas.microsoft.com/office/drawing/2014/main" id="{482217D1-4E75-A547-BF44-D8CE0C4DBCB5}"/>
                </a:ext>
              </a:extLst>
            </p:cNvPr>
            <p:cNvSpPr/>
            <p:nvPr/>
          </p:nvSpPr>
          <p:spPr>
            <a:xfrm>
              <a:off x="6847512" y="1368522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7" name="Google Shape;5057;p41">
              <a:extLst>
                <a:ext uri="{FF2B5EF4-FFF2-40B4-BE49-F238E27FC236}">
                  <a16:creationId xmlns:a16="http://schemas.microsoft.com/office/drawing/2014/main" id="{3CC1BB49-BE39-3D42-5171-489F20BF5878}"/>
                </a:ext>
              </a:extLst>
            </p:cNvPr>
            <p:cNvSpPr/>
            <p:nvPr/>
          </p:nvSpPr>
          <p:spPr>
            <a:xfrm>
              <a:off x="6848464" y="1360563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8" name="Google Shape;5058;p41">
              <a:extLst>
                <a:ext uri="{FF2B5EF4-FFF2-40B4-BE49-F238E27FC236}">
                  <a16:creationId xmlns:a16="http://schemas.microsoft.com/office/drawing/2014/main" id="{539205C3-C21F-D743-77DE-87F86909AD5F}"/>
                </a:ext>
              </a:extLst>
            </p:cNvPr>
            <p:cNvSpPr/>
            <p:nvPr/>
          </p:nvSpPr>
          <p:spPr>
            <a:xfrm>
              <a:off x="6750968" y="1307447"/>
              <a:ext cx="160909" cy="116785"/>
            </a:xfrm>
            <a:custGeom>
              <a:avLst/>
              <a:gdLst/>
              <a:ahLst/>
              <a:cxnLst/>
              <a:rect l="l" t="t" r="r" b="b"/>
              <a:pathLst>
                <a:path w="1860" h="1350" extrusionOk="0">
                  <a:moveTo>
                    <a:pt x="1660" y="1"/>
                  </a:moveTo>
                  <a:cubicBezTo>
                    <a:pt x="1618" y="1"/>
                    <a:pt x="1587" y="39"/>
                    <a:pt x="1591" y="78"/>
                  </a:cubicBezTo>
                  <a:cubicBezTo>
                    <a:pt x="1622" y="254"/>
                    <a:pt x="1675" y="676"/>
                    <a:pt x="1595" y="975"/>
                  </a:cubicBezTo>
                  <a:cubicBezTo>
                    <a:pt x="1587" y="1005"/>
                    <a:pt x="1561" y="1028"/>
                    <a:pt x="1526" y="1028"/>
                  </a:cubicBezTo>
                  <a:lnTo>
                    <a:pt x="66" y="1028"/>
                  </a:lnTo>
                  <a:cubicBezTo>
                    <a:pt x="32" y="1028"/>
                    <a:pt x="1" y="1055"/>
                    <a:pt x="1" y="1093"/>
                  </a:cubicBezTo>
                  <a:lnTo>
                    <a:pt x="1" y="1281"/>
                  </a:lnTo>
                  <a:cubicBezTo>
                    <a:pt x="1" y="1320"/>
                    <a:pt x="32" y="1350"/>
                    <a:pt x="66" y="1350"/>
                  </a:cubicBezTo>
                  <a:lnTo>
                    <a:pt x="1656" y="1350"/>
                  </a:lnTo>
                  <a:cubicBezTo>
                    <a:pt x="1691" y="1350"/>
                    <a:pt x="1718" y="1327"/>
                    <a:pt x="1725" y="1297"/>
                  </a:cubicBezTo>
                  <a:cubicBezTo>
                    <a:pt x="1760" y="1120"/>
                    <a:pt x="1859" y="553"/>
                    <a:pt x="1725" y="50"/>
                  </a:cubicBezTo>
                  <a:cubicBezTo>
                    <a:pt x="1718" y="20"/>
                    <a:pt x="1691" y="1"/>
                    <a:pt x="1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59" name="Google Shape;5059;p41">
              <a:extLst>
                <a:ext uri="{FF2B5EF4-FFF2-40B4-BE49-F238E27FC236}">
                  <a16:creationId xmlns:a16="http://schemas.microsoft.com/office/drawing/2014/main" id="{2E658643-E0FA-3E6E-C673-C24C8CA63C82}"/>
                </a:ext>
              </a:extLst>
            </p:cNvPr>
            <p:cNvSpPr/>
            <p:nvPr/>
          </p:nvSpPr>
          <p:spPr>
            <a:xfrm>
              <a:off x="6431837" y="1271027"/>
              <a:ext cx="331506" cy="189711"/>
            </a:xfrm>
            <a:custGeom>
              <a:avLst/>
              <a:gdLst/>
              <a:ahLst/>
              <a:cxnLst/>
              <a:rect l="l" t="t" r="r" b="b"/>
              <a:pathLst>
                <a:path w="3832" h="2193" extrusionOk="0">
                  <a:moveTo>
                    <a:pt x="1900" y="1"/>
                  </a:moveTo>
                  <a:cubicBezTo>
                    <a:pt x="326" y="1"/>
                    <a:pt x="0" y="1771"/>
                    <a:pt x="0" y="1771"/>
                  </a:cubicBezTo>
                  <a:lnTo>
                    <a:pt x="533" y="2192"/>
                  </a:lnTo>
                  <a:lnTo>
                    <a:pt x="3269" y="2192"/>
                  </a:lnTo>
                  <a:lnTo>
                    <a:pt x="3831" y="1771"/>
                  </a:lnTo>
                  <a:cubicBezTo>
                    <a:pt x="3831" y="1771"/>
                    <a:pt x="3472" y="1"/>
                    <a:pt x="19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0" name="Google Shape;5060;p41">
              <a:extLst>
                <a:ext uri="{FF2B5EF4-FFF2-40B4-BE49-F238E27FC236}">
                  <a16:creationId xmlns:a16="http://schemas.microsoft.com/office/drawing/2014/main" id="{C9EFF899-B174-38E2-DAF0-0C6BCEE49190}"/>
                </a:ext>
              </a:extLst>
            </p:cNvPr>
            <p:cNvSpPr/>
            <p:nvPr/>
          </p:nvSpPr>
          <p:spPr>
            <a:xfrm>
              <a:off x="5519514" y="1271027"/>
              <a:ext cx="333929" cy="192393"/>
            </a:xfrm>
            <a:custGeom>
              <a:avLst/>
              <a:gdLst/>
              <a:ahLst/>
              <a:cxnLst/>
              <a:rect l="l" t="t" r="r" b="b"/>
              <a:pathLst>
                <a:path w="3860" h="2224" extrusionOk="0">
                  <a:moveTo>
                    <a:pt x="1928" y="1"/>
                  </a:moveTo>
                  <a:cubicBezTo>
                    <a:pt x="353" y="1"/>
                    <a:pt x="0" y="1844"/>
                    <a:pt x="0" y="1844"/>
                  </a:cubicBezTo>
                  <a:lnTo>
                    <a:pt x="560" y="2223"/>
                  </a:lnTo>
                  <a:lnTo>
                    <a:pt x="3296" y="2192"/>
                  </a:lnTo>
                  <a:lnTo>
                    <a:pt x="3859" y="1771"/>
                  </a:lnTo>
                  <a:cubicBezTo>
                    <a:pt x="3859" y="1771"/>
                    <a:pt x="3499" y="1"/>
                    <a:pt x="19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1" name="Google Shape;5061;p41">
              <a:extLst>
                <a:ext uri="{FF2B5EF4-FFF2-40B4-BE49-F238E27FC236}">
                  <a16:creationId xmlns:a16="http://schemas.microsoft.com/office/drawing/2014/main" id="{2AC26129-5F19-0D2E-3257-3CF46D152B4C}"/>
                </a:ext>
              </a:extLst>
            </p:cNvPr>
            <p:cNvSpPr/>
            <p:nvPr/>
          </p:nvSpPr>
          <p:spPr>
            <a:xfrm>
              <a:off x="5516573" y="844799"/>
              <a:ext cx="334534" cy="202168"/>
            </a:xfrm>
            <a:custGeom>
              <a:avLst/>
              <a:gdLst/>
              <a:ahLst/>
              <a:cxnLst/>
              <a:rect l="l" t="t" r="r" b="b"/>
              <a:pathLst>
                <a:path w="3867" h="2337" extrusionOk="0">
                  <a:moveTo>
                    <a:pt x="1916" y="0"/>
                  </a:moveTo>
                  <a:cubicBezTo>
                    <a:pt x="341" y="0"/>
                    <a:pt x="0" y="1816"/>
                    <a:pt x="0" y="1816"/>
                  </a:cubicBezTo>
                  <a:lnTo>
                    <a:pt x="73" y="1866"/>
                  </a:lnTo>
                  <a:lnTo>
                    <a:pt x="766" y="2337"/>
                  </a:lnTo>
                  <a:lnTo>
                    <a:pt x="3142" y="2337"/>
                  </a:lnTo>
                  <a:lnTo>
                    <a:pt x="3828" y="1812"/>
                  </a:lnTo>
                  <a:lnTo>
                    <a:pt x="3867" y="1785"/>
                  </a:lnTo>
                  <a:cubicBezTo>
                    <a:pt x="3867" y="1785"/>
                    <a:pt x="3487" y="0"/>
                    <a:pt x="1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2" name="Google Shape;5062;p41">
              <a:extLst>
                <a:ext uri="{FF2B5EF4-FFF2-40B4-BE49-F238E27FC236}">
                  <a16:creationId xmlns:a16="http://schemas.microsoft.com/office/drawing/2014/main" id="{086B2CB4-6781-1F75-F32C-18B9445AE37B}"/>
                </a:ext>
              </a:extLst>
            </p:cNvPr>
            <p:cNvSpPr/>
            <p:nvPr/>
          </p:nvSpPr>
          <p:spPr>
            <a:xfrm>
              <a:off x="6063136" y="1151040"/>
              <a:ext cx="426148" cy="240750"/>
            </a:xfrm>
            <a:custGeom>
              <a:avLst/>
              <a:gdLst/>
              <a:ahLst/>
              <a:cxnLst/>
              <a:rect l="l" t="t" r="r" b="b"/>
              <a:pathLst>
                <a:path w="4926" h="2783" extrusionOk="0">
                  <a:moveTo>
                    <a:pt x="4576" y="1"/>
                  </a:moveTo>
                  <a:lnTo>
                    <a:pt x="4565" y="4"/>
                  </a:lnTo>
                  <a:cubicBezTo>
                    <a:pt x="4565" y="4"/>
                    <a:pt x="4565" y="8"/>
                    <a:pt x="4568" y="12"/>
                  </a:cubicBezTo>
                  <a:cubicBezTo>
                    <a:pt x="4599" y="73"/>
                    <a:pt x="4855" y="604"/>
                    <a:pt x="4909" y="1367"/>
                  </a:cubicBezTo>
                  <a:lnTo>
                    <a:pt x="4909" y="1367"/>
                  </a:lnTo>
                  <a:cubicBezTo>
                    <a:pt x="4862" y="1399"/>
                    <a:pt x="4401" y="1727"/>
                    <a:pt x="4183" y="2767"/>
                  </a:cubicBezTo>
                  <a:lnTo>
                    <a:pt x="85" y="2767"/>
                  </a:lnTo>
                  <a:cubicBezTo>
                    <a:pt x="85" y="2759"/>
                    <a:pt x="84" y="2743"/>
                    <a:pt x="81" y="2721"/>
                  </a:cubicBezTo>
                  <a:cubicBezTo>
                    <a:pt x="69" y="2472"/>
                    <a:pt x="23" y="1388"/>
                    <a:pt x="16" y="139"/>
                  </a:cubicBezTo>
                  <a:lnTo>
                    <a:pt x="0" y="139"/>
                  </a:lnTo>
                  <a:cubicBezTo>
                    <a:pt x="12" y="1568"/>
                    <a:pt x="69" y="2774"/>
                    <a:pt x="69" y="2778"/>
                  </a:cubicBezTo>
                  <a:lnTo>
                    <a:pt x="69" y="2783"/>
                  </a:lnTo>
                  <a:lnTo>
                    <a:pt x="4197" y="2783"/>
                  </a:lnTo>
                  <a:lnTo>
                    <a:pt x="4197" y="2778"/>
                  </a:lnTo>
                  <a:cubicBezTo>
                    <a:pt x="4312" y="2226"/>
                    <a:pt x="4492" y="1878"/>
                    <a:pt x="4645" y="1663"/>
                  </a:cubicBezTo>
                  <a:cubicBezTo>
                    <a:pt x="4722" y="1556"/>
                    <a:pt x="4791" y="1487"/>
                    <a:pt x="4841" y="1441"/>
                  </a:cubicBezTo>
                  <a:cubicBezTo>
                    <a:pt x="4867" y="1418"/>
                    <a:pt x="4887" y="1403"/>
                    <a:pt x="4902" y="1391"/>
                  </a:cubicBezTo>
                  <a:cubicBezTo>
                    <a:pt x="4910" y="1388"/>
                    <a:pt x="4913" y="1384"/>
                    <a:pt x="4917" y="1380"/>
                  </a:cubicBezTo>
                  <a:lnTo>
                    <a:pt x="4921" y="1376"/>
                  </a:lnTo>
                  <a:lnTo>
                    <a:pt x="4925" y="1372"/>
                  </a:lnTo>
                  <a:lnTo>
                    <a:pt x="4925" y="1368"/>
                  </a:lnTo>
                  <a:cubicBezTo>
                    <a:pt x="4867" y="553"/>
                    <a:pt x="4576" y="1"/>
                    <a:pt x="45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3" name="Google Shape;5063;p41">
              <a:extLst>
                <a:ext uri="{FF2B5EF4-FFF2-40B4-BE49-F238E27FC236}">
                  <a16:creationId xmlns:a16="http://schemas.microsoft.com/office/drawing/2014/main" id="{05E5E8D7-9CAA-7A1A-FC98-994B45F5EF4A}"/>
                </a:ext>
              </a:extLst>
            </p:cNvPr>
            <p:cNvSpPr/>
            <p:nvPr/>
          </p:nvSpPr>
          <p:spPr>
            <a:xfrm>
              <a:off x="6096269" y="1195159"/>
              <a:ext cx="61163" cy="1298"/>
            </a:xfrm>
            <a:custGeom>
              <a:avLst/>
              <a:gdLst/>
              <a:ahLst/>
              <a:cxnLst/>
              <a:rect l="l" t="t" r="r" b="b"/>
              <a:pathLst>
                <a:path w="707" h="15" extrusionOk="0">
                  <a:moveTo>
                    <a:pt x="1" y="0"/>
                  </a:moveTo>
                  <a:lnTo>
                    <a:pt x="1" y="15"/>
                  </a:lnTo>
                  <a:lnTo>
                    <a:pt x="706" y="1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4" name="Google Shape;5064;p41">
              <a:extLst>
                <a:ext uri="{FF2B5EF4-FFF2-40B4-BE49-F238E27FC236}">
                  <a16:creationId xmlns:a16="http://schemas.microsoft.com/office/drawing/2014/main" id="{7AC113CD-5BCE-F3C2-F05C-6D97E52684F0}"/>
                </a:ext>
              </a:extLst>
            </p:cNvPr>
            <p:cNvSpPr/>
            <p:nvPr/>
          </p:nvSpPr>
          <p:spPr>
            <a:xfrm>
              <a:off x="6495767" y="1116523"/>
              <a:ext cx="279514" cy="38928"/>
            </a:xfrm>
            <a:custGeom>
              <a:avLst/>
              <a:gdLst/>
              <a:ahLst/>
              <a:cxnLst/>
              <a:rect l="l" t="t" r="r" b="b"/>
              <a:pathLst>
                <a:path w="3231" h="450" extrusionOk="0">
                  <a:moveTo>
                    <a:pt x="1" y="1"/>
                  </a:moveTo>
                  <a:lnTo>
                    <a:pt x="1" y="16"/>
                  </a:lnTo>
                  <a:cubicBezTo>
                    <a:pt x="1" y="16"/>
                    <a:pt x="652" y="124"/>
                    <a:pt x="1318" y="230"/>
                  </a:cubicBezTo>
                  <a:cubicBezTo>
                    <a:pt x="1652" y="285"/>
                    <a:pt x="1993" y="338"/>
                    <a:pt x="2254" y="380"/>
                  </a:cubicBezTo>
                  <a:cubicBezTo>
                    <a:pt x="2384" y="400"/>
                    <a:pt x="2499" y="418"/>
                    <a:pt x="2583" y="430"/>
                  </a:cubicBezTo>
                  <a:cubicBezTo>
                    <a:pt x="2622" y="434"/>
                    <a:pt x="2656" y="441"/>
                    <a:pt x="2683" y="441"/>
                  </a:cubicBezTo>
                  <a:cubicBezTo>
                    <a:pt x="2710" y="446"/>
                    <a:pt x="2729" y="449"/>
                    <a:pt x="2737" y="449"/>
                  </a:cubicBezTo>
                  <a:cubicBezTo>
                    <a:pt x="2771" y="449"/>
                    <a:pt x="2817" y="441"/>
                    <a:pt x="2871" y="430"/>
                  </a:cubicBezTo>
                  <a:cubicBezTo>
                    <a:pt x="3028" y="395"/>
                    <a:pt x="3230" y="322"/>
                    <a:pt x="3230" y="322"/>
                  </a:cubicBezTo>
                  <a:lnTo>
                    <a:pt x="3227" y="311"/>
                  </a:lnTo>
                  <a:cubicBezTo>
                    <a:pt x="3227" y="311"/>
                    <a:pt x="3219" y="311"/>
                    <a:pt x="3212" y="315"/>
                  </a:cubicBezTo>
                  <a:cubicBezTo>
                    <a:pt x="3173" y="326"/>
                    <a:pt x="3085" y="357"/>
                    <a:pt x="2989" y="384"/>
                  </a:cubicBezTo>
                  <a:cubicBezTo>
                    <a:pt x="2894" y="411"/>
                    <a:pt x="2790" y="434"/>
                    <a:pt x="2737" y="434"/>
                  </a:cubicBezTo>
                  <a:cubicBezTo>
                    <a:pt x="2729" y="434"/>
                    <a:pt x="2714" y="430"/>
                    <a:pt x="2687" y="430"/>
                  </a:cubicBezTo>
                  <a:cubicBezTo>
                    <a:pt x="2491" y="403"/>
                    <a:pt x="1821" y="299"/>
                    <a:pt x="1196" y="196"/>
                  </a:cubicBezTo>
                  <a:cubicBezTo>
                    <a:pt x="885" y="147"/>
                    <a:pt x="586" y="96"/>
                    <a:pt x="368" y="62"/>
                  </a:cubicBezTo>
                  <a:cubicBezTo>
                    <a:pt x="257" y="43"/>
                    <a:pt x="165" y="27"/>
                    <a:pt x="100" y="16"/>
                  </a:cubicBezTo>
                  <a:cubicBezTo>
                    <a:pt x="70" y="13"/>
                    <a:pt x="47" y="9"/>
                    <a:pt x="27" y="4"/>
                  </a:cubicBezTo>
                  <a:cubicBezTo>
                    <a:pt x="12" y="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5" name="Google Shape;5065;p41">
              <a:extLst>
                <a:ext uri="{FF2B5EF4-FFF2-40B4-BE49-F238E27FC236}">
                  <a16:creationId xmlns:a16="http://schemas.microsoft.com/office/drawing/2014/main" id="{2055ED20-1BC1-33A7-164C-E291C9782D30}"/>
                </a:ext>
              </a:extLst>
            </p:cNvPr>
            <p:cNvSpPr/>
            <p:nvPr/>
          </p:nvSpPr>
          <p:spPr>
            <a:xfrm>
              <a:off x="5340787" y="1372502"/>
              <a:ext cx="177865" cy="1384"/>
            </a:xfrm>
            <a:custGeom>
              <a:avLst/>
              <a:gdLst/>
              <a:ahLst/>
              <a:cxnLst/>
              <a:rect l="l" t="t" r="r" b="b"/>
              <a:pathLst>
                <a:path w="2056" h="16" extrusionOk="0">
                  <a:moveTo>
                    <a:pt x="1" y="0"/>
                  </a:moveTo>
                  <a:lnTo>
                    <a:pt x="1" y="16"/>
                  </a:lnTo>
                  <a:lnTo>
                    <a:pt x="2055" y="16"/>
                  </a:lnTo>
                  <a:lnTo>
                    <a:pt x="20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6" name="Google Shape;5066;p41">
              <a:extLst>
                <a:ext uri="{FF2B5EF4-FFF2-40B4-BE49-F238E27FC236}">
                  <a16:creationId xmlns:a16="http://schemas.microsoft.com/office/drawing/2014/main" id="{EB25F307-B166-895B-47F4-8E81D2F49AD2}"/>
                </a:ext>
              </a:extLst>
            </p:cNvPr>
            <p:cNvSpPr/>
            <p:nvPr/>
          </p:nvSpPr>
          <p:spPr>
            <a:xfrm>
              <a:off x="5342171" y="1175262"/>
              <a:ext cx="1122813" cy="1298"/>
            </a:xfrm>
            <a:custGeom>
              <a:avLst/>
              <a:gdLst/>
              <a:ahLst/>
              <a:cxnLst/>
              <a:rect l="l" t="t" r="r" b="b"/>
              <a:pathLst>
                <a:path w="12979" h="15" extrusionOk="0">
                  <a:moveTo>
                    <a:pt x="1" y="0"/>
                  </a:moveTo>
                  <a:lnTo>
                    <a:pt x="1" y="15"/>
                  </a:lnTo>
                  <a:lnTo>
                    <a:pt x="12979" y="15"/>
                  </a:lnTo>
                  <a:lnTo>
                    <a:pt x="129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7" name="Google Shape;5067;p41">
              <a:extLst>
                <a:ext uri="{FF2B5EF4-FFF2-40B4-BE49-F238E27FC236}">
                  <a16:creationId xmlns:a16="http://schemas.microsoft.com/office/drawing/2014/main" id="{A84DB5AA-A2C6-C04A-2E54-7A722C038DFF}"/>
                </a:ext>
              </a:extLst>
            </p:cNvPr>
            <p:cNvSpPr/>
            <p:nvPr/>
          </p:nvSpPr>
          <p:spPr>
            <a:xfrm>
              <a:off x="6757716" y="1368782"/>
              <a:ext cx="69641" cy="1471"/>
            </a:xfrm>
            <a:custGeom>
              <a:avLst/>
              <a:gdLst/>
              <a:ahLst/>
              <a:cxnLst/>
              <a:rect l="l" t="t" r="r" b="b"/>
              <a:pathLst>
                <a:path w="805" h="17" extrusionOk="0">
                  <a:moveTo>
                    <a:pt x="0" y="1"/>
                  </a:moveTo>
                  <a:lnTo>
                    <a:pt x="0" y="16"/>
                  </a:lnTo>
                  <a:lnTo>
                    <a:pt x="805" y="16"/>
                  </a:lnTo>
                  <a:lnTo>
                    <a:pt x="8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8" name="Google Shape;5068;p41">
              <a:extLst>
                <a:ext uri="{FF2B5EF4-FFF2-40B4-BE49-F238E27FC236}">
                  <a16:creationId xmlns:a16="http://schemas.microsoft.com/office/drawing/2014/main" id="{79135774-77E7-C206-3918-995CD29A2733}"/>
                </a:ext>
              </a:extLst>
            </p:cNvPr>
            <p:cNvSpPr/>
            <p:nvPr/>
          </p:nvSpPr>
          <p:spPr>
            <a:xfrm>
              <a:off x="6360554" y="926982"/>
              <a:ext cx="141617" cy="179417"/>
            </a:xfrm>
            <a:custGeom>
              <a:avLst/>
              <a:gdLst/>
              <a:ahLst/>
              <a:cxnLst/>
              <a:rect l="l" t="t" r="r" b="b"/>
              <a:pathLst>
                <a:path w="1637" h="2074" extrusionOk="0">
                  <a:moveTo>
                    <a:pt x="134" y="0"/>
                  </a:moveTo>
                  <a:lnTo>
                    <a:pt x="0" y="19"/>
                  </a:lnTo>
                  <a:cubicBezTo>
                    <a:pt x="73" y="475"/>
                    <a:pt x="1445" y="2069"/>
                    <a:pt x="1445" y="2069"/>
                  </a:cubicBezTo>
                  <a:cubicBezTo>
                    <a:pt x="1461" y="2072"/>
                    <a:pt x="1476" y="2073"/>
                    <a:pt x="1491" y="2073"/>
                  </a:cubicBezTo>
                  <a:cubicBezTo>
                    <a:pt x="1577" y="2073"/>
                    <a:pt x="1636" y="2031"/>
                    <a:pt x="1636" y="2031"/>
                  </a:cubicBezTo>
                  <a:cubicBezTo>
                    <a:pt x="1138" y="1307"/>
                    <a:pt x="637" y="628"/>
                    <a:pt x="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69" name="Google Shape;5069;p41">
              <a:extLst>
                <a:ext uri="{FF2B5EF4-FFF2-40B4-BE49-F238E27FC236}">
                  <a16:creationId xmlns:a16="http://schemas.microsoft.com/office/drawing/2014/main" id="{19D141F5-DF63-185D-2111-3DBB9196619F}"/>
                </a:ext>
              </a:extLst>
            </p:cNvPr>
            <p:cNvSpPr/>
            <p:nvPr/>
          </p:nvSpPr>
          <p:spPr>
            <a:xfrm>
              <a:off x="5498319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3" y="0"/>
                  </a:moveTo>
                  <a:cubicBezTo>
                    <a:pt x="907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7" y="2794"/>
                  </a:cubicBezTo>
                  <a:cubicBezTo>
                    <a:pt x="1403" y="3066"/>
                    <a:pt x="1788" y="3184"/>
                    <a:pt x="2145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1" y="391"/>
                  </a:cubicBezTo>
                  <a:cubicBezTo>
                    <a:pt x="2885" y="118"/>
                    <a:pt x="2501" y="0"/>
                    <a:pt x="2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0" name="Google Shape;5070;p41">
              <a:extLst>
                <a:ext uri="{FF2B5EF4-FFF2-40B4-BE49-F238E27FC236}">
                  <a16:creationId xmlns:a16="http://schemas.microsoft.com/office/drawing/2014/main" id="{AAFFB57E-598D-18AF-995A-C316169534E0}"/>
                </a:ext>
              </a:extLst>
            </p:cNvPr>
            <p:cNvSpPr/>
            <p:nvPr/>
          </p:nvSpPr>
          <p:spPr>
            <a:xfrm>
              <a:off x="5568651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0" y="0"/>
                  </a:moveTo>
                  <a:cubicBezTo>
                    <a:pt x="1188" y="0"/>
                    <a:pt x="1059" y="21"/>
                    <a:pt x="923" y="66"/>
                  </a:cubicBezTo>
                  <a:cubicBezTo>
                    <a:pt x="904" y="69"/>
                    <a:pt x="885" y="80"/>
                    <a:pt x="865" y="92"/>
                  </a:cubicBezTo>
                  <a:cubicBezTo>
                    <a:pt x="0" y="721"/>
                    <a:pt x="444" y="1866"/>
                    <a:pt x="1352" y="1866"/>
                  </a:cubicBezTo>
                  <a:cubicBezTo>
                    <a:pt x="1474" y="1866"/>
                    <a:pt x="1603" y="1846"/>
                    <a:pt x="1739" y="1801"/>
                  </a:cubicBezTo>
                  <a:cubicBezTo>
                    <a:pt x="1758" y="1797"/>
                    <a:pt x="1778" y="1786"/>
                    <a:pt x="1797" y="1774"/>
                  </a:cubicBezTo>
                  <a:cubicBezTo>
                    <a:pt x="2663" y="1145"/>
                    <a:pt x="2218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1" name="Google Shape;5071;p41">
              <a:extLst>
                <a:ext uri="{FF2B5EF4-FFF2-40B4-BE49-F238E27FC236}">
                  <a16:creationId xmlns:a16="http://schemas.microsoft.com/office/drawing/2014/main" id="{D9BAD2A8-24D9-D3AD-EA21-5EFE26E738A3}"/>
                </a:ext>
              </a:extLst>
            </p:cNvPr>
            <p:cNvSpPr/>
            <p:nvPr/>
          </p:nvSpPr>
          <p:spPr>
            <a:xfrm>
              <a:off x="5574707" y="1352951"/>
              <a:ext cx="218178" cy="152772"/>
            </a:xfrm>
            <a:custGeom>
              <a:avLst/>
              <a:gdLst/>
              <a:ahLst/>
              <a:cxnLst/>
              <a:rect l="l" t="t" r="r" b="b"/>
              <a:pathLst>
                <a:path w="2522" h="1766" extrusionOk="0">
                  <a:moveTo>
                    <a:pt x="1240" y="1"/>
                  </a:moveTo>
                  <a:cubicBezTo>
                    <a:pt x="1126" y="1"/>
                    <a:pt x="1004" y="20"/>
                    <a:pt x="876" y="62"/>
                  </a:cubicBezTo>
                  <a:cubicBezTo>
                    <a:pt x="857" y="65"/>
                    <a:pt x="838" y="76"/>
                    <a:pt x="823" y="88"/>
                  </a:cubicBezTo>
                  <a:cubicBezTo>
                    <a:pt x="0" y="683"/>
                    <a:pt x="421" y="1766"/>
                    <a:pt x="1282" y="1766"/>
                  </a:cubicBezTo>
                  <a:cubicBezTo>
                    <a:pt x="1396" y="1766"/>
                    <a:pt x="1518" y="1747"/>
                    <a:pt x="1646" y="1705"/>
                  </a:cubicBezTo>
                  <a:cubicBezTo>
                    <a:pt x="1665" y="1701"/>
                    <a:pt x="1685" y="1690"/>
                    <a:pt x="1700" y="1678"/>
                  </a:cubicBezTo>
                  <a:cubicBezTo>
                    <a:pt x="2522" y="1083"/>
                    <a:pt x="2101" y="1"/>
                    <a:pt x="1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2" name="Google Shape;5072;p41">
              <a:extLst>
                <a:ext uri="{FF2B5EF4-FFF2-40B4-BE49-F238E27FC236}">
                  <a16:creationId xmlns:a16="http://schemas.microsoft.com/office/drawing/2014/main" id="{9F9F4243-CD87-2D81-8CA8-78D9CC03C487}"/>
                </a:ext>
              </a:extLst>
            </p:cNvPr>
            <p:cNvSpPr/>
            <p:nvPr/>
          </p:nvSpPr>
          <p:spPr>
            <a:xfrm>
              <a:off x="5602130" y="1371896"/>
              <a:ext cx="163331" cy="114882"/>
            </a:xfrm>
            <a:custGeom>
              <a:avLst/>
              <a:gdLst/>
              <a:ahLst/>
              <a:cxnLst/>
              <a:rect l="l" t="t" r="r" b="b"/>
              <a:pathLst>
                <a:path w="1888" h="1328" extrusionOk="0">
                  <a:moveTo>
                    <a:pt x="926" y="1"/>
                  </a:moveTo>
                  <a:cubicBezTo>
                    <a:pt x="841" y="1"/>
                    <a:pt x="750" y="15"/>
                    <a:pt x="655" y="46"/>
                  </a:cubicBezTo>
                  <a:cubicBezTo>
                    <a:pt x="639" y="53"/>
                    <a:pt x="628" y="57"/>
                    <a:pt x="616" y="69"/>
                  </a:cubicBezTo>
                  <a:cubicBezTo>
                    <a:pt x="0" y="516"/>
                    <a:pt x="315" y="1328"/>
                    <a:pt x="962" y="1328"/>
                  </a:cubicBezTo>
                  <a:cubicBezTo>
                    <a:pt x="1047" y="1328"/>
                    <a:pt x="1138" y="1313"/>
                    <a:pt x="1233" y="1283"/>
                  </a:cubicBezTo>
                  <a:cubicBezTo>
                    <a:pt x="1249" y="1275"/>
                    <a:pt x="1260" y="1268"/>
                    <a:pt x="1272" y="1260"/>
                  </a:cubicBezTo>
                  <a:cubicBezTo>
                    <a:pt x="1888" y="813"/>
                    <a:pt x="1574" y="1"/>
                    <a:pt x="9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3" name="Google Shape;5073;p41">
              <a:extLst>
                <a:ext uri="{FF2B5EF4-FFF2-40B4-BE49-F238E27FC236}">
                  <a16:creationId xmlns:a16="http://schemas.microsoft.com/office/drawing/2014/main" id="{15072364-0359-F48B-379A-1BE5474886C0}"/>
                </a:ext>
              </a:extLst>
            </p:cNvPr>
            <p:cNvSpPr/>
            <p:nvPr/>
          </p:nvSpPr>
          <p:spPr>
            <a:xfrm>
              <a:off x="5660956" y="1413161"/>
              <a:ext cx="45677" cy="32354"/>
            </a:xfrm>
            <a:custGeom>
              <a:avLst/>
              <a:gdLst/>
              <a:ahLst/>
              <a:cxnLst/>
              <a:rect l="l" t="t" r="r" b="b"/>
              <a:pathLst>
                <a:path w="528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4" y="17"/>
                    <a:pt x="171" y="20"/>
                  </a:cubicBezTo>
                  <a:cubicBezTo>
                    <a:pt x="0" y="146"/>
                    <a:pt x="89" y="374"/>
                    <a:pt x="269" y="374"/>
                  </a:cubicBezTo>
                  <a:cubicBezTo>
                    <a:pt x="292" y="374"/>
                    <a:pt x="317" y="370"/>
                    <a:pt x="343" y="361"/>
                  </a:cubicBezTo>
                  <a:cubicBezTo>
                    <a:pt x="350" y="358"/>
                    <a:pt x="355" y="358"/>
                    <a:pt x="358" y="354"/>
                  </a:cubicBezTo>
                  <a:cubicBezTo>
                    <a:pt x="528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4" name="Google Shape;5074;p41">
              <a:extLst>
                <a:ext uri="{FF2B5EF4-FFF2-40B4-BE49-F238E27FC236}">
                  <a16:creationId xmlns:a16="http://schemas.microsoft.com/office/drawing/2014/main" id="{57440899-D62E-6D70-3B4D-29B766FADCD5}"/>
                </a:ext>
              </a:extLst>
            </p:cNvPr>
            <p:cNvSpPr/>
            <p:nvPr/>
          </p:nvSpPr>
          <p:spPr>
            <a:xfrm>
              <a:off x="5674019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7" y="625"/>
                  </a:lnTo>
                  <a:lnTo>
                    <a:pt x="169" y="62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5" name="Google Shape;5075;p41">
              <a:extLst>
                <a:ext uri="{FF2B5EF4-FFF2-40B4-BE49-F238E27FC236}">
                  <a16:creationId xmlns:a16="http://schemas.microsoft.com/office/drawing/2014/main" id="{6446CC86-3BE6-8A6D-7256-3365F799A307}"/>
                </a:ext>
              </a:extLst>
            </p:cNvPr>
            <p:cNvSpPr/>
            <p:nvPr/>
          </p:nvSpPr>
          <p:spPr>
            <a:xfrm>
              <a:off x="562756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6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6" name="Google Shape;5076;p41">
              <a:extLst>
                <a:ext uri="{FF2B5EF4-FFF2-40B4-BE49-F238E27FC236}">
                  <a16:creationId xmlns:a16="http://schemas.microsoft.com/office/drawing/2014/main" id="{AA9694AF-DF0C-E8CE-0962-5BAF4A3F0B1D}"/>
                </a:ext>
              </a:extLst>
            </p:cNvPr>
            <p:cNvSpPr/>
            <p:nvPr/>
          </p:nvSpPr>
          <p:spPr>
            <a:xfrm>
              <a:off x="562756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6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7" name="Google Shape;5077;p41">
              <a:extLst>
                <a:ext uri="{FF2B5EF4-FFF2-40B4-BE49-F238E27FC236}">
                  <a16:creationId xmlns:a16="http://schemas.microsoft.com/office/drawing/2014/main" id="{545CE9E9-F726-3E7A-4F9A-EBEA19D6AE89}"/>
                </a:ext>
              </a:extLst>
            </p:cNvPr>
            <p:cNvSpPr/>
            <p:nvPr/>
          </p:nvSpPr>
          <p:spPr>
            <a:xfrm>
              <a:off x="5674019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7" y="1"/>
                  </a:moveTo>
                  <a:lnTo>
                    <a:pt x="0" y="625"/>
                  </a:lnTo>
                  <a:lnTo>
                    <a:pt x="227" y="62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8" name="Google Shape;5078;p41">
              <a:extLst>
                <a:ext uri="{FF2B5EF4-FFF2-40B4-BE49-F238E27FC236}">
                  <a16:creationId xmlns:a16="http://schemas.microsoft.com/office/drawing/2014/main" id="{748E907B-1B87-48E7-BCE8-57367A041D25}"/>
                </a:ext>
              </a:extLst>
            </p:cNvPr>
            <p:cNvSpPr/>
            <p:nvPr/>
          </p:nvSpPr>
          <p:spPr>
            <a:xfrm>
              <a:off x="5685957" y="1427521"/>
              <a:ext cx="54069" cy="40226"/>
            </a:xfrm>
            <a:custGeom>
              <a:avLst/>
              <a:gdLst/>
              <a:ahLst/>
              <a:cxnLst/>
              <a:rect l="l" t="t" r="r" b="b"/>
              <a:pathLst>
                <a:path w="625" h="465" extrusionOk="0">
                  <a:moveTo>
                    <a:pt x="54" y="1"/>
                  </a:moveTo>
                  <a:lnTo>
                    <a:pt x="27" y="50"/>
                  </a:lnTo>
                  <a:lnTo>
                    <a:pt x="0" y="100"/>
                  </a:lnTo>
                  <a:lnTo>
                    <a:pt x="510" y="464"/>
                  </a:lnTo>
                  <a:lnTo>
                    <a:pt x="567" y="364"/>
                  </a:lnTo>
                  <a:lnTo>
                    <a:pt x="625" y="264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79" name="Google Shape;5079;p41">
              <a:extLst>
                <a:ext uri="{FF2B5EF4-FFF2-40B4-BE49-F238E27FC236}">
                  <a16:creationId xmlns:a16="http://schemas.microsoft.com/office/drawing/2014/main" id="{64BB30BE-40D7-FF68-00B6-7D0ABABC0D3E}"/>
                </a:ext>
              </a:extLst>
            </p:cNvPr>
            <p:cNvSpPr/>
            <p:nvPr/>
          </p:nvSpPr>
          <p:spPr>
            <a:xfrm>
              <a:off x="5685957" y="1391014"/>
              <a:ext cx="54069" cy="40139"/>
            </a:xfrm>
            <a:custGeom>
              <a:avLst/>
              <a:gdLst/>
              <a:ahLst/>
              <a:cxnLst/>
              <a:rect l="l" t="t" r="r" b="b"/>
              <a:pathLst>
                <a:path w="625" h="464" extrusionOk="0">
                  <a:moveTo>
                    <a:pt x="510" y="0"/>
                  </a:moveTo>
                  <a:lnTo>
                    <a:pt x="0" y="365"/>
                  </a:lnTo>
                  <a:lnTo>
                    <a:pt x="27" y="414"/>
                  </a:lnTo>
                  <a:lnTo>
                    <a:pt x="54" y="464"/>
                  </a:lnTo>
                  <a:lnTo>
                    <a:pt x="625" y="200"/>
                  </a:lnTo>
                  <a:lnTo>
                    <a:pt x="567" y="101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0" name="Google Shape;5080;p41">
              <a:extLst>
                <a:ext uri="{FF2B5EF4-FFF2-40B4-BE49-F238E27FC236}">
                  <a16:creationId xmlns:a16="http://schemas.microsoft.com/office/drawing/2014/main" id="{63FB3B0E-BB59-4B97-B97B-B6BE1AFAC9BF}"/>
                </a:ext>
              </a:extLst>
            </p:cNvPr>
            <p:cNvSpPr/>
            <p:nvPr/>
          </p:nvSpPr>
          <p:spPr>
            <a:xfrm>
              <a:off x="5672894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4" y="1"/>
                    <a:pt x="102" y="3"/>
                    <a:pt x="90" y="7"/>
                  </a:cubicBezTo>
                  <a:cubicBezTo>
                    <a:pt x="86" y="7"/>
                    <a:pt x="82" y="11"/>
                    <a:pt x="82" y="11"/>
                  </a:cubicBezTo>
                  <a:cubicBezTo>
                    <a:pt x="1" y="68"/>
                    <a:pt x="43" y="177"/>
                    <a:pt x="127" y="177"/>
                  </a:cubicBezTo>
                  <a:cubicBezTo>
                    <a:pt x="138" y="177"/>
                    <a:pt x="150" y="176"/>
                    <a:pt x="162" y="172"/>
                  </a:cubicBezTo>
                  <a:cubicBezTo>
                    <a:pt x="166" y="172"/>
                    <a:pt x="171" y="168"/>
                    <a:pt x="171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1" name="Google Shape;5081;p41">
              <a:extLst>
                <a:ext uri="{FF2B5EF4-FFF2-40B4-BE49-F238E27FC236}">
                  <a16:creationId xmlns:a16="http://schemas.microsoft.com/office/drawing/2014/main" id="{C726A882-8163-5B9E-8892-11CE6769F0C2}"/>
                </a:ext>
              </a:extLst>
            </p:cNvPr>
            <p:cNvSpPr/>
            <p:nvPr/>
          </p:nvSpPr>
          <p:spPr>
            <a:xfrm>
              <a:off x="6410556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4" y="0"/>
                  </a:moveTo>
                  <a:cubicBezTo>
                    <a:pt x="908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8" y="2794"/>
                  </a:cubicBezTo>
                  <a:cubicBezTo>
                    <a:pt x="1403" y="3066"/>
                    <a:pt x="1788" y="3184"/>
                    <a:pt x="2146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2" y="391"/>
                  </a:cubicBezTo>
                  <a:cubicBezTo>
                    <a:pt x="2886" y="118"/>
                    <a:pt x="2501" y="0"/>
                    <a:pt x="2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2" name="Google Shape;5082;p41">
              <a:extLst>
                <a:ext uri="{FF2B5EF4-FFF2-40B4-BE49-F238E27FC236}">
                  <a16:creationId xmlns:a16="http://schemas.microsoft.com/office/drawing/2014/main" id="{836F22E7-FABA-899A-7B13-604D48D9325F}"/>
                </a:ext>
              </a:extLst>
            </p:cNvPr>
            <p:cNvSpPr/>
            <p:nvPr/>
          </p:nvSpPr>
          <p:spPr>
            <a:xfrm>
              <a:off x="6480887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1" y="0"/>
                  </a:moveTo>
                  <a:cubicBezTo>
                    <a:pt x="1190" y="0"/>
                    <a:pt x="1060" y="21"/>
                    <a:pt x="924" y="66"/>
                  </a:cubicBezTo>
                  <a:cubicBezTo>
                    <a:pt x="905" y="69"/>
                    <a:pt x="885" y="80"/>
                    <a:pt x="870" y="92"/>
                  </a:cubicBezTo>
                  <a:cubicBezTo>
                    <a:pt x="1" y="721"/>
                    <a:pt x="445" y="1866"/>
                    <a:pt x="1353" y="1866"/>
                  </a:cubicBezTo>
                  <a:cubicBezTo>
                    <a:pt x="1474" y="1866"/>
                    <a:pt x="1604" y="1846"/>
                    <a:pt x="1740" y="1801"/>
                  </a:cubicBezTo>
                  <a:cubicBezTo>
                    <a:pt x="1759" y="1797"/>
                    <a:pt x="1778" y="1786"/>
                    <a:pt x="1798" y="1774"/>
                  </a:cubicBezTo>
                  <a:cubicBezTo>
                    <a:pt x="2663" y="1145"/>
                    <a:pt x="2222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3" name="Google Shape;5083;p41">
              <a:extLst>
                <a:ext uri="{FF2B5EF4-FFF2-40B4-BE49-F238E27FC236}">
                  <a16:creationId xmlns:a16="http://schemas.microsoft.com/office/drawing/2014/main" id="{A57474F4-A199-ACB2-40F4-EC0387BD0325}"/>
                </a:ext>
              </a:extLst>
            </p:cNvPr>
            <p:cNvSpPr/>
            <p:nvPr/>
          </p:nvSpPr>
          <p:spPr>
            <a:xfrm>
              <a:off x="6486943" y="1352951"/>
              <a:ext cx="218265" cy="152772"/>
            </a:xfrm>
            <a:custGeom>
              <a:avLst/>
              <a:gdLst/>
              <a:ahLst/>
              <a:cxnLst/>
              <a:rect l="l" t="t" r="r" b="b"/>
              <a:pathLst>
                <a:path w="2523" h="1766" extrusionOk="0">
                  <a:moveTo>
                    <a:pt x="1241" y="1"/>
                  </a:moveTo>
                  <a:cubicBezTo>
                    <a:pt x="1127" y="1"/>
                    <a:pt x="1005" y="20"/>
                    <a:pt x="877" y="62"/>
                  </a:cubicBezTo>
                  <a:cubicBezTo>
                    <a:pt x="858" y="65"/>
                    <a:pt x="838" y="76"/>
                    <a:pt x="823" y="88"/>
                  </a:cubicBezTo>
                  <a:cubicBezTo>
                    <a:pt x="1" y="683"/>
                    <a:pt x="421" y="1766"/>
                    <a:pt x="1282" y="1766"/>
                  </a:cubicBezTo>
                  <a:cubicBezTo>
                    <a:pt x="1397" y="1766"/>
                    <a:pt x="1519" y="1747"/>
                    <a:pt x="1647" y="1705"/>
                  </a:cubicBezTo>
                  <a:cubicBezTo>
                    <a:pt x="1666" y="1701"/>
                    <a:pt x="1685" y="1690"/>
                    <a:pt x="1700" y="1678"/>
                  </a:cubicBezTo>
                  <a:cubicBezTo>
                    <a:pt x="2522" y="1083"/>
                    <a:pt x="2102" y="1"/>
                    <a:pt x="12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4" name="Google Shape;5084;p41">
              <a:extLst>
                <a:ext uri="{FF2B5EF4-FFF2-40B4-BE49-F238E27FC236}">
                  <a16:creationId xmlns:a16="http://schemas.microsoft.com/office/drawing/2014/main" id="{53954DA8-8B09-2B3F-F584-4DE9710465BE}"/>
                </a:ext>
              </a:extLst>
            </p:cNvPr>
            <p:cNvSpPr/>
            <p:nvPr/>
          </p:nvSpPr>
          <p:spPr>
            <a:xfrm>
              <a:off x="6514366" y="1371896"/>
              <a:ext cx="163504" cy="114882"/>
            </a:xfrm>
            <a:custGeom>
              <a:avLst/>
              <a:gdLst/>
              <a:ahLst/>
              <a:cxnLst/>
              <a:rect l="l" t="t" r="r" b="b"/>
              <a:pathLst>
                <a:path w="1890" h="1328" extrusionOk="0">
                  <a:moveTo>
                    <a:pt x="927" y="1"/>
                  </a:moveTo>
                  <a:cubicBezTo>
                    <a:pt x="842" y="1"/>
                    <a:pt x="751" y="15"/>
                    <a:pt x="656" y="46"/>
                  </a:cubicBezTo>
                  <a:cubicBezTo>
                    <a:pt x="640" y="53"/>
                    <a:pt x="629" y="57"/>
                    <a:pt x="617" y="69"/>
                  </a:cubicBezTo>
                  <a:cubicBezTo>
                    <a:pt x="1" y="516"/>
                    <a:pt x="315" y="1328"/>
                    <a:pt x="962" y="1328"/>
                  </a:cubicBezTo>
                  <a:cubicBezTo>
                    <a:pt x="1048" y="1328"/>
                    <a:pt x="1139" y="1313"/>
                    <a:pt x="1234" y="1283"/>
                  </a:cubicBezTo>
                  <a:cubicBezTo>
                    <a:pt x="1250" y="1275"/>
                    <a:pt x="1261" y="1268"/>
                    <a:pt x="1276" y="1260"/>
                  </a:cubicBezTo>
                  <a:cubicBezTo>
                    <a:pt x="1889" y="813"/>
                    <a:pt x="1574" y="1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5" name="Google Shape;5085;p41">
              <a:extLst>
                <a:ext uri="{FF2B5EF4-FFF2-40B4-BE49-F238E27FC236}">
                  <a16:creationId xmlns:a16="http://schemas.microsoft.com/office/drawing/2014/main" id="{0084D088-0BCB-95F4-18E9-9E13A89345F1}"/>
                </a:ext>
              </a:extLst>
            </p:cNvPr>
            <p:cNvSpPr/>
            <p:nvPr/>
          </p:nvSpPr>
          <p:spPr>
            <a:xfrm>
              <a:off x="6573279" y="1413161"/>
              <a:ext cx="45937" cy="32354"/>
            </a:xfrm>
            <a:custGeom>
              <a:avLst/>
              <a:gdLst/>
              <a:ahLst/>
              <a:cxnLst/>
              <a:rect l="l" t="t" r="r" b="b"/>
              <a:pathLst>
                <a:path w="531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3" y="17"/>
                    <a:pt x="169" y="20"/>
                  </a:cubicBezTo>
                  <a:cubicBezTo>
                    <a:pt x="0" y="146"/>
                    <a:pt x="89" y="374"/>
                    <a:pt x="271" y="374"/>
                  </a:cubicBezTo>
                  <a:cubicBezTo>
                    <a:pt x="295" y="374"/>
                    <a:pt x="320" y="370"/>
                    <a:pt x="346" y="361"/>
                  </a:cubicBezTo>
                  <a:cubicBezTo>
                    <a:pt x="350" y="358"/>
                    <a:pt x="353" y="358"/>
                    <a:pt x="357" y="354"/>
                  </a:cubicBezTo>
                  <a:cubicBezTo>
                    <a:pt x="531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6" name="Google Shape;5086;p41">
              <a:extLst>
                <a:ext uri="{FF2B5EF4-FFF2-40B4-BE49-F238E27FC236}">
                  <a16:creationId xmlns:a16="http://schemas.microsoft.com/office/drawing/2014/main" id="{9575A9DC-9A9C-44F8-B7B5-7CBD9C8BF6AD}"/>
                </a:ext>
              </a:extLst>
            </p:cNvPr>
            <p:cNvSpPr/>
            <p:nvPr/>
          </p:nvSpPr>
          <p:spPr>
            <a:xfrm>
              <a:off x="6586255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8" y="625"/>
                  </a:lnTo>
                  <a:lnTo>
                    <a:pt x="173" y="62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7" name="Google Shape;5087;p41">
              <a:extLst>
                <a:ext uri="{FF2B5EF4-FFF2-40B4-BE49-F238E27FC236}">
                  <a16:creationId xmlns:a16="http://schemas.microsoft.com/office/drawing/2014/main" id="{D5FA17CD-CCCE-5C1F-B854-412A24837441}"/>
                </a:ext>
              </a:extLst>
            </p:cNvPr>
            <p:cNvSpPr/>
            <p:nvPr/>
          </p:nvSpPr>
          <p:spPr>
            <a:xfrm>
              <a:off x="6539887" y="1391014"/>
              <a:ext cx="54415" cy="40139"/>
            </a:xfrm>
            <a:custGeom>
              <a:avLst/>
              <a:gdLst/>
              <a:ahLst/>
              <a:cxnLst/>
              <a:rect l="l" t="t" r="r" b="b"/>
              <a:pathLst>
                <a:path w="629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8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8" name="Google Shape;5088;p41">
              <a:extLst>
                <a:ext uri="{FF2B5EF4-FFF2-40B4-BE49-F238E27FC236}">
                  <a16:creationId xmlns:a16="http://schemas.microsoft.com/office/drawing/2014/main" id="{31945EDC-FBDD-1F64-1949-9269D39C3174}"/>
                </a:ext>
              </a:extLst>
            </p:cNvPr>
            <p:cNvSpPr/>
            <p:nvPr/>
          </p:nvSpPr>
          <p:spPr>
            <a:xfrm>
              <a:off x="6539887" y="1427521"/>
              <a:ext cx="54415" cy="40226"/>
            </a:xfrm>
            <a:custGeom>
              <a:avLst/>
              <a:gdLst/>
              <a:ahLst/>
              <a:cxnLst/>
              <a:rect l="l" t="t" r="r" b="b"/>
              <a:pathLst>
                <a:path w="629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8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89" name="Google Shape;5089;p41">
              <a:extLst>
                <a:ext uri="{FF2B5EF4-FFF2-40B4-BE49-F238E27FC236}">
                  <a16:creationId xmlns:a16="http://schemas.microsoft.com/office/drawing/2014/main" id="{8AD3598E-ABE1-127D-5632-E5FC345174A9}"/>
                </a:ext>
              </a:extLst>
            </p:cNvPr>
            <p:cNvSpPr/>
            <p:nvPr/>
          </p:nvSpPr>
          <p:spPr>
            <a:xfrm>
              <a:off x="6586255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8" y="1"/>
                  </a:moveTo>
                  <a:lnTo>
                    <a:pt x="0" y="625"/>
                  </a:lnTo>
                  <a:lnTo>
                    <a:pt x="226" y="625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0" name="Google Shape;5090;p41">
              <a:extLst>
                <a:ext uri="{FF2B5EF4-FFF2-40B4-BE49-F238E27FC236}">
                  <a16:creationId xmlns:a16="http://schemas.microsoft.com/office/drawing/2014/main" id="{E8EED5C9-B04F-E0D8-A039-0AC6152281E0}"/>
                </a:ext>
              </a:extLst>
            </p:cNvPr>
            <p:cNvSpPr/>
            <p:nvPr/>
          </p:nvSpPr>
          <p:spPr>
            <a:xfrm>
              <a:off x="659819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8" y="1"/>
                  </a:moveTo>
                  <a:lnTo>
                    <a:pt x="28" y="50"/>
                  </a:lnTo>
                  <a:lnTo>
                    <a:pt x="0" y="100"/>
                  </a:lnTo>
                  <a:lnTo>
                    <a:pt x="511" y="464"/>
                  </a:lnTo>
                  <a:lnTo>
                    <a:pt x="568" y="364"/>
                  </a:lnTo>
                  <a:lnTo>
                    <a:pt x="625" y="264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1" name="Google Shape;5091;p41">
              <a:extLst>
                <a:ext uri="{FF2B5EF4-FFF2-40B4-BE49-F238E27FC236}">
                  <a16:creationId xmlns:a16="http://schemas.microsoft.com/office/drawing/2014/main" id="{24718A9C-4A2D-4F31-EB0B-7A93C6BD627C}"/>
                </a:ext>
              </a:extLst>
            </p:cNvPr>
            <p:cNvSpPr/>
            <p:nvPr/>
          </p:nvSpPr>
          <p:spPr>
            <a:xfrm>
              <a:off x="659819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511" y="0"/>
                  </a:moveTo>
                  <a:lnTo>
                    <a:pt x="0" y="365"/>
                  </a:lnTo>
                  <a:lnTo>
                    <a:pt x="28" y="414"/>
                  </a:lnTo>
                  <a:lnTo>
                    <a:pt x="58" y="464"/>
                  </a:lnTo>
                  <a:lnTo>
                    <a:pt x="625" y="200"/>
                  </a:lnTo>
                  <a:lnTo>
                    <a:pt x="568" y="101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2" name="Google Shape;5092;p41">
              <a:extLst>
                <a:ext uri="{FF2B5EF4-FFF2-40B4-BE49-F238E27FC236}">
                  <a16:creationId xmlns:a16="http://schemas.microsoft.com/office/drawing/2014/main" id="{F95D3A32-CC2A-5CBE-6D17-71A922B83353}"/>
                </a:ext>
              </a:extLst>
            </p:cNvPr>
            <p:cNvSpPr/>
            <p:nvPr/>
          </p:nvSpPr>
          <p:spPr>
            <a:xfrm>
              <a:off x="6585131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5" y="1"/>
                    <a:pt x="103" y="3"/>
                    <a:pt x="90" y="7"/>
                  </a:cubicBezTo>
                  <a:cubicBezTo>
                    <a:pt x="87" y="7"/>
                    <a:pt x="87" y="11"/>
                    <a:pt x="82" y="11"/>
                  </a:cubicBezTo>
                  <a:cubicBezTo>
                    <a:pt x="1" y="68"/>
                    <a:pt x="43" y="177"/>
                    <a:pt x="128" y="177"/>
                  </a:cubicBezTo>
                  <a:cubicBezTo>
                    <a:pt x="139" y="177"/>
                    <a:pt x="151" y="176"/>
                    <a:pt x="163" y="172"/>
                  </a:cubicBezTo>
                  <a:cubicBezTo>
                    <a:pt x="167" y="172"/>
                    <a:pt x="170" y="168"/>
                    <a:pt x="170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3" name="Google Shape;5093;p41">
              <a:extLst>
                <a:ext uri="{FF2B5EF4-FFF2-40B4-BE49-F238E27FC236}">
                  <a16:creationId xmlns:a16="http://schemas.microsoft.com/office/drawing/2014/main" id="{A6B7981F-8E7E-8AF0-A470-F6F01511E1B8}"/>
                </a:ext>
              </a:extLst>
            </p:cNvPr>
            <p:cNvSpPr/>
            <p:nvPr/>
          </p:nvSpPr>
          <p:spPr>
            <a:xfrm>
              <a:off x="6078448" y="920667"/>
              <a:ext cx="377011" cy="234089"/>
            </a:xfrm>
            <a:custGeom>
              <a:avLst/>
              <a:gdLst/>
              <a:ahLst/>
              <a:cxnLst/>
              <a:rect l="l" t="t" r="r" b="b"/>
              <a:pathLst>
                <a:path w="4358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4307" y="2705"/>
                  </a:lnTo>
                  <a:lnTo>
                    <a:pt x="4357" y="2395"/>
                  </a:lnTo>
                  <a:cubicBezTo>
                    <a:pt x="4357" y="2395"/>
                    <a:pt x="2878" y="146"/>
                    <a:pt x="2809" y="100"/>
                  </a:cubicBezTo>
                  <a:cubicBezTo>
                    <a:pt x="2740" y="5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4" name="Google Shape;5094;p41">
              <a:extLst>
                <a:ext uri="{FF2B5EF4-FFF2-40B4-BE49-F238E27FC236}">
                  <a16:creationId xmlns:a16="http://schemas.microsoft.com/office/drawing/2014/main" id="{B96E8850-A465-F441-916A-3798B3D64C8A}"/>
                </a:ext>
              </a:extLst>
            </p:cNvPr>
            <p:cNvSpPr/>
            <p:nvPr/>
          </p:nvSpPr>
          <p:spPr>
            <a:xfrm>
              <a:off x="6080697" y="923003"/>
              <a:ext cx="372080" cy="229072"/>
            </a:xfrm>
            <a:custGeom>
              <a:avLst/>
              <a:gdLst/>
              <a:ahLst/>
              <a:cxnLst/>
              <a:rect l="l" t="t" r="r" b="b"/>
              <a:pathLst>
                <a:path w="4301" h="2648" extrusionOk="0">
                  <a:moveTo>
                    <a:pt x="1" y="0"/>
                  </a:moveTo>
                  <a:lnTo>
                    <a:pt x="1" y="2648"/>
                  </a:lnTo>
                  <a:lnTo>
                    <a:pt x="4258" y="2648"/>
                  </a:lnTo>
                  <a:lnTo>
                    <a:pt x="4300" y="2376"/>
                  </a:lnTo>
                  <a:cubicBezTo>
                    <a:pt x="3725" y="1502"/>
                    <a:pt x="2864" y="203"/>
                    <a:pt x="2772" y="99"/>
                  </a:cubicBezTo>
                  <a:cubicBezTo>
                    <a:pt x="2768" y="99"/>
                    <a:pt x="2768" y="96"/>
                    <a:pt x="2768" y="96"/>
                  </a:cubicBezTo>
                  <a:cubicBezTo>
                    <a:pt x="2710" y="80"/>
                    <a:pt x="2227" y="57"/>
                    <a:pt x="1629" y="42"/>
                  </a:cubicBezTo>
                  <a:cubicBezTo>
                    <a:pt x="1610" y="39"/>
                    <a:pt x="1595" y="39"/>
                    <a:pt x="1576" y="39"/>
                  </a:cubicBezTo>
                  <a:cubicBezTo>
                    <a:pt x="1526" y="39"/>
                    <a:pt x="1480" y="34"/>
                    <a:pt x="1430" y="34"/>
                  </a:cubicBezTo>
                  <a:cubicBezTo>
                    <a:pt x="959" y="23"/>
                    <a:pt x="438" y="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5" name="Google Shape;5095;p41">
              <a:extLst>
                <a:ext uri="{FF2B5EF4-FFF2-40B4-BE49-F238E27FC236}">
                  <a16:creationId xmlns:a16="http://schemas.microsoft.com/office/drawing/2014/main" id="{5B492F07-741D-D7C7-FCAC-FA42985E539F}"/>
                </a:ext>
              </a:extLst>
            </p:cNvPr>
            <p:cNvSpPr/>
            <p:nvPr/>
          </p:nvSpPr>
          <p:spPr>
            <a:xfrm>
              <a:off x="6291520" y="928626"/>
              <a:ext cx="35556" cy="224487"/>
            </a:xfrm>
            <a:custGeom>
              <a:avLst/>
              <a:gdLst/>
              <a:ahLst/>
              <a:cxnLst/>
              <a:rect l="l" t="t" r="r" b="b"/>
              <a:pathLst>
                <a:path w="411" h="2595" extrusionOk="0">
                  <a:moveTo>
                    <a:pt x="89" y="0"/>
                  </a:moveTo>
                  <a:lnTo>
                    <a:pt x="89" y="0"/>
                  </a:lnTo>
                  <a:cubicBezTo>
                    <a:pt x="151" y="54"/>
                    <a:pt x="112" y="2567"/>
                    <a:pt x="1" y="2595"/>
                  </a:cubicBezTo>
                  <a:lnTo>
                    <a:pt x="411" y="2595"/>
                  </a:lnTo>
                  <a:cubicBezTo>
                    <a:pt x="308" y="2483"/>
                    <a:pt x="269" y="172"/>
                    <a:pt x="312" y="15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6" name="Google Shape;5096;p41">
              <a:extLst>
                <a:ext uri="{FF2B5EF4-FFF2-40B4-BE49-F238E27FC236}">
                  <a16:creationId xmlns:a16="http://schemas.microsoft.com/office/drawing/2014/main" id="{65F4CD51-D2B3-B908-9897-B842A026441B}"/>
                </a:ext>
              </a:extLst>
            </p:cNvPr>
            <p:cNvSpPr/>
            <p:nvPr/>
          </p:nvSpPr>
          <p:spPr>
            <a:xfrm>
              <a:off x="6339618" y="1071538"/>
              <a:ext cx="136945" cy="91438"/>
            </a:xfrm>
            <a:custGeom>
              <a:avLst/>
              <a:gdLst/>
              <a:ahLst/>
              <a:cxnLst/>
              <a:rect l="l" t="t" r="r" b="b"/>
              <a:pathLst>
                <a:path w="1583" h="1057" extrusionOk="0">
                  <a:moveTo>
                    <a:pt x="562" y="1"/>
                  </a:moveTo>
                  <a:cubicBezTo>
                    <a:pt x="370" y="1"/>
                    <a:pt x="189" y="24"/>
                    <a:pt x="127" y="96"/>
                  </a:cubicBezTo>
                  <a:cubicBezTo>
                    <a:pt x="0" y="241"/>
                    <a:pt x="74" y="984"/>
                    <a:pt x="169" y="1035"/>
                  </a:cubicBezTo>
                  <a:cubicBezTo>
                    <a:pt x="200" y="1051"/>
                    <a:pt x="359" y="1057"/>
                    <a:pt x="557" y="1057"/>
                  </a:cubicBezTo>
                  <a:cubicBezTo>
                    <a:pt x="953" y="1057"/>
                    <a:pt x="1507" y="1035"/>
                    <a:pt x="1507" y="1035"/>
                  </a:cubicBezTo>
                  <a:cubicBezTo>
                    <a:pt x="1583" y="831"/>
                    <a:pt x="1530" y="547"/>
                    <a:pt x="1530" y="547"/>
                  </a:cubicBezTo>
                  <a:lnTo>
                    <a:pt x="1426" y="547"/>
                  </a:lnTo>
                  <a:cubicBezTo>
                    <a:pt x="1426" y="547"/>
                    <a:pt x="1261" y="103"/>
                    <a:pt x="1089" y="53"/>
                  </a:cubicBezTo>
                  <a:cubicBezTo>
                    <a:pt x="997" y="29"/>
                    <a:pt x="773" y="1"/>
                    <a:pt x="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7" name="Google Shape;5097;p41">
              <a:extLst>
                <a:ext uri="{FF2B5EF4-FFF2-40B4-BE49-F238E27FC236}">
                  <a16:creationId xmlns:a16="http://schemas.microsoft.com/office/drawing/2014/main" id="{63501295-0662-1FA2-261C-50624B8A936D}"/>
                </a:ext>
              </a:extLst>
            </p:cNvPr>
            <p:cNvSpPr/>
            <p:nvPr/>
          </p:nvSpPr>
          <p:spPr>
            <a:xfrm>
              <a:off x="6342906" y="1124135"/>
              <a:ext cx="51819" cy="28980"/>
            </a:xfrm>
            <a:custGeom>
              <a:avLst/>
              <a:gdLst/>
              <a:ahLst/>
              <a:cxnLst/>
              <a:rect l="l" t="t" r="r" b="b"/>
              <a:pathLst>
                <a:path w="599" h="335" extrusionOk="0">
                  <a:moveTo>
                    <a:pt x="1" y="1"/>
                  </a:moveTo>
                  <a:cubicBezTo>
                    <a:pt x="1" y="174"/>
                    <a:pt x="47" y="335"/>
                    <a:pt x="47" y="335"/>
                  </a:cubicBezTo>
                  <a:lnTo>
                    <a:pt x="545" y="335"/>
                  </a:lnTo>
                  <a:cubicBezTo>
                    <a:pt x="599" y="200"/>
                    <a:pt x="514" y="1"/>
                    <a:pt x="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8" name="Google Shape;5098;p41">
              <a:extLst>
                <a:ext uri="{FF2B5EF4-FFF2-40B4-BE49-F238E27FC236}">
                  <a16:creationId xmlns:a16="http://schemas.microsoft.com/office/drawing/2014/main" id="{31DCC3EF-1941-AA8C-0570-409BF711B8CB}"/>
                </a:ext>
              </a:extLst>
            </p:cNvPr>
            <p:cNvSpPr/>
            <p:nvPr/>
          </p:nvSpPr>
          <p:spPr>
            <a:xfrm>
              <a:off x="5335164" y="1199830"/>
              <a:ext cx="59086" cy="113152"/>
            </a:xfrm>
            <a:custGeom>
              <a:avLst/>
              <a:gdLst/>
              <a:ahLst/>
              <a:cxnLst/>
              <a:rect l="l" t="t" r="r" b="b"/>
              <a:pathLst>
                <a:path w="683" h="1308" extrusionOk="0">
                  <a:moveTo>
                    <a:pt x="357" y="1"/>
                  </a:moveTo>
                  <a:cubicBezTo>
                    <a:pt x="259" y="1"/>
                    <a:pt x="154" y="9"/>
                    <a:pt x="43" y="26"/>
                  </a:cubicBezTo>
                  <a:cubicBezTo>
                    <a:pt x="1" y="521"/>
                    <a:pt x="43" y="1303"/>
                    <a:pt x="43" y="1303"/>
                  </a:cubicBezTo>
                  <a:cubicBezTo>
                    <a:pt x="112" y="1306"/>
                    <a:pt x="203" y="1308"/>
                    <a:pt x="294" y="1308"/>
                  </a:cubicBezTo>
                  <a:cubicBezTo>
                    <a:pt x="476" y="1308"/>
                    <a:pt x="656" y="1303"/>
                    <a:pt x="656" y="1303"/>
                  </a:cubicBezTo>
                  <a:cubicBezTo>
                    <a:pt x="683" y="835"/>
                    <a:pt x="633" y="26"/>
                    <a:pt x="633" y="26"/>
                  </a:cubicBezTo>
                  <a:cubicBezTo>
                    <a:pt x="547" y="9"/>
                    <a:pt x="455" y="1"/>
                    <a:pt x="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99" name="Google Shape;5099;p41">
              <a:extLst>
                <a:ext uri="{FF2B5EF4-FFF2-40B4-BE49-F238E27FC236}">
                  <a16:creationId xmlns:a16="http://schemas.microsoft.com/office/drawing/2014/main" id="{D35E17A1-EC4C-5B87-CB57-8944579D6123}"/>
                </a:ext>
              </a:extLst>
            </p:cNvPr>
            <p:cNvSpPr/>
            <p:nvPr/>
          </p:nvSpPr>
          <p:spPr>
            <a:xfrm>
              <a:off x="5349092" y="1296893"/>
              <a:ext cx="23012" cy="1471"/>
            </a:xfrm>
            <a:custGeom>
              <a:avLst/>
              <a:gdLst/>
              <a:ahLst/>
              <a:cxnLst/>
              <a:rect l="l" t="t" r="r" b="b"/>
              <a:pathLst>
                <a:path w="266" h="17" extrusionOk="0">
                  <a:moveTo>
                    <a:pt x="1" y="0"/>
                  </a:moveTo>
                  <a:lnTo>
                    <a:pt x="1" y="16"/>
                  </a:lnTo>
                  <a:lnTo>
                    <a:pt x="265" y="16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0" name="Google Shape;5100;p41">
              <a:extLst>
                <a:ext uri="{FF2B5EF4-FFF2-40B4-BE49-F238E27FC236}">
                  <a16:creationId xmlns:a16="http://schemas.microsoft.com/office/drawing/2014/main" id="{2A8CE654-AF7D-5683-8EBF-3496B24DC694}"/>
                </a:ext>
              </a:extLst>
            </p:cNvPr>
            <p:cNvSpPr/>
            <p:nvPr/>
          </p:nvSpPr>
          <p:spPr>
            <a:xfrm>
              <a:off x="5349092" y="1285301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1" name="Google Shape;5101;p41">
              <a:extLst>
                <a:ext uri="{FF2B5EF4-FFF2-40B4-BE49-F238E27FC236}">
                  <a16:creationId xmlns:a16="http://schemas.microsoft.com/office/drawing/2014/main" id="{3E2CB510-DC6C-8315-53B6-F94B2D4F72BD}"/>
                </a:ext>
              </a:extLst>
            </p:cNvPr>
            <p:cNvSpPr/>
            <p:nvPr/>
          </p:nvSpPr>
          <p:spPr>
            <a:xfrm>
              <a:off x="5349092" y="1273363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2" name="Google Shape;5102;p41">
              <a:extLst>
                <a:ext uri="{FF2B5EF4-FFF2-40B4-BE49-F238E27FC236}">
                  <a16:creationId xmlns:a16="http://schemas.microsoft.com/office/drawing/2014/main" id="{9C1F3F0B-3BD1-3185-4D10-DEA621BEF943}"/>
                </a:ext>
              </a:extLst>
            </p:cNvPr>
            <p:cNvSpPr/>
            <p:nvPr/>
          </p:nvSpPr>
          <p:spPr>
            <a:xfrm>
              <a:off x="6805036" y="1198792"/>
              <a:ext cx="49830" cy="78722"/>
            </a:xfrm>
            <a:custGeom>
              <a:avLst/>
              <a:gdLst/>
              <a:ahLst/>
              <a:cxnLst/>
              <a:rect l="l" t="t" r="r" b="b"/>
              <a:pathLst>
                <a:path w="576" h="910" extrusionOk="0">
                  <a:moveTo>
                    <a:pt x="387" y="1"/>
                  </a:moveTo>
                  <a:cubicBezTo>
                    <a:pt x="387" y="1"/>
                    <a:pt x="28" y="50"/>
                    <a:pt x="0" y="119"/>
                  </a:cubicBezTo>
                  <a:cubicBezTo>
                    <a:pt x="0" y="119"/>
                    <a:pt x="46" y="613"/>
                    <a:pt x="97" y="882"/>
                  </a:cubicBezTo>
                  <a:cubicBezTo>
                    <a:pt x="97" y="882"/>
                    <a:pt x="356" y="910"/>
                    <a:pt x="499" y="910"/>
                  </a:cubicBezTo>
                  <a:cubicBezTo>
                    <a:pt x="532" y="910"/>
                    <a:pt x="559" y="908"/>
                    <a:pt x="575" y="905"/>
                  </a:cubicBezTo>
                  <a:cubicBezTo>
                    <a:pt x="575" y="905"/>
                    <a:pt x="456" y="307"/>
                    <a:pt x="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3" name="Google Shape;5103;p41">
              <a:extLst>
                <a:ext uri="{FF2B5EF4-FFF2-40B4-BE49-F238E27FC236}">
                  <a16:creationId xmlns:a16="http://schemas.microsoft.com/office/drawing/2014/main" id="{F7E11F30-B705-D2A0-8208-B4ED5850DC52}"/>
                </a:ext>
              </a:extLst>
            </p:cNvPr>
            <p:cNvSpPr/>
            <p:nvPr/>
          </p:nvSpPr>
          <p:spPr>
            <a:xfrm>
              <a:off x="6814639" y="1247497"/>
              <a:ext cx="19378" cy="25606"/>
            </a:xfrm>
            <a:custGeom>
              <a:avLst/>
              <a:gdLst/>
              <a:ahLst/>
              <a:cxnLst/>
              <a:rect l="l" t="t" r="r" b="b"/>
              <a:pathLst>
                <a:path w="224" h="296" extrusionOk="0">
                  <a:moveTo>
                    <a:pt x="24" y="0"/>
                  </a:moveTo>
                  <a:cubicBezTo>
                    <a:pt x="12" y="0"/>
                    <a:pt x="1" y="12"/>
                    <a:pt x="1" y="27"/>
                  </a:cubicBezTo>
                  <a:lnTo>
                    <a:pt x="20" y="261"/>
                  </a:lnTo>
                  <a:cubicBezTo>
                    <a:pt x="24" y="273"/>
                    <a:pt x="32" y="280"/>
                    <a:pt x="43" y="284"/>
                  </a:cubicBezTo>
                  <a:cubicBezTo>
                    <a:pt x="92" y="288"/>
                    <a:pt x="158" y="292"/>
                    <a:pt x="196" y="296"/>
                  </a:cubicBezTo>
                  <a:cubicBezTo>
                    <a:pt x="211" y="296"/>
                    <a:pt x="223" y="280"/>
                    <a:pt x="223" y="265"/>
                  </a:cubicBezTo>
                  <a:cubicBezTo>
                    <a:pt x="211" y="161"/>
                    <a:pt x="193" y="62"/>
                    <a:pt x="184" y="20"/>
                  </a:cubicBezTo>
                  <a:cubicBezTo>
                    <a:pt x="181" y="8"/>
                    <a:pt x="173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4" name="Google Shape;5104;p41">
              <a:extLst>
                <a:ext uri="{FF2B5EF4-FFF2-40B4-BE49-F238E27FC236}">
                  <a16:creationId xmlns:a16="http://schemas.microsoft.com/office/drawing/2014/main" id="{66E6FC3C-2C75-F81E-E3A7-DA7D0099595A}"/>
                </a:ext>
              </a:extLst>
            </p:cNvPr>
            <p:cNvSpPr/>
            <p:nvPr/>
          </p:nvSpPr>
          <p:spPr>
            <a:xfrm>
              <a:off x="5302117" y="974995"/>
              <a:ext cx="32528" cy="98619"/>
            </a:xfrm>
            <a:custGeom>
              <a:avLst/>
              <a:gdLst/>
              <a:ahLst/>
              <a:cxnLst/>
              <a:rect l="l" t="t" r="r" b="b"/>
              <a:pathLst>
                <a:path w="376" h="1140" extrusionOk="0">
                  <a:moveTo>
                    <a:pt x="88" y="1"/>
                  </a:moveTo>
                  <a:cubicBezTo>
                    <a:pt x="76" y="1"/>
                    <a:pt x="65" y="8"/>
                    <a:pt x="61" y="23"/>
                  </a:cubicBezTo>
                  <a:cubicBezTo>
                    <a:pt x="0" y="591"/>
                    <a:pt x="65" y="1019"/>
                    <a:pt x="84" y="1120"/>
                  </a:cubicBezTo>
                  <a:cubicBezTo>
                    <a:pt x="84" y="1131"/>
                    <a:pt x="96" y="1139"/>
                    <a:pt x="111" y="1139"/>
                  </a:cubicBezTo>
                  <a:lnTo>
                    <a:pt x="349" y="1139"/>
                  </a:lnTo>
                  <a:cubicBezTo>
                    <a:pt x="364" y="1139"/>
                    <a:pt x="375" y="1127"/>
                    <a:pt x="375" y="1111"/>
                  </a:cubicBezTo>
                  <a:cubicBezTo>
                    <a:pt x="375" y="1097"/>
                    <a:pt x="364" y="1085"/>
                    <a:pt x="349" y="1085"/>
                  </a:cubicBezTo>
                  <a:lnTo>
                    <a:pt x="276" y="1085"/>
                  </a:lnTo>
                  <a:cubicBezTo>
                    <a:pt x="260" y="1085"/>
                    <a:pt x="249" y="1074"/>
                    <a:pt x="249" y="1062"/>
                  </a:cubicBezTo>
                  <a:cubicBezTo>
                    <a:pt x="211" y="633"/>
                    <a:pt x="222" y="196"/>
                    <a:pt x="226" y="85"/>
                  </a:cubicBezTo>
                  <a:cubicBezTo>
                    <a:pt x="226" y="73"/>
                    <a:pt x="237" y="62"/>
                    <a:pt x="253" y="62"/>
                  </a:cubicBezTo>
                  <a:lnTo>
                    <a:pt x="322" y="62"/>
                  </a:lnTo>
                  <a:cubicBezTo>
                    <a:pt x="333" y="62"/>
                    <a:pt x="345" y="50"/>
                    <a:pt x="349" y="39"/>
                  </a:cubicBezTo>
                  <a:lnTo>
                    <a:pt x="349" y="31"/>
                  </a:lnTo>
                  <a:cubicBezTo>
                    <a:pt x="352" y="16"/>
                    <a:pt x="341" y="1"/>
                    <a:pt x="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5" name="Google Shape;5105;p41">
              <a:extLst>
                <a:ext uri="{FF2B5EF4-FFF2-40B4-BE49-F238E27FC236}">
                  <a16:creationId xmlns:a16="http://schemas.microsoft.com/office/drawing/2014/main" id="{8810ABB4-FF20-FF6E-2C36-D70E9D445E5E}"/>
                </a:ext>
              </a:extLst>
            </p:cNvPr>
            <p:cNvSpPr/>
            <p:nvPr/>
          </p:nvSpPr>
          <p:spPr>
            <a:xfrm>
              <a:off x="5315959" y="786060"/>
              <a:ext cx="726771" cy="368695"/>
            </a:xfrm>
            <a:custGeom>
              <a:avLst/>
              <a:gdLst/>
              <a:ahLst/>
              <a:cxnLst/>
              <a:rect l="l" t="t" r="r" b="b"/>
              <a:pathLst>
                <a:path w="8401" h="4262" extrusionOk="0">
                  <a:moveTo>
                    <a:pt x="5323" y="0"/>
                  </a:moveTo>
                  <a:cubicBezTo>
                    <a:pt x="4963" y="0"/>
                    <a:pt x="4596" y="4"/>
                    <a:pt x="4231" y="4"/>
                  </a:cubicBezTo>
                  <a:lnTo>
                    <a:pt x="4074" y="4"/>
                  </a:lnTo>
                  <a:cubicBezTo>
                    <a:pt x="3809" y="8"/>
                    <a:pt x="3549" y="8"/>
                    <a:pt x="3292" y="12"/>
                  </a:cubicBezTo>
                  <a:cubicBezTo>
                    <a:pt x="1644" y="23"/>
                    <a:pt x="254" y="50"/>
                    <a:pt x="254" y="50"/>
                  </a:cubicBezTo>
                  <a:cubicBezTo>
                    <a:pt x="1" y="1364"/>
                    <a:pt x="181" y="3518"/>
                    <a:pt x="238" y="4108"/>
                  </a:cubicBezTo>
                  <a:cubicBezTo>
                    <a:pt x="250" y="4208"/>
                    <a:pt x="254" y="4261"/>
                    <a:pt x="254" y="4261"/>
                  </a:cubicBezTo>
                  <a:lnTo>
                    <a:pt x="8400" y="4261"/>
                  </a:lnTo>
                  <a:lnTo>
                    <a:pt x="8400" y="69"/>
                  </a:lnTo>
                  <a:cubicBezTo>
                    <a:pt x="7887" y="20"/>
                    <a:pt x="6665" y="4"/>
                    <a:pt x="53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6" name="Google Shape;5106;p41">
              <a:extLst>
                <a:ext uri="{FF2B5EF4-FFF2-40B4-BE49-F238E27FC236}">
                  <a16:creationId xmlns:a16="http://schemas.microsoft.com/office/drawing/2014/main" id="{00EC23A9-1535-456D-3188-37F334E48F21}"/>
                </a:ext>
              </a:extLst>
            </p:cNvPr>
            <p:cNvSpPr/>
            <p:nvPr/>
          </p:nvSpPr>
          <p:spPr>
            <a:xfrm>
              <a:off x="5328589" y="1147060"/>
              <a:ext cx="714140" cy="18340"/>
            </a:xfrm>
            <a:custGeom>
              <a:avLst/>
              <a:gdLst/>
              <a:ahLst/>
              <a:cxnLst/>
              <a:rect l="l" t="t" r="r" b="b"/>
              <a:pathLst>
                <a:path w="8255" h="212" extrusionOk="0">
                  <a:moveTo>
                    <a:pt x="100" y="1"/>
                  </a:moveTo>
                  <a:cubicBezTo>
                    <a:pt x="0" y="27"/>
                    <a:pt x="73" y="211"/>
                    <a:pt x="73" y="211"/>
                  </a:cubicBezTo>
                  <a:lnTo>
                    <a:pt x="8254" y="211"/>
                  </a:lnTo>
                  <a:lnTo>
                    <a:pt x="8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7" name="Google Shape;5107;p41">
              <a:extLst>
                <a:ext uri="{FF2B5EF4-FFF2-40B4-BE49-F238E27FC236}">
                  <a16:creationId xmlns:a16="http://schemas.microsoft.com/office/drawing/2014/main" id="{FA1A6746-1AD6-0659-11CE-22B1FB30ECD0}"/>
                </a:ext>
              </a:extLst>
            </p:cNvPr>
            <p:cNvSpPr/>
            <p:nvPr/>
          </p:nvSpPr>
          <p:spPr>
            <a:xfrm>
              <a:off x="5325648" y="778706"/>
              <a:ext cx="730058" cy="20416"/>
            </a:xfrm>
            <a:custGeom>
              <a:avLst/>
              <a:gdLst/>
              <a:ahLst/>
              <a:cxnLst/>
              <a:rect l="l" t="t" r="r" b="b"/>
              <a:pathLst>
                <a:path w="8439" h="236" extrusionOk="0">
                  <a:moveTo>
                    <a:pt x="130" y="1"/>
                  </a:moveTo>
                  <a:cubicBezTo>
                    <a:pt x="0" y="1"/>
                    <a:pt x="0" y="200"/>
                    <a:pt x="130" y="204"/>
                  </a:cubicBezTo>
                  <a:cubicBezTo>
                    <a:pt x="2253" y="212"/>
                    <a:pt x="4372" y="220"/>
                    <a:pt x="6495" y="227"/>
                  </a:cubicBezTo>
                  <a:cubicBezTo>
                    <a:pt x="7096" y="231"/>
                    <a:pt x="7702" y="231"/>
                    <a:pt x="8307" y="235"/>
                  </a:cubicBezTo>
                  <a:cubicBezTo>
                    <a:pt x="8438" y="235"/>
                    <a:pt x="8438" y="32"/>
                    <a:pt x="8307" y="32"/>
                  </a:cubicBezTo>
                  <a:cubicBezTo>
                    <a:pt x="6185" y="24"/>
                    <a:pt x="4065" y="16"/>
                    <a:pt x="1943" y="9"/>
                  </a:cubicBezTo>
                  <a:cubicBezTo>
                    <a:pt x="1341" y="5"/>
                    <a:pt x="736" y="1"/>
                    <a:pt x="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8" name="Google Shape;5108;p41">
              <a:extLst>
                <a:ext uri="{FF2B5EF4-FFF2-40B4-BE49-F238E27FC236}">
                  <a16:creationId xmlns:a16="http://schemas.microsoft.com/office/drawing/2014/main" id="{676C5312-4751-DA4A-2E33-AF1653D41384}"/>
                </a:ext>
              </a:extLst>
            </p:cNvPr>
            <p:cNvSpPr/>
            <p:nvPr/>
          </p:nvSpPr>
          <p:spPr>
            <a:xfrm>
              <a:off x="5353071" y="818500"/>
              <a:ext cx="667425" cy="6748"/>
            </a:xfrm>
            <a:custGeom>
              <a:avLst/>
              <a:gdLst/>
              <a:ahLst/>
              <a:cxnLst/>
              <a:rect l="l" t="t" r="r" b="b"/>
              <a:pathLst>
                <a:path w="7715" h="78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8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09" name="Google Shape;5109;p41">
              <a:extLst>
                <a:ext uri="{FF2B5EF4-FFF2-40B4-BE49-F238E27FC236}">
                  <a16:creationId xmlns:a16="http://schemas.microsoft.com/office/drawing/2014/main" id="{4822F68C-1229-AB4F-E556-B6BBB05B1D06}"/>
                </a:ext>
              </a:extLst>
            </p:cNvPr>
            <p:cNvSpPr/>
            <p:nvPr/>
          </p:nvSpPr>
          <p:spPr>
            <a:xfrm>
              <a:off x="5353071" y="85993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3"/>
                  </a:lnTo>
                  <a:lnTo>
                    <a:pt x="7715" y="73"/>
                  </a:lnTo>
                  <a:lnTo>
                    <a:pt x="7715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10" name="Google Shape;5110;p41">
              <a:extLst>
                <a:ext uri="{FF2B5EF4-FFF2-40B4-BE49-F238E27FC236}">
                  <a16:creationId xmlns:a16="http://schemas.microsoft.com/office/drawing/2014/main" id="{E3366B26-8611-C8A4-599C-B06816DA6474}"/>
                </a:ext>
              </a:extLst>
            </p:cNvPr>
            <p:cNvSpPr/>
            <p:nvPr/>
          </p:nvSpPr>
          <p:spPr>
            <a:xfrm>
              <a:off x="5353071" y="901116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11" name="Google Shape;5111;p41">
              <a:extLst>
                <a:ext uri="{FF2B5EF4-FFF2-40B4-BE49-F238E27FC236}">
                  <a16:creationId xmlns:a16="http://schemas.microsoft.com/office/drawing/2014/main" id="{4831E3F5-4D6D-907F-FDD9-6760353C5320}"/>
                </a:ext>
              </a:extLst>
            </p:cNvPr>
            <p:cNvSpPr/>
            <p:nvPr/>
          </p:nvSpPr>
          <p:spPr>
            <a:xfrm>
              <a:off x="5353071" y="94220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5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12" name="Google Shape;5112;p41">
              <a:extLst>
                <a:ext uri="{FF2B5EF4-FFF2-40B4-BE49-F238E27FC236}">
                  <a16:creationId xmlns:a16="http://schemas.microsoft.com/office/drawing/2014/main" id="{26AC557D-E89B-E1E9-040C-0C2FFA8270FF}"/>
                </a:ext>
              </a:extLst>
            </p:cNvPr>
            <p:cNvSpPr/>
            <p:nvPr/>
          </p:nvSpPr>
          <p:spPr>
            <a:xfrm>
              <a:off x="5353071" y="983299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13" name="Google Shape;5113;p41">
              <a:extLst>
                <a:ext uri="{FF2B5EF4-FFF2-40B4-BE49-F238E27FC236}">
                  <a16:creationId xmlns:a16="http://schemas.microsoft.com/office/drawing/2014/main" id="{8BC3DC64-DEAB-B926-75AC-2AA1C078FF77}"/>
                </a:ext>
              </a:extLst>
            </p:cNvPr>
            <p:cNvSpPr/>
            <p:nvPr/>
          </p:nvSpPr>
          <p:spPr>
            <a:xfrm>
              <a:off x="5353071" y="1024391"/>
              <a:ext cx="667425" cy="6661"/>
            </a:xfrm>
            <a:custGeom>
              <a:avLst/>
              <a:gdLst/>
              <a:ahLst/>
              <a:cxnLst/>
              <a:rect l="l" t="t" r="r" b="b"/>
              <a:pathLst>
                <a:path w="7715" h="77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7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14" name="Google Shape;5114;p41">
              <a:extLst>
                <a:ext uri="{FF2B5EF4-FFF2-40B4-BE49-F238E27FC236}">
                  <a16:creationId xmlns:a16="http://schemas.microsoft.com/office/drawing/2014/main" id="{7AC31FA8-CE73-9957-DF1A-E26DFE85B919}"/>
                </a:ext>
              </a:extLst>
            </p:cNvPr>
            <p:cNvSpPr/>
            <p:nvPr/>
          </p:nvSpPr>
          <p:spPr>
            <a:xfrm>
              <a:off x="5353071" y="1065829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2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15" name="Google Shape;5115;p41">
              <a:extLst>
                <a:ext uri="{FF2B5EF4-FFF2-40B4-BE49-F238E27FC236}">
                  <a16:creationId xmlns:a16="http://schemas.microsoft.com/office/drawing/2014/main" id="{8289F484-2AB0-81EA-7622-A04BF222FB1C}"/>
                </a:ext>
              </a:extLst>
            </p:cNvPr>
            <p:cNvSpPr/>
            <p:nvPr/>
          </p:nvSpPr>
          <p:spPr>
            <a:xfrm>
              <a:off x="5353071" y="1106920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4"/>
                  </a:lnTo>
                  <a:lnTo>
                    <a:pt x="7715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116" name="Google Shape;5116;p41">
            <a:extLst>
              <a:ext uri="{FF2B5EF4-FFF2-40B4-BE49-F238E27FC236}">
                <a16:creationId xmlns:a16="http://schemas.microsoft.com/office/drawing/2014/main" id="{48D00ECD-FCAA-5D3D-0C30-0206F37FECD1}"/>
              </a:ext>
            </a:extLst>
          </p:cNvPr>
          <p:cNvGrpSpPr/>
          <p:nvPr/>
        </p:nvGrpSpPr>
        <p:grpSpPr>
          <a:xfrm flipH="1">
            <a:off x="3530911" y="3989340"/>
            <a:ext cx="936969" cy="806872"/>
            <a:chOff x="4392173" y="3619365"/>
            <a:chExt cx="936969" cy="806872"/>
          </a:xfrm>
        </p:grpSpPr>
        <p:grpSp>
          <p:nvGrpSpPr>
            <p:cNvPr id="5117" name="Google Shape;5117;p41">
              <a:extLst>
                <a:ext uri="{FF2B5EF4-FFF2-40B4-BE49-F238E27FC236}">
                  <a16:creationId xmlns:a16="http://schemas.microsoft.com/office/drawing/2014/main" id="{16929BD4-7400-DDB5-296C-9D6D58EF869B}"/>
                </a:ext>
              </a:extLst>
            </p:cNvPr>
            <p:cNvGrpSpPr/>
            <p:nvPr/>
          </p:nvGrpSpPr>
          <p:grpSpPr>
            <a:xfrm>
              <a:off x="4392173" y="4218513"/>
              <a:ext cx="275877" cy="203099"/>
              <a:chOff x="4392173" y="4014525"/>
              <a:chExt cx="275877" cy="203099"/>
            </a:xfrm>
          </p:grpSpPr>
          <p:sp>
            <p:nvSpPr>
              <p:cNvPr id="5118" name="Google Shape;5118;p41">
                <a:extLst>
                  <a:ext uri="{FF2B5EF4-FFF2-40B4-BE49-F238E27FC236}">
                    <a16:creationId xmlns:a16="http://schemas.microsoft.com/office/drawing/2014/main" id="{DBF42BE7-D53E-30A4-C4FD-B8ADD9038A10}"/>
                  </a:ext>
                </a:extLst>
              </p:cNvPr>
              <p:cNvSpPr/>
              <p:nvPr/>
            </p:nvSpPr>
            <p:spPr>
              <a:xfrm>
                <a:off x="4392173" y="4014525"/>
                <a:ext cx="275877" cy="203099"/>
              </a:xfrm>
              <a:custGeom>
                <a:avLst/>
                <a:gdLst/>
                <a:ahLst/>
                <a:cxnLst/>
                <a:rect l="l" t="t" r="r" b="b"/>
                <a:pathLst>
                  <a:path w="2460" h="1811" extrusionOk="0">
                    <a:moveTo>
                      <a:pt x="1227" y="0"/>
                    </a:moveTo>
                    <a:cubicBezTo>
                      <a:pt x="518" y="0"/>
                      <a:pt x="1" y="817"/>
                      <a:pt x="557" y="1560"/>
                    </a:cubicBezTo>
                    <a:cubicBezTo>
                      <a:pt x="561" y="1560"/>
                      <a:pt x="561" y="1564"/>
                      <a:pt x="565" y="1568"/>
                    </a:cubicBezTo>
                    <a:cubicBezTo>
                      <a:pt x="787" y="1738"/>
                      <a:pt x="1015" y="1811"/>
                      <a:pt x="1227" y="1811"/>
                    </a:cubicBezTo>
                    <a:cubicBezTo>
                      <a:pt x="1938" y="1811"/>
                      <a:pt x="2460" y="986"/>
                      <a:pt x="1887" y="239"/>
                    </a:cubicBezTo>
                    <a:cubicBezTo>
                      <a:pt x="1883" y="239"/>
                      <a:pt x="1883" y="234"/>
                      <a:pt x="1880" y="234"/>
                    </a:cubicBezTo>
                    <a:cubicBezTo>
                      <a:pt x="1660" y="71"/>
                      <a:pt x="1435" y="0"/>
                      <a:pt x="1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19" name="Google Shape;5119;p41">
                <a:extLst>
                  <a:ext uri="{FF2B5EF4-FFF2-40B4-BE49-F238E27FC236}">
                    <a16:creationId xmlns:a16="http://schemas.microsoft.com/office/drawing/2014/main" id="{E35A82E7-D13D-803A-3E95-30EEE1FE6028}"/>
                  </a:ext>
                </a:extLst>
              </p:cNvPr>
              <p:cNvSpPr/>
              <p:nvPr/>
            </p:nvSpPr>
            <p:spPr>
              <a:xfrm>
                <a:off x="4457216" y="4062189"/>
                <a:ext cx="145789" cy="107437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958" extrusionOk="0">
                    <a:moveTo>
                      <a:pt x="647" y="0"/>
                    </a:moveTo>
                    <a:cubicBezTo>
                      <a:pt x="273" y="0"/>
                      <a:pt x="0" y="427"/>
                      <a:pt x="288" y="826"/>
                    </a:cubicBezTo>
                    <a:lnTo>
                      <a:pt x="292" y="826"/>
                    </a:lnTo>
                    <a:cubicBezTo>
                      <a:pt x="411" y="918"/>
                      <a:pt x="533" y="957"/>
                      <a:pt x="647" y="957"/>
                    </a:cubicBezTo>
                    <a:cubicBezTo>
                      <a:pt x="1024" y="957"/>
                      <a:pt x="1299" y="522"/>
                      <a:pt x="993" y="124"/>
                    </a:cubicBezTo>
                    <a:lnTo>
                      <a:pt x="989" y="120"/>
                    </a:lnTo>
                    <a:cubicBezTo>
                      <a:pt x="874" y="36"/>
                      <a:pt x="756" y="0"/>
                      <a:pt x="6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20" name="Google Shape;5120;p41">
                <a:extLst>
                  <a:ext uri="{FF2B5EF4-FFF2-40B4-BE49-F238E27FC236}">
                    <a16:creationId xmlns:a16="http://schemas.microsoft.com/office/drawing/2014/main" id="{EE78A59E-0DA3-CCE0-4A67-0D7E8834D30D}"/>
                  </a:ext>
                </a:extLst>
              </p:cNvPr>
              <p:cNvSpPr/>
              <p:nvPr/>
            </p:nvSpPr>
            <p:spPr>
              <a:xfrm>
                <a:off x="4481103" y="4079909"/>
                <a:ext cx="98015" cy="72111"/>
              </a:xfrm>
              <a:custGeom>
                <a:avLst/>
                <a:gdLst/>
                <a:ahLst/>
                <a:cxnLst/>
                <a:rect l="l" t="t" r="r" b="b"/>
                <a:pathLst>
                  <a:path w="874" h="643" extrusionOk="0">
                    <a:moveTo>
                      <a:pt x="432" y="0"/>
                    </a:moveTo>
                    <a:cubicBezTo>
                      <a:pt x="182" y="0"/>
                      <a:pt x="1" y="286"/>
                      <a:pt x="194" y="553"/>
                    </a:cubicBezTo>
                    <a:cubicBezTo>
                      <a:pt x="274" y="615"/>
                      <a:pt x="356" y="642"/>
                      <a:pt x="433" y="642"/>
                    </a:cubicBezTo>
                    <a:cubicBezTo>
                      <a:pt x="687" y="642"/>
                      <a:pt x="874" y="346"/>
                      <a:pt x="665" y="81"/>
                    </a:cubicBezTo>
                    <a:lnTo>
                      <a:pt x="661" y="81"/>
                    </a:lnTo>
                    <a:cubicBezTo>
                      <a:pt x="584" y="24"/>
                      <a:pt x="505" y="0"/>
                      <a:pt x="4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grpSp>
            <p:nvGrpSpPr>
              <p:cNvPr id="5121" name="Google Shape;5121;p41">
                <a:extLst>
                  <a:ext uri="{FF2B5EF4-FFF2-40B4-BE49-F238E27FC236}">
                    <a16:creationId xmlns:a16="http://schemas.microsoft.com/office/drawing/2014/main" id="{56147F1F-7DF6-47F2-C919-70462D35022A}"/>
                  </a:ext>
                </a:extLst>
              </p:cNvPr>
              <p:cNvGrpSpPr/>
              <p:nvPr/>
            </p:nvGrpSpPr>
            <p:grpSpPr>
              <a:xfrm>
                <a:off x="4432320" y="4019413"/>
                <a:ext cx="194681" cy="194805"/>
                <a:chOff x="4432320" y="4258288"/>
                <a:chExt cx="194681" cy="194805"/>
              </a:xfrm>
            </p:grpSpPr>
            <p:sp>
              <p:nvSpPr>
                <p:cNvPr id="5122" name="Google Shape;5122;p41">
                  <a:extLst>
                    <a:ext uri="{FF2B5EF4-FFF2-40B4-BE49-F238E27FC236}">
                      <a16:creationId xmlns:a16="http://schemas.microsoft.com/office/drawing/2014/main" id="{0848DC42-159F-7F74-075F-3FCFC0D16C5D}"/>
                    </a:ext>
                  </a:extLst>
                </p:cNvPr>
                <p:cNvSpPr/>
                <p:nvPr/>
              </p:nvSpPr>
              <p:spPr>
                <a:xfrm>
                  <a:off x="4528090" y="4258288"/>
                  <a:ext cx="3589" cy="3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50" extrusionOk="0">
                      <a:moveTo>
                        <a:pt x="16" y="1"/>
                      </a:moveTo>
                      <a:cubicBezTo>
                        <a:pt x="5" y="1"/>
                        <a:pt x="1" y="77"/>
                        <a:pt x="1" y="173"/>
                      </a:cubicBezTo>
                      <a:cubicBezTo>
                        <a:pt x="1" y="268"/>
                        <a:pt x="5" y="349"/>
                        <a:pt x="16" y="349"/>
                      </a:cubicBezTo>
                      <a:cubicBezTo>
                        <a:pt x="24" y="349"/>
                        <a:pt x="31" y="268"/>
                        <a:pt x="31" y="173"/>
                      </a:cubicBezTo>
                      <a:cubicBezTo>
                        <a:pt x="31" y="77"/>
                        <a:pt x="24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3" name="Google Shape;5123;p41">
                  <a:extLst>
                    <a:ext uri="{FF2B5EF4-FFF2-40B4-BE49-F238E27FC236}">
                      <a16:creationId xmlns:a16="http://schemas.microsoft.com/office/drawing/2014/main" id="{B40CA435-6EAF-C12E-A0DF-B44B4781F564}"/>
                    </a:ext>
                  </a:extLst>
                </p:cNvPr>
                <p:cNvSpPr/>
                <p:nvPr/>
              </p:nvSpPr>
              <p:spPr>
                <a:xfrm>
                  <a:off x="4528090" y="4414290"/>
                  <a:ext cx="3589" cy="38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46" extrusionOk="0">
                      <a:moveTo>
                        <a:pt x="16" y="0"/>
                      </a:moveTo>
                      <a:cubicBezTo>
                        <a:pt x="5" y="0"/>
                        <a:pt x="1" y="77"/>
                        <a:pt x="1" y="173"/>
                      </a:cubicBezTo>
                      <a:cubicBezTo>
                        <a:pt x="1" y="269"/>
                        <a:pt x="5" y="345"/>
                        <a:pt x="16" y="345"/>
                      </a:cubicBezTo>
                      <a:cubicBezTo>
                        <a:pt x="24" y="345"/>
                        <a:pt x="31" y="269"/>
                        <a:pt x="31" y="173"/>
                      </a:cubicBezTo>
                      <a:cubicBezTo>
                        <a:pt x="31" y="77"/>
                        <a:pt x="24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4" name="Google Shape;5124;p41">
                  <a:extLst>
                    <a:ext uri="{FF2B5EF4-FFF2-40B4-BE49-F238E27FC236}">
                      <a16:creationId xmlns:a16="http://schemas.microsoft.com/office/drawing/2014/main" id="{6A0E350B-2F20-C38D-E22E-60064CFE7E7B}"/>
                    </a:ext>
                  </a:extLst>
                </p:cNvPr>
                <p:cNvSpPr/>
                <p:nvPr/>
              </p:nvSpPr>
              <p:spPr>
                <a:xfrm>
                  <a:off x="4588311" y="4354177"/>
                  <a:ext cx="38690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31" extrusionOk="0">
                      <a:moveTo>
                        <a:pt x="173" y="0"/>
                      </a:moveTo>
                      <a:cubicBezTo>
                        <a:pt x="76" y="0"/>
                        <a:pt x="0" y="7"/>
                        <a:pt x="0" y="16"/>
                      </a:cubicBezTo>
                      <a:cubicBezTo>
                        <a:pt x="0" y="23"/>
                        <a:pt x="76" y="30"/>
                        <a:pt x="173" y="30"/>
                      </a:cubicBezTo>
                      <a:cubicBezTo>
                        <a:pt x="269" y="30"/>
                        <a:pt x="345" y="23"/>
                        <a:pt x="345" y="16"/>
                      </a:cubicBezTo>
                      <a:cubicBezTo>
                        <a:pt x="345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5" name="Google Shape;5125;p41">
                  <a:extLst>
                    <a:ext uri="{FF2B5EF4-FFF2-40B4-BE49-F238E27FC236}">
                      <a16:creationId xmlns:a16="http://schemas.microsoft.com/office/drawing/2014/main" id="{593AFAE5-8F28-3279-6A4F-A857FC218233}"/>
                    </a:ext>
                  </a:extLst>
                </p:cNvPr>
                <p:cNvSpPr/>
                <p:nvPr/>
              </p:nvSpPr>
              <p:spPr>
                <a:xfrm>
                  <a:off x="4432320" y="4354177"/>
                  <a:ext cx="39251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8" y="30"/>
                        <a:pt x="349" y="23"/>
                        <a:pt x="349" y="16"/>
                      </a:cubicBezTo>
                      <a:cubicBezTo>
                        <a:pt x="349" y="7"/>
                        <a:pt x="268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6" name="Google Shape;5126;p41">
                  <a:extLst>
                    <a:ext uri="{FF2B5EF4-FFF2-40B4-BE49-F238E27FC236}">
                      <a16:creationId xmlns:a16="http://schemas.microsoft.com/office/drawing/2014/main" id="{AF8B75D4-8B4B-10DA-0F1D-7E8D547CB835}"/>
                    </a:ext>
                  </a:extLst>
                </p:cNvPr>
                <p:cNvSpPr/>
                <p:nvPr/>
              </p:nvSpPr>
              <p:spPr>
                <a:xfrm>
                  <a:off x="4570256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251" y="1"/>
                      </a:moveTo>
                      <a:cubicBezTo>
                        <a:pt x="238" y="1"/>
                        <a:pt x="183" y="48"/>
                        <a:pt x="119" y="113"/>
                      </a:cubicBezTo>
                      <a:cubicBezTo>
                        <a:pt x="53" y="178"/>
                        <a:pt x="0" y="239"/>
                        <a:pt x="8" y="247"/>
                      </a:cubicBezTo>
                      <a:cubicBezTo>
                        <a:pt x="8" y="247"/>
                        <a:pt x="8" y="247"/>
                        <a:pt x="9" y="247"/>
                      </a:cubicBezTo>
                      <a:cubicBezTo>
                        <a:pt x="20" y="247"/>
                        <a:pt x="75" y="198"/>
                        <a:pt x="142" y="132"/>
                      </a:cubicBezTo>
                      <a:cubicBezTo>
                        <a:pt x="207" y="67"/>
                        <a:pt x="257" y="5"/>
                        <a:pt x="253" y="1"/>
                      </a:cubicBezTo>
                      <a:cubicBezTo>
                        <a:pt x="253" y="1"/>
                        <a:pt x="252" y="1"/>
                        <a:pt x="25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7" name="Google Shape;5127;p41">
                  <a:extLst>
                    <a:ext uri="{FF2B5EF4-FFF2-40B4-BE49-F238E27FC236}">
                      <a16:creationId xmlns:a16="http://schemas.microsoft.com/office/drawing/2014/main" id="{6FD4C793-5A5F-2221-9633-1FEEA63F652A}"/>
                    </a:ext>
                  </a:extLst>
                </p:cNvPr>
                <p:cNvSpPr/>
                <p:nvPr/>
              </p:nvSpPr>
              <p:spPr>
                <a:xfrm>
                  <a:off x="4460132" y="4397131"/>
                  <a:ext cx="29046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47" extrusionOk="0">
                      <a:moveTo>
                        <a:pt x="249" y="0"/>
                      </a:moveTo>
                      <a:cubicBezTo>
                        <a:pt x="241" y="0"/>
                        <a:pt x="182" y="49"/>
                        <a:pt x="120" y="111"/>
                      </a:cubicBezTo>
                      <a:cubicBezTo>
                        <a:pt x="51" y="180"/>
                        <a:pt x="1" y="238"/>
                        <a:pt x="9" y="245"/>
                      </a:cubicBezTo>
                      <a:cubicBezTo>
                        <a:pt x="9" y="246"/>
                        <a:pt x="10" y="246"/>
                        <a:pt x="11" y="246"/>
                      </a:cubicBezTo>
                      <a:cubicBezTo>
                        <a:pt x="21" y="246"/>
                        <a:pt x="75" y="198"/>
                        <a:pt x="139" y="134"/>
                      </a:cubicBezTo>
                      <a:cubicBezTo>
                        <a:pt x="208" y="65"/>
                        <a:pt x="258" y="8"/>
                        <a:pt x="250" y="1"/>
                      </a:cubicBezTo>
                      <a:cubicBezTo>
                        <a:pt x="250" y="0"/>
                        <a:pt x="250" y="0"/>
                        <a:pt x="24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8" name="Google Shape;5128;p41">
                  <a:extLst>
                    <a:ext uri="{FF2B5EF4-FFF2-40B4-BE49-F238E27FC236}">
                      <a16:creationId xmlns:a16="http://schemas.microsoft.com/office/drawing/2014/main" id="{96E88236-7EB1-8351-1FF9-C8DDD2B5FC49}"/>
                    </a:ext>
                  </a:extLst>
                </p:cNvPr>
                <p:cNvSpPr/>
                <p:nvPr/>
              </p:nvSpPr>
              <p:spPr>
                <a:xfrm>
                  <a:off x="4570256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9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8"/>
                        <a:pt x="53" y="65"/>
                        <a:pt x="119" y="134"/>
                      </a:cubicBezTo>
                      <a:cubicBezTo>
                        <a:pt x="183" y="198"/>
                        <a:pt x="237" y="246"/>
                        <a:pt x="251" y="246"/>
                      </a:cubicBezTo>
                      <a:cubicBezTo>
                        <a:pt x="252" y="246"/>
                        <a:pt x="253" y="246"/>
                        <a:pt x="253" y="245"/>
                      </a:cubicBezTo>
                      <a:cubicBezTo>
                        <a:pt x="257" y="238"/>
                        <a:pt x="207" y="180"/>
                        <a:pt x="142" y="111"/>
                      </a:cubicBezTo>
                      <a:cubicBezTo>
                        <a:pt x="76" y="49"/>
                        <a:pt x="21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29" name="Google Shape;5129;p41">
                  <a:extLst>
                    <a:ext uri="{FF2B5EF4-FFF2-40B4-BE49-F238E27FC236}">
                      <a16:creationId xmlns:a16="http://schemas.microsoft.com/office/drawing/2014/main" id="{D6D3A16A-9694-8149-9927-0D789818EACE}"/>
                    </a:ext>
                  </a:extLst>
                </p:cNvPr>
                <p:cNvSpPr/>
                <p:nvPr/>
              </p:nvSpPr>
              <p:spPr>
                <a:xfrm>
                  <a:off x="4460132" y="4286999"/>
                  <a:ext cx="29046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48" extrusionOk="0">
                      <a:moveTo>
                        <a:pt x="11" y="1"/>
                      </a:move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1" y="5"/>
                        <a:pt x="51" y="67"/>
                        <a:pt x="120" y="132"/>
                      </a:cubicBezTo>
                      <a:cubicBezTo>
                        <a:pt x="183" y="198"/>
                        <a:pt x="242" y="247"/>
                        <a:pt x="250" y="247"/>
                      </a:cubicBezTo>
                      <a:cubicBezTo>
                        <a:pt x="250" y="247"/>
                        <a:pt x="250" y="247"/>
                        <a:pt x="250" y="247"/>
                      </a:cubicBezTo>
                      <a:cubicBezTo>
                        <a:pt x="258" y="239"/>
                        <a:pt x="208" y="178"/>
                        <a:pt x="139" y="113"/>
                      </a:cubicBezTo>
                      <a:cubicBezTo>
                        <a:pt x="74" y="48"/>
                        <a:pt x="2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0" name="Google Shape;5130;p41">
                  <a:extLst>
                    <a:ext uri="{FF2B5EF4-FFF2-40B4-BE49-F238E27FC236}">
                      <a16:creationId xmlns:a16="http://schemas.microsoft.com/office/drawing/2014/main" id="{719808E6-8372-78BF-2B1F-94786E093B8C}"/>
                    </a:ext>
                  </a:extLst>
                </p:cNvPr>
                <p:cNvSpPr/>
                <p:nvPr/>
              </p:nvSpPr>
              <p:spPr>
                <a:xfrm>
                  <a:off x="4551753" y="4266026"/>
                  <a:ext cx="16822" cy="3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319" extrusionOk="0">
                      <a:moveTo>
                        <a:pt x="142" y="1"/>
                      </a:moveTo>
                      <a:cubicBezTo>
                        <a:pt x="133" y="1"/>
                        <a:pt x="95" y="68"/>
                        <a:pt x="62" y="153"/>
                      </a:cubicBezTo>
                      <a:cubicBezTo>
                        <a:pt x="24" y="242"/>
                        <a:pt x="1" y="319"/>
                        <a:pt x="8" y="319"/>
                      </a:cubicBezTo>
                      <a:cubicBezTo>
                        <a:pt x="8" y="319"/>
                        <a:pt x="8" y="319"/>
                        <a:pt x="9" y="319"/>
                      </a:cubicBezTo>
                      <a:cubicBezTo>
                        <a:pt x="18" y="319"/>
                        <a:pt x="51" y="251"/>
                        <a:pt x="89" y="165"/>
                      </a:cubicBezTo>
                      <a:cubicBezTo>
                        <a:pt x="127" y="77"/>
                        <a:pt x="150" y="4"/>
                        <a:pt x="142" y="1"/>
                      </a:cubicBezTo>
                      <a:cubicBezTo>
                        <a:pt x="142" y="1"/>
                        <a:pt x="142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1" name="Google Shape;5131;p41">
                  <a:extLst>
                    <a:ext uri="{FF2B5EF4-FFF2-40B4-BE49-F238E27FC236}">
                      <a16:creationId xmlns:a16="http://schemas.microsoft.com/office/drawing/2014/main" id="{FEAC41FB-F414-3178-D44C-3072BBB9197D}"/>
                    </a:ext>
                  </a:extLst>
                </p:cNvPr>
                <p:cNvSpPr/>
                <p:nvPr/>
              </p:nvSpPr>
              <p:spPr>
                <a:xfrm>
                  <a:off x="4490747" y="4409467"/>
                  <a:ext cx="17270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23" extrusionOk="0">
                      <a:moveTo>
                        <a:pt x="146" y="1"/>
                      </a:moveTo>
                      <a:cubicBezTo>
                        <a:pt x="136" y="1"/>
                        <a:pt x="99" y="68"/>
                        <a:pt x="62" y="154"/>
                      </a:cubicBezTo>
                      <a:cubicBezTo>
                        <a:pt x="27" y="243"/>
                        <a:pt x="0" y="319"/>
                        <a:pt x="8" y="323"/>
                      </a:cubicBezTo>
                      <a:cubicBezTo>
                        <a:pt x="16" y="323"/>
                        <a:pt x="54" y="254"/>
                        <a:pt x="92" y="166"/>
                      </a:cubicBezTo>
                      <a:cubicBezTo>
                        <a:pt x="127" y="78"/>
                        <a:pt x="154" y="6"/>
                        <a:pt x="146" y="1"/>
                      </a:cubicBezTo>
                      <a:cubicBezTo>
                        <a:pt x="146" y="1"/>
                        <a:pt x="146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2" name="Google Shape;5132;p41">
                  <a:extLst>
                    <a:ext uri="{FF2B5EF4-FFF2-40B4-BE49-F238E27FC236}">
                      <a16:creationId xmlns:a16="http://schemas.microsoft.com/office/drawing/2014/main" id="{7CC8B3FD-494F-7658-48D2-B2DEEB7BE0E9}"/>
                    </a:ext>
                  </a:extLst>
                </p:cNvPr>
                <p:cNvSpPr/>
                <p:nvPr/>
              </p:nvSpPr>
              <p:spPr>
                <a:xfrm>
                  <a:off x="4583153" y="4378402"/>
                  <a:ext cx="36559" cy="15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8" extrusionOk="0">
                      <a:moveTo>
                        <a:pt x="8" y="1"/>
                      </a:moveTo>
                      <a:cubicBezTo>
                        <a:pt x="6" y="1"/>
                        <a:pt x="4" y="1"/>
                        <a:pt x="4" y="2"/>
                      </a:cubicBezTo>
                      <a:cubicBezTo>
                        <a:pt x="0" y="10"/>
                        <a:pt x="69" y="44"/>
                        <a:pt x="157" y="83"/>
                      </a:cubicBezTo>
                      <a:cubicBezTo>
                        <a:pt x="234" y="116"/>
                        <a:pt x="298" y="138"/>
                        <a:pt x="317" y="138"/>
                      </a:cubicBezTo>
                      <a:cubicBezTo>
                        <a:pt x="320" y="138"/>
                        <a:pt x="321" y="137"/>
                        <a:pt x="322" y="136"/>
                      </a:cubicBezTo>
                      <a:cubicBezTo>
                        <a:pt x="326" y="129"/>
                        <a:pt x="257" y="94"/>
                        <a:pt x="168" y="56"/>
                      </a:cubicBezTo>
                      <a:cubicBezTo>
                        <a:pt x="92" y="22"/>
                        <a:pt x="26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3" name="Google Shape;5133;p41">
                  <a:extLst>
                    <a:ext uri="{FF2B5EF4-FFF2-40B4-BE49-F238E27FC236}">
                      <a16:creationId xmlns:a16="http://schemas.microsoft.com/office/drawing/2014/main" id="{C4A023E3-3DC5-AB26-4235-1E72BCCEE8F1}"/>
                    </a:ext>
                  </a:extLst>
                </p:cNvPr>
                <p:cNvSpPr/>
                <p:nvPr/>
              </p:nvSpPr>
              <p:spPr>
                <a:xfrm>
                  <a:off x="4439498" y="4317504"/>
                  <a:ext cx="36784" cy="15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" h="141" extrusionOk="0">
                      <a:moveTo>
                        <a:pt x="10" y="0"/>
                      </a:moveTo>
                      <a:cubicBezTo>
                        <a:pt x="7" y="0"/>
                        <a:pt x="6" y="0"/>
                        <a:pt x="6" y="1"/>
                      </a:cubicBezTo>
                      <a:cubicBezTo>
                        <a:pt x="1" y="13"/>
                        <a:pt x="70" y="47"/>
                        <a:pt x="158" y="85"/>
                      </a:cubicBezTo>
                      <a:cubicBezTo>
                        <a:pt x="235" y="119"/>
                        <a:pt x="304" y="141"/>
                        <a:pt x="319" y="141"/>
                      </a:cubicBezTo>
                      <a:cubicBezTo>
                        <a:pt x="322" y="141"/>
                        <a:pt x="323" y="140"/>
                        <a:pt x="323" y="139"/>
                      </a:cubicBezTo>
                      <a:cubicBezTo>
                        <a:pt x="327" y="131"/>
                        <a:pt x="258" y="93"/>
                        <a:pt x="170" y="59"/>
                      </a:cubicBezTo>
                      <a:cubicBezTo>
                        <a:pt x="93" y="25"/>
                        <a:pt x="27" y="0"/>
                        <a:pt x="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4" name="Google Shape;5134;p41">
                  <a:extLst>
                    <a:ext uri="{FF2B5EF4-FFF2-40B4-BE49-F238E27FC236}">
                      <a16:creationId xmlns:a16="http://schemas.microsoft.com/office/drawing/2014/main" id="{06AEAB21-7D06-B640-2D39-42B7D7E4F5A6}"/>
                    </a:ext>
                  </a:extLst>
                </p:cNvPr>
                <p:cNvSpPr/>
                <p:nvPr/>
              </p:nvSpPr>
              <p:spPr>
                <a:xfrm>
                  <a:off x="4583489" y="4319074"/>
                  <a:ext cx="37120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35" extrusionOk="0">
                      <a:moveTo>
                        <a:pt x="322" y="1"/>
                      </a:moveTo>
                      <a:cubicBezTo>
                        <a:pt x="303" y="1"/>
                        <a:pt x="235" y="22"/>
                        <a:pt x="158" y="53"/>
                      </a:cubicBezTo>
                      <a:cubicBezTo>
                        <a:pt x="70" y="87"/>
                        <a:pt x="1" y="125"/>
                        <a:pt x="4" y="133"/>
                      </a:cubicBezTo>
                      <a:cubicBezTo>
                        <a:pt x="5" y="134"/>
                        <a:pt x="7" y="134"/>
                        <a:pt x="9" y="134"/>
                      </a:cubicBezTo>
                      <a:cubicBezTo>
                        <a:pt x="28" y="134"/>
                        <a:pt x="93" y="112"/>
                        <a:pt x="170" y="79"/>
                      </a:cubicBezTo>
                      <a:cubicBezTo>
                        <a:pt x="257" y="45"/>
                        <a:pt x="331" y="10"/>
                        <a:pt x="326" y="2"/>
                      </a:cubicBezTo>
                      <a:cubicBezTo>
                        <a:pt x="326" y="1"/>
                        <a:pt x="324" y="1"/>
                        <a:pt x="32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5" name="Google Shape;5135;p41">
                  <a:extLst>
                    <a:ext uri="{FF2B5EF4-FFF2-40B4-BE49-F238E27FC236}">
                      <a16:creationId xmlns:a16="http://schemas.microsoft.com/office/drawing/2014/main" id="{B028B0C5-CA9C-B709-0713-0F71BA76E371}"/>
                    </a:ext>
                  </a:extLst>
                </p:cNvPr>
                <p:cNvSpPr/>
                <p:nvPr/>
              </p:nvSpPr>
              <p:spPr>
                <a:xfrm>
                  <a:off x="4439161" y="4377616"/>
                  <a:ext cx="36559" cy="15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4" extrusionOk="0">
                      <a:moveTo>
                        <a:pt x="321" y="0"/>
                      </a:moveTo>
                      <a:cubicBezTo>
                        <a:pt x="303" y="0"/>
                        <a:pt x="235" y="22"/>
                        <a:pt x="158" y="51"/>
                      </a:cubicBezTo>
                      <a:cubicBezTo>
                        <a:pt x="69" y="90"/>
                        <a:pt x="0" y="124"/>
                        <a:pt x="4" y="132"/>
                      </a:cubicBezTo>
                      <a:cubicBezTo>
                        <a:pt x="4" y="133"/>
                        <a:pt x="5" y="134"/>
                        <a:pt x="8" y="134"/>
                      </a:cubicBezTo>
                      <a:cubicBezTo>
                        <a:pt x="24" y="134"/>
                        <a:pt x="92" y="112"/>
                        <a:pt x="169" y="83"/>
                      </a:cubicBezTo>
                      <a:cubicBezTo>
                        <a:pt x="257" y="44"/>
                        <a:pt x="326" y="9"/>
                        <a:pt x="326" y="2"/>
                      </a:cubicBezTo>
                      <a:cubicBezTo>
                        <a:pt x="325" y="1"/>
                        <a:pt x="324" y="0"/>
                        <a:pt x="32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6" name="Google Shape;5136;p41">
                  <a:extLst>
                    <a:ext uri="{FF2B5EF4-FFF2-40B4-BE49-F238E27FC236}">
                      <a16:creationId xmlns:a16="http://schemas.microsoft.com/office/drawing/2014/main" id="{2394DA60-E230-7B35-8B45-722C3FC7B6C8}"/>
                    </a:ext>
                  </a:extLst>
                </p:cNvPr>
                <p:cNvSpPr/>
                <p:nvPr/>
              </p:nvSpPr>
              <p:spPr>
                <a:xfrm>
                  <a:off x="4550968" y="4410028"/>
                  <a:ext cx="16373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" h="323" extrusionOk="0">
                      <a:moveTo>
                        <a:pt x="8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4"/>
                        <a:pt x="23" y="77"/>
                        <a:pt x="57" y="165"/>
                      </a:cubicBezTo>
                      <a:cubicBezTo>
                        <a:pt x="91" y="255"/>
                        <a:pt x="128" y="323"/>
                        <a:pt x="137" y="323"/>
                      </a:cubicBezTo>
                      <a:cubicBezTo>
                        <a:pt x="138" y="323"/>
                        <a:pt x="138" y="322"/>
                        <a:pt x="138" y="322"/>
                      </a:cubicBezTo>
                      <a:cubicBezTo>
                        <a:pt x="145" y="318"/>
                        <a:pt x="122" y="245"/>
                        <a:pt x="84" y="153"/>
                      </a:cubicBezTo>
                      <a:cubicBezTo>
                        <a:pt x="51" y="68"/>
                        <a:pt x="17" y="0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7" name="Google Shape;5137;p41">
                  <a:extLst>
                    <a:ext uri="{FF2B5EF4-FFF2-40B4-BE49-F238E27FC236}">
                      <a16:creationId xmlns:a16="http://schemas.microsoft.com/office/drawing/2014/main" id="{D41EF6CE-3B81-3327-22B5-024B411CD55F}"/>
                    </a:ext>
                  </a:extLst>
                </p:cNvPr>
                <p:cNvSpPr/>
                <p:nvPr/>
              </p:nvSpPr>
              <p:spPr>
                <a:xfrm>
                  <a:off x="4492429" y="4265578"/>
                  <a:ext cx="16485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" h="323" extrusionOk="0">
                      <a:moveTo>
                        <a:pt x="9" y="1"/>
                      </a:moveTo>
                      <a:cubicBezTo>
                        <a:pt x="9" y="1"/>
                        <a:pt x="8" y="1"/>
                        <a:pt x="8" y="1"/>
                      </a:cubicBezTo>
                      <a:cubicBezTo>
                        <a:pt x="1" y="5"/>
                        <a:pt x="24" y="77"/>
                        <a:pt x="58" y="166"/>
                      </a:cubicBezTo>
                      <a:cubicBezTo>
                        <a:pt x="93" y="254"/>
                        <a:pt x="127" y="323"/>
                        <a:pt x="135" y="323"/>
                      </a:cubicBezTo>
                      <a:cubicBezTo>
                        <a:pt x="146" y="318"/>
                        <a:pt x="123" y="242"/>
                        <a:pt x="85" y="154"/>
                      </a:cubicBezTo>
                      <a:cubicBezTo>
                        <a:pt x="51" y="68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8" name="Google Shape;5138;p41">
                  <a:extLst>
                    <a:ext uri="{FF2B5EF4-FFF2-40B4-BE49-F238E27FC236}">
                      <a16:creationId xmlns:a16="http://schemas.microsoft.com/office/drawing/2014/main" id="{D4F36AEB-EA9C-838B-4C8B-3BEA946173E9}"/>
                    </a:ext>
                  </a:extLst>
                </p:cNvPr>
                <p:cNvSpPr/>
                <p:nvPr/>
              </p:nvSpPr>
              <p:spPr>
                <a:xfrm>
                  <a:off x="4539641" y="4259970"/>
                  <a:ext cx="9196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342" extrusionOk="0">
                      <a:moveTo>
                        <a:pt x="74" y="0"/>
                      </a:moveTo>
                      <a:cubicBezTo>
                        <a:pt x="66" y="0"/>
                        <a:pt x="47" y="74"/>
                        <a:pt x="28" y="170"/>
                      </a:cubicBezTo>
                      <a:cubicBezTo>
                        <a:pt x="9" y="262"/>
                        <a:pt x="1" y="342"/>
                        <a:pt x="9" y="342"/>
                      </a:cubicBezTo>
                      <a:cubicBezTo>
                        <a:pt x="9" y="342"/>
                        <a:pt x="10" y="342"/>
                        <a:pt x="10" y="342"/>
                      </a:cubicBezTo>
                      <a:cubicBezTo>
                        <a:pt x="21" y="342"/>
                        <a:pt x="40" y="267"/>
                        <a:pt x="59" y="173"/>
                      </a:cubicBezTo>
                      <a:cubicBezTo>
                        <a:pt x="74" y="81"/>
                        <a:pt x="82" y="5"/>
                        <a:pt x="7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39" name="Google Shape;5139;p41">
                  <a:extLst>
                    <a:ext uri="{FF2B5EF4-FFF2-40B4-BE49-F238E27FC236}">
                      <a16:creationId xmlns:a16="http://schemas.microsoft.com/office/drawing/2014/main" id="{B3E0680B-6EE2-3D2F-CE71-20BB7FB8396C}"/>
                    </a:ext>
                  </a:extLst>
                </p:cNvPr>
                <p:cNvSpPr/>
                <p:nvPr/>
              </p:nvSpPr>
              <p:spPr>
                <a:xfrm>
                  <a:off x="4510484" y="4413393"/>
                  <a:ext cx="9084" cy="38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39" extrusionOk="0">
                      <a:moveTo>
                        <a:pt x="73" y="1"/>
                      </a:moveTo>
                      <a:cubicBezTo>
                        <a:pt x="65" y="1"/>
                        <a:pt x="43" y="76"/>
                        <a:pt x="27" y="165"/>
                      </a:cubicBezTo>
                      <a:cubicBezTo>
                        <a:pt x="8" y="261"/>
                        <a:pt x="1" y="338"/>
                        <a:pt x="8" y="338"/>
                      </a:cubicBezTo>
                      <a:cubicBezTo>
                        <a:pt x="8" y="338"/>
                        <a:pt x="8" y="339"/>
                        <a:pt x="9" y="339"/>
                      </a:cubicBezTo>
                      <a:cubicBezTo>
                        <a:pt x="17" y="339"/>
                        <a:pt x="40" y="263"/>
                        <a:pt x="54" y="173"/>
                      </a:cubicBezTo>
                      <a:cubicBezTo>
                        <a:pt x="73" y="77"/>
                        <a:pt x="81" y="1"/>
                        <a:pt x="73" y="1"/>
                      </a:cubicBezTo>
                      <a:cubicBezTo>
                        <a:pt x="73" y="1"/>
                        <a:pt x="73" y="1"/>
                        <a:pt x="7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0" name="Google Shape;5140;p41">
                  <a:extLst>
                    <a:ext uri="{FF2B5EF4-FFF2-40B4-BE49-F238E27FC236}">
                      <a16:creationId xmlns:a16="http://schemas.microsoft.com/office/drawing/2014/main" id="{92513EB0-5198-A547-89BC-52C73673CEEF}"/>
                    </a:ext>
                  </a:extLst>
                </p:cNvPr>
                <p:cNvSpPr/>
                <p:nvPr/>
              </p:nvSpPr>
              <p:spPr>
                <a:xfrm>
                  <a:off x="4587078" y="4366289"/>
                  <a:ext cx="38690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74" extrusionOk="0">
                      <a:moveTo>
                        <a:pt x="17" y="0"/>
                      </a:moveTo>
                      <a:cubicBezTo>
                        <a:pt x="7" y="0"/>
                        <a:pt x="1" y="1"/>
                        <a:pt x="0" y="3"/>
                      </a:cubicBezTo>
                      <a:cubicBezTo>
                        <a:pt x="0" y="14"/>
                        <a:pt x="76" y="34"/>
                        <a:pt x="168" y="53"/>
                      </a:cubicBezTo>
                      <a:cubicBezTo>
                        <a:pt x="237" y="64"/>
                        <a:pt x="296" y="73"/>
                        <a:pt x="323" y="73"/>
                      </a:cubicBezTo>
                      <a:cubicBezTo>
                        <a:pt x="334" y="73"/>
                        <a:pt x="340" y="72"/>
                        <a:pt x="340" y="69"/>
                      </a:cubicBezTo>
                      <a:cubicBezTo>
                        <a:pt x="345" y="60"/>
                        <a:pt x="268" y="41"/>
                        <a:pt x="176" y="23"/>
                      </a:cubicBezTo>
                      <a:cubicBezTo>
                        <a:pt x="105" y="8"/>
                        <a:pt x="45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1" name="Google Shape;5141;p41">
                  <a:extLst>
                    <a:ext uri="{FF2B5EF4-FFF2-40B4-BE49-F238E27FC236}">
                      <a16:creationId xmlns:a16="http://schemas.microsoft.com/office/drawing/2014/main" id="{F2EC7F6D-4402-CFB0-6DD5-A65040F22E2B}"/>
                    </a:ext>
                  </a:extLst>
                </p:cNvPr>
                <p:cNvSpPr/>
                <p:nvPr/>
              </p:nvSpPr>
              <p:spPr>
                <a:xfrm>
                  <a:off x="4434003" y="4337018"/>
                  <a:ext cx="38354" cy="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2" extrusionOk="0">
                      <a:moveTo>
                        <a:pt x="17" y="0"/>
                      </a:moveTo>
                      <a:cubicBezTo>
                        <a:pt x="7" y="0"/>
                        <a:pt x="1" y="1"/>
                        <a:pt x="0" y="3"/>
                      </a:cubicBezTo>
                      <a:cubicBezTo>
                        <a:pt x="0" y="11"/>
                        <a:pt x="73" y="34"/>
                        <a:pt x="170" y="54"/>
                      </a:cubicBezTo>
                      <a:cubicBezTo>
                        <a:pt x="236" y="64"/>
                        <a:pt x="297" y="72"/>
                        <a:pt x="325" y="72"/>
                      </a:cubicBezTo>
                      <a:cubicBezTo>
                        <a:pt x="336" y="72"/>
                        <a:pt x="341" y="71"/>
                        <a:pt x="341" y="68"/>
                      </a:cubicBezTo>
                      <a:cubicBezTo>
                        <a:pt x="341" y="61"/>
                        <a:pt x="269" y="42"/>
                        <a:pt x="173" y="22"/>
                      </a:cubicBezTo>
                      <a:cubicBezTo>
                        <a:pt x="105" y="8"/>
                        <a:pt x="45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2" name="Google Shape;5142;p41">
                  <a:extLst>
                    <a:ext uri="{FF2B5EF4-FFF2-40B4-BE49-F238E27FC236}">
                      <a16:creationId xmlns:a16="http://schemas.microsoft.com/office/drawing/2014/main" id="{57C84F56-3FF5-B157-A1BC-DE543D5825C1}"/>
                    </a:ext>
                  </a:extLst>
                </p:cNvPr>
                <p:cNvSpPr/>
                <p:nvPr/>
              </p:nvSpPr>
              <p:spPr>
                <a:xfrm>
                  <a:off x="4577546" y="4301130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290" y="0"/>
                      </a:moveTo>
                      <a:cubicBezTo>
                        <a:pt x="276" y="0"/>
                        <a:pt x="212" y="37"/>
                        <a:pt x="142" y="86"/>
                      </a:cubicBezTo>
                      <a:cubicBezTo>
                        <a:pt x="62" y="139"/>
                        <a:pt x="0" y="190"/>
                        <a:pt x="4" y="193"/>
                      </a:cubicBezTo>
                      <a:cubicBezTo>
                        <a:pt x="5" y="194"/>
                        <a:pt x="6" y="194"/>
                        <a:pt x="7" y="194"/>
                      </a:cubicBezTo>
                      <a:cubicBezTo>
                        <a:pt x="22" y="194"/>
                        <a:pt x="83" y="158"/>
                        <a:pt x="158" y="109"/>
                      </a:cubicBezTo>
                      <a:cubicBezTo>
                        <a:pt x="238" y="56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3" name="Google Shape;5143;p41">
                  <a:extLst>
                    <a:ext uri="{FF2B5EF4-FFF2-40B4-BE49-F238E27FC236}">
                      <a16:creationId xmlns:a16="http://schemas.microsoft.com/office/drawing/2014/main" id="{3AF68A59-550F-698A-CD42-1D5EACCDA33C}"/>
                    </a:ext>
                  </a:extLst>
                </p:cNvPr>
                <p:cNvSpPr/>
                <p:nvPr/>
              </p:nvSpPr>
              <p:spPr>
                <a:xfrm>
                  <a:off x="4448581" y="4388383"/>
                  <a:ext cx="33307" cy="22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" h="199" extrusionOk="0">
                      <a:moveTo>
                        <a:pt x="290" y="0"/>
                      </a:moveTo>
                      <a:cubicBezTo>
                        <a:pt x="276" y="0"/>
                        <a:pt x="212" y="37"/>
                        <a:pt x="139" y="86"/>
                      </a:cubicBezTo>
                      <a:cubicBezTo>
                        <a:pt x="62" y="139"/>
                        <a:pt x="1" y="189"/>
                        <a:pt x="5" y="197"/>
                      </a:cubicBezTo>
                      <a:cubicBezTo>
                        <a:pt x="5" y="198"/>
                        <a:pt x="6" y="198"/>
                        <a:pt x="7" y="198"/>
                      </a:cubicBezTo>
                      <a:cubicBezTo>
                        <a:pt x="20" y="198"/>
                        <a:pt x="84" y="162"/>
                        <a:pt x="158" y="113"/>
                      </a:cubicBezTo>
                      <a:cubicBezTo>
                        <a:pt x="234" y="59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4" name="Google Shape;5144;p41">
                  <a:extLst>
                    <a:ext uri="{FF2B5EF4-FFF2-40B4-BE49-F238E27FC236}">
                      <a16:creationId xmlns:a16="http://schemas.microsoft.com/office/drawing/2014/main" id="{73F924F8-9996-9095-13AB-84D0331B8AB5}"/>
                    </a:ext>
                  </a:extLst>
                </p:cNvPr>
                <p:cNvSpPr/>
                <p:nvPr/>
              </p:nvSpPr>
              <p:spPr>
                <a:xfrm>
                  <a:off x="4561621" y="4403972"/>
                  <a:ext cx="23775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89" extrusionOk="0">
                      <a:moveTo>
                        <a:pt x="9" y="0"/>
                      </a:moveTo>
                      <a:cubicBezTo>
                        <a:pt x="9" y="0"/>
                        <a:pt x="8" y="0"/>
                        <a:pt x="8" y="0"/>
                      </a:cubicBezTo>
                      <a:cubicBezTo>
                        <a:pt x="1" y="9"/>
                        <a:pt x="39" y="78"/>
                        <a:pt x="93" y="154"/>
                      </a:cubicBezTo>
                      <a:cubicBezTo>
                        <a:pt x="143" y="229"/>
                        <a:pt x="190" y="289"/>
                        <a:pt x="202" y="289"/>
                      </a:cubicBezTo>
                      <a:cubicBezTo>
                        <a:pt x="203" y="289"/>
                        <a:pt x="204" y="289"/>
                        <a:pt x="204" y="288"/>
                      </a:cubicBezTo>
                      <a:cubicBezTo>
                        <a:pt x="211" y="284"/>
                        <a:pt x="173" y="215"/>
                        <a:pt x="119" y="138"/>
                      </a:cubicBezTo>
                      <a:cubicBezTo>
                        <a:pt x="68" y="60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5" name="Google Shape;5145;p41">
                  <a:extLst>
                    <a:ext uri="{FF2B5EF4-FFF2-40B4-BE49-F238E27FC236}">
                      <a16:creationId xmlns:a16="http://schemas.microsoft.com/office/drawing/2014/main" id="{66CE3C28-2095-005D-A77D-9C64C3770607}"/>
                    </a:ext>
                  </a:extLst>
                </p:cNvPr>
                <p:cNvSpPr/>
                <p:nvPr/>
              </p:nvSpPr>
              <p:spPr>
                <a:xfrm>
                  <a:off x="4474374" y="427499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5" y="1"/>
                      </a:moveTo>
                      <a:cubicBezTo>
                        <a:pt x="5" y="1"/>
                        <a:pt x="5" y="1"/>
                        <a:pt x="4" y="1"/>
                      </a:cubicBezTo>
                      <a:cubicBezTo>
                        <a:pt x="1" y="9"/>
                        <a:pt x="39" y="73"/>
                        <a:pt x="93" y="154"/>
                      </a:cubicBezTo>
                      <a:cubicBezTo>
                        <a:pt x="144" y="232"/>
                        <a:pt x="189" y="289"/>
                        <a:pt x="200" y="289"/>
                      </a:cubicBezTo>
                      <a:cubicBezTo>
                        <a:pt x="200" y="289"/>
                        <a:pt x="200" y="289"/>
                        <a:pt x="200" y="289"/>
                      </a:cubicBezTo>
                      <a:cubicBezTo>
                        <a:pt x="208" y="285"/>
                        <a:pt x="169" y="216"/>
                        <a:pt x="116" y="139"/>
                      </a:cubicBezTo>
                      <a:cubicBezTo>
                        <a:pt x="64" y="61"/>
                        <a:pt x="15" y="1"/>
                        <a:pt x="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6" name="Google Shape;5146;p41">
                  <a:extLst>
                    <a:ext uri="{FF2B5EF4-FFF2-40B4-BE49-F238E27FC236}">
                      <a16:creationId xmlns:a16="http://schemas.microsoft.com/office/drawing/2014/main" id="{F0EB6FD5-4FCE-2B6D-93D1-C60BB2C8FA05}"/>
                    </a:ext>
                  </a:extLst>
                </p:cNvPr>
                <p:cNvSpPr/>
                <p:nvPr/>
              </p:nvSpPr>
              <p:spPr>
                <a:xfrm>
                  <a:off x="4561621" y="4274998"/>
                  <a:ext cx="22990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" h="289" extrusionOk="0">
                      <a:moveTo>
                        <a:pt x="198" y="0"/>
                      </a:moveTo>
                      <a:cubicBezTo>
                        <a:pt x="187" y="0"/>
                        <a:pt x="140" y="59"/>
                        <a:pt x="89" y="135"/>
                      </a:cubicBezTo>
                      <a:cubicBezTo>
                        <a:pt x="35" y="216"/>
                        <a:pt x="1" y="280"/>
                        <a:pt x="4" y="289"/>
                      </a:cubicBezTo>
                      <a:cubicBezTo>
                        <a:pt x="5" y="289"/>
                        <a:pt x="5" y="289"/>
                        <a:pt x="5" y="289"/>
                      </a:cubicBezTo>
                      <a:cubicBezTo>
                        <a:pt x="15" y="289"/>
                        <a:pt x="63" y="228"/>
                        <a:pt x="116" y="151"/>
                      </a:cubicBezTo>
                      <a:cubicBezTo>
                        <a:pt x="169" y="73"/>
                        <a:pt x="204" y="4"/>
                        <a:pt x="199" y="1"/>
                      </a:cubicBezTo>
                      <a:cubicBezTo>
                        <a:pt x="199" y="0"/>
                        <a:pt x="199" y="0"/>
                        <a:pt x="1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7" name="Google Shape;5147;p41">
                  <a:extLst>
                    <a:ext uri="{FF2B5EF4-FFF2-40B4-BE49-F238E27FC236}">
                      <a16:creationId xmlns:a16="http://schemas.microsoft.com/office/drawing/2014/main" id="{92692D97-1ED9-759D-09F2-DE6BE31A9B03}"/>
                    </a:ext>
                  </a:extLst>
                </p:cNvPr>
                <p:cNvSpPr/>
                <p:nvPr/>
              </p:nvSpPr>
              <p:spPr>
                <a:xfrm>
                  <a:off x="4474823" y="440430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199" y="1"/>
                      </a:moveTo>
                      <a:cubicBezTo>
                        <a:pt x="189" y="1"/>
                        <a:pt x="141" y="61"/>
                        <a:pt x="89" y="135"/>
                      </a:cubicBezTo>
                      <a:cubicBezTo>
                        <a:pt x="35" y="216"/>
                        <a:pt x="0" y="285"/>
                        <a:pt x="8" y="289"/>
                      </a:cubicBezTo>
                      <a:cubicBezTo>
                        <a:pt x="8" y="289"/>
                        <a:pt x="8" y="289"/>
                        <a:pt x="9" y="289"/>
                      </a:cubicBezTo>
                      <a:cubicBezTo>
                        <a:pt x="19" y="289"/>
                        <a:pt x="64" y="233"/>
                        <a:pt x="115" y="155"/>
                      </a:cubicBezTo>
                      <a:cubicBezTo>
                        <a:pt x="169" y="75"/>
                        <a:pt x="207" y="6"/>
                        <a:pt x="200" y="1"/>
                      </a:cubicBezTo>
                      <a:cubicBezTo>
                        <a:pt x="200" y="1"/>
                        <a:pt x="200" y="1"/>
                        <a:pt x="19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8" name="Google Shape;5148;p41">
                  <a:extLst>
                    <a:ext uri="{FF2B5EF4-FFF2-40B4-BE49-F238E27FC236}">
                      <a16:creationId xmlns:a16="http://schemas.microsoft.com/office/drawing/2014/main" id="{9396D7CB-6C16-EA96-BAFC-81165354A4F3}"/>
                    </a:ext>
                  </a:extLst>
                </p:cNvPr>
                <p:cNvSpPr/>
                <p:nvPr/>
              </p:nvSpPr>
              <p:spPr>
                <a:xfrm>
                  <a:off x="4577994" y="4388047"/>
                  <a:ext cx="33195" cy="22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8" extrusionOk="0">
                      <a:moveTo>
                        <a:pt x="5" y="0"/>
                      </a:moveTo>
                      <a:cubicBezTo>
                        <a:pt x="4" y="0"/>
                        <a:pt x="4" y="0"/>
                        <a:pt x="4" y="1"/>
                      </a:cubicBezTo>
                      <a:cubicBezTo>
                        <a:pt x="0" y="8"/>
                        <a:pt x="58" y="59"/>
                        <a:pt x="138" y="112"/>
                      </a:cubicBezTo>
                      <a:cubicBezTo>
                        <a:pt x="212" y="161"/>
                        <a:pt x="277" y="197"/>
                        <a:pt x="289" y="197"/>
                      </a:cubicBezTo>
                      <a:cubicBezTo>
                        <a:pt x="291" y="197"/>
                        <a:pt x="291" y="197"/>
                        <a:pt x="292" y="197"/>
                      </a:cubicBezTo>
                      <a:cubicBezTo>
                        <a:pt x="295" y="188"/>
                        <a:pt x="234" y="139"/>
                        <a:pt x="157" y="85"/>
                      </a:cubicBezTo>
                      <a:cubicBezTo>
                        <a:pt x="80" y="38"/>
                        <a:pt x="14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49" name="Google Shape;5149;p41">
                  <a:extLst>
                    <a:ext uri="{FF2B5EF4-FFF2-40B4-BE49-F238E27FC236}">
                      <a16:creationId xmlns:a16="http://schemas.microsoft.com/office/drawing/2014/main" id="{838D6D6D-A64A-FF84-02C4-D7ABA5F171BE}"/>
                    </a:ext>
                  </a:extLst>
                </p:cNvPr>
                <p:cNvSpPr/>
                <p:nvPr/>
              </p:nvSpPr>
              <p:spPr>
                <a:xfrm>
                  <a:off x="4448245" y="4301578"/>
                  <a:ext cx="33643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5" extrusionOk="0">
                      <a:moveTo>
                        <a:pt x="7" y="1"/>
                      </a:moveTo>
                      <a:cubicBezTo>
                        <a:pt x="6" y="1"/>
                        <a:pt x="5" y="1"/>
                        <a:pt x="4" y="2"/>
                      </a:cubicBezTo>
                      <a:cubicBezTo>
                        <a:pt x="0" y="9"/>
                        <a:pt x="61" y="55"/>
                        <a:pt x="142" y="109"/>
                      </a:cubicBezTo>
                      <a:cubicBezTo>
                        <a:pt x="215" y="158"/>
                        <a:pt x="276" y="194"/>
                        <a:pt x="292" y="194"/>
                      </a:cubicBezTo>
                      <a:cubicBezTo>
                        <a:pt x="294" y="194"/>
                        <a:pt x="295" y="194"/>
                        <a:pt x="295" y="193"/>
                      </a:cubicBezTo>
                      <a:cubicBezTo>
                        <a:pt x="299" y="186"/>
                        <a:pt x="237" y="140"/>
                        <a:pt x="157" y="86"/>
                      </a:cubicBezTo>
                      <a:cubicBezTo>
                        <a:pt x="84" y="37"/>
                        <a:pt x="23" y="1"/>
                        <a:pt x="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50" name="Google Shape;5150;p41">
                  <a:extLst>
                    <a:ext uri="{FF2B5EF4-FFF2-40B4-BE49-F238E27FC236}">
                      <a16:creationId xmlns:a16="http://schemas.microsoft.com/office/drawing/2014/main" id="{63D74993-DD5B-DDED-A735-070B81D85CA7}"/>
                    </a:ext>
                  </a:extLst>
                </p:cNvPr>
                <p:cNvSpPr/>
                <p:nvPr/>
              </p:nvSpPr>
              <p:spPr>
                <a:xfrm>
                  <a:off x="4587078" y="4336569"/>
                  <a:ext cx="38241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" h="74" extrusionOk="0">
                      <a:moveTo>
                        <a:pt x="326" y="1"/>
                      </a:moveTo>
                      <a:cubicBezTo>
                        <a:pt x="299" y="1"/>
                        <a:pt x="237" y="8"/>
                        <a:pt x="168" y="23"/>
                      </a:cubicBezTo>
                      <a:cubicBezTo>
                        <a:pt x="73" y="42"/>
                        <a:pt x="0" y="61"/>
                        <a:pt x="0" y="69"/>
                      </a:cubicBezTo>
                      <a:cubicBezTo>
                        <a:pt x="1" y="72"/>
                        <a:pt x="8" y="74"/>
                        <a:pt x="19" y="74"/>
                      </a:cubicBezTo>
                      <a:cubicBezTo>
                        <a:pt x="47" y="74"/>
                        <a:pt x="105" y="63"/>
                        <a:pt x="172" y="49"/>
                      </a:cubicBezTo>
                      <a:cubicBezTo>
                        <a:pt x="268" y="35"/>
                        <a:pt x="340" y="12"/>
                        <a:pt x="340" y="3"/>
                      </a:cubicBezTo>
                      <a:cubicBezTo>
                        <a:pt x="340" y="2"/>
                        <a:pt x="335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51" name="Google Shape;5151;p41">
                  <a:extLst>
                    <a:ext uri="{FF2B5EF4-FFF2-40B4-BE49-F238E27FC236}">
                      <a16:creationId xmlns:a16="http://schemas.microsoft.com/office/drawing/2014/main" id="{E2CAF40D-AFF2-E6A0-AE47-2C1A3386BEB1}"/>
                    </a:ext>
                  </a:extLst>
                </p:cNvPr>
                <p:cNvSpPr/>
                <p:nvPr/>
              </p:nvSpPr>
              <p:spPr>
                <a:xfrm>
                  <a:off x="4434003" y="4366738"/>
                  <a:ext cx="38354" cy="8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5" extrusionOk="0">
                      <a:moveTo>
                        <a:pt x="327" y="0"/>
                      </a:moveTo>
                      <a:cubicBezTo>
                        <a:pt x="300" y="0"/>
                        <a:pt x="238" y="8"/>
                        <a:pt x="170" y="22"/>
                      </a:cubicBezTo>
                      <a:cubicBezTo>
                        <a:pt x="73" y="42"/>
                        <a:pt x="0" y="65"/>
                        <a:pt x="0" y="72"/>
                      </a:cubicBezTo>
                      <a:cubicBezTo>
                        <a:pt x="1" y="74"/>
                        <a:pt x="7" y="75"/>
                        <a:pt x="17" y="75"/>
                      </a:cubicBezTo>
                      <a:cubicBezTo>
                        <a:pt x="45" y="75"/>
                        <a:pt x="106" y="67"/>
                        <a:pt x="177" y="53"/>
                      </a:cubicBezTo>
                      <a:cubicBezTo>
                        <a:pt x="269" y="33"/>
                        <a:pt x="341" y="10"/>
                        <a:pt x="341" y="3"/>
                      </a:cubicBezTo>
                      <a:cubicBezTo>
                        <a:pt x="341" y="1"/>
                        <a:pt x="336" y="0"/>
                        <a:pt x="32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52" name="Google Shape;5152;p41">
                  <a:extLst>
                    <a:ext uri="{FF2B5EF4-FFF2-40B4-BE49-F238E27FC236}">
                      <a16:creationId xmlns:a16="http://schemas.microsoft.com/office/drawing/2014/main" id="{ECF86E45-1949-2A0A-ACEE-D3C034DA3325}"/>
                    </a:ext>
                  </a:extLst>
                </p:cNvPr>
                <p:cNvSpPr/>
                <p:nvPr/>
              </p:nvSpPr>
              <p:spPr>
                <a:xfrm>
                  <a:off x="4540090" y="4413056"/>
                  <a:ext cx="964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42" extrusionOk="0">
                      <a:moveTo>
                        <a:pt x="9" y="0"/>
                      </a:moveTo>
                      <a:lnTo>
                        <a:pt x="9" y="0"/>
                      </a:lnTo>
                      <a:cubicBezTo>
                        <a:pt x="1" y="4"/>
                        <a:pt x="9" y="80"/>
                        <a:pt x="28" y="176"/>
                      </a:cubicBezTo>
                      <a:cubicBezTo>
                        <a:pt x="47" y="268"/>
                        <a:pt x="66" y="341"/>
                        <a:pt x="78" y="341"/>
                      </a:cubicBezTo>
                      <a:cubicBezTo>
                        <a:pt x="85" y="341"/>
                        <a:pt x="78" y="260"/>
                        <a:pt x="59" y="168"/>
                      </a:cubicBezTo>
                      <a:cubicBezTo>
                        <a:pt x="39" y="73"/>
                        <a:pt x="16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53" name="Google Shape;5153;p41">
                  <a:extLst>
                    <a:ext uri="{FF2B5EF4-FFF2-40B4-BE49-F238E27FC236}">
                      <a16:creationId xmlns:a16="http://schemas.microsoft.com/office/drawing/2014/main" id="{889B01CD-6C4E-225B-E821-DFD87D160A45}"/>
                    </a:ext>
                  </a:extLst>
                </p:cNvPr>
                <p:cNvSpPr/>
                <p:nvPr/>
              </p:nvSpPr>
              <p:spPr>
                <a:xfrm>
                  <a:off x="4510035" y="4260419"/>
                  <a:ext cx="9084" cy="37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38" extrusionOk="0">
                      <a:moveTo>
                        <a:pt x="9" y="1"/>
                      </a:moveTo>
                      <a:cubicBezTo>
                        <a:pt x="9" y="1"/>
                        <a:pt x="9" y="1"/>
                        <a:pt x="8" y="1"/>
                      </a:cubicBezTo>
                      <a:cubicBezTo>
                        <a:pt x="1" y="1"/>
                        <a:pt x="8" y="77"/>
                        <a:pt x="28" y="173"/>
                      </a:cubicBezTo>
                      <a:cubicBezTo>
                        <a:pt x="43" y="263"/>
                        <a:pt x="65" y="338"/>
                        <a:pt x="73" y="338"/>
                      </a:cubicBezTo>
                      <a:cubicBezTo>
                        <a:pt x="73" y="338"/>
                        <a:pt x="73" y="338"/>
                        <a:pt x="74" y="338"/>
                      </a:cubicBezTo>
                      <a:cubicBezTo>
                        <a:pt x="81" y="338"/>
                        <a:pt x="74" y="261"/>
                        <a:pt x="54" y="166"/>
                      </a:cubicBezTo>
                      <a:cubicBezTo>
                        <a:pt x="36" y="76"/>
                        <a:pt x="17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</p:grpSp>
        </p:grpSp>
        <p:grpSp>
          <p:nvGrpSpPr>
            <p:cNvPr id="5154" name="Google Shape;5154;p41">
              <a:extLst>
                <a:ext uri="{FF2B5EF4-FFF2-40B4-BE49-F238E27FC236}">
                  <a16:creationId xmlns:a16="http://schemas.microsoft.com/office/drawing/2014/main" id="{AB233D44-19FE-D1E5-106B-DABECA5ADBB3}"/>
                </a:ext>
              </a:extLst>
            </p:cNvPr>
            <p:cNvGrpSpPr/>
            <p:nvPr/>
          </p:nvGrpSpPr>
          <p:grpSpPr>
            <a:xfrm>
              <a:off x="4415050" y="3902974"/>
              <a:ext cx="914092" cy="469794"/>
              <a:chOff x="4415050" y="3065562"/>
              <a:chExt cx="914092" cy="469794"/>
            </a:xfrm>
          </p:grpSpPr>
          <p:sp>
            <p:nvSpPr>
              <p:cNvPr id="5155" name="Google Shape;5155;p41">
                <a:extLst>
                  <a:ext uri="{FF2B5EF4-FFF2-40B4-BE49-F238E27FC236}">
                    <a16:creationId xmlns:a16="http://schemas.microsoft.com/office/drawing/2014/main" id="{2E4B5AAD-D4C1-2B20-5463-A1F02E7F56FC}"/>
                  </a:ext>
                </a:extLst>
              </p:cNvPr>
              <p:cNvSpPr/>
              <p:nvPr/>
            </p:nvSpPr>
            <p:spPr>
              <a:xfrm>
                <a:off x="4561285" y="3338873"/>
                <a:ext cx="53717" cy="65831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7" extrusionOk="0">
                    <a:moveTo>
                      <a:pt x="230" y="1"/>
                    </a:moveTo>
                    <a:lnTo>
                      <a:pt x="0" y="480"/>
                    </a:lnTo>
                    <a:lnTo>
                      <a:pt x="268" y="586"/>
                    </a:lnTo>
                    <a:lnTo>
                      <a:pt x="478" y="139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56" name="Google Shape;5156;p41">
                <a:extLst>
                  <a:ext uri="{FF2B5EF4-FFF2-40B4-BE49-F238E27FC236}">
                    <a16:creationId xmlns:a16="http://schemas.microsoft.com/office/drawing/2014/main" id="{E21E8789-7E16-6883-72B4-48DEF9B27EFE}"/>
                  </a:ext>
                </a:extLst>
              </p:cNvPr>
              <p:cNvSpPr/>
              <p:nvPr/>
            </p:nvSpPr>
            <p:spPr>
              <a:xfrm>
                <a:off x="4415050" y="3355247"/>
                <a:ext cx="272624" cy="180109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1606" extrusionOk="0">
                    <a:moveTo>
                      <a:pt x="940" y="1"/>
                    </a:moveTo>
                    <a:cubicBezTo>
                      <a:pt x="367" y="1"/>
                      <a:pt x="1" y="514"/>
                      <a:pt x="1" y="514"/>
                    </a:cubicBezTo>
                    <a:lnTo>
                      <a:pt x="2193" y="1606"/>
                    </a:lnTo>
                    <a:cubicBezTo>
                      <a:pt x="2193" y="1606"/>
                      <a:pt x="2431" y="725"/>
                      <a:pt x="1529" y="180"/>
                    </a:cubicBezTo>
                    <a:cubicBezTo>
                      <a:pt x="1316" y="50"/>
                      <a:pt x="1118" y="1"/>
                      <a:pt x="9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57" name="Google Shape;5157;p41">
                <a:extLst>
                  <a:ext uri="{FF2B5EF4-FFF2-40B4-BE49-F238E27FC236}">
                    <a16:creationId xmlns:a16="http://schemas.microsoft.com/office/drawing/2014/main" id="{537DD091-E5E5-2205-0E8F-13B75BA9B7B1}"/>
                  </a:ext>
                </a:extLst>
              </p:cNvPr>
              <p:cNvSpPr/>
              <p:nvPr/>
            </p:nvSpPr>
            <p:spPr>
              <a:xfrm>
                <a:off x="4544463" y="3065562"/>
                <a:ext cx="784679" cy="441413"/>
              </a:xfrm>
              <a:custGeom>
                <a:avLst/>
                <a:gdLst/>
                <a:ahLst/>
                <a:cxnLst/>
                <a:rect l="l" t="t" r="r" b="b"/>
                <a:pathLst>
                  <a:path w="6997" h="3936" extrusionOk="0">
                    <a:moveTo>
                      <a:pt x="1116" y="1"/>
                    </a:moveTo>
                    <a:lnTo>
                      <a:pt x="215" y="2173"/>
                    </a:lnTo>
                    <a:cubicBezTo>
                      <a:pt x="135" y="2330"/>
                      <a:pt x="0" y="2484"/>
                      <a:pt x="283" y="2641"/>
                    </a:cubicBezTo>
                    <a:cubicBezTo>
                      <a:pt x="743" y="2901"/>
                      <a:pt x="1081" y="3288"/>
                      <a:pt x="1134" y="3936"/>
                    </a:cubicBezTo>
                    <a:lnTo>
                      <a:pt x="3729" y="3936"/>
                    </a:lnTo>
                    <a:cubicBezTo>
                      <a:pt x="3912" y="3936"/>
                      <a:pt x="4073" y="3813"/>
                      <a:pt x="4123" y="3637"/>
                    </a:cubicBezTo>
                    <a:lnTo>
                      <a:pt x="6997" y="3805"/>
                    </a:lnTo>
                    <a:cubicBezTo>
                      <a:pt x="6772" y="3081"/>
                      <a:pt x="6376" y="2449"/>
                      <a:pt x="5732" y="1947"/>
                    </a:cubicBezTo>
                    <a:lnTo>
                      <a:pt x="3081" y="2031"/>
                    </a:lnTo>
                    <a:cubicBezTo>
                      <a:pt x="3353" y="2280"/>
                      <a:pt x="3522" y="2579"/>
                      <a:pt x="3564" y="2931"/>
                    </a:cubicBezTo>
                    <a:cubicBezTo>
                      <a:pt x="3606" y="3262"/>
                      <a:pt x="3350" y="3552"/>
                      <a:pt x="3016" y="3552"/>
                    </a:cubicBezTo>
                    <a:lnTo>
                      <a:pt x="1679" y="3552"/>
                    </a:lnTo>
                    <a:cubicBezTo>
                      <a:pt x="1544" y="3552"/>
                      <a:pt x="1426" y="3476"/>
                      <a:pt x="1372" y="3354"/>
                    </a:cubicBezTo>
                    <a:lnTo>
                      <a:pt x="1065" y="2656"/>
                    </a:lnTo>
                    <a:cubicBezTo>
                      <a:pt x="955" y="2399"/>
                      <a:pt x="939" y="2112"/>
                      <a:pt x="1024" y="1847"/>
                    </a:cubicBezTo>
                    <a:lnTo>
                      <a:pt x="1387" y="154"/>
                    </a:lnTo>
                    <a:lnTo>
                      <a:pt x="111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58" name="Google Shape;5158;p41">
                <a:extLst>
                  <a:ext uri="{FF2B5EF4-FFF2-40B4-BE49-F238E27FC236}">
                    <a16:creationId xmlns:a16="http://schemas.microsoft.com/office/drawing/2014/main" id="{79C81587-411B-1C25-4B13-CEEF59F0EFC0}"/>
                  </a:ext>
                </a:extLst>
              </p:cNvPr>
              <p:cNvSpPr/>
              <p:nvPr/>
            </p:nvSpPr>
            <p:spPr>
              <a:xfrm>
                <a:off x="5006829" y="3355920"/>
                <a:ext cx="300100" cy="134801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202" extrusionOk="0">
                    <a:moveTo>
                      <a:pt x="1059" y="1"/>
                    </a:moveTo>
                    <a:cubicBezTo>
                      <a:pt x="117" y="1"/>
                      <a:pt x="0" y="1048"/>
                      <a:pt x="0" y="1048"/>
                    </a:cubicBezTo>
                    <a:lnTo>
                      <a:pt x="2675" y="1201"/>
                    </a:lnTo>
                    <a:cubicBezTo>
                      <a:pt x="2675" y="1201"/>
                      <a:pt x="2227" y="94"/>
                      <a:pt x="1177" y="6"/>
                    </a:cubicBezTo>
                    <a:cubicBezTo>
                      <a:pt x="1136" y="2"/>
                      <a:pt x="1097" y="1"/>
                      <a:pt x="10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5159" name="Google Shape;5159;p41">
              <a:extLst>
                <a:ext uri="{FF2B5EF4-FFF2-40B4-BE49-F238E27FC236}">
                  <a16:creationId xmlns:a16="http://schemas.microsoft.com/office/drawing/2014/main" id="{A1E2BDAC-BE2C-8E07-3000-A73123175827}"/>
                </a:ext>
              </a:extLst>
            </p:cNvPr>
            <p:cNvSpPr/>
            <p:nvPr/>
          </p:nvSpPr>
          <p:spPr>
            <a:xfrm>
              <a:off x="4790169" y="4214886"/>
              <a:ext cx="40596" cy="50803"/>
            </a:xfrm>
            <a:custGeom>
              <a:avLst/>
              <a:gdLst/>
              <a:ahLst/>
              <a:cxnLst/>
              <a:rect l="l" t="t" r="r" b="b"/>
              <a:pathLst>
                <a:path w="362" h="453" extrusionOk="0">
                  <a:moveTo>
                    <a:pt x="1" y="1"/>
                  </a:moveTo>
                  <a:lnTo>
                    <a:pt x="59" y="453"/>
                  </a:lnTo>
                  <a:lnTo>
                    <a:pt x="323" y="453"/>
                  </a:lnTo>
                  <a:lnTo>
                    <a:pt x="361" y="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0" name="Google Shape;5160;p41">
              <a:extLst>
                <a:ext uri="{FF2B5EF4-FFF2-40B4-BE49-F238E27FC236}">
                  <a16:creationId xmlns:a16="http://schemas.microsoft.com/office/drawing/2014/main" id="{88757E26-6DA3-3857-79D5-8EEFFAAA4600}"/>
                </a:ext>
              </a:extLst>
            </p:cNvPr>
            <p:cNvSpPr/>
            <p:nvPr/>
          </p:nvSpPr>
          <p:spPr>
            <a:xfrm>
              <a:off x="4822017" y="3962658"/>
              <a:ext cx="249859" cy="143549"/>
            </a:xfrm>
            <a:custGeom>
              <a:avLst/>
              <a:gdLst/>
              <a:ahLst/>
              <a:cxnLst/>
              <a:rect l="l" t="t" r="r" b="b"/>
              <a:pathLst>
                <a:path w="2228" h="1280" extrusionOk="0">
                  <a:moveTo>
                    <a:pt x="901" y="0"/>
                  </a:moveTo>
                  <a:cubicBezTo>
                    <a:pt x="901" y="0"/>
                    <a:pt x="921" y="361"/>
                    <a:pt x="951" y="521"/>
                  </a:cubicBezTo>
                  <a:cubicBezTo>
                    <a:pt x="807" y="508"/>
                    <a:pt x="666" y="500"/>
                    <a:pt x="527" y="500"/>
                  </a:cubicBezTo>
                  <a:cubicBezTo>
                    <a:pt x="345" y="500"/>
                    <a:pt x="169" y="514"/>
                    <a:pt x="1" y="544"/>
                  </a:cubicBezTo>
                  <a:lnTo>
                    <a:pt x="74" y="1107"/>
                  </a:lnTo>
                  <a:cubicBezTo>
                    <a:pt x="74" y="1107"/>
                    <a:pt x="718" y="1279"/>
                    <a:pt x="1270" y="1279"/>
                  </a:cubicBezTo>
                  <a:cubicBezTo>
                    <a:pt x="1574" y="1279"/>
                    <a:pt x="1850" y="1227"/>
                    <a:pt x="1975" y="1065"/>
                  </a:cubicBezTo>
                  <a:cubicBezTo>
                    <a:pt x="2227" y="732"/>
                    <a:pt x="1798" y="0"/>
                    <a:pt x="1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1" name="Google Shape;5161;p41">
              <a:extLst>
                <a:ext uri="{FF2B5EF4-FFF2-40B4-BE49-F238E27FC236}">
                  <a16:creationId xmlns:a16="http://schemas.microsoft.com/office/drawing/2014/main" id="{A77C5857-8019-13F8-B626-D5A498182056}"/>
                </a:ext>
              </a:extLst>
            </p:cNvPr>
            <p:cNvSpPr/>
            <p:nvPr/>
          </p:nvSpPr>
          <p:spPr>
            <a:xfrm>
              <a:off x="4772114" y="4021089"/>
              <a:ext cx="101267" cy="197828"/>
            </a:xfrm>
            <a:custGeom>
              <a:avLst/>
              <a:gdLst/>
              <a:ahLst/>
              <a:cxnLst/>
              <a:rect l="l" t="t" r="r" b="b"/>
              <a:pathLst>
                <a:path w="903" h="1764" extrusionOk="0">
                  <a:moveTo>
                    <a:pt x="708" y="0"/>
                  </a:moveTo>
                  <a:cubicBezTo>
                    <a:pt x="641" y="0"/>
                    <a:pt x="266" y="7"/>
                    <a:pt x="116" y="158"/>
                  </a:cubicBezTo>
                  <a:cubicBezTo>
                    <a:pt x="1" y="268"/>
                    <a:pt x="93" y="1177"/>
                    <a:pt x="162" y="1729"/>
                  </a:cubicBezTo>
                  <a:cubicBezTo>
                    <a:pt x="228" y="1754"/>
                    <a:pt x="301" y="1764"/>
                    <a:pt x="375" y="1764"/>
                  </a:cubicBezTo>
                  <a:cubicBezTo>
                    <a:pt x="425" y="1764"/>
                    <a:pt x="474" y="1759"/>
                    <a:pt x="522" y="1752"/>
                  </a:cubicBezTo>
                  <a:cubicBezTo>
                    <a:pt x="584" y="1257"/>
                    <a:pt x="680" y="793"/>
                    <a:pt x="519" y="586"/>
                  </a:cubicBezTo>
                  <a:lnTo>
                    <a:pt x="519" y="586"/>
                  </a:lnTo>
                  <a:lnTo>
                    <a:pt x="902" y="664"/>
                  </a:lnTo>
                  <a:lnTo>
                    <a:pt x="718" y="0"/>
                  </a:lnTo>
                  <a:cubicBezTo>
                    <a:pt x="718" y="0"/>
                    <a:pt x="715" y="0"/>
                    <a:pt x="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2" name="Google Shape;5162;p41">
              <a:extLst>
                <a:ext uri="{FF2B5EF4-FFF2-40B4-BE49-F238E27FC236}">
                  <a16:creationId xmlns:a16="http://schemas.microsoft.com/office/drawing/2014/main" id="{772074C3-2CE4-740B-FD2F-1329F648A89C}"/>
                </a:ext>
              </a:extLst>
            </p:cNvPr>
            <p:cNvSpPr/>
            <p:nvPr/>
          </p:nvSpPr>
          <p:spPr>
            <a:xfrm>
              <a:off x="4726247" y="4256269"/>
              <a:ext cx="119547" cy="52934"/>
            </a:xfrm>
            <a:custGeom>
              <a:avLst/>
              <a:gdLst/>
              <a:ahLst/>
              <a:cxnLst/>
              <a:rect l="l" t="t" r="r" b="b"/>
              <a:pathLst>
                <a:path w="1066" h="472" extrusionOk="0">
                  <a:moveTo>
                    <a:pt x="902" y="0"/>
                  </a:moveTo>
                  <a:cubicBezTo>
                    <a:pt x="895" y="0"/>
                    <a:pt x="888" y="1"/>
                    <a:pt x="882" y="3"/>
                  </a:cubicBezTo>
                  <a:cubicBezTo>
                    <a:pt x="836" y="24"/>
                    <a:pt x="783" y="35"/>
                    <a:pt x="730" y="35"/>
                  </a:cubicBezTo>
                  <a:cubicBezTo>
                    <a:pt x="694" y="35"/>
                    <a:pt x="658" y="30"/>
                    <a:pt x="625" y="19"/>
                  </a:cubicBezTo>
                  <a:cubicBezTo>
                    <a:pt x="615" y="15"/>
                    <a:pt x="604" y="13"/>
                    <a:pt x="594" y="13"/>
                  </a:cubicBezTo>
                  <a:cubicBezTo>
                    <a:pt x="571" y="13"/>
                    <a:pt x="550" y="23"/>
                    <a:pt x="537" y="42"/>
                  </a:cubicBezTo>
                  <a:cubicBezTo>
                    <a:pt x="475" y="122"/>
                    <a:pt x="414" y="176"/>
                    <a:pt x="268" y="237"/>
                  </a:cubicBezTo>
                  <a:cubicBezTo>
                    <a:pt x="228" y="235"/>
                    <a:pt x="189" y="232"/>
                    <a:pt x="153" y="232"/>
                  </a:cubicBezTo>
                  <a:cubicBezTo>
                    <a:pt x="67" y="232"/>
                    <a:pt x="3" y="248"/>
                    <a:pt x="1" y="332"/>
                  </a:cubicBezTo>
                  <a:cubicBezTo>
                    <a:pt x="98" y="425"/>
                    <a:pt x="219" y="471"/>
                    <a:pt x="391" y="471"/>
                  </a:cubicBezTo>
                  <a:cubicBezTo>
                    <a:pt x="449" y="471"/>
                    <a:pt x="512" y="466"/>
                    <a:pt x="583" y="456"/>
                  </a:cubicBezTo>
                  <a:cubicBezTo>
                    <a:pt x="640" y="460"/>
                    <a:pt x="694" y="463"/>
                    <a:pt x="746" y="463"/>
                  </a:cubicBezTo>
                  <a:cubicBezTo>
                    <a:pt x="876" y="463"/>
                    <a:pt x="986" y="443"/>
                    <a:pt x="1066" y="375"/>
                  </a:cubicBezTo>
                  <a:cubicBezTo>
                    <a:pt x="1039" y="252"/>
                    <a:pt x="1016" y="125"/>
                    <a:pt x="958" y="30"/>
                  </a:cubicBezTo>
                  <a:cubicBezTo>
                    <a:pt x="947" y="9"/>
                    <a:pt x="924" y="0"/>
                    <a:pt x="9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3" name="Google Shape;5163;p41">
              <a:extLst>
                <a:ext uri="{FF2B5EF4-FFF2-40B4-BE49-F238E27FC236}">
                  <a16:creationId xmlns:a16="http://schemas.microsoft.com/office/drawing/2014/main" id="{6946A4F1-6748-5F4D-617F-1953453B002F}"/>
                </a:ext>
              </a:extLst>
            </p:cNvPr>
            <p:cNvSpPr/>
            <p:nvPr/>
          </p:nvSpPr>
          <p:spPr>
            <a:xfrm>
              <a:off x="4947057" y="3717609"/>
              <a:ext cx="67623" cy="62803"/>
            </a:xfrm>
            <a:custGeom>
              <a:avLst/>
              <a:gdLst/>
              <a:ahLst/>
              <a:cxnLst/>
              <a:rect l="l" t="t" r="r" b="b"/>
              <a:pathLst>
                <a:path w="603" h="560" extrusionOk="0">
                  <a:moveTo>
                    <a:pt x="469" y="1"/>
                  </a:moveTo>
                  <a:lnTo>
                    <a:pt x="1" y="142"/>
                  </a:lnTo>
                  <a:lnTo>
                    <a:pt x="219" y="560"/>
                  </a:lnTo>
                  <a:lnTo>
                    <a:pt x="602" y="365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4" name="Google Shape;5164;p41">
              <a:extLst>
                <a:ext uri="{FF2B5EF4-FFF2-40B4-BE49-F238E27FC236}">
                  <a16:creationId xmlns:a16="http://schemas.microsoft.com/office/drawing/2014/main" id="{DEA883F5-7769-9C60-3064-72C8EC28879D}"/>
                </a:ext>
              </a:extLst>
            </p:cNvPr>
            <p:cNvSpPr/>
            <p:nvPr/>
          </p:nvSpPr>
          <p:spPr>
            <a:xfrm>
              <a:off x="4901308" y="3642703"/>
              <a:ext cx="91286" cy="115848"/>
            </a:xfrm>
            <a:custGeom>
              <a:avLst/>
              <a:gdLst/>
              <a:ahLst/>
              <a:cxnLst/>
              <a:rect l="l" t="t" r="r" b="b"/>
              <a:pathLst>
                <a:path w="814" h="1033" extrusionOk="0">
                  <a:moveTo>
                    <a:pt x="416" y="1"/>
                  </a:moveTo>
                  <a:cubicBezTo>
                    <a:pt x="414" y="1"/>
                    <a:pt x="412" y="1"/>
                    <a:pt x="411" y="1"/>
                  </a:cubicBezTo>
                  <a:cubicBezTo>
                    <a:pt x="204" y="9"/>
                    <a:pt x="0" y="246"/>
                    <a:pt x="46" y="522"/>
                  </a:cubicBezTo>
                  <a:cubicBezTo>
                    <a:pt x="101" y="852"/>
                    <a:pt x="188" y="1033"/>
                    <a:pt x="320" y="1033"/>
                  </a:cubicBezTo>
                  <a:cubicBezTo>
                    <a:pt x="384" y="1033"/>
                    <a:pt x="458" y="990"/>
                    <a:pt x="545" y="901"/>
                  </a:cubicBezTo>
                  <a:cubicBezTo>
                    <a:pt x="782" y="656"/>
                    <a:pt x="813" y="782"/>
                    <a:pt x="805" y="503"/>
                  </a:cubicBezTo>
                  <a:cubicBezTo>
                    <a:pt x="798" y="222"/>
                    <a:pt x="624" y="1"/>
                    <a:pt x="416" y="1"/>
                  </a:cubicBezTo>
                  <a:close/>
                </a:path>
              </a:pathLst>
            </a:custGeom>
            <a:solidFill>
              <a:srgbClr val="D39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5" name="Google Shape;5165;p41">
              <a:extLst>
                <a:ext uri="{FF2B5EF4-FFF2-40B4-BE49-F238E27FC236}">
                  <a16:creationId xmlns:a16="http://schemas.microsoft.com/office/drawing/2014/main" id="{AA7C5A70-3D36-F018-C5BD-09C2523F2958}"/>
                </a:ext>
              </a:extLst>
            </p:cNvPr>
            <p:cNvSpPr/>
            <p:nvPr/>
          </p:nvSpPr>
          <p:spPr>
            <a:xfrm>
              <a:off x="4890761" y="3758544"/>
              <a:ext cx="169451" cy="294499"/>
            </a:xfrm>
            <a:custGeom>
              <a:avLst/>
              <a:gdLst/>
              <a:ahLst/>
              <a:cxnLst/>
              <a:rect l="l" t="t" r="r" b="b"/>
              <a:pathLst>
                <a:path w="1511" h="2626" extrusionOk="0">
                  <a:moveTo>
                    <a:pt x="1104" y="0"/>
                  </a:moveTo>
                  <a:lnTo>
                    <a:pt x="721" y="195"/>
                  </a:lnTo>
                  <a:cubicBezTo>
                    <a:pt x="288" y="770"/>
                    <a:pt x="0" y="1073"/>
                    <a:pt x="0" y="1073"/>
                  </a:cubicBezTo>
                  <a:cubicBezTo>
                    <a:pt x="15" y="1279"/>
                    <a:pt x="112" y="1338"/>
                    <a:pt x="235" y="1338"/>
                  </a:cubicBezTo>
                  <a:cubicBezTo>
                    <a:pt x="243" y="1338"/>
                    <a:pt x="250" y="1338"/>
                    <a:pt x="258" y="1337"/>
                  </a:cubicBezTo>
                  <a:cubicBezTo>
                    <a:pt x="269" y="1728"/>
                    <a:pt x="288" y="2103"/>
                    <a:pt x="338" y="2341"/>
                  </a:cubicBezTo>
                  <a:cubicBezTo>
                    <a:pt x="626" y="2562"/>
                    <a:pt x="896" y="2626"/>
                    <a:pt x="1187" y="2626"/>
                  </a:cubicBezTo>
                  <a:cubicBezTo>
                    <a:pt x="1292" y="2626"/>
                    <a:pt x="1399" y="2618"/>
                    <a:pt x="1511" y="2605"/>
                  </a:cubicBezTo>
                  <a:cubicBezTo>
                    <a:pt x="1511" y="2605"/>
                    <a:pt x="1346" y="517"/>
                    <a:pt x="11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66" name="Google Shape;5166;p41">
              <a:extLst>
                <a:ext uri="{FF2B5EF4-FFF2-40B4-BE49-F238E27FC236}">
                  <a16:creationId xmlns:a16="http://schemas.microsoft.com/office/drawing/2014/main" id="{F4BA2F1C-5A00-31EF-ADB0-F49E5EAE51FA}"/>
                </a:ext>
              </a:extLst>
            </p:cNvPr>
            <p:cNvSpPr/>
            <p:nvPr/>
          </p:nvSpPr>
          <p:spPr>
            <a:xfrm>
              <a:off x="4916778" y="3633832"/>
              <a:ext cx="210048" cy="191211"/>
            </a:xfrm>
            <a:custGeom>
              <a:avLst/>
              <a:gdLst/>
              <a:ahLst/>
              <a:cxnLst/>
              <a:rect l="l" t="t" r="r" b="b"/>
              <a:pathLst>
                <a:path w="1873" h="1705" extrusionOk="0">
                  <a:moveTo>
                    <a:pt x="453" y="0"/>
                  </a:moveTo>
                  <a:cubicBezTo>
                    <a:pt x="198" y="0"/>
                    <a:pt x="1" y="196"/>
                    <a:pt x="56" y="292"/>
                  </a:cubicBezTo>
                  <a:cubicBezTo>
                    <a:pt x="214" y="403"/>
                    <a:pt x="271" y="560"/>
                    <a:pt x="523" y="564"/>
                  </a:cubicBezTo>
                  <a:cubicBezTo>
                    <a:pt x="540" y="519"/>
                    <a:pt x="572" y="498"/>
                    <a:pt x="602" y="498"/>
                  </a:cubicBezTo>
                  <a:cubicBezTo>
                    <a:pt x="660" y="498"/>
                    <a:pt x="712" y="577"/>
                    <a:pt x="647" y="721"/>
                  </a:cubicBezTo>
                  <a:cubicBezTo>
                    <a:pt x="673" y="1123"/>
                    <a:pt x="834" y="1545"/>
                    <a:pt x="1164" y="1671"/>
                  </a:cubicBezTo>
                  <a:cubicBezTo>
                    <a:pt x="1225" y="1695"/>
                    <a:pt x="1287" y="1705"/>
                    <a:pt x="1348" y="1705"/>
                  </a:cubicBezTo>
                  <a:cubicBezTo>
                    <a:pt x="1582" y="1705"/>
                    <a:pt x="1792" y="1556"/>
                    <a:pt x="1850" y="1464"/>
                  </a:cubicBezTo>
                  <a:cubicBezTo>
                    <a:pt x="1873" y="1430"/>
                    <a:pt x="1646" y="1441"/>
                    <a:pt x="1455" y="1330"/>
                  </a:cubicBezTo>
                  <a:cubicBezTo>
                    <a:pt x="1359" y="1273"/>
                    <a:pt x="1130" y="1112"/>
                    <a:pt x="1018" y="691"/>
                  </a:cubicBezTo>
                  <a:cubicBezTo>
                    <a:pt x="980" y="553"/>
                    <a:pt x="1045" y="419"/>
                    <a:pt x="930" y="269"/>
                  </a:cubicBezTo>
                  <a:cubicBezTo>
                    <a:pt x="777" y="69"/>
                    <a:pt x="605" y="0"/>
                    <a:pt x="453" y="0"/>
                  </a:cubicBezTo>
                  <a:close/>
                </a:path>
              </a:pathLst>
            </a:custGeom>
            <a:solidFill>
              <a:srgbClr val="5B2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5167" name="Google Shape;5167;p41">
              <a:extLst>
                <a:ext uri="{FF2B5EF4-FFF2-40B4-BE49-F238E27FC236}">
                  <a16:creationId xmlns:a16="http://schemas.microsoft.com/office/drawing/2014/main" id="{FA162B0D-7A90-7B03-C1C7-70CDE5FCCF2C}"/>
                </a:ext>
              </a:extLst>
            </p:cNvPr>
            <p:cNvGrpSpPr/>
            <p:nvPr/>
          </p:nvGrpSpPr>
          <p:grpSpPr>
            <a:xfrm>
              <a:off x="4890727" y="3666132"/>
              <a:ext cx="90388" cy="110466"/>
              <a:chOff x="4415052" y="3666132"/>
              <a:chExt cx="90388" cy="110466"/>
            </a:xfrm>
          </p:grpSpPr>
          <p:sp>
            <p:nvSpPr>
              <p:cNvPr id="5168" name="Google Shape;5168;p41">
                <a:extLst>
                  <a:ext uri="{FF2B5EF4-FFF2-40B4-BE49-F238E27FC236}">
                    <a16:creationId xmlns:a16="http://schemas.microsoft.com/office/drawing/2014/main" id="{0F6905FC-69B5-3816-B90D-4AA2C012268A}"/>
                  </a:ext>
                </a:extLst>
              </p:cNvPr>
              <p:cNvSpPr/>
              <p:nvPr/>
            </p:nvSpPr>
            <p:spPr>
              <a:xfrm>
                <a:off x="4439612" y="3696637"/>
                <a:ext cx="25457" cy="29495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63" extrusionOk="0">
                    <a:moveTo>
                      <a:pt x="77" y="0"/>
                    </a:moveTo>
                    <a:cubicBezTo>
                      <a:pt x="77" y="0"/>
                      <a:pt x="0" y="177"/>
                      <a:pt x="11" y="234"/>
                    </a:cubicBezTo>
                    <a:cubicBezTo>
                      <a:pt x="16" y="254"/>
                      <a:pt x="43" y="262"/>
                      <a:pt x="77" y="262"/>
                    </a:cubicBezTo>
                    <a:cubicBezTo>
                      <a:pt x="141" y="262"/>
                      <a:pt x="226" y="233"/>
                      <a:pt x="218" y="195"/>
                    </a:cubicBezTo>
                    <a:cubicBezTo>
                      <a:pt x="211" y="138"/>
                      <a:pt x="77" y="0"/>
                      <a:pt x="77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69" name="Google Shape;5169;p41">
                <a:extLst>
                  <a:ext uri="{FF2B5EF4-FFF2-40B4-BE49-F238E27FC236}">
                    <a16:creationId xmlns:a16="http://schemas.microsoft.com/office/drawing/2014/main" id="{91ABF735-2A5D-7A28-27E4-D4373F7D1B2F}"/>
                  </a:ext>
                </a:extLst>
              </p:cNvPr>
              <p:cNvSpPr/>
              <p:nvPr/>
            </p:nvSpPr>
            <p:spPr>
              <a:xfrm>
                <a:off x="4415052" y="3681496"/>
                <a:ext cx="74913" cy="9510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848" extrusionOk="0">
                    <a:moveTo>
                      <a:pt x="281" y="1"/>
                    </a:moveTo>
                    <a:lnTo>
                      <a:pt x="0" y="128"/>
                    </a:lnTo>
                    <a:lnTo>
                      <a:pt x="273" y="848"/>
                    </a:lnTo>
                    <a:lnTo>
                      <a:pt x="299" y="848"/>
                    </a:lnTo>
                    <a:cubicBezTo>
                      <a:pt x="460" y="848"/>
                      <a:pt x="580" y="786"/>
                      <a:pt x="667" y="694"/>
                    </a:cubicBezTo>
                    <a:lnTo>
                      <a:pt x="652" y="660"/>
                    </a:lnTo>
                    <a:cubicBezTo>
                      <a:pt x="614" y="683"/>
                      <a:pt x="584" y="691"/>
                      <a:pt x="549" y="691"/>
                    </a:cubicBezTo>
                    <a:cubicBezTo>
                      <a:pt x="449" y="691"/>
                      <a:pt x="377" y="588"/>
                      <a:pt x="322" y="395"/>
                    </a:cubicBezTo>
                    <a:lnTo>
                      <a:pt x="296" y="395"/>
                    </a:lnTo>
                    <a:cubicBezTo>
                      <a:pt x="262" y="395"/>
                      <a:pt x="235" y="388"/>
                      <a:pt x="230" y="369"/>
                    </a:cubicBezTo>
                    <a:cubicBezTo>
                      <a:pt x="223" y="330"/>
                      <a:pt x="253" y="238"/>
                      <a:pt x="276" y="181"/>
                    </a:cubicBezTo>
                    <a:cubicBezTo>
                      <a:pt x="265" y="120"/>
                      <a:pt x="269" y="59"/>
                      <a:pt x="281" y="1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70" name="Google Shape;5170;p41">
                <a:extLst>
                  <a:ext uri="{FF2B5EF4-FFF2-40B4-BE49-F238E27FC236}">
                    <a16:creationId xmlns:a16="http://schemas.microsoft.com/office/drawing/2014/main" id="{7E05A976-DBB2-362D-5620-DA6FCC4674DD}"/>
                  </a:ext>
                </a:extLst>
              </p:cNvPr>
              <p:cNvSpPr/>
              <p:nvPr/>
            </p:nvSpPr>
            <p:spPr>
              <a:xfrm>
                <a:off x="4488169" y="3744301"/>
                <a:ext cx="14242" cy="1514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35" extrusionOk="0">
                    <a:moveTo>
                      <a:pt x="123" y="0"/>
                    </a:moveTo>
                    <a:cubicBezTo>
                      <a:pt x="81" y="46"/>
                      <a:pt x="38" y="81"/>
                      <a:pt x="0" y="100"/>
                    </a:cubicBezTo>
                    <a:lnTo>
                      <a:pt x="15" y="134"/>
                    </a:lnTo>
                    <a:cubicBezTo>
                      <a:pt x="58" y="97"/>
                      <a:pt x="92" y="51"/>
                      <a:pt x="126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71" name="Google Shape;5171;p41">
                <a:extLst>
                  <a:ext uri="{FF2B5EF4-FFF2-40B4-BE49-F238E27FC236}">
                    <a16:creationId xmlns:a16="http://schemas.microsoft.com/office/drawing/2014/main" id="{5FD6DEB9-D158-F432-143A-C1290DBF2BA5}"/>
                  </a:ext>
                </a:extLst>
              </p:cNvPr>
              <p:cNvSpPr/>
              <p:nvPr/>
            </p:nvSpPr>
            <p:spPr>
              <a:xfrm>
                <a:off x="4444770" y="3674655"/>
                <a:ext cx="60670" cy="8433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752" extrusionOk="0">
                    <a:moveTo>
                      <a:pt x="158" y="0"/>
                    </a:moveTo>
                    <a:lnTo>
                      <a:pt x="16" y="62"/>
                    </a:lnTo>
                    <a:cubicBezTo>
                      <a:pt x="4" y="120"/>
                      <a:pt x="0" y="181"/>
                      <a:pt x="11" y="242"/>
                    </a:cubicBezTo>
                    <a:cubicBezTo>
                      <a:pt x="23" y="216"/>
                      <a:pt x="31" y="196"/>
                      <a:pt x="31" y="196"/>
                    </a:cubicBezTo>
                    <a:cubicBezTo>
                      <a:pt x="31" y="196"/>
                      <a:pt x="165" y="334"/>
                      <a:pt x="172" y="391"/>
                    </a:cubicBezTo>
                    <a:cubicBezTo>
                      <a:pt x="181" y="422"/>
                      <a:pt x="115" y="449"/>
                      <a:pt x="57" y="456"/>
                    </a:cubicBezTo>
                    <a:cubicBezTo>
                      <a:pt x="112" y="649"/>
                      <a:pt x="184" y="752"/>
                      <a:pt x="284" y="752"/>
                    </a:cubicBezTo>
                    <a:cubicBezTo>
                      <a:pt x="319" y="752"/>
                      <a:pt x="349" y="744"/>
                      <a:pt x="387" y="721"/>
                    </a:cubicBezTo>
                    <a:cubicBezTo>
                      <a:pt x="425" y="702"/>
                      <a:pt x="468" y="667"/>
                      <a:pt x="510" y="621"/>
                    </a:cubicBezTo>
                    <a:lnTo>
                      <a:pt x="513" y="621"/>
                    </a:lnTo>
                    <a:cubicBezTo>
                      <a:pt x="522" y="606"/>
                      <a:pt x="529" y="591"/>
                      <a:pt x="540" y="575"/>
                    </a:cubicBezTo>
                    <a:lnTo>
                      <a:pt x="513" y="200"/>
                    </a:lnTo>
                    <a:cubicBezTo>
                      <a:pt x="330" y="189"/>
                      <a:pt x="257" y="92"/>
                      <a:pt x="158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72" name="Google Shape;5172;p41">
                <a:extLst>
                  <a:ext uri="{FF2B5EF4-FFF2-40B4-BE49-F238E27FC236}">
                    <a16:creationId xmlns:a16="http://schemas.microsoft.com/office/drawing/2014/main" id="{90E8F252-0636-7EB9-257F-EF1F559437F4}"/>
                  </a:ext>
                </a:extLst>
              </p:cNvPr>
              <p:cNvSpPr/>
              <p:nvPr/>
            </p:nvSpPr>
            <p:spPr>
              <a:xfrm>
                <a:off x="4462377" y="3666132"/>
                <a:ext cx="40036" cy="3095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76" extrusionOk="0">
                    <a:moveTo>
                      <a:pt x="169" y="0"/>
                    </a:moveTo>
                    <a:lnTo>
                      <a:pt x="1" y="76"/>
                    </a:lnTo>
                    <a:cubicBezTo>
                      <a:pt x="100" y="168"/>
                      <a:pt x="173" y="265"/>
                      <a:pt x="356" y="276"/>
                    </a:cubicBezTo>
                    <a:lnTo>
                      <a:pt x="342" y="69"/>
                    </a:lnTo>
                    <a:lnTo>
                      <a:pt x="169" y="0"/>
                    </a:ln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5173" name="Google Shape;5173;p41">
              <a:extLst>
                <a:ext uri="{FF2B5EF4-FFF2-40B4-BE49-F238E27FC236}">
                  <a16:creationId xmlns:a16="http://schemas.microsoft.com/office/drawing/2014/main" id="{FBAF2228-B792-3D38-B7E7-E55CFBBBD64F}"/>
                </a:ext>
              </a:extLst>
            </p:cNvPr>
            <p:cNvSpPr/>
            <p:nvPr/>
          </p:nvSpPr>
          <p:spPr>
            <a:xfrm>
              <a:off x="4861940" y="3619365"/>
              <a:ext cx="193899" cy="127960"/>
            </a:xfrm>
            <a:custGeom>
              <a:avLst/>
              <a:gdLst/>
              <a:ahLst/>
              <a:cxnLst/>
              <a:rect l="l" t="t" r="r" b="b"/>
              <a:pathLst>
                <a:path w="1729" h="1141" extrusionOk="0">
                  <a:moveTo>
                    <a:pt x="989" y="1"/>
                  </a:moveTo>
                  <a:cubicBezTo>
                    <a:pt x="457" y="1"/>
                    <a:pt x="0" y="656"/>
                    <a:pt x="97" y="743"/>
                  </a:cubicBezTo>
                  <a:lnTo>
                    <a:pt x="714" y="578"/>
                  </a:lnTo>
                  <a:cubicBezTo>
                    <a:pt x="724" y="575"/>
                    <a:pt x="734" y="574"/>
                    <a:pt x="745" y="574"/>
                  </a:cubicBezTo>
                  <a:cubicBezTo>
                    <a:pt x="774" y="574"/>
                    <a:pt x="803" y="584"/>
                    <a:pt x="825" y="601"/>
                  </a:cubicBezTo>
                  <a:lnTo>
                    <a:pt x="898" y="666"/>
                  </a:lnTo>
                  <a:cubicBezTo>
                    <a:pt x="932" y="697"/>
                    <a:pt x="947" y="739"/>
                    <a:pt x="936" y="785"/>
                  </a:cubicBezTo>
                  <a:lnTo>
                    <a:pt x="894" y="1004"/>
                  </a:lnTo>
                  <a:cubicBezTo>
                    <a:pt x="883" y="1053"/>
                    <a:pt x="913" y="1099"/>
                    <a:pt x="963" y="1110"/>
                  </a:cubicBezTo>
                  <a:lnTo>
                    <a:pt x="1120" y="1137"/>
                  </a:lnTo>
                  <a:cubicBezTo>
                    <a:pt x="1127" y="1139"/>
                    <a:pt x="1134" y="1140"/>
                    <a:pt x="1141" y="1140"/>
                  </a:cubicBezTo>
                  <a:cubicBezTo>
                    <a:pt x="1161" y="1140"/>
                    <a:pt x="1179" y="1132"/>
                    <a:pt x="1196" y="1119"/>
                  </a:cubicBezTo>
                  <a:lnTo>
                    <a:pt x="1561" y="808"/>
                  </a:lnTo>
                  <a:cubicBezTo>
                    <a:pt x="1561" y="808"/>
                    <a:pt x="1729" y="187"/>
                    <a:pt x="1166" y="26"/>
                  </a:cubicBezTo>
                  <a:cubicBezTo>
                    <a:pt x="1106" y="9"/>
                    <a:pt x="1047" y="1"/>
                    <a:pt x="9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74" name="Google Shape;5174;p41">
              <a:extLst>
                <a:ext uri="{FF2B5EF4-FFF2-40B4-BE49-F238E27FC236}">
                  <a16:creationId xmlns:a16="http://schemas.microsoft.com/office/drawing/2014/main" id="{C90AB46F-A7FC-7D7A-58EB-7B4085AF539C}"/>
                </a:ext>
              </a:extLst>
            </p:cNvPr>
            <p:cNvSpPr/>
            <p:nvPr/>
          </p:nvSpPr>
          <p:spPr>
            <a:xfrm>
              <a:off x="5265767" y="4195100"/>
              <a:ext cx="50129" cy="58429"/>
            </a:xfrm>
            <a:custGeom>
              <a:avLst/>
              <a:gdLst/>
              <a:ahLst/>
              <a:cxnLst/>
              <a:rect l="l" t="t" r="r" b="b"/>
              <a:pathLst>
                <a:path w="447" h="521" extrusionOk="0">
                  <a:moveTo>
                    <a:pt x="340" y="1"/>
                  </a:moveTo>
                  <a:lnTo>
                    <a:pt x="156" y="39"/>
                  </a:lnTo>
                  <a:cubicBezTo>
                    <a:pt x="0" y="73"/>
                    <a:pt x="94" y="520"/>
                    <a:pt x="243" y="520"/>
                  </a:cubicBezTo>
                  <a:cubicBezTo>
                    <a:pt x="248" y="520"/>
                    <a:pt x="253" y="519"/>
                    <a:pt x="259" y="518"/>
                  </a:cubicBezTo>
                  <a:lnTo>
                    <a:pt x="446" y="476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75" name="Google Shape;5175;p41">
              <a:extLst>
                <a:ext uri="{FF2B5EF4-FFF2-40B4-BE49-F238E27FC236}">
                  <a16:creationId xmlns:a16="http://schemas.microsoft.com/office/drawing/2014/main" id="{39113BFD-F1A0-69A9-01A0-E3F0E1AE2208}"/>
                </a:ext>
              </a:extLst>
            </p:cNvPr>
            <p:cNvSpPr/>
            <p:nvPr/>
          </p:nvSpPr>
          <p:spPr>
            <a:xfrm>
              <a:off x="5303783" y="4193642"/>
              <a:ext cx="21980" cy="54840"/>
            </a:xfrm>
            <a:custGeom>
              <a:avLst/>
              <a:gdLst/>
              <a:ahLst/>
              <a:cxnLst/>
              <a:rect l="l" t="t" r="r" b="b"/>
              <a:pathLst>
                <a:path w="196" h="489" extrusionOk="0">
                  <a:moveTo>
                    <a:pt x="68" y="1"/>
                  </a:moveTo>
                  <a:cubicBezTo>
                    <a:pt x="65" y="1"/>
                    <a:pt x="61" y="1"/>
                    <a:pt x="58" y="2"/>
                  </a:cubicBezTo>
                  <a:lnTo>
                    <a:pt x="1" y="14"/>
                  </a:lnTo>
                  <a:lnTo>
                    <a:pt x="107" y="489"/>
                  </a:lnTo>
                  <a:lnTo>
                    <a:pt x="162" y="478"/>
                  </a:lnTo>
                  <a:cubicBezTo>
                    <a:pt x="180" y="473"/>
                    <a:pt x="196" y="450"/>
                    <a:pt x="188" y="432"/>
                  </a:cubicBezTo>
                  <a:lnTo>
                    <a:pt x="104" y="29"/>
                  </a:lnTo>
                  <a:cubicBezTo>
                    <a:pt x="101" y="13"/>
                    <a:pt x="85" y="1"/>
                    <a:pt x="68" y="1"/>
                  </a:cubicBezTo>
                  <a:close/>
                </a:path>
              </a:pathLst>
            </a:custGeom>
            <a:solidFill>
              <a:srgbClr val="FEB5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76" name="Google Shape;5176;p41">
              <a:extLst>
                <a:ext uri="{FF2B5EF4-FFF2-40B4-BE49-F238E27FC236}">
                  <a16:creationId xmlns:a16="http://schemas.microsoft.com/office/drawing/2014/main" id="{370BC3E7-4591-4807-506D-F7893510959A}"/>
                </a:ext>
              </a:extLst>
            </p:cNvPr>
            <p:cNvSpPr/>
            <p:nvPr/>
          </p:nvSpPr>
          <p:spPr>
            <a:xfrm>
              <a:off x="4717164" y="3840975"/>
              <a:ext cx="24672" cy="46653"/>
            </a:xfrm>
            <a:custGeom>
              <a:avLst/>
              <a:gdLst/>
              <a:ahLst/>
              <a:cxnLst/>
              <a:rect l="l" t="t" r="r" b="b"/>
              <a:pathLst>
                <a:path w="220" h="416" extrusionOk="0">
                  <a:moveTo>
                    <a:pt x="108" y="0"/>
                  </a:moveTo>
                  <a:cubicBezTo>
                    <a:pt x="107" y="0"/>
                    <a:pt x="106" y="0"/>
                    <a:pt x="105" y="1"/>
                  </a:cubicBezTo>
                  <a:cubicBezTo>
                    <a:pt x="70" y="4"/>
                    <a:pt x="1" y="112"/>
                    <a:pt x="20" y="227"/>
                  </a:cubicBezTo>
                  <a:cubicBezTo>
                    <a:pt x="38" y="337"/>
                    <a:pt x="134" y="415"/>
                    <a:pt x="169" y="415"/>
                  </a:cubicBezTo>
                  <a:cubicBezTo>
                    <a:pt x="171" y="415"/>
                    <a:pt x="172" y="415"/>
                    <a:pt x="174" y="415"/>
                  </a:cubicBezTo>
                  <a:cubicBezTo>
                    <a:pt x="208" y="411"/>
                    <a:pt x="220" y="311"/>
                    <a:pt x="200" y="196"/>
                  </a:cubicBezTo>
                  <a:cubicBezTo>
                    <a:pt x="182" y="90"/>
                    <a:pt x="13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77" name="Google Shape;5177;p41">
              <a:extLst>
                <a:ext uri="{FF2B5EF4-FFF2-40B4-BE49-F238E27FC236}">
                  <a16:creationId xmlns:a16="http://schemas.microsoft.com/office/drawing/2014/main" id="{20CEEC1C-CB6F-63E7-8E9E-16A3291CBCF0}"/>
                </a:ext>
              </a:extLst>
            </p:cNvPr>
            <p:cNvSpPr/>
            <p:nvPr/>
          </p:nvSpPr>
          <p:spPr>
            <a:xfrm>
              <a:off x="4651896" y="3825498"/>
              <a:ext cx="21195" cy="43513"/>
            </a:xfrm>
            <a:custGeom>
              <a:avLst/>
              <a:gdLst/>
              <a:ahLst/>
              <a:cxnLst/>
              <a:rect l="l" t="t" r="r" b="b"/>
              <a:pathLst>
                <a:path w="189" h="388" extrusionOk="0">
                  <a:moveTo>
                    <a:pt x="136" y="1"/>
                  </a:moveTo>
                  <a:cubicBezTo>
                    <a:pt x="100" y="1"/>
                    <a:pt x="20" y="80"/>
                    <a:pt x="12" y="185"/>
                  </a:cubicBezTo>
                  <a:cubicBezTo>
                    <a:pt x="1" y="292"/>
                    <a:pt x="73" y="384"/>
                    <a:pt x="107" y="388"/>
                  </a:cubicBezTo>
                  <a:cubicBezTo>
                    <a:pt x="138" y="388"/>
                    <a:pt x="169" y="303"/>
                    <a:pt x="176" y="196"/>
                  </a:cubicBezTo>
                  <a:cubicBezTo>
                    <a:pt x="188" y="93"/>
                    <a:pt x="169" y="1"/>
                    <a:pt x="138" y="1"/>
                  </a:cubicBezTo>
                  <a:cubicBezTo>
                    <a:pt x="138" y="1"/>
                    <a:pt x="13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78" name="Google Shape;5178;p41">
              <a:extLst>
                <a:ext uri="{FF2B5EF4-FFF2-40B4-BE49-F238E27FC236}">
                  <a16:creationId xmlns:a16="http://schemas.microsoft.com/office/drawing/2014/main" id="{143AC3CE-F43C-3ABB-43B5-3AC361F8270D}"/>
                </a:ext>
              </a:extLst>
            </p:cNvPr>
            <p:cNvSpPr/>
            <p:nvPr/>
          </p:nvSpPr>
          <p:spPr>
            <a:xfrm>
              <a:off x="4682848" y="3860265"/>
              <a:ext cx="45531" cy="64148"/>
            </a:xfrm>
            <a:custGeom>
              <a:avLst/>
              <a:gdLst/>
              <a:ahLst/>
              <a:cxnLst/>
              <a:rect l="l" t="t" r="r" b="b"/>
              <a:pathLst>
                <a:path w="406" h="572" extrusionOk="0">
                  <a:moveTo>
                    <a:pt x="391" y="1"/>
                  </a:moveTo>
                  <a:cubicBezTo>
                    <a:pt x="123" y="85"/>
                    <a:pt x="0" y="277"/>
                    <a:pt x="31" y="572"/>
                  </a:cubicBezTo>
                  <a:lnTo>
                    <a:pt x="89" y="568"/>
                  </a:lnTo>
                  <a:cubicBezTo>
                    <a:pt x="61" y="300"/>
                    <a:pt x="165" y="135"/>
                    <a:pt x="406" y="59"/>
                  </a:cubicBezTo>
                  <a:lnTo>
                    <a:pt x="3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79" name="Google Shape;5179;p41">
              <a:extLst>
                <a:ext uri="{FF2B5EF4-FFF2-40B4-BE49-F238E27FC236}">
                  <a16:creationId xmlns:a16="http://schemas.microsoft.com/office/drawing/2014/main" id="{2E5FC71B-9311-1DFD-77A3-B803AD3AA8CF}"/>
                </a:ext>
              </a:extLst>
            </p:cNvPr>
            <p:cNvSpPr/>
            <p:nvPr/>
          </p:nvSpPr>
          <p:spPr>
            <a:xfrm>
              <a:off x="4650551" y="3844788"/>
              <a:ext cx="28036" cy="65494"/>
            </a:xfrm>
            <a:custGeom>
              <a:avLst/>
              <a:gdLst/>
              <a:ahLst/>
              <a:cxnLst/>
              <a:rect l="l" t="t" r="r" b="b"/>
              <a:pathLst>
                <a:path w="250" h="584" extrusionOk="0">
                  <a:moveTo>
                    <a:pt x="27" y="1"/>
                  </a:moveTo>
                  <a:lnTo>
                    <a:pt x="27" y="1"/>
                  </a:lnTo>
                  <a:cubicBezTo>
                    <a:pt x="1" y="208"/>
                    <a:pt x="70" y="427"/>
                    <a:pt x="204" y="584"/>
                  </a:cubicBezTo>
                  <a:lnTo>
                    <a:pt x="250" y="545"/>
                  </a:lnTo>
                  <a:cubicBezTo>
                    <a:pt x="124" y="400"/>
                    <a:pt x="62" y="197"/>
                    <a:pt x="85" y="5"/>
                  </a:cubicBezTo>
                  <a:lnTo>
                    <a:pt x="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80" name="Google Shape;5180;p41">
              <a:extLst>
                <a:ext uri="{FF2B5EF4-FFF2-40B4-BE49-F238E27FC236}">
                  <a16:creationId xmlns:a16="http://schemas.microsoft.com/office/drawing/2014/main" id="{D5E4D1A1-00AD-79C5-83AA-FA055AAAA800}"/>
                </a:ext>
              </a:extLst>
            </p:cNvPr>
            <p:cNvSpPr/>
            <p:nvPr/>
          </p:nvSpPr>
          <p:spPr>
            <a:xfrm>
              <a:off x="4717612" y="3919593"/>
              <a:ext cx="43064" cy="26467"/>
            </a:xfrm>
            <a:custGeom>
              <a:avLst/>
              <a:gdLst/>
              <a:ahLst/>
              <a:cxnLst/>
              <a:rect l="l" t="t" r="r" b="b"/>
              <a:pathLst>
                <a:path w="384" h="236" extrusionOk="0">
                  <a:moveTo>
                    <a:pt x="0" y="1"/>
                  </a:moveTo>
                  <a:lnTo>
                    <a:pt x="0" y="235"/>
                  </a:lnTo>
                  <a:lnTo>
                    <a:pt x="315" y="189"/>
                  </a:lnTo>
                  <a:cubicBezTo>
                    <a:pt x="353" y="189"/>
                    <a:pt x="384" y="154"/>
                    <a:pt x="384" y="120"/>
                  </a:cubicBezTo>
                  <a:cubicBezTo>
                    <a:pt x="384" y="81"/>
                    <a:pt x="357" y="51"/>
                    <a:pt x="322" y="4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181" name="Google Shape;5181;p41">
              <a:extLst>
                <a:ext uri="{FF2B5EF4-FFF2-40B4-BE49-F238E27FC236}">
                  <a16:creationId xmlns:a16="http://schemas.microsoft.com/office/drawing/2014/main" id="{EBEA5241-85D4-119D-BFD6-DAD93FBE1D46}"/>
                </a:ext>
              </a:extLst>
            </p:cNvPr>
            <p:cNvSpPr/>
            <p:nvPr/>
          </p:nvSpPr>
          <p:spPr>
            <a:xfrm>
              <a:off x="4643261" y="3895929"/>
              <a:ext cx="74464" cy="70204"/>
            </a:xfrm>
            <a:custGeom>
              <a:avLst/>
              <a:gdLst/>
              <a:ahLst/>
              <a:cxnLst/>
              <a:rect l="l" t="t" r="r" b="b"/>
              <a:pathLst>
                <a:path w="664" h="626" extrusionOk="0">
                  <a:moveTo>
                    <a:pt x="0" y="1"/>
                  </a:moveTo>
                  <a:lnTo>
                    <a:pt x="32" y="469"/>
                  </a:lnTo>
                  <a:lnTo>
                    <a:pt x="380" y="625"/>
                  </a:lnTo>
                  <a:lnTo>
                    <a:pt x="663" y="446"/>
                  </a:lnTo>
                  <a:lnTo>
                    <a:pt x="663" y="212"/>
                  </a:lnTo>
                  <a:cubicBezTo>
                    <a:pt x="525" y="116"/>
                    <a:pt x="345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5182" name="Google Shape;5182;p41">
              <a:extLst>
                <a:ext uri="{FF2B5EF4-FFF2-40B4-BE49-F238E27FC236}">
                  <a16:creationId xmlns:a16="http://schemas.microsoft.com/office/drawing/2014/main" id="{1D7F7503-9B3F-CD80-33FC-FF2424783721}"/>
                </a:ext>
              </a:extLst>
            </p:cNvPr>
            <p:cNvGrpSpPr/>
            <p:nvPr/>
          </p:nvGrpSpPr>
          <p:grpSpPr>
            <a:xfrm>
              <a:off x="5005739" y="4223137"/>
              <a:ext cx="276213" cy="203099"/>
              <a:chOff x="5408064" y="4254475"/>
              <a:chExt cx="276213" cy="203099"/>
            </a:xfrm>
          </p:grpSpPr>
          <p:sp>
            <p:nvSpPr>
              <p:cNvPr id="5183" name="Google Shape;5183;p41">
                <a:extLst>
                  <a:ext uri="{FF2B5EF4-FFF2-40B4-BE49-F238E27FC236}">
                    <a16:creationId xmlns:a16="http://schemas.microsoft.com/office/drawing/2014/main" id="{7D882DC8-D70F-6964-0D2D-CFE6E80AFCE2}"/>
                  </a:ext>
                </a:extLst>
              </p:cNvPr>
              <p:cNvSpPr/>
              <p:nvPr/>
            </p:nvSpPr>
            <p:spPr>
              <a:xfrm>
                <a:off x="5408064" y="4254475"/>
                <a:ext cx="276213" cy="203099"/>
              </a:xfrm>
              <a:custGeom>
                <a:avLst/>
                <a:gdLst/>
                <a:ahLst/>
                <a:cxnLst/>
                <a:rect l="l" t="t" r="r" b="b"/>
                <a:pathLst>
                  <a:path w="2463" h="1811" extrusionOk="0">
                    <a:moveTo>
                      <a:pt x="1230" y="0"/>
                    </a:moveTo>
                    <a:cubicBezTo>
                      <a:pt x="522" y="0"/>
                      <a:pt x="1" y="819"/>
                      <a:pt x="568" y="1563"/>
                    </a:cubicBezTo>
                    <a:cubicBezTo>
                      <a:pt x="568" y="1567"/>
                      <a:pt x="571" y="1567"/>
                      <a:pt x="571" y="1571"/>
                    </a:cubicBezTo>
                    <a:cubicBezTo>
                      <a:pt x="792" y="1738"/>
                      <a:pt x="1019" y="1810"/>
                      <a:pt x="1230" y="1810"/>
                    </a:cubicBezTo>
                    <a:cubicBezTo>
                      <a:pt x="1941" y="1810"/>
                      <a:pt x="2462" y="990"/>
                      <a:pt x="1898" y="245"/>
                    </a:cubicBezTo>
                    <a:cubicBezTo>
                      <a:pt x="1894" y="245"/>
                      <a:pt x="1894" y="242"/>
                      <a:pt x="1889" y="242"/>
                    </a:cubicBezTo>
                    <a:cubicBezTo>
                      <a:pt x="1669" y="73"/>
                      <a:pt x="1441" y="0"/>
                      <a:pt x="12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84" name="Google Shape;5184;p41">
                <a:extLst>
                  <a:ext uri="{FF2B5EF4-FFF2-40B4-BE49-F238E27FC236}">
                    <a16:creationId xmlns:a16="http://schemas.microsoft.com/office/drawing/2014/main" id="{CF500BAF-332D-EC2C-952C-4947DF4C8E2B}"/>
                  </a:ext>
                </a:extLst>
              </p:cNvPr>
              <p:cNvSpPr/>
              <p:nvPr/>
            </p:nvSpPr>
            <p:spPr>
              <a:xfrm>
                <a:off x="5473331" y="4302027"/>
                <a:ext cx="145789" cy="10766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960" extrusionOk="0">
                    <a:moveTo>
                      <a:pt x="649" y="1"/>
                    </a:moveTo>
                    <a:cubicBezTo>
                      <a:pt x="275" y="1"/>
                      <a:pt x="1" y="433"/>
                      <a:pt x="296" y="829"/>
                    </a:cubicBezTo>
                    <a:lnTo>
                      <a:pt x="300" y="833"/>
                    </a:lnTo>
                    <a:cubicBezTo>
                      <a:pt x="417" y="921"/>
                      <a:pt x="538" y="959"/>
                      <a:pt x="649" y="959"/>
                    </a:cubicBezTo>
                    <a:cubicBezTo>
                      <a:pt x="1026" y="959"/>
                      <a:pt x="1300" y="525"/>
                      <a:pt x="1001" y="131"/>
                    </a:cubicBezTo>
                    <a:lnTo>
                      <a:pt x="997" y="128"/>
                    </a:lnTo>
                    <a:cubicBezTo>
                      <a:pt x="881" y="39"/>
                      <a:pt x="760" y="1"/>
                      <a:pt x="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185" name="Google Shape;5185;p41">
                <a:extLst>
                  <a:ext uri="{FF2B5EF4-FFF2-40B4-BE49-F238E27FC236}">
                    <a16:creationId xmlns:a16="http://schemas.microsoft.com/office/drawing/2014/main" id="{884D06BE-E947-9C6B-7E72-3F74B76ACFD9}"/>
                  </a:ext>
                </a:extLst>
              </p:cNvPr>
              <p:cNvSpPr/>
              <p:nvPr/>
            </p:nvSpPr>
            <p:spPr>
              <a:xfrm>
                <a:off x="5497106" y="4319747"/>
                <a:ext cx="98015" cy="72223"/>
              </a:xfrm>
              <a:custGeom>
                <a:avLst/>
                <a:gdLst/>
                <a:ahLst/>
                <a:cxnLst/>
                <a:rect l="l" t="t" r="r" b="b"/>
                <a:pathLst>
                  <a:path w="874" h="644" extrusionOk="0">
                    <a:moveTo>
                      <a:pt x="438" y="1"/>
                    </a:moveTo>
                    <a:cubicBezTo>
                      <a:pt x="186" y="1"/>
                      <a:pt x="1" y="290"/>
                      <a:pt x="199" y="556"/>
                    </a:cubicBezTo>
                    <a:lnTo>
                      <a:pt x="203" y="556"/>
                    </a:lnTo>
                    <a:cubicBezTo>
                      <a:pt x="282" y="617"/>
                      <a:pt x="364" y="643"/>
                      <a:pt x="439" y="643"/>
                    </a:cubicBezTo>
                    <a:cubicBezTo>
                      <a:pt x="691" y="643"/>
                      <a:pt x="874" y="350"/>
                      <a:pt x="670" y="85"/>
                    </a:cubicBezTo>
                    <a:cubicBezTo>
                      <a:pt x="593" y="26"/>
                      <a:pt x="512" y="1"/>
                      <a:pt x="4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grpSp>
            <p:nvGrpSpPr>
              <p:cNvPr id="5186" name="Google Shape;5186;p41">
                <a:extLst>
                  <a:ext uri="{FF2B5EF4-FFF2-40B4-BE49-F238E27FC236}">
                    <a16:creationId xmlns:a16="http://schemas.microsoft.com/office/drawing/2014/main" id="{ED23D552-836D-21D6-1506-E107933BD25B}"/>
                  </a:ext>
                </a:extLst>
              </p:cNvPr>
              <p:cNvGrpSpPr/>
              <p:nvPr/>
            </p:nvGrpSpPr>
            <p:grpSpPr>
              <a:xfrm>
                <a:off x="5449420" y="4258288"/>
                <a:ext cx="194793" cy="194805"/>
                <a:chOff x="5060097" y="4258288"/>
                <a:chExt cx="194793" cy="194805"/>
              </a:xfrm>
            </p:grpSpPr>
            <p:sp>
              <p:nvSpPr>
                <p:cNvPr id="5187" name="Google Shape;5187;p41">
                  <a:extLst>
                    <a:ext uri="{FF2B5EF4-FFF2-40B4-BE49-F238E27FC236}">
                      <a16:creationId xmlns:a16="http://schemas.microsoft.com/office/drawing/2014/main" id="{AE0307C5-0C10-EA5F-C222-E95B8B13F63C}"/>
                    </a:ext>
                  </a:extLst>
                </p:cNvPr>
                <p:cNvSpPr/>
                <p:nvPr/>
              </p:nvSpPr>
              <p:spPr>
                <a:xfrm>
                  <a:off x="5155530" y="4258288"/>
                  <a:ext cx="3476" cy="3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50" extrusionOk="0">
                      <a:moveTo>
                        <a:pt x="16" y="1"/>
                      </a:moveTo>
                      <a:cubicBezTo>
                        <a:pt x="8" y="1"/>
                        <a:pt x="0" y="77"/>
                        <a:pt x="0" y="173"/>
                      </a:cubicBezTo>
                      <a:cubicBezTo>
                        <a:pt x="0" y="268"/>
                        <a:pt x="8" y="349"/>
                        <a:pt x="16" y="349"/>
                      </a:cubicBezTo>
                      <a:cubicBezTo>
                        <a:pt x="23" y="349"/>
                        <a:pt x="31" y="268"/>
                        <a:pt x="31" y="173"/>
                      </a:cubicBezTo>
                      <a:cubicBezTo>
                        <a:pt x="31" y="77"/>
                        <a:pt x="23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88" name="Google Shape;5188;p41">
                  <a:extLst>
                    <a:ext uri="{FF2B5EF4-FFF2-40B4-BE49-F238E27FC236}">
                      <a16:creationId xmlns:a16="http://schemas.microsoft.com/office/drawing/2014/main" id="{F23425C9-755C-F139-285B-31286C9CCA75}"/>
                    </a:ext>
                  </a:extLst>
                </p:cNvPr>
                <p:cNvSpPr/>
                <p:nvPr/>
              </p:nvSpPr>
              <p:spPr>
                <a:xfrm>
                  <a:off x="5155530" y="4414290"/>
                  <a:ext cx="3476" cy="38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46" extrusionOk="0">
                      <a:moveTo>
                        <a:pt x="16" y="0"/>
                      </a:moveTo>
                      <a:cubicBezTo>
                        <a:pt x="8" y="0"/>
                        <a:pt x="0" y="77"/>
                        <a:pt x="0" y="173"/>
                      </a:cubicBezTo>
                      <a:cubicBezTo>
                        <a:pt x="0" y="269"/>
                        <a:pt x="8" y="345"/>
                        <a:pt x="16" y="345"/>
                      </a:cubicBezTo>
                      <a:cubicBezTo>
                        <a:pt x="23" y="345"/>
                        <a:pt x="31" y="269"/>
                        <a:pt x="31" y="173"/>
                      </a:cubicBezTo>
                      <a:cubicBezTo>
                        <a:pt x="31" y="77"/>
                        <a:pt x="23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89" name="Google Shape;5189;p41">
                  <a:extLst>
                    <a:ext uri="{FF2B5EF4-FFF2-40B4-BE49-F238E27FC236}">
                      <a16:creationId xmlns:a16="http://schemas.microsoft.com/office/drawing/2014/main" id="{0CBD9FF9-5141-9C33-7A4F-3868334CC65B}"/>
                    </a:ext>
                  </a:extLst>
                </p:cNvPr>
                <p:cNvSpPr/>
                <p:nvPr/>
              </p:nvSpPr>
              <p:spPr>
                <a:xfrm>
                  <a:off x="5216088" y="4354177"/>
                  <a:ext cx="38802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9" y="30"/>
                        <a:pt x="346" y="23"/>
                        <a:pt x="346" y="16"/>
                      </a:cubicBezTo>
                      <a:cubicBezTo>
                        <a:pt x="346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0" name="Google Shape;5190;p41">
                  <a:extLst>
                    <a:ext uri="{FF2B5EF4-FFF2-40B4-BE49-F238E27FC236}">
                      <a16:creationId xmlns:a16="http://schemas.microsoft.com/office/drawing/2014/main" id="{0B1FF0D5-516D-D64D-F036-0B96A809C8BD}"/>
                    </a:ext>
                  </a:extLst>
                </p:cNvPr>
                <p:cNvSpPr/>
                <p:nvPr/>
              </p:nvSpPr>
              <p:spPr>
                <a:xfrm>
                  <a:off x="5060097" y="4354177"/>
                  <a:ext cx="38802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9" y="30"/>
                        <a:pt x="345" y="23"/>
                        <a:pt x="345" y="16"/>
                      </a:cubicBezTo>
                      <a:cubicBezTo>
                        <a:pt x="345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1" name="Google Shape;5191;p41">
                  <a:extLst>
                    <a:ext uri="{FF2B5EF4-FFF2-40B4-BE49-F238E27FC236}">
                      <a16:creationId xmlns:a16="http://schemas.microsoft.com/office/drawing/2014/main" id="{FBB8129A-8BEE-3497-5463-743B1A4B419F}"/>
                    </a:ext>
                  </a:extLst>
                </p:cNvPr>
                <p:cNvSpPr/>
                <p:nvPr/>
              </p:nvSpPr>
              <p:spPr>
                <a:xfrm>
                  <a:off x="5198145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247" y="1"/>
                      </a:moveTo>
                      <a:cubicBezTo>
                        <a:pt x="237" y="1"/>
                        <a:pt x="180" y="48"/>
                        <a:pt x="119" y="113"/>
                      </a:cubicBezTo>
                      <a:cubicBezTo>
                        <a:pt x="50" y="178"/>
                        <a:pt x="0" y="239"/>
                        <a:pt x="4" y="247"/>
                      </a:cubicBezTo>
                      <a:cubicBezTo>
                        <a:pt x="4" y="247"/>
                        <a:pt x="4" y="247"/>
                        <a:pt x="5" y="247"/>
                      </a:cubicBezTo>
                      <a:cubicBezTo>
                        <a:pt x="15" y="247"/>
                        <a:pt x="75" y="198"/>
                        <a:pt x="138" y="132"/>
                      </a:cubicBezTo>
                      <a:cubicBezTo>
                        <a:pt x="207" y="67"/>
                        <a:pt x="257" y="5"/>
                        <a:pt x="248" y="1"/>
                      </a:cubicBezTo>
                      <a:cubicBezTo>
                        <a:pt x="248" y="1"/>
                        <a:pt x="248" y="1"/>
                        <a:pt x="24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2" name="Google Shape;5192;p41">
                  <a:extLst>
                    <a:ext uri="{FF2B5EF4-FFF2-40B4-BE49-F238E27FC236}">
                      <a16:creationId xmlns:a16="http://schemas.microsoft.com/office/drawing/2014/main" id="{E1686927-2DFC-1B3E-769E-130CE00A0478}"/>
                    </a:ext>
                  </a:extLst>
                </p:cNvPr>
                <p:cNvSpPr/>
                <p:nvPr/>
              </p:nvSpPr>
              <p:spPr>
                <a:xfrm>
                  <a:off x="5087684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252" y="0"/>
                      </a:moveTo>
                      <a:cubicBezTo>
                        <a:pt x="240" y="0"/>
                        <a:pt x="185" y="49"/>
                        <a:pt x="119" y="111"/>
                      </a:cubicBezTo>
                      <a:cubicBezTo>
                        <a:pt x="50" y="180"/>
                        <a:pt x="0" y="238"/>
                        <a:pt x="7" y="245"/>
                      </a:cubicBezTo>
                      <a:cubicBezTo>
                        <a:pt x="8" y="246"/>
                        <a:pt x="8" y="246"/>
                        <a:pt x="9" y="246"/>
                      </a:cubicBezTo>
                      <a:cubicBezTo>
                        <a:pt x="20" y="246"/>
                        <a:pt x="78" y="198"/>
                        <a:pt x="142" y="134"/>
                      </a:cubicBezTo>
                      <a:cubicBezTo>
                        <a:pt x="207" y="65"/>
                        <a:pt x="257" y="8"/>
                        <a:pt x="253" y="1"/>
                      </a:cubicBezTo>
                      <a:cubicBezTo>
                        <a:pt x="253" y="0"/>
                        <a:pt x="252" y="0"/>
                        <a:pt x="25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3" name="Google Shape;5193;p41">
                  <a:extLst>
                    <a:ext uri="{FF2B5EF4-FFF2-40B4-BE49-F238E27FC236}">
                      <a16:creationId xmlns:a16="http://schemas.microsoft.com/office/drawing/2014/main" id="{FD73E13F-7687-DC7A-32D4-862FB9E0E69D}"/>
                    </a:ext>
                  </a:extLst>
                </p:cNvPr>
                <p:cNvSpPr/>
                <p:nvPr/>
              </p:nvSpPr>
              <p:spPr>
                <a:xfrm>
                  <a:off x="5198145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5" y="0"/>
                      </a:moveTo>
                      <a:cubicBezTo>
                        <a:pt x="4" y="0"/>
                        <a:pt x="4" y="0"/>
                        <a:pt x="4" y="1"/>
                      </a:cubicBezTo>
                      <a:cubicBezTo>
                        <a:pt x="0" y="8"/>
                        <a:pt x="50" y="65"/>
                        <a:pt x="119" y="134"/>
                      </a:cubicBezTo>
                      <a:cubicBezTo>
                        <a:pt x="179" y="198"/>
                        <a:pt x="236" y="246"/>
                        <a:pt x="247" y="246"/>
                      </a:cubicBezTo>
                      <a:cubicBezTo>
                        <a:pt x="247" y="246"/>
                        <a:pt x="248" y="246"/>
                        <a:pt x="248" y="245"/>
                      </a:cubicBezTo>
                      <a:cubicBezTo>
                        <a:pt x="257" y="238"/>
                        <a:pt x="207" y="180"/>
                        <a:pt x="138" y="111"/>
                      </a:cubicBezTo>
                      <a:cubicBezTo>
                        <a:pt x="75" y="49"/>
                        <a:pt x="16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4" name="Google Shape;5194;p41">
                  <a:extLst>
                    <a:ext uri="{FF2B5EF4-FFF2-40B4-BE49-F238E27FC236}">
                      <a16:creationId xmlns:a16="http://schemas.microsoft.com/office/drawing/2014/main" id="{1F05CB06-A299-F82C-7A69-A21BA2651A72}"/>
                    </a:ext>
                  </a:extLst>
                </p:cNvPr>
                <p:cNvSpPr/>
                <p:nvPr/>
              </p:nvSpPr>
              <p:spPr>
                <a:xfrm>
                  <a:off x="5087684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9" y="1"/>
                      </a:moveTo>
                      <a:cubicBezTo>
                        <a:pt x="8" y="1"/>
                        <a:pt x="8" y="1"/>
                        <a:pt x="7" y="1"/>
                      </a:cubicBezTo>
                      <a:cubicBezTo>
                        <a:pt x="0" y="5"/>
                        <a:pt x="50" y="67"/>
                        <a:pt x="119" y="132"/>
                      </a:cubicBezTo>
                      <a:cubicBezTo>
                        <a:pt x="185" y="198"/>
                        <a:pt x="241" y="247"/>
                        <a:pt x="252" y="247"/>
                      </a:cubicBezTo>
                      <a:cubicBezTo>
                        <a:pt x="252" y="247"/>
                        <a:pt x="253" y="247"/>
                        <a:pt x="253" y="247"/>
                      </a:cubicBezTo>
                      <a:cubicBezTo>
                        <a:pt x="257" y="239"/>
                        <a:pt x="207" y="178"/>
                        <a:pt x="142" y="113"/>
                      </a:cubicBezTo>
                      <a:cubicBezTo>
                        <a:pt x="77" y="48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5" name="Google Shape;5195;p41">
                  <a:extLst>
                    <a:ext uri="{FF2B5EF4-FFF2-40B4-BE49-F238E27FC236}">
                      <a16:creationId xmlns:a16="http://schemas.microsoft.com/office/drawing/2014/main" id="{AB037074-CC05-6937-8D25-4D22B6B0F4AC}"/>
                    </a:ext>
                  </a:extLst>
                </p:cNvPr>
                <p:cNvSpPr/>
                <p:nvPr/>
              </p:nvSpPr>
              <p:spPr>
                <a:xfrm>
                  <a:off x="5179080" y="4266026"/>
                  <a:ext cx="17382" cy="3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319" extrusionOk="0">
                      <a:moveTo>
                        <a:pt x="146" y="1"/>
                      </a:moveTo>
                      <a:cubicBezTo>
                        <a:pt x="133" y="1"/>
                        <a:pt x="100" y="68"/>
                        <a:pt x="62" y="153"/>
                      </a:cubicBezTo>
                      <a:cubicBezTo>
                        <a:pt x="27" y="242"/>
                        <a:pt x="1" y="319"/>
                        <a:pt x="9" y="319"/>
                      </a:cubicBezTo>
                      <a:cubicBezTo>
                        <a:pt x="9" y="319"/>
                        <a:pt x="9" y="319"/>
                        <a:pt x="10" y="319"/>
                      </a:cubicBezTo>
                      <a:cubicBezTo>
                        <a:pt x="18" y="319"/>
                        <a:pt x="56" y="251"/>
                        <a:pt x="93" y="165"/>
                      </a:cubicBezTo>
                      <a:cubicBezTo>
                        <a:pt x="128" y="77"/>
                        <a:pt x="154" y="4"/>
                        <a:pt x="147" y="1"/>
                      </a:cubicBezTo>
                      <a:cubicBezTo>
                        <a:pt x="147" y="1"/>
                        <a:pt x="146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6" name="Google Shape;5196;p41">
                  <a:extLst>
                    <a:ext uri="{FF2B5EF4-FFF2-40B4-BE49-F238E27FC236}">
                      <a16:creationId xmlns:a16="http://schemas.microsoft.com/office/drawing/2014/main" id="{346949BA-0C62-E796-5BB9-EE0D3D5B6ECD}"/>
                    </a:ext>
                  </a:extLst>
                </p:cNvPr>
                <p:cNvSpPr/>
                <p:nvPr/>
              </p:nvSpPr>
              <p:spPr>
                <a:xfrm>
                  <a:off x="5118523" y="4409467"/>
                  <a:ext cx="16822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323" extrusionOk="0">
                      <a:moveTo>
                        <a:pt x="142" y="1"/>
                      </a:moveTo>
                      <a:cubicBezTo>
                        <a:pt x="133" y="1"/>
                        <a:pt x="96" y="68"/>
                        <a:pt x="62" y="154"/>
                      </a:cubicBezTo>
                      <a:cubicBezTo>
                        <a:pt x="24" y="243"/>
                        <a:pt x="1" y="319"/>
                        <a:pt x="8" y="323"/>
                      </a:cubicBezTo>
                      <a:cubicBezTo>
                        <a:pt x="16" y="323"/>
                        <a:pt x="51" y="254"/>
                        <a:pt x="89" y="166"/>
                      </a:cubicBezTo>
                      <a:cubicBezTo>
                        <a:pt x="127" y="78"/>
                        <a:pt x="150" y="6"/>
                        <a:pt x="143" y="1"/>
                      </a:cubicBezTo>
                      <a:cubicBezTo>
                        <a:pt x="142" y="1"/>
                        <a:pt x="142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7" name="Google Shape;5197;p41">
                  <a:extLst>
                    <a:ext uri="{FF2B5EF4-FFF2-40B4-BE49-F238E27FC236}">
                      <a16:creationId xmlns:a16="http://schemas.microsoft.com/office/drawing/2014/main" id="{DA34BC95-470B-F41D-DB30-40EEF131715D}"/>
                    </a:ext>
                  </a:extLst>
                </p:cNvPr>
                <p:cNvSpPr/>
                <p:nvPr/>
              </p:nvSpPr>
              <p:spPr>
                <a:xfrm>
                  <a:off x="5210929" y="4378402"/>
                  <a:ext cx="36671" cy="15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38" extrusionOk="0">
                      <a:moveTo>
                        <a:pt x="9" y="1"/>
                      </a:moveTo>
                      <a:cubicBezTo>
                        <a:pt x="7" y="1"/>
                        <a:pt x="5" y="1"/>
                        <a:pt x="5" y="2"/>
                      </a:cubicBezTo>
                      <a:cubicBezTo>
                        <a:pt x="1" y="10"/>
                        <a:pt x="70" y="44"/>
                        <a:pt x="157" y="83"/>
                      </a:cubicBezTo>
                      <a:cubicBezTo>
                        <a:pt x="234" y="116"/>
                        <a:pt x="298" y="138"/>
                        <a:pt x="317" y="138"/>
                      </a:cubicBezTo>
                      <a:cubicBezTo>
                        <a:pt x="320" y="138"/>
                        <a:pt x="322" y="137"/>
                        <a:pt x="323" y="136"/>
                      </a:cubicBezTo>
                      <a:cubicBezTo>
                        <a:pt x="327" y="129"/>
                        <a:pt x="258" y="94"/>
                        <a:pt x="169" y="56"/>
                      </a:cubicBezTo>
                      <a:cubicBezTo>
                        <a:pt x="92" y="22"/>
                        <a:pt x="27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8" name="Google Shape;5198;p41">
                  <a:extLst>
                    <a:ext uri="{FF2B5EF4-FFF2-40B4-BE49-F238E27FC236}">
                      <a16:creationId xmlns:a16="http://schemas.microsoft.com/office/drawing/2014/main" id="{37AF427F-57DE-4E26-CCB3-809C6486AC24}"/>
                    </a:ext>
                  </a:extLst>
                </p:cNvPr>
                <p:cNvSpPr/>
                <p:nvPr/>
              </p:nvSpPr>
              <p:spPr>
                <a:xfrm>
                  <a:off x="5067386" y="4317504"/>
                  <a:ext cx="36671" cy="15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41" extrusionOk="0">
                      <a:moveTo>
                        <a:pt x="5" y="0"/>
                      </a:moveTo>
                      <a:cubicBezTo>
                        <a:pt x="3" y="0"/>
                        <a:pt x="1" y="0"/>
                        <a:pt x="1" y="1"/>
                      </a:cubicBezTo>
                      <a:cubicBezTo>
                        <a:pt x="1" y="13"/>
                        <a:pt x="70" y="47"/>
                        <a:pt x="158" y="85"/>
                      </a:cubicBezTo>
                      <a:cubicBezTo>
                        <a:pt x="235" y="119"/>
                        <a:pt x="301" y="141"/>
                        <a:pt x="318" y="141"/>
                      </a:cubicBezTo>
                      <a:cubicBezTo>
                        <a:pt x="321" y="141"/>
                        <a:pt x="322" y="140"/>
                        <a:pt x="323" y="139"/>
                      </a:cubicBezTo>
                      <a:cubicBezTo>
                        <a:pt x="326" y="131"/>
                        <a:pt x="257" y="93"/>
                        <a:pt x="169" y="59"/>
                      </a:cubicBezTo>
                      <a:cubicBezTo>
                        <a:pt x="91" y="25"/>
                        <a:pt x="2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199" name="Google Shape;5199;p41">
                  <a:extLst>
                    <a:ext uri="{FF2B5EF4-FFF2-40B4-BE49-F238E27FC236}">
                      <a16:creationId xmlns:a16="http://schemas.microsoft.com/office/drawing/2014/main" id="{ED88CA3A-7A12-0D5A-9B02-986AD9A21E17}"/>
                    </a:ext>
                  </a:extLst>
                </p:cNvPr>
                <p:cNvSpPr/>
                <p:nvPr/>
              </p:nvSpPr>
              <p:spPr>
                <a:xfrm>
                  <a:off x="5211378" y="4319074"/>
                  <a:ext cx="36671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35" extrusionOk="0">
                      <a:moveTo>
                        <a:pt x="318" y="1"/>
                      </a:moveTo>
                      <a:cubicBezTo>
                        <a:pt x="300" y="1"/>
                        <a:pt x="234" y="22"/>
                        <a:pt x="158" y="53"/>
                      </a:cubicBezTo>
                      <a:cubicBezTo>
                        <a:pt x="70" y="87"/>
                        <a:pt x="1" y="125"/>
                        <a:pt x="4" y="133"/>
                      </a:cubicBezTo>
                      <a:cubicBezTo>
                        <a:pt x="4" y="134"/>
                        <a:pt x="6" y="134"/>
                        <a:pt x="8" y="134"/>
                      </a:cubicBezTo>
                      <a:cubicBezTo>
                        <a:pt x="24" y="134"/>
                        <a:pt x="92" y="112"/>
                        <a:pt x="169" y="79"/>
                      </a:cubicBezTo>
                      <a:cubicBezTo>
                        <a:pt x="257" y="45"/>
                        <a:pt x="326" y="10"/>
                        <a:pt x="323" y="2"/>
                      </a:cubicBezTo>
                      <a:cubicBezTo>
                        <a:pt x="322" y="1"/>
                        <a:pt x="320" y="1"/>
                        <a:pt x="31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0" name="Google Shape;5200;p41">
                  <a:extLst>
                    <a:ext uri="{FF2B5EF4-FFF2-40B4-BE49-F238E27FC236}">
                      <a16:creationId xmlns:a16="http://schemas.microsoft.com/office/drawing/2014/main" id="{EDA9F099-8513-BED7-ECD3-1A3D033234CE}"/>
                    </a:ext>
                  </a:extLst>
                </p:cNvPr>
                <p:cNvSpPr/>
                <p:nvPr/>
              </p:nvSpPr>
              <p:spPr>
                <a:xfrm>
                  <a:off x="5067050" y="4377616"/>
                  <a:ext cx="36559" cy="15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4" extrusionOk="0">
                      <a:moveTo>
                        <a:pt x="317" y="0"/>
                      </a:moveTo>
                      <a:cubicBezTo>
                        <a:pt x="300" y="0"/>
                        <a:pt x="234" y="22"/>
                        <a:pt x="157" y="51"/>
                      </a:cubicBezTo>
                      <a:cubicBezTo>
                        <a:pt x="65" y="90"/>
                        <a:pt x="0" y="124"/>
                        <a:pt x="0" y="132"/>
                      </a:cubicBezTo>
                      <a:cubicBezTo>
                        <a:pt x="1" y="133"/>
                        <a:pt x="2" y="134"/>
                        <a:pt x="5" y="134"/>
                      </a:cubicBezTo>
                      <a:cubicBezTo>
                        <a:pt x="22" y="134"/>
                        <a:pt x="88" y="112"/>
                        <a:pt x="168" y="83"/>
                      </a:cubicBezTo>
                      <a:cubicBezTo>
                        <a:pt x="257" y="44"/>
                        <a:pt x="326" y="9"/>
                        <a:pt x="322" y="2"/>
                      </a:cubicBezTo>
                      <a:cubicBezTo>
                        <a:pt x="322" y="1"/>
                        <a:pt x="320" y="0"/>
                        <a:pt x="3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1" name="Google Shape;5201;p41">
                  <a:extLst>
                    <a:ext uri="{FF2B5EF4-FFF2-40B4-BE49-F238E27FC236}">
                      <a16:creationId xmlns:a16="http://schemas.microsoft.com/office/drawing/2014/main" id="{722C52F8-F3DF-D355-E49D-FF5ED3D25AAA}"/>
                    </a:ext>
                  </a:extLst>
                </p:cNvPr>
                <p:cNvSpPr/>
                <p:nvPr/>
              </p:nvSpPr>
              <p:spPr>
                <a:xfrm>
                  <a:off x="5178295" y="4410028"/>
                  <a:ext cx="16373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" h="323" extrusionOk="0">
                      <a:moveTo>
                        <a:pt x="9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4"/>
                        <a:pt x="23" y="77"/>
                        <a:pt x="62" y="165"/>
                      </a:cubicBezTo>
                      <a:cubicBezTo>
                        <a:pt x="95" y="255"/>
                        <a:pt x="129" y="323"/>
                        <a:pt x="138" y="323"/>
                      </a:cubicBezTo>
                      <a:cubicBezTo>
                        <a:pt x="138" y="323"/>
                        <a:pt x="138" y="322"/>
                        <a:pt x="138" y="322"/>
                      </a:cubicBezTo>
                      <a:cubicBezTo>
                        <a:pt x="146" y="318"/>
                        <a:pt x="123" y="245"/>
                        <a:pt x="89" y="153"/>
                      </a:cubicBezTo>
                      <a:cubicBezTo>
                        <a:pt x="51" y="68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2" name="Google Shape;5202;p41">
                  <a:extLst>
                    <a:ext uri="{FF2B5EF4-FFF2-40B4-BE49-F238E27FC236}">
                      <a16:creationId xmlns:a16="http://schemas.microsoft.com/office/drawing/2014/main" id="{E9EB5877-713A-3C4F-689B-40965F798EE5}"/>
                    </a:ext>
                  </a:extLst>
                </p:cNvPr>
                <p:cNvSpPr/>
                <p:nvPr/>
              </p:nvSpPr>
              <p:spPr>
                <a:xfrm>
                  <a:off x="5119757" y="4265578"/>
                  <a:ext cx="16597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" h="323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9" y="1"/>
                      </a:cubicBezTo>
                      <a:cubicBezTo>
                        <a:pt x="1" y="5"/>
                        <a:pt x="24" y="77"/>
                        <a:pt x="59" y="166"/>
                      </a:cubicBezTo>
                      <a:cubicBezTo>
                        <a:pt x="97" y="254"/>
                        <a:pt x="132" y="323"/>
                        <a:pt x="139" y="323"/>
                      </a:cubicBezTo>
                      <a:cubicBezTo>
                        <a:pt x="147" y="318"/>
                        <a:pt x="124" y="242"/>
                        <a:pt x="89" y="154"/>
                      </a:cubicBezTo>
                      <a:cubicBezTo>
                        <a:pt x="52" y="68"/>
                        <a:pt x="19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3" name="Google Shape;5203;p41">
                  <a:extLst>
                    <a:ext uri="{FF2B5EF4-FFF2-40B4-BE49-F238E27FC236}">
                      <a16:creationId xmlns:a16="http://schemas.microsoft.com/office/drawing/2014/main" id="{0E955EE8-AEED-EC28-C4CE-081FA30ED8CB}"/>
                    </a:ext>
                  </a:extLst>
                </p:cNvPr>
                <p:cNvSpPr/>
                <p:nvPr/>
              </p:nvSpPr>
              <p:spPr>
                <a:xfrm>
                  <a:off x="5167530" y="4259970"/>
                  <a:ext cx="908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42" extrusionOk="0">
                      <a:moveTo>
                        <a:pt x="73" y="0"/>
                      </a:moveTo>
                      <a:cubicBezTo>
                        <a:pt x="66" y="0"/>
                        <a:pt x="43" y="74"/>
                        <a:pt x="24" y="170"/>
                      </a:cubicBezTo>
                      <a:cubicBezTo>
                        <a:pt x="8" y="262"/>
                        <a:pt x="1" y="342"/>
                        <a:pt x="8" y="342"/>
                      </a:cubicBezTo>
                      <a:cubicBezTo>
                        <a:pt x="8" y="342"/>
                        <a:pt x="9" y="342"/>
                        <a:pt x="9" y="342"/>
                      </a:cubicBezTo>
                      <a:cubicBezTo>
                        <a:pt x="16" y="342"/>
                        <a:pt x="35" y="267"/>
                        <a:pt x="54" y="173"/>
                      </a:cubicBezTo>
                      <a:cubicBezTo>
                        <a:pt x="73" y="81"/>
                        <a:pt x="81" y="5"/>
                        <a:pt x="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4" name="Google Shape;5204;p41">
                  <a:extLst>
                    <a:ext uri="{FF2B5EF4-FFF2-40B4-BE49-F238E27FC236}">
                      <a16:creationId xmlns:a16="http://schemas.microsoft.com/office/drawing/2014/main" id="{0AFC2CA6-F2A5-54AB-5D86-61C1CC1FECD3}"/>
                    </a:ext>
                  </a:extLst>
                </p:cNvPr>
                <p:cNvSpPr/>
                <p:nvPr/>
              </p:nvSpPr>
              <p:spPr>
                <a:xfrm>
                  <a:off x="5137812" y="4413393"/>
                  <a:ext cx="9644" cy="38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39" extrusionOk="0">
                      <a:moveTo>
                        <a:pt x="77" y="1"/>
                      </a:moveTo>
                      <a:cubicBezTo>
                        <a:pt x="65" y="1"/>
                        <a:pt x="46" y="76"/>
                        <a:pt x="28" y="165"/>
                      </a:cubicBezTo>
                      <a:cubicBezTo>
                        <a:pt x="9" y="261"/>
                        <a:pt x="1" y="338"/>
                        <a:pt x="13" y="338"/>
                      </a:cubicBezTo>
                      <a:cubicBezTo>
                        <a:pt x="13" y="338"/>
                        <a:pt x="13" y="339"/>
                        <a:pt x="13" y="339"/>
                      </a:cubicBezTo>
                      <a:cubicBezTo>
                        <a:pt x="21" y="339"/>
                        <a:pt x="40" y="263"/>
                        <a:pt x="59" y="173"/>
                      </a:cubicBezTo>
                      <a:cubicBezTo>
                        <a:pt x="78" y="77"/>
                        <a:pt x="86" y="1"/>
                        <a:pt x="78" y="1"/>
                      </a:cubicBezTo>
                      <a:cubicBezTo>
                        <a:pt x="78" y="1"/>
                        <a:pt x="78" y="1"/>
                        <a:pt x="7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5" name="Google Shape;5205;p41">
                  <a:extLst>
                    <a:ext uri="{FF2B5EF4-FFF2-40B4-BE49-F238E27FC236}">
                      <a16:creationId xmlns:a16="http://schemas.microsoft.com/office/drawing/2014/main" id="{86A16CE6-1C95-DAD4-5BA0-B46156B9A4F0}"/>
                    </a:ext>
                  </a:extLst>
                </p:cNvPr>
                <p:cNvSpPr/>
                <p:nvPr/>
              </p:nvSpPr>
              <p:spPr>
                <a:xfrm>
                  <a:off x="5214854" y="4366289"/>
                  <a:ext cx="38354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4" extrusionOk="0">
                      <a:moveTo>
                        <a:pt x="15" y="0"/>
                      </a:moveTo>
                      <a:cubicBezTo>
                        <a:pt x="6" y="0"/>
                        <a:pt x="0" y="1"/>
                        <a:pt x="0" y="3"/>
                      </a:cubicBezTo>
                      <a:cubicBezTo>
                        <a:pt x="0" y="14"/>
                        <a:pt x="73" y="34"/>
                        <a:pt x="168" y="53"/>
                      </a:cubicBezTo>
                      <a:cubicBezTo>
                        <a:pt x="234" y="64"/>
                        <a:pt x="293" y="73"/>
                        <a:pt x="322" y="73"/>
                      </a:cubicBezTo>
                      <a:cubicBezTo>
                        <a:pt x="333" y="73"/>
                        <a:pt x="340" y="72"/>
                        <a:pt x="341" y="69"/>
                      </a:cubicBezTo>
                      <a:cubicBezTo>
                        <a:pt x="341" y="60"/>
                        <a:pt x="269" y="41"/>
                        <a:pt x="173" y="23"/>
                      </a:cubicBezTo>
                      <a:cubicBezTo>
                        <a:pt x="105" y="8"/>
                        <a:pt x="43" y="0"/>
                        <a:pt x="1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6" name="Google Shape;5206;p41">
                  <a:extLst>
                    <a:ext uri="{FF2B5EF4-FFF2-40B4-BE49-F238E27FC236}">
                      <a16:creationId xmlns:a16="http://schemas.microsoft.com/office/drawing/2014/main" id="{01934AE5-1CD2-5AE6-2C09-ABEA26515822}"/>
                    </a:ext>
                  </a:extLst>
                </p:cNvPr>
                <p:cNvSpPr/>
                <p:nvPr/>
              </p:nvSpPr>
              <p:spPr>
                <a:xfrm>
                  <a:off x="5061442" y="4337018"/>
                  <a:ext cx="38802" cy="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2" extrusionOk="0">
                      <a:moveTo>
                        <a:pt x="18" y="0"/>
                      </a:moveTo>
                      <a:cubicBezTo>
                        <a:pt x="9" y="0"/>
                        <a:pt x="4" y="1"/>
                        <a:pt x="4" y="3"/>
                      </a:cubicBezTo>
                      <a:cubicBezTo>
                        <a:pt x="0" y="11"/>
                        <a:pt x="77" y="34"/>
                        <a:pt x="169" y="54"/>
                      </a:cubicBezTo>
                      <a:cubicBezTo>
                        <a:pt x="238" y="64"/>
                        <a:pt x="298" y="72"/>
                        <a:pt x="325" y="72"/>
                      </a:cubicBezTo>
                      <a:cubicBezTo>
                        <a:pt x="335" y="72"/>
                        <a:pt x="341" y="71"/>
                        <a:pt x="341" y="68"/>
                      </a:cubicBezTo>
                      <a:cubicBezTo>
                        <a:pt x="345" y="61"/>
                        <a:pt x="268" y="42"/>
                        <a:pt x="176" y="22"/>
                      </a:cubicBezTo>
                      <a:cubicBezTo>
                        <a:pt x="105" y="8"/>
                        <a:pt x="45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7" name="Google Shape;5207;p41">
                  <a:extLst>
                    <a:ext uri="{FF2B5EF4-FFF2-40B4-BE49-F238E27FC236}">
                      <a16:creationId xmlns:a16="http://schemas.microsoft.com/office/drawing/2014/main" id="{962BA9FC-4673-46EB-1936-876C8EACC8ED}"/>
                    </a:ext>
                  </a:extLst>
                </p:cNvPr>
                <p:cNvSpPr/>
                <p:nvPr/>
              </p:nvSpPr>
              <p:spPr>
                <a:xfrm>
                  <a:off x="5205322" y="4301130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290" y="0"/>
                      </a:moveTo>
                      <a:cubicBezTo>
                        <a:pt x="277" y="0"/>
                        <a:pt x="213" y="37"/>
                        <a:pt x="138" y="86"/>
                      </a:cubicBezTo>
                      <a:cubicBezTo>
                        <a:pt x="58" y="139"/>
                        <a:pt x="0" y="190"/>
                        <a:pt x="5" y="193"/>
                      </a:cubicBezTo>
                      <a:cubicBezTo>
                        <a:pt x="5" y="194"/>
                        <a:pt x="6" y="194"/>
                        <a:pt x="7" y="194"/>
                      </a:cubicBezTo>
                      <a:cubicBezTo>
                        <a:pt x="20" y="194"/>
                        <a:pt x="84" y="158"/>
                        <a:pt x="154" y="109"/>
                      </a:cubicBezTo>
                      <a:cubicBezTo>
                        <a:pt x="235" y="56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8" name="Google Shape;5208;p41">
                  <a:extLst>
                    <a:ext uri="{FF2B5EF4-FFF2-40B4-BE49-F238E27FC236}">
                      <a16:creationId xmlns:a16="http://schemas.microsoft.com/office/drawing/2014/main" id="{42EEA9EB-F9A8-484B-CF59-92A6E57D57A0}"/>
                    </a:ext>
                  </a:extLst>
                </p:cNvPr>
                <p:cNvSpPr/>
                <p:nvPr/>
              </p:nvSpPr>
              <p:spPr>
                <a:xfrm>
                  <a:off x="5076021" y="4388383"/>
                  <a:ext cx="33643" cy="22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9" extrusionOk="0">
                      <a:moveTo>
                        <a:pt x="290" y="0"/>
                      </a:moveTo>
                      <a:cubicBezTo>
                        <a:pt x="277" y="0"/>
                        <a:pt x="216" y="37"/>
                        <a:pt x="142" y="86"/>
                      </a:cubicBezTo>
                      <a:cubicBezTo>
                        <a:pt x="62" y="139"/>
                        <a:pt x="0" y="189"/>
                        <a:pt x="8" y="197"/>
                      </a:cubicBezTo>
                      <a:cubicBezTo>
                        <a:pt x="9" y="198"/>
                        <a:pt x="9" y="198"/>
                        <a:pt x="11" y="198"/>
                      </a:cubicBezTo>
                      <a:cubicBezTo>
                        <a:pt x="24" y="198"/>
                        <a:pt x="87" y="162"/>
                        <a:pt x="157" y="113"/>
                      </a:cubicBezTo>
                      <a:cubicBezTo>
                        <a:pt x="238" y="59"/>
                        <a:pt x="299" y="10"/>
                        <a:pt x="292" y="1"/>
                      </a:cubicBezTo>
                      <a:cubicBezTo>
                        <a:pt x="291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09" name="Google Shape;5209;p41">
                  <a:extLst>
                    <a:ext uri="{FF2B5EF4-FFF2-40B4-BE49-F238E27FC236}">
                      <a16:creationId xmlns:a16="http://schemas.microsoft.com/office/drawing/2014/main" id="{33131A06-C0D0-10A1-36E0-02E3B69B150D}"/>
                    </a:ext>
                  </a:extLst>
                </p:cNvPr>
                <p:cNvSpPr/>
                <p:nvPr/>
              </p:nvSpPr>
              <p:spPr>
                <a:xfrm>
                  <a:off x="5189398" y="4403972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9" y="0"/>
                      </a:move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1" y="9"/>
                        <a:pt x="39" y="78"/>
                        <a:pt x="93" y="154"/>
                      </a:cubicBezTo>
                      <a:cubicBezTo>
                        <a:pt x="144" y="229"/>
                        <a:pt x="191" y="289"/>
                        <a:pt x="199" y="289"/>
                      </a:cubicBezTo>
                      <a:cubicBezTo>
                        <a:pt x="200" y="289"/>
                        <a:pt x="200" y="289"/>
                        <a:pt x="200" y="288"/>
                      </a:cubicBezTo>
                      <a:cubicBezTo>
                        <a:pt x="208" y="284"/>
                        <a:pt x="170" y="215"/>
                        <a:pt x="116" y="138"/>
                      </a:cubicBezTo>
                      <a:cubicBezTo>
                        <a:pt x="64" y="60"/>
                        <a:pt x="16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0" name="Google Shape;5210;p41">
                  <a:extLst>
                    <a:ext uri="{FF2B5EF4-FFF2-40B4-BE49-F238E27FC236}">
                      <a16:creationId xmlns:a16="http://schemas.microsoft.com/office/drawing/2014/main" id="{6A19EB60-F261-33CF-C93F-68E0DEEB40EC}"/>
                    </a:ext>
                  </a:extLst>
                </p:cNvPr>
                <p:cNvSpPr/>
                <p:nvPr/>
              </p:nvSpPr>
              <p:spPr>
                <a:xfrm>
                  <a:off x="5101814" y="4274998"/>
                  <a:ext cx="23214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" h="289" extrusionOk="0">
                      <a:moveTo>
                        <a:pt x="9" y="1"/>
                      </a:moveTo>
                      <a:cubicBezTo>
                        <a:pt x="9" y="1"/>
                        <a:pt x="9" y="1"/>
                        <a:pt x="8" y="1"/>
                      </a:cubicBezTo>
                      <a:cubicBezTo>
                        <a:pt x="0" y="9"/>
                        <a:pt x="39" y="73"/>
                        <a:pt x="92" y="154"/>
                      </a:cubicBezTo>
                      <a:cubicBezTo>
                        <a:pt x="145" y="232"/>
                        <a:pt x="193" y="289"/>
                        <a:pt x="203" y="289"/>
                      </a:cubicBezTo>
                      <a:cubicBezTo>
                        <a:pt x="203" y="289"/>
                        <a:pt x="203" y="289"/>
                        <a:pt x="203" y="289"/>
                      </a:cubicBezTo>
                      <a:cubicBezTo>
                        <a:pt x="207" y="285"/>
                        <a:pt x="173" y="216"/>
                        <a:pt x="119" y="139"/>
                      </a:cubicBezTo>
                      <a:cubicBezTo>
                        <a:pt x="67" y="61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1" name="Google Shape;5211;p41">
                  <a:extLst>
                    <a:ext uri="{FF2B5EF4-FFF2-40B4-BE49-F238E27FC236}">
                      <a16:creationId xmlns:a16="http://schemas.microsoft.com/office/drawing/2014/main" id="{AA122A30-4E3C-7FF1-CD72-39D7D049546D}"/>
                    </a:ext>
                  </a:extLst>
                </p:cNvPr>
                <p:cNvSpPr/>
                <p:nvPr/>
              </p:nvSpPr>
              <p:spPr>
                <a:xfrm>
                  <a:off x="5189061" y="427499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198" y="0"/>
                      </a:moveTo>
                      <a:cubicBezTo>
                        <a:pt x="186" y="0"/>
                        <a:pt x="142" y="59"/>
                        <a:pt x="92" y="135"/>
                      </a:cubicBezTo>
                      <a:cubicBezTo>
                        <a:pt x="39" y="216"/>
                        <a:pt x="0" y="280"/>
                        <a:pt x="7" y="289"/>
                      </a:cubicBezTo>
                      <a:cubicBezTo>
                        <a:pt x="8" y="289"/>
                        <a:pt x="8" y="289"/>
                        <a:pt x="8" y="289"/>
                      </a:cubicBezTo>
                      <a:cubicBezTo>
                        <a:pt x="18" y="289"/>
                        <a:pt x="63" y="228"/>
                        <a:pt x="115" y="151"/>
                      </a:cubicBezTo>
                      <a:cubicBezTo>
                        <a:pt x="168" y="73"/>
                        <a:pt x="207" y="4"/>
                        <a:pt x="200" y="1"/>
                      </a:cubicBezTo>
                      <a:cubicBezTo>
                        <a:pt x="199" y="0"/>
                        <a:pt x="199" y="0"/>
                        <a:pt x="1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2" name="Google Shape;5212;p41">
                  <a:extLst>
                    <a:ext uri="{FF2B5EF4-FFF2-40B4-BE49-F238E27FC236}">
                      <a16:creationId xmlns:a16="http://schemas.microsoft.com/office/drawing/2014/main" id="{0CCA270C-371A-BCFC-4822-6892696A6645}"/>
                    </a:ext>
                  </a:extLst>
                </p:cNvPr>
                <p:cNvSpPr/>
                <p:nvPr/>
              </p:nvSpPr>
              <p:spPr>
                <a:xfrm>
                  <a:off x="5102150" y="440430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200" y="1"/>
                      </a:moveTo>
                      <a:cubicBezTo>
                        <a:pt x="194" y="1"/>
                        <a:pt x="145" y="61"/>
                        <a:pt x="93" y="135"/>
                      </a:cubicBezTo>
                      <a:cubicBezTo>
                        <a:pt x="39" y="216"/>
                        <a:pt x="1" y="285"/>
                        <a:pt x="9" y="289"/>
                      </a:cubicBezTo>
                      <a:cubicBezTo>
                        <a:pt x="9" y="289"/>
                        <a:pt x="10" y="289"/>
                        <a:pt x="10" y="289"/>
                      </a:cubicBezTo>
                      <a:cubicBezTo>
                        <a:pt x="19" y="289"/>
                        <a:pt x="68" y="233"/>
                        <a:pt x="120" y="155"/>
                      </a:cubicBezTo>
                      <a:cubicBezTo>
                        <a:pt x="170" y="75"/>
                        <a:pt x="208" y="6"/>
                        <a:pt x="200" y="1"/>
                      </a:cubicBezTo>
                      <a:cubicBezTo>
                        <a:pt x="200" y="1"/>
                        <a:pt x="200" y="1"/>
                        <a:pt x="20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3" name="Google Shape;5213;p41">
                  <a:extLst>
                    <a:ext uri="{FF2B5EF4-FFF2-40B4-BE49-F238E27FC236}">
                      <a16:creationId xmlns:a16="http://schemas.microsoft.com/office/drawing/2014/main" id="{EF205710-D628-564E-5DB7-0ABFBCBE1C85}"/>
                    </a:ext>
                  </a:extLst>
                </p:cNvPr>
                <p:cNvSpPr/>
                <p:nvPr/>
              </p:nvSpPr>
              <p:spPr>
                <a:xfrm>
                  <a:off x="5205322" y="4388047"/>
                  <a:ext cx="33643" cy="22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8" extrusionOk="0">
                      <a:moveTo>
                        <a:pt x="6" y="0"/>
                      </a:moveTo>
                      <a:cubicBezTo>
                        <a:pt x="6" y="0"/>
                        <a:pt x="5" y="0"/>
                        <a:pt x="5" y="1"/>
                      </a:cubicBezTo>
                      <a:cubicBezTo>
                        <a:pt x="0" y="8"/>
                        <a:pt x="62" y="59"/>
                        <a:pt x="143" y="112"/>
                      </a:cubicBezTo>
                      <a:cubicBezTo>
                        <a:pt x="216" y="161"/>
                        <a:pt x="277" y="197"/>
                        <a:pt x="290" y="197"/>
                      </a:cubicBezTo>
                      <a:cubicBezTo>
                        <a:pt x="291" y="197"/>
                        <a:pt x="292" y="197"/>
                        <a:pt x="292" y="197"/>
                      </a:cubicBezTo>
                      <a:cubicBezTo>
                        <a:pt x="299" y="188"/>
                        <a:pt x="239" y="139"/>
                        <a:pt x="158" y="85"/>
                      </a:cubicBezTo>
                      <a:cubicBezTo>
                        <a:pt x="81" y="38"/>
                        <a:pt x="18" y="0"/>
                        <a:pt x="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4" name="Google Shape;5214;p41">
                  <a:extLst>
                    <a:ext uri="{FF2B5EF4-FFF2-40B4-BE49-F238E27FC236}">
                      <a16:creationId xmlns:a16="http://schemas.microsoft.com/office/drawing/2014/main" id="{7CB5F1C8-D175-48C7-B073-F7BE4766B359}"/>
                    </a:ext>
                  </a:extLst>
                </p:cNvPr>
                <p:cNvSpPr/>
                <p:nvPr/>
              </p:nvSpPr>
              <p:spPr>
                <a:xfrm>
                  <a:off x="5076021" y="4301578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7" y="1"/>
                      </a:moveTo>
                      <a:cubicBezTo>
                        <a:pt x="5" y="1"/>
                        <a:pt x="4" y="1"/>
                        <a:pt x="4" y="2"/>
                      </a:cubicBezTo>
                      <a:cubicBezTo>
                        <a:pt x="0" y="9"/>
                        <a:pt x="58" y="55"/>
                        <a:pt x="138" y="109"/>
                      </a:cubicBezTo>
                      <a:cubicBezTo>
                        <a:pt x="212" y="158"/>
                        <a:pt x="276" y="194"/>
                        <a:pt x="289" y="194"/>
                      </a:cubicBezTo>
                      <a:cubicBezTo>
                        <a:pt x="291" y="194"/>
                        <a:pt x="291" y="194"/>
                        <a:pt x="292" y="193"/>
                      </a:cubicBezTo>
                      <a:cubicBezTo>
                        <a:pt x="295" y="186"/>
                        <a:pt x="234" y="140"/>
                        <a:pt x="157" y="86"/>
                      </a:cubicBezTo>
                      <a:cubicBezTo>
                        <a:pt x="85" y="37"/>
                        <a:pt x="21" y="1"/>
                        <a:pt x="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5" name="Google Shape;5215;p41">
                  <a:extLst>
                    <a:ext uri="{FF2B5EF4-FFF2-40B4-BE49-F238E27FC236}">
                      <a16:creationId xmlns:a16="http://schemas.microsoft.com/office/drawing/2014/main" id="{C2C747E8-25E8-9237-09BD-12C8AC4E141E}"/>
                    </a:ext>
                  </a:extLst>
                </p:cNvPr>
                <p:cNvSpPr/>
                <p:nvPr/>
              </p:nvSpPr>
              <p:spPr>
                <a:xfrm>
                  <a:off x="5214405" y="4336569"/>
                  <a:ext cx="38802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4" extrusionOk="0">
                      <a:moveTo>
                        <a:pt x="327" y="1"/>
                      </a:moveTo>
                      <a:cubicBezTo>
                        <a:pt x="301" y="1"/>
                        <a:pt x="240" y="8"/>
                        <a:pt x="169" y="23"/>
                      </a:cubicBezTo>
                      <a:cubicBezTo>
                        <a:pt x="77" y="42"/>
                        <a:pt x="0" y="61"/>
                        <a:pt x="4" y="69"/>
                      </a:cubicBezTo>
                      <a:cubicBezTo>
                        <a:pt x="4" y="72"/>
                        <a:pt x="10" y="74"/>
                        <a:pt x="21" y="74"/>
                      </a:cubicBezTo>
                      <a:cubicBezTo>
                        <a:pt x="50" y="74"/>
                        <a:pt x="110" y="63"/>
                        <a:pt x="177" y="49"/>
                      </a:cubicBezTo>
                      <a:cubicBezTo>
                        <a:pt x="269" y="35"/>
                        <a:pt x="345" y="12"/>
                        <a:pt x="342" y="3"/>
                      </a:cubicBezTo>
                      <a:cubicBezTo>
                        <a:pt x="342" y="2"/>
                        <a:pt x="336" y="1"/>
                        <a:pt x="32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6" name="Google Shape;5216;p41">
                  <a:extLst>
                    <a:ext uri="{FF2B5EF4-FFF2-40B4-BE49-F238E27FC236}">
                      <a16:creationId xmlns:a16="http://schemas.microsoft.com/office/drawing/2014/main" id="{4830C2EE-4D2D-828C-E712-E42A1D4031AA}"/>
                    </a:ext>
                  </a:extLst>
                </p:cNvPr>
                <p:cNvSpPr/>
                <p:nvPr/>
              </p:nvSpPr>
              <p:spPr>
                <a:xfrm>
                  <a:off x="5061442" y="4366738"/>
                  <a:ext cx="38802" cy="8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5" extrusionOk="0">
                      <a:moveTo>
                        <a:pt x="329" y="0"/>
                      </a:moveTo>
                      <a:cubicBezTo>
                        <a:pt x="300" y="0"/>
                        <a:pt x="240" y="8"/>
                        <a:pt x="169" y="22"/>
                      </a:cubicBezTo>
                      <a:cubicBezTo>
                        <a:pt x="77" y="42"/>
                        <a:pt x="0" y="65"/>
                        <a:pt x="4" y="72"/>
                      </a:cubicBezTo>
                      <a:cubicBezTo>
                        <a:pt x="4" y="74"/>
                        <a:pt x="9" y="75"/>
                        <a:pt x="19" y="75"/>
                      </a:cubicBezTo>
                      <a:cubicBezTo>
                        <a:pt x="46" y="75"/>
                        <a:pt x="108" y="67"/>
                        <a:pt x="176" y="53"/>
                      </a:cubicBezTo>
                      <a:cubicBezTo>
                        <a:pt x="268" y="33"/>
                        <a:pt x="345" y="10"/>
                        <a:pt x="345" y="3"/>
                      </a:cubicBezTo>
                      <a:cubicBezTo>
                        <a:pt x="344" y="1"/>
                        <a:pt x="338" y="0"/>
                        <a:pt x="32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7" name="Google Shape;5217;p41">
                  <a:extLst>
                    <a:ext uri="{FF2B5EF4-FFF2-40B4-BE49-F238E27FC236}">
                      <a16:creationId xmlns:a16="http://schemas.microsoft.com/office/drawing/2014/main" id="{118BFF3D-1A72-5D15-6252-AB7B4FCAA49B}"/>
                    </a:ext>
                  </a:extLst>
                </p:cNvPr>
                <p:cNvSpPr/>
                <p:nvPr/>
              </p:nvSpPr>
              <p:spPr>
                <a:xfrm>
                  <a:off x="5167978" y="4413056"/>
                  <a:ext cx="908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42" extrusionOk="0">
                      <a:moveTo>
                        <a:pt x="8" y="0"/>
                      </a:moveTo>
                      <a:cubicBezTo>
                        <a:pt x="0" y="4"/>
                        <a:pt x="8" y="80"/>
                        <a:pt x="27" y="176"/>
                      </a:cubicBezTo>
                      <a:cubicBezTo>
                        <a:pt x="43" y="268"/>
                        <a:pt x="66" y="341"/>
                        <a:pt x="73" y="341"/>
                      </a:cubicBezTo>
                      <a:cubicBezTo>
                        <a:pt x="80" y="341"/>
                        <a:pt x="73" y="260"/>
                        <a:pt x="54" y="168"/>
                      </a:cubicBezTo>
                      <a:cubicBezTo>
                        <a:pt x="39" y="73"/>
                        <a:pt x="16" y="0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5218" name="Google Shape;5218;p41">
                  <a:extLst>
                    <a:ext uri="{FF2B5EF4-FFF2-40B4-BE49-F238E27FC236}">
                      <a16:creationId xmlns:a16="http://schemas.microsoft.com/office/drawing/2014/main" id="{589D3D0D-924F-D197-97E8-6B88F7871C99}"/>
                    </a:ext>
                  </a:extLst>
                </p:cNvPr>
                <p:cNvSpPr/>
                <p:nvPr/>
              </p:nvSpPr>
              <p:spPr>
                <a:xfrm>
                  <a:off x="5137475" y="4260419"/>
                  <a:ext cx="9532" cy="37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338" extrusionOk="0">
                      <a:moveTo>
                        <a:pt x="8" y="1"/>
                      </a:move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0" y="1"/>
                        <a:pt x="8" y="77"/>
                        <a:pt x="27" y="173"/>
                      </a:cubicBezTo>
                      <a:cubicBezTo>
                        <a:pt x="46" y="263"/>
                        <a:pt x="68" y="338"/>
                        <a:pt x="76" y="338"/>
                      </a:cubicBezTo>
                      <a:cubicBezTo>
                        <a:pt x="76" y="338"/>
                        <a:pt x="76" y="338"/>
                        <a:pt x="77" y="338"/>
                      </a:cubicBezTo>
                      <a:cubicBezTo>
                        <a:pt x="85" y="338"/>
                        <a:pt x="77" y="261"/>
                        <a:pt x="58" y="166"/>
                      </a:cubicBezTo>
                      <a:cubicBezTo>
                        <a:pt x="39" y="76"/>
                        <a:pt x="17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</p:grpSp>
        </p:grpSp>
        <p:sp>
          <p:nvSpPr>
            <p:cNvPr id="5219" name="Google Shape;5219;p41">
              <a:extLst>
                <a:ext uri="{FF2B5EF4-FFF2-40B4-BE49-F238E27FC236}">
                  <a16:creationId xmlns:a16="http://schemas.microsoft.com/office/drawing/2014/main" id="{111BB334-483C-D3E5-67F9-8A9A51997162}"/>
                </a:ext>
              </a:extLst>
            </p:cNvPr>
            <p:cNvSpPr/>
            <p:nvPr/>
          </p:nvSpPr>
          <p:spPr>
            <a:xfrm>
              <a:off x="4869678" y="4040379"/>
              <a:ext cx="342267" cy="92970"/>
            </a:xfrm>
            <a:custGeom>
              <a:avLst/>
              <a:gdLst/>
              <a:ahLst/>
              <a:cxnLst/>
              <a:rect l="l" t="t" r="r" b="b"/>
              <a:pathLst>
                <a:path w="3052" h="829" extrusionOk="0">
                  <a:moveTo>
                    <a:pt x="2893" y="0"/>
                  </a:moveTo>
                  <a:cubicBezTo>
                    <a:pt x="2891" y="0"/>
                    <a:pt x="2889" y="0"/>
                    <a:pt x="2887" y="0"/>
                  </a:cubicBezTo>
                  <a:lnTo>
                    <a:pt x="2086" y="299"/>
                  </a:lnTo>
                  <a:lnTo>
                    <a:pt x="200" y="430"/>
                  </a:lnTo>
                  <a:cubicBezTo>
                    <a:pt x="39" y="480"/>
                    <a:pt x="1" y="694"/>
                    <a:pt x="139" y="798"/>
                  </a:cubicBezTo>
                  <a:lnTo>
                    <a:pt x="181" y="828"/>
                  </a:lnTo>
                  <a:lnTo>
                    <a:pt x="2832" y="744"/>
                  </a:lnTo>
                  <a:cubicBezTo>
                    <a:pt x="2963" y="564"/>
                    <a:pt x="3025" y="365"/>
                    <a:pt x="3044" y="158"/>
                  </a:cubicBezTo>
                  <a:cubicBezTo>
                    <a:pt x="3051" y="72"/>
                    <a:pt x="2979" y="0"/>
                    <a:pt x="28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0" name="Google Shape;5220;p41">
              <a:extLst>
                <a:ext uri="{FF2B5EF4-FFF2-40B4-BE49-F238E27FC236}">
                  <a16:creationId xmlns:a16="http://schemas.microsoft.com/office/drawing/2014/main" id="{F33C06BB-2468-46E9-25BF-18ADF2BC32EC}"/>
                </a:ext>
              </a:extLst>
            </p:cNvPr>
            <p:cNvSpPr/>
            <p:nvPr/>
          </p:nvSpPr>
          <p:spPr>
            <a:xfrm>
              <a:off x="4621730" y="3895592"/>
              <a:ext cx="51699" cy="67176"/>
            </a:xfrm>
            <a:custGeom>
              <a:avLst/>
              <a:gdLst/>
              <a:ahLst/>
              <a:cxnLst/>
              <a:rect l="l" t="t" r="r" b="b"/>
              <a:pathLst>
                <a:path w="461" h="599" extrusionOk="0">
                  <a:moveTo>
                    <a:pt x="1" y="0"/>
                  </a:moveTo>
                  <a:lnTo>
                    <a:pt x="1" y="598"/>
                  </a:lnTo>
                  <a:lnTo>
                    <a:pt x="162" y="598"/>
                  </a:lnTo>
                  <a:cubicBezTo>
                    <a:pt x="327" y="598"/>
                    <a:pt x="461" y="464"/>
                    <a:pt x="461" y="299"/>
                  </a:cubicBezTo>
                  <a:cubicBezTo>
                    <a:pt x="461" y="135"/>
                    <a:pt x="327" y="0"/>
                    <a:pt x="1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1" name="Google Shape;5221;p41">
              <a:extLst>
                <a:ext uri="{FF2B5EF4-FFF2-40B4-BE49-F238E27FC236}">
                  <a16:creationId xmlns:a16="http://schemas.microsoft.com/office/drawing/2014/main" id="{7F331F68-CCB5-C813-5FAE-9CBB5B60E2E5}"/>
                </a:ext>
              </a:extLst>
            </p:cNvPr>
            <p:cNvSpPr/>
            <p:nvPr/>
          </p:nvSpPr>
          <p:spPr>
            <a:xfrm>
              <a:off x="4606703" y="3895592"/>
              <a:ext cx="15140" cy="67176"/>
            </a:xfrm>
            <a:custGeom>
              <a:avLst/>
              <a:gdLst/>
              <a:ahLst/>
              <a:cxnLst/>
              <a:rect l="l" t="t" r="r" b="b"/>
              <a:pathLst>
                <a:path w="135" h="599" extrusionOk="0">
                  <a:moveTo>
                    <a:pt x="1" y="0"/>
                  </a:moveTo>
                  <a:lnTo>
                    <a:pt x="1" y="4"/>
                  </a:lnTo>
                  <a:lnTo>
                    <a:pt x="1" y="598"/>
                  </a:lnTo>
                  <a:lnTo>
                    <a:pt x="135" y="598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2" name="Google Shape;5222;p41">
              <a:extLst>
                <a:ext uri="{FF2B5EF4-FFF2-40B4-BE49-F238E27FC236}">
                  <a16:creationId xmlns:a16="http://schemas.microsoft.com/office/drawing/2014/main" id="{243C28F4-4711-2DDC-ADDC-1CDF0CC3F913}"/>
                </a:ext>
              </a:extLst>
            </p:cNvPr>
            <p:cNvSpPr/>
            <p:nvPr/>
          </p:nvSpPr>
          <p:spPr>
            <a:xfrm>
              <a:off x="4716715" y="3871143"/>
              <a:ext cx="164405" cy="73344"/>
            </a:xfrm>
            <a:custGeom>
              <a:avLst/>
              <a:gdLst/>
              <a:ahLst/>
              <a:cxnLst/>
              <a:rect l="l" t="t" r="r" b="b"/>
              <a:pathLst>
                <a:path w="1466" h="654" extrusionOk="0">
                  <a:moveTo>
                    <a:pt x="1334" y="0"/>
                  </a:moveTo>
                  <a:cubicBezTo>
                    <a:pt x="1174" y="54"/>
                    <a:pt x="717" y="215"/>
                    <a:pt x="491" y="353"/>
                  </a:cubicBezTo>
                  <a:cubicBezTo>
                    <a:pt x="491" y="353"/>
                    <a:pt x="317" y="231"/>
                    <a:pt x="213" y="231"/>
                  </a:cubicBezTo>
                  <a:cubicBezTo>
                    <a:pt x="204" y="231"/>
                    <a:pt x="196" y="232"/>
                    <a:pt x="189" y="234"/>
                  </a:cubicBezTo>
                  <a:cubicBezTo>
                    <a:pt x="93" y="257"/>
                    <a:pt x="1" y="406"/>
                    <a:pt x="12" y="524"/>
                  </a:cubicBezTo>
                  <a:cubicBezTo>
                    <a:pt x="18" y="610"/>
                    <a:pt x="80" y="653"/>
                    <a:pt x="141" y="653"/>
                  </a:cubicBezTo>
                  <a:cubicBezTo>
                    <a:pt x="166" y="653"/>
                    <a:pt x="191" y="646"/>
                    <a:pt x="212" y="632"/>
                  </a:cubicBezTo>
                  <a:cubicBezTo>
                    <a:pt x="288" y="579"/>
                    <a:pt x="238" y="502"/>
                    <a:pt x="288" y="483"/>
                  </a:cubicBezTo>
                  <a:cubicBezTo>
                    <a:pt x="290" y="482"/>
                    <a:pt x="293" y="482"/>
                    <a:pt x="296" y="482"/>
                  </a:cubicBezTo>
                  <a:cubicBezTo>
                    <a:pt x="320" y="482"/>
                    <a:pt x="361" y="514"/>
                    <a:pt x="396" y="547"/>
                  </a:cubicBezTo>
                  <a:cubicBezTo>
                    <a:pt x="416" y="568"/>
                    <a:pt x="444" y="579"/>
                    <a:pt x="471" y="579"/>
                  </a:cubicBezTo>
                  <a:cubicBezTo>
                    <a:pt x="494" y="579"/>
                    <a:pt x="518" y="571"/>
                    <a:pt x="537" y="556"/>
                  </a:cubicBezTo>
                  <a:lnTo>
                    <a:pt x="568" y="533"/>
                  </a:lnTo>
                  <a:cubicBezTo>
                    <a:pt x="921" y="487"/>
                    <a:pt x="1239" y="421"/>
                    <a:pt x="1465" y="303"/>
                  </a:cubicBezTo>
                  <a:cubicBezTo>
                    <a:pt x="1453" y="272"/>
                    <a:pt x="1442" y="245"/>
                    <a:pt x="1430" y="215"/>
                  </a:cubicBezTo>
                  <a:cubicBezTo>
                    <a:pt x="1403" y="142"/>
                    <a:pt x="1380" y="61"/>
                    <a:pt x="1334" y="0"/>
                  </a:cubicBez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3" name="Google Shape;5223;p41">
              <a:extLst>
                <a:ext uri="{FF2B5EF4-FFF2-40B4-BE49-F238E27FC236}">
                  <a16:creationId xmlns:a16="http://schemas.microsoft.com/office/drawing/2014/main" id="{D1BBA343-CC63-F404-0D5A-9654F0618F11}"/>
                </a:ext>
              </a:extLst>
            </p:cNvPr>
            <p:cNvSpPr/>
            <p:nvPr/>
          </p:nvSpPr>
          <p:spPr>
            <a:xfrm>
              <a:off x="4858127" y="3803965"/>
              <a:ext cx="157452" cy="106764"/>
            </a:xfrm>
            <a:custGeom>
              <a:avLst/>
              <a:gdLst/>
              <a:ahLst/>
              <a:cxnLst/>
              <a:rect l="l" t="t" r="r" b="b"/>
              <a:pathLst>
                <a:path w="1404" h="952" extrusionOk="0">
                  <a:moveTo>
                    <a:pt x="1147" y="1"/>
                  </a:moveTo>
                  <a:cubicBezTo>
                    <a:pt x="1088" y="1"/>
                    <a:pt x="1027" y="18"/>
                    <a:pt x="974" y="47"/>
                  </a:cubicBezTo>
                  <a:cubicBezTo>
                    <a:pt x="599" y="242"/>
                    <a:pt x="73" y="591"/>
                    <a:pt x="1" y="614"/>
                  </a:cubicBezTo>
                  <a:cubicBezTo>
                    <a:pt x="12" y="722"/>
                    <a:pt x="54" y="829"/>
                    <a:pt x="96" y="925"/>
                  </a:cubicBezTo>
                  <a:cubicBezTo>
                    <a:pt x="104" y="932"/>
                    <a:pt x="108" y="944"/>
                    <a:pt x="112" y="952"/>
                  </a:cubicBezTo>
                  <a:cubicBezTo>
                    <a:pt x="169" y="929"/>
                    <a:pt x="863" y="725"/>
                    <a:pt x="1181" y="561"/>
                  </a:cubicBezTo>
                  <a:cubicBezTo>
                    <a:pt x="1262" y="518"/>
                    <a:pt x="1354" y="426"/>
                    <a:pt x="1377" y="346"/>
                  </a:cubicBezTo>
                  <a:cubicBezTo>
                    <a:pt x="1400" y="273"/>
                    <a:pt x="1403" y="216"/>
                    <a:pt x="1372" y="147"/>
                  </a:cubicBezTo>
                  <a:cubicBezTo>
                    <a:pt x="1324" y="42"/>
                    <a:pt x="1237" y="1"/>
                    <a:pt x="11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224" name="Google Shape;5224;p41">
            <a:extLst>
              <a:ext uri="{FF2B5EF4-FFF2-40B4-BE49-F238E27FC236}">
                <a16:creationId xmlns:a16="http://schemas.microsoft.com/office/drawing/2014/main" id="{510B9A54-EC2F-B1F5-AF24-9296A3542253}"/>
              </a:ext>
            </a:extLst>
          </p:cNvPr>
          <p:cNvGrpSpPr/>
          <p:nvPr/>
        </p:nvGrpSpPr>
        <p:grpSpPr>
          <a:xfrm>
            <a:off x="4862891" y="4025418"/>
            <a:ext cx="682394" cy="774372"/>
            <a:chOff x="5933354" y="3578766"/>
            <a:chExt cx="682394" cy="774372"/>
          </a:xfrm>
        </p:grpSpPr>
        <p:sp>
          <p:nvSpPr>
            <p:cNvPr id="5225" name="Google Shape;5225;p41">
              <a:extLst>
                <a:ext uri="{FF2B5EF4-FFF2-40B4-BE49-F238E27FC236}">
                  <a16:creationId xmlns:a16="http://schemas.microsoft.com/office/drawing/2014/main" id="{B8F4CC94-8CA3-9345-B5CA-379ECE9DC0E4}"/>
                </a:ext>
              </a:extLst>
            </p:cNvPr>
            <p:cNvSpPr/>
            <p:nvPr/>
          </p:nvSpPr>
          <p:spPr>
            <a:xfrm>
              <a:off x="6417139" y="3944939"/>
              <a:ext cx="29831" cy="26803"/>
            </a:xfrm>
            <a:custGeom>
              <a:avLst/>
              <a:gdLst/>
              <a:ahLst/>
              <a:cxnLst/>
              <a:rect l="l" t="t" r="r" b="b"/>
              <a:pathLst>
                <a:path w="266" h="239" extrusionOk="0">
                  <a:moveTo>
                    <a:pt x="74" y="1"/>
                  </a:moveTo>
                  <a:lnTo>
                    <a:pt x="0" y="112"/>
                  </a:lnTo>
                  <a:lnTo>
                    <a:pt x="193" y="239"/>
                  </a:lnTo>
                  <a:lnTo>
                    <a:pt x="265" y="12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6" name="Google Shape;5226;p41">
              <a:extLst>
                <a:ext uri="{FF2B5EF4-FFF2-40B4-BE49-F238E27FC236}">
                  <a16:creationId xmlns:a16="http://schemas.microsoft.com/office/drawing/2014/main" id="{695D10FE-C2A2-CC5F-329E-89A24BADBD25}"/>
                </a:ext>
              </a:extLst>
            </p:cNvPr>
            <p:cNvSpPr/>
            <p:nvPr/>
          </p:nvSpPr>
          <p:spPr>
            <a:xfrm>
              <a:off x="6366450" y="3960415"/>
              <a:ext cx="29718" cy="26803"/>
            </a:xfrm>
            <a:custGeom>
              <a:avLst/>
              <a:gdLst/>
              <a:ahLst/>
              <a:cxnLst/>
              <a:rect l="l" t="t" r="r" b="b"/>
              <a:pathLst>
                <a:path w="265" h="239" extrusionOk="0">
                  <a:moveTo>
                    <a:pt x="73" y="1"/>
                  </a:moveTo>
                  <a:lnTo>
                    <a:pt x="1" y="112"/>
                  </a:lnTo>
                  <a:lnTo>
                    <a:pt x="192" y="239"/>
                  </a:lnTo>
                  <a:lnTo>
                    <a:pt x="265" y="128"/>
                  </a:lnTo>
                  <a:lnTo>
                    <a:pt x="73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7" name="Google Shape;5227;p41">
              <a:extLst>
                <a:ext uri="{FF2B5EF4-FFF2-40B4-BE49-F238E27FC236}">
                  <a16:creationId xmlns:a16="http://schemas.microsoft.com/office/drawing/2014/main" id="{77B24A80-9B4B-39A6-31D9-D39545B9CE18}"/>
                </a:ext>
              </a:extLst>
            </p:cNvPr>
            <p:cNvSpPr/>
            <p:nvPr/>
          </p:nvSpPr>
          <p:spPr>
            <a:xfrm>
              <a:off x="6255989" y="3696637"/>
              <a:ext cx="184030" cy="272070"/>
            </a:xfrm>
            <a:custGeom>
              <a:avLst/>
              <a:gdLst/>
              <a:ahLst/>
              <a:cxnLst/>
              <a:rect l="l" t="t" r="r" b="b"/>
              <a:pathLst>
                <a:path w="1641" h="2426" extrusionOk="0">
                  <a:moveTo>
                    <a:pt x="369" y="0"/>
                  </a:moveTo>
                  <a:cubicBezTo>
                    <a:pt x="321" y="0"/>
                    <a:pt x="274" y="27"/>
                    <a:pt x="250" y="73"/>
                  </a:cubicBezTo>
                  <a:cubicBezTo>
                    <a:pt x="1" y="540"/>
                    <a:pt x="380" y="1230"/>
                    <a:pt x="395" y="1261"/>
                  </a:cubicBezTo>
                  <a:cubicBezTo>
                    <a:pt x="606" y="1633"/>
                    <a:pt x="928" y="1962"/>
                    <a:pt x="1101" y="2126"/>
                  </a:cubicBezTo>
                  <a:cubicBezTo>
                    <a:pt x="1216" y="2234"/>
                    <a:pt x="1368" y="2353"/>
                    <a:pt x="1469" y="2425"/>
                  </a:cubicBezTo>
                  <a:lnTo>
                    <a:pt x="1641" y="2234"/>
                  </a:lnTo>
                  <a:cubicBezTo>
                    <a:pt x="1580" y="2200"/>
                    <a:pt x="1469" y="2108"/>
                    <a:pt x="1253" y="1901"/>
                  </a:cubicBezTo>
                  <a:cubicBezTo>
                    <a:pt x="989" y="1644"/>
                    <a:pt x="767" y="1372"/>
                    <a:pt x="633" y="1127"/>
                  </a:cubicBezTo>
                  <a:cubicBezTo>
                    <a:pt x="541" y="966"/>
                    <a:pt x="338" y="479"/>
                    <a:pt x="487" y="200"/>
                  </a:cubicBezTo>
                  <a:cubicBezTo>
                    <a:pt x="522" y="134"/>
                    <a:pt x="495" y="54"/>
                    <a:pt x="430" y="16"/>
                  </a:cubicBezTo>
                  <a:cubicBezTo>
                    <a:pt x="411" y="5"/>
                    <a:pt x="390" y="0"/>
                    <a:pt x="3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8" name="Google Shape;5228;p41">
              <a:extLst>
                <a:ext uri="{FF2B5EF4-FFF2-40B4-BE49-F238E27FC236}">
                  <a16:creationId xmlns:a16="http://schemas.microsoft.com/office/drawing/2014/main" id="{56AD7BF6-83A9-3DAF-A083-BD914D884300}"/>
                </a:ext>
              </a:extLst>
            </p:cNvPr>
            <p:cNvSpPr/>
            <p:nvPr/>
          </p:nvSpPr>
          <p:spPr>
            <a:xfrm>
              <a:off x="6295576" y="4142661"/>
              <a:ext cx="25457" cy="24560"/>
            </a:xfrm>
            <a:custGeom>
              <a:avLst/>
              <a:gdLst/>
              <a:ahLst/>
              <a:cxnLst/>
              <a:rect l="l" t="t" r="r" b="b"/>
              <a:pathLst>
                <a:path w="227" h="219" extrusionOk="0">
                  <a:moveTo>
                    <a:pt x="77" y="1"/>
                  </a:moveTo>
                  <a:lnTo>
                    <a:pt x="0" y="123"/>
                  </a:lnTo>
                  <a:lnTo>
                    <a:pt x="146" y="219"/>
                  </a:lnTo>
                  <a:lnTo>
                    <a:pt x="226" y="93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F9B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29" name="Google Shape;5229;p41">
              <a:extLst>
                <a:ext uri="{FF2B5EF4-FFF2-40B4-BE49-F238E27FC236}">
                  <a16:creationId xmlns:a16="http://schemas.microsoft.com/office/drawing/2014/main" id="{500B9135-5488-9387-5C83-1AE4F1DE8D46}"/>
                </a:ext>
              </a:extLst>
            </p:cNvPr>
            <p:cNvSpPr/>
            <p:nvPr/>
          </p:nvSpPr>
          <p:spPr>
            <a:xfrm>
              <a:off x="6284025" y="4150399"/>
              <a:ext cx="32634" cy="32859"/>
            </a:xfrm>
            <a:custGeom>
              <a:avLst/>
              <a:gdLst/>
              <a:ahLst/>
              <a:cxnLst/>
              <a:rect l="l" t="t" r="r" b="b"/>
              <a:pathLst>
                <a:path w="291" h="293" extrusionOk="0">
                  <a:moveTo>
                    <a:pt x="119" y="1"/>
                  </a:moveTo>
                  <a:lnTo>
                    <a:pt x="0" y="181"/>
                  </a:lnTo>
                  <a:lnTo>
                    <a:pt x="176" y="292"/>
                  </a:lnTo>
                  <a:lnTo>
                    <a:pt x="291" y="112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AFB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0" name="Google Shape;5230;p41">
              <a:extLst>
                <a:ext uri="{FF2B5EF4-FFF2-40B4-BE49-F238E27FC236}">
                  <a16:creationId xmlns:a16="http://schemas.microsoft.com/office/drawing/2014/main" id="{91102FFC-EAB2-65DC-A18B-6B77965B84AD}"/>
                </a:ext>
              </a:extLst>
            </p:cNvPr>
            <p:cNvSpPr/>
            <p:nvPr/>
          </p:nvSpPr>
          <p:spPr>
            <a:xfrm>
              <a:off x="6275278" y="4173614"/>
              <a:ext cx="59998" cy="43513"/>
            </a:xfrm>
            <a:custGeom>
              <a:avLst/>
              <a:gdLst/>
              <a:ahLst/>
              <a:cxnLst/>
              <a:rect l="l" t="t" r="r" b="b"/>
              <a:pathLst>
                <a:path w="535" h="388" extrusionOk="0">
                  <a:moveTo>
                    <a:pt x="20" y="1"/>
                  </a:moveTo>
                  <a:lnTo>
                    <a:pt x="16" y="8"/>
                  </a:lnTo>
                  <a:cubicBezTo>
                    <a:pt x="1" y="27"/>
                    <a:pt x="9" y="50"/>
                    <a:pt x="24" y="62"/>
                  </a:cubicBezTo>
                  <a:cubicBezTo>
                    <a:pt x="85" y="104"/>
                    <a:pt x="212" y="188"/>
                    <a:pt x="212" y="188"/>
                  </a:cubicBezTo>
                  <a:lnTo>
                    <a:pt x="507" y="388"/>
                  </a:lnTo>
                  <a:lnTo>
                    <a:pt x="534" y="346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1" name="Google Shape;5231;p41">
              <a:extLst>
                <a:ext uri="{FF2B5EF4-FFF2-40B4-BE49-F238E27FC236}">
                  <a16:creationId xmlns:a16="http://schemas.microsoft.com/office/drawing/2014/main" id="{B208F871-0562-A515-28E8-55ED295FD56C}"/>
                </a:ext>
              </a:extLst>
            </p:cNvPr>
            <p:cNvSpPr/>
            <p:nvPr/>
          </p:nvSpPr>
          <p:spPr>
            <a:xfrm>
              <a:off x="6277521" y="4159035"/>
              <a:ext cx="62353" cy="53382"/>
            </a:xfrm>
            <a:custGeom>
              <a:avLst/>
              <a:gdLst/>
              <a:ahLst/>
              <a:cxnLst/>
              <a:rect l="l" t="t" r="r" b="b"/>
              <a:pathLst>
                <a:path w="556" h="476" extrusionOk="0">
                  <a:moveTo>
                    <a:pt x="107" y="0"/>
                  </a:moveTo>
                  <a:cubicBezTo>
                    <a:pt x="96" y="0"/>
                    <a:pt x="85" y="5"/>
                    <a:pt x="77" y="16"/>
                  </a:cubicBezTo>
                  <a:lnTo>
                    <a:pt x="35" y="81"/>
                  </a:lnTo>
                  <a:lnTo>
                    <a:pt x="0" y="131"/>
                  </a:lnTo>
                  <a:lnTo>
                    <a:pt x="514" y="476"/>
                  </a:lnTo>
                  <a:cubicBezTo>
                    <a:pt x="556" y="410"/>
                    <a:pt x="525" y="345"/>
                    <a:pt x="460" y="303"/>
                  </a:cubicBezTo>
                  <a:lnTo>
                    <a:pt x="399" y="261"/>
                  </a:lnTo>
                  <a:cubicBezTo>
                    <a:pt x="391" y="257"/>
                    <a:pt x="387" y="249"/>
                    <a:pt x="380" y="246"/>
                  </a:cubicBezTo>
                  <a:lnTo>
                    <a:pt x="376" y="242"/>
                  </a:lnTo>
                  <a:cubicBezTo>
                    <a:pt x="364" y="230"/>
                    <a:pt x="357" y="223"/>
                    <a:pt x="357" y="211"/>
                  </a:cubicBezTo>
                  <a:lnTo>
                    <a:pt x="357" y="203"/>
                  </a:lnTo>
                  <a:cubicBezTo>
                    <a:pt x="353" y="196"/>
                    <a:pt x="357" y="188"/>
                    <a:pt x="364" y="180"/>
                  </a:cubicBezTo>
                  <a:lnTo>
                    <a:pt x="364" y="177"/>
                  </a:lnTo>
                  <a:lnTo>
                    <a:pt x="246" y="85"/>
                  </a:lnTo>
                  <a:lnTo>
                    <a:pt x="242" y="88"/>
                  </a:lnTo>
                  <a:cubicBezTo>
                    <a:pt x="227" y="108"/>
                    <a:pt x="203" y="120"/>
                    <a:pt x="179" y="120"/>
                  </a:cubicBezTo>
                  <a:cubicBezTo>
                    <a:pt x="166" y="120"/>
                    <a:pt x="153" y="116"/>
                    <a:pt x="142" y="108"/>
                  </a:cubicBezTo>
                  <a:cubicBezTo>
                    <a:pt x="108" y="85"/>
                    <a:pt x="100" y="39"/>
                    <a:pt x="123" y="8"/>
                  </a:cubicBezTo>
                  <a:lnTo>
                    <a:pt x="123" y="4"/>
                  </a:lnTo>
                  <a:cubicBezTo>
                    <a:pt x="118" y="1"/>
                    <a:pt x="113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2" name="Google Shape;5232;p41">
              <a:extLst>
                <a:ext uri="{FF2B5EF4-FFF2-40B4-BE49-F238E27FC236}">
                  <a16:creationId xmlns:a16="http://schemas.microsoft.com/office/drawing/2014/main" id="{09F528A1-29B7-2C2E-EFEA-109238AC6198}"/>
                </a:ext>
              </a:extLst>
            </p:cNvPr>
            <p:cNvSpPr/>
            <p:nvPr/>
          </p:nvSpPr>
          <p:spPr>
            <a:xfrm>
              <a:off x="6190274" y="3918920"/>
              <a:ext cx="180105" cy="248295"/>
            </a:xfrm>
            <a:custGeom>
              <a:avLst/>
              <a:gdLst/>
              <a:ahLst/>
              <a:cxnLst/>
              <a:rect l="l" t="t" r="r" b="b"/>
              <a:pathLst>
                <a:path w="1606" h="2214" extrusionOk="0">
                  <a:moveTo>
                    <a:pt x="883" y="0"/>
                  </a:moveTo>
                  <a:cubicBezTo>
                    <a:pt x="847" y="0"/>
                    <a:pt x="810" y="1"/>
                    <a:pt x="771" y="3"/>
                  </a:cubicBezTo>
                  <a:cubicBezTo>
                    <a:pt x="525" y="15"/>
                    <a:pt x="115" y="68"/>
                    <a:pt x="0" y="95"/>
                  </a:cubicBezTo>
                  <a:lnTo>
                    <a:pt x="249" y="535"/>
                  </a:lnTo>
                  <a:cubicBezTo>
                    <a:pt x="334" y="517"/>
                    <a:pt x="525" y="482"/>
                    <a:pt x="721" y="466"/>
                  </a:cubicBezTo>
                  <a:cubicBezTo>
                    <a:pt x="778" y="462"/>
                    <a:pt x="828" y="461"/>
                    <a:pt x="871" y="461"/>
                  </a:cubicBezTo>
                  <a:cubicBezTo>
                    <a:pt x="1020" y="461"/>
                    <a:pt x="1088" y="481"/>
                    <a:pt x="1112" y="489"/>
                  </a:cubicBezTo>
                  <a:cubicBezTo>
                    <a:pt x="1127" y="528"/>
                    <a:pt x="1135" y="555"/>
                    <a:pt x="1135" y="586"/>
                  </a:cubicBezTo>
                  <a:cubicBezTo>
                    <a:pt x="1146" y="1103"/>
                    <a:pt x="1081" y="1513"/>
                    <a:pt x="886" y="1969"/>
                  </a:cubicBezTo>
                  <a:lnTo>
                    <a:pt x="1284" y="2214"/>
                  </a:lnTo>
                  <a:cubicBezTo>
                    <a:pt x="1507" y="1693"/>
                    <a:pt x="1606" y="1164"/>
                    <a:pt x="1595" y="574"/>
                  </a:cubicBezTo>
                  <a:cubicBezTo>
                    <a:pt x="1595" y="452"/>
                    <a:pt x="1556" y="356"/>
                    <a:pt x="1522" y="275"/>
                  </a:cubicBezTo>
                  <a:cubicBezTo>
                    <a:pt x="1464" y="149"/>
                    <a:pt x="1346" y="64"/>
                    <a:pt x="1165" y="26"/>
                  </a:cubicBezTo>
                  <a:cubicBezTo>
                    <a:pt x="1084" y="9"/>
                    <a:pt x="991" y="0"/>
                    <a:pt x="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3" name="Google Shape;5233;p41">
              <a:extLst>
                <a:ext uri="{FF2B5EF4-FFF2-40B4-BE49-F238E27FC236}">
                  <a16:creationId xmlns:a16="http://schemas.microsoft.com/office/drawing/2014/main" id="{DCFDBF9D-C2E4-5D88-B6A4-915AAA3F1B6A}"/>
                </a:ext>
              </a:extLst>
            </p:cNvPr>
            <p:cNvSpPr/>
            <p:nvPr/>
          </p:nvSpPr>
          <p:spPr>
            <a:xfrm>
              <a:off x="6235019" y="4226437"/>
              <a:ext cx="31401" cy="78391"/>
            </a:xfrm>
            <a:custGeom>
              <a:avLst/>
              <a:gdLst/>
              <a:ahLst/>
              <a:cxnLst/>
              <a:rect l="l" t="t" r="r" b="b"/>
              <a:pathLst>
                <a:path w="280" h="699" extrusionOk="0">
                  <a:moveTo>
                    <a:pt x="172" y="1"/>
                  </a:moveTo>
                  <a:lnTo>
                    <a:pt x="0" y="672"/>
                  </a:lnTo>
                  <a:lnTo>
                    <a:pt x="112" y="699"/>
                  </a:lnTo>
                  <a:lnTo>
                    <a:pt x="280" y="32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4" name="Google Shape;5234;p41">
              <a:extLst>
                <a:ext uri="{FF2B5EF4-FFF2-40B4-BE49-F238E27FC236}">
                  <a16:creationId xmlns:a16="http://schemas.microsoft.com/office/drawing/2014/main" id="{F2A6F6BE-1E19-7D97-2704-63AB2DDCBDFC}"/>
                </a:ext>
              </a:extLst>
            </p:cNvPr>
            <p:cNvSpPr/>
            <p:nvPr/>
          </p:nvSpPr>
          <p:spPr>
            <a:xfrm>
              <a:off x="6261148" y="4161614"/>
              <a:ext cx="38802" cy="13346"/>
            </a:xfrm>
            <a:custGeom>
              <a:avLst/>
              <a:gdLst/>
              <a:ahLst/>
              <a:cxnLst/>
              <a:rect l="l" t="t" r="r" b="b"/>
              <a:pathLst>
                <a:path w="346" h="119" extrusionOk="0">
                  <a:moveTo>
                    <a:pt x="31" y="0"/>
                  </a:moveTo>
                  <a:lnTo>
                    <a:pt x="1" y="119"/>
                  </a:lnTo>
                  <a:lnTo>
                    <a:pt x="346" y="11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1F2B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5" name="Google Shape;5235;p41">
              <a:extLst>
                <a:ext uri="{FF2B5EF4-FFF2-40B4-BE49-F238E27FC236}">
                  <a16:creationId xmlns:a16="http://schemas.microsoft.com/office/drawing/2014/main" id="{718242B9-4AC6-DD0D-4DFB-94A4D8A2AF3F}"/>
                </a:ext>
              </a:extLst>
            </p:cNvPr>
            <p:cNvSpPr/>
            <p:nvPr/>
          </p:nvSpPr>
          <p:spPr>
            <a:xfrm>
              <a:off x="6182087" y="3985425"/>
              <a:ext cx="21195" cy="47775"/>
            </a:xfrm>
            <a:custGeom>
              <a:avLst/>
              <a:gdLst/>
              <a:ahLst/>
              <a:cxnLst/>
              <a:rect l="l" t="t" r="r" b="b"/>
              <a:pathLst>
                <a:path w="189" h="426" extrusionOk="0">
                  <a:moveTo>
                    <a:pt x="81" y="0"/>
                  </a:moveTo>
                  <a:lnTo>
                    <a:pt x="0" y="23"/>
                  </a:lnTo>
                  <a:lnTo>
                    <a:pt x="104" y="425"/>
                  </a:lnTo>
                  <a:lnTo>
                    <a:pt x="188" y="402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DB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6" name="Google Shape;5236;p41">
              <a:extLst>
                <a:ext uri="{FF2B5EF4-FFF2-40B4-BE49-F238E27FC236}">
                  <a16:creationId xmlns:a16="http://schemas.microsoft.com/office/drawing/2014/main" id="{87BAD9DB-567F-1305-DC11-2CBCFC20C1FF}"/>
                </a:ext>
              </a:extLst>
            </p:cNvPr>
            <p:cNvSpPr/>
            <p:nvPr/>
          </p:nvSpPr>
          <p:spPr>
            <a:xfrm>
              <a:off x="6187246" y="4022771"/>
              <a:ext cx="25457" cy="31065"/>
            </a:xfrm>
            <a:custGeom>
              <a:avLst/>
              <a:gdLst/>
              <a:ahLst/>
              <a:cxnLst/>
              <a:rect l="l" t="t" r="r" b="b"/>
              <a:pathLst>
                <a:path w="227" h="277" extrusionOk="0">
                  <a:moveTo>
                    <a:pt x="170" y="0"/>
                  </a:moveTo>
                  <a:lnTo>
                    <a:pt x="0" y="46"/>
                  </a:lnTo>
                  <a:lnTo>
                    <a:pt x="62" y="276"/>
                  </a:lnTo>
                  <a:lnTo>
                    <a:pt x="227" y="235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FAFB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7" name="Google Shape;5237;p41">
              <a:extLst>
                <a:ext uri="{FF2B5EF4-FFF2-40B4-BE49-F238E27FC236}">
                  <a16:creationId xmlns:a16="http://schemas.microsoft.com/office/drawing/2014/main" id="{624DB59D-7D7A-B9AF-6588-CECFB48F07BA}"/>
                </a:ext>
              </a:extLst>
            </p:cNvPr>
            <p:cNvSpPr/>
            <p:nvPr/>
          </p:nvSpPr>
          <p:spPr>
            <a:xfrm>
              <a:off x="6129492" y="3965126"/>
              <a:ext cx="113379" cy="36336"/>
            </a:xfrm>
            <a:custGeom>
              <a:avLst/>
              <a:gdLst/>
              <a:ahLst/>
              <a:cxnLst/>
              <a:rect l="l" t="t" r="r" b="b"/>
              <a:pathLst>
                <a:path w="1011" h="324" extrusionOk="0">
                  <a:moveTo>
                    <a:pt x="52" y="1"/>
                  </a:moveTo>
                  <a:cubicBezTo>
                    <a:pt x="16" y="1"/>
                    <a:pt x="0" y="26"/>
                    <a:pt x="22" y="63"/>
                  </a:cubicBezTo>
                  <a:lnTo>
                    <a:pt x="144" y="261"/>
                  </a:lnTo>
                  <a:cubicBezTo>
                    <a:pt x="165" y="298"/>
                    <a:pt x="218" y="323"/>
                    <a:pt x="258" y="323"/>
                  </a:cubicBezTo>
                  <a:cubicBezTo>
                    <a:pt x="261" y="323"/>
                    <a:pt x="264" y="323"/>
                    <a:pt x="266" y="323"/>
                  </a:cubicBezTo>
                  <a:lnTo>
                    <a:pt x="929" y="266"/>
                  </a:lnTo>
                  <a:cubicBezTo>
                    <a:pt x="975" y="266"/>
                    <a:pt x="1010" y="224"/>
                    <a:pt x="1010" y="181"/>
                  </a:cubicBezTo>
                  <a:lnTo>
                    <a:pt x="1010" y="169"/>
                  </a:lnTo>
                  <a:cubicBezTo>
                    <a:pt x="1007" y="123"/>
                    <a:pt x="972" y="86"/>
                    <a:pt x="926" y="82"/>
                  </a:cubicBezTo>
                  <a:lnTo>
                    <a:pt x="59" y="1"/>
                  </a:lnTo>
                  <a:cubicBezTo>
                    <a:pt x="57" y="1"/>
                    <a:pt x="54" y="1"/>
                    <a:pt x="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8" name="Google Shape;5238;p41">
              <a:extLst>
                <a:ext uri="{FF2B5EF4-FFF2-40B4-BE49-F238E27FC236}">
                  <a16:creationId xmlns:a16="http://schemas.microsoft.com/office/drawing/2014/main" id="{FAB0D665-05AA-F8FB-97C8-48D98187A534}"/>
                </a:ext>
              </a:extLst>
            </p:cNvPr>
            <p:cNvSpPr/>
            <p:nvPr/>
          </p:nvSpPr>
          <p:spPr>
            <a:xfrm>
              <a:off x="6231094" y="4295186"/>
              <a:ext cx="54278" cy="27252"/>
            </a:xfrm>
            <a:custGeom>
              <a:avLst/>
              <a:gdLst/>
              <a:ahLst/>
              <a:cxnLst/>
              <a:rect l="l" t="t" r="r" b="b"/>
              <a:pathLst>
                <a:path w="484" h="243" extrusionOk="0">
                  <a:moveTo>
                    <a:pt x="32" y="1"/>
                  </a:moveTo>
                  <a:lnTo>
                    <a:pt x="0" y="116"/>
                  </a:lnTo>
                  <a:lnTo>
                    <a:pt x="453" y="243"/>
                  </a:lnTo>
                  <a:lnTo>
                    <a:pt x="483" y="128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39" name="Google Shape;5239;p41">
              <a:extLst>
                <a:ext uri="{FF2B5EF4-FFF2-40B4-BE49-F238E27FC236}">
                  <a16:creationId xmlns:a16="http://schemas.microsoft.com/office/drawing/2014/main" id="{804AA1A2-E6AB-B29A-8B00-84CE70745BE2}"/>
                </a:ext>
              </a:extLst>
            </p:cNvPr>
            <p:cNvSpPr/>
            <p:nvPr/>
          </p:nvSpPr>
          <p:spPr>
            <a:xfrm>
              <a:off x="6217749" y="4201540"/>
              <a:ext cx="72782" cy="72784"/>
            </a:xfrm>
            <a:custGeom>
              <a:avLst/>
              <a:gdLst/>
              <a:ahLst/>
              <a:cxnLst/>
              <a:rect l="l" t="t" r="r" b="b"/>
              <a:pathLst>
                <a:path w="649" h="649" extrusionOk="0">
                  <a:moveTo>
                    <a:pt x="399" y="47"/>
                  </a:moveTo>
                  <a:cubicBezTo>
                    <a:pt x="441" y="47"/>
                    <a:pt x="460" y="81"/>
                    <a:pt x="445" y="116"/>
                  </a:cubicBezTo>
                  <a:lnTo>
                    <a:pt x="418" y="177"/>
                  </a:lnTo>
                  <a:cubicBezTo>
                    <a:pt x="399" y="215"/>
                    <a:pt x="357" y="246"/>
                    <a:pt x="323" y="246"/>
                  </a:cubicBezTo>
                  <a:cubicBezTo>
                    <a:pt x="289" y="246"/>
                    <a:pt x="246" y="215"/>
                    <a:pt x="231" y="177"/>
                  </a:cubicBezTo>
                  <a:lnTo>
                    <a:pt x="204" y="116"/>
                  </a:lnTo>
                  <a:cubicBezTo>
                    <a:pt x="185" y="81"/>
                    <a:pt x="208" y="47"/>
                    <a:pt x="250" y="47"/>
                  </a:cubicBezTo>
                  <a:close/>
                  <a:moveTo>
                    <a:pt x="85" y="197"/>
                  </a:moveTo>
                  <a:cubicBezTo>
                    <a:pt x="94" y="197"/>
                    <a:pt x="102" y="199"/>
                    <a:pt x="112" y="204"/>
                  </a:cubicBezTo>
                  <a:lnTo>
                    <a:pt x="174" y="231"/>
                  </a:lnTo>
                  <a:cubicBezTo>
                    <a:pt x="211" y="250"/>
                    <a:pt x="243" y="288"/>
                    <a:pt x="243" y="323"/>
                  </a:cubicBezTo>
                  <a:cubicBezTo>
                    <a:pt x="243" y="357"/>
                    <a:pt x="211" y="399"/>
                    <a:pt x="174" y="418"/>
                  </a:cubicBezTo>
                  <a:lnTo>
                    <a:pt x="112" y="445"/>
                  </a:lnTo>
                  <a:cubicBezTo>
                    <a:pt x="103" y="449"/>
                    <a:pt x="94" y="450"/>
                    <a:pt x="87" y="450"/>
                  </a:cubicBezTo>
                  <a:cubicBezTo>
                    <a:pt x="61" y="450"/>
                    <a:pt x="43" y="432"/>
                    <a:pt x="43" y="399"/>
                  </a:cubicBezTo>
                  <a:lnTo>
                    <a:pt x="43" y="250"/>
                  </a:lnTo>
                  <a:cubicBezTo>
                    <a:pt x="43" y="218"/>
                    <a:pt x="60" y="197"/>
                    <a:pt x="85" y="197"/>
                  </a:cubicBezTo>
                  <a:close/>
                  <a:moveTo>
                    <a:pt x="555" y="202"/>
                  </a:moveTo>
                  <a:cubicBezTo>
                    <a:pt x="581" y="202"/>
                    <a:pt x="598" y="221"/>
                    <a:pt x="598" y="254"/>
                  </a:cubicBezTo>
                  <a:lnTo>
                    <a:pt x="598" y="406"/>
                  </a:lnTo>
                  <a:cubicBezTo>
                    <a:pt x="598" y="438"/>
                    <a:pt x="582" y="456"/>
                    <a:pt x="558" y="456"/>
                  </a:cubicBezTo>
                  <a:cubicBezTo>
                    <a:pt x="549" y="456"/>
                    <a:pt x="540" y="454"/>
                    <a:pt x="529" y="449"/>
                  </a:cubicBezTo>
                  <a:lnTo>
                    <a:pt x="472" y="422"/>
                  </a:lnTo>
                  <a:cubicBezTo>
                    <a:pt x="434" y="406"/>
                    <a:pt x="403" y="365"/>
                    <a:pt x="403" y="330"/>
                  </a:cubicBezTo>
                  <a:cubicBezTo>
                    <a:pt x="403" y="296"/>
                    <a:pt x="434" y="254"/>
                    <a:pt x="472" y="234"/>
                  </a:cubicBezTo>
                  <a:lnTo>
                    <a:pt x="529" y="208"/>
                  </a:lnTo>
                  <a:cubicBezTo>
                    <a:pt x="538" y="204"/>
                    <a:pt x="547" y="202"/>
                    <a:pt x="555" y="202"/>
                  </a:cubicBezTo>
                  <a:close/>
                  <a:moveTo>
                    <a:pt x="319" y="406"/>
                  </a:moveTo>
                  <a:cubicBezTo>
                    <a:pt x="353" y="406"/>
                    <a:pt x="395" y="438"/>
                    <a:pt x="411" y="475"/>
                  </a:cubicBezTo>
                  <a:lnTo>
                    <a:pt x="441" y="537"/>
                  </a:lnTo>
                  <a:cubicBezTo>
                    <a:pt x="457" y="576"/>
                    <a:pt x="437" y="606"/>
                    <a:pt x="395" y="606"/>
                  </a:cubicBezTo>
                  <a:lnTo>
                    <a:pt x="243" y="606"/>
                  </a:lnTo>
                  <a:cubicBezTo>
                    <a:pt x="200" y="606"/>
                    <a:pt x="181" y="576"/>
                    <a:pt x="200" y="537"/>
                  </a:cubicBezTo>
                  <a:lnTo>
                    <a:pt x="227" y="475"/>
                  </a:lnTo>
                  <a:cubicBezTo>
                    <a:pt x="243" y="438"/>
                    <a:pt x="284" y="406"/>
                    <a:pt x="319" y="406"/>
                  </a:cubicBezTo>
                  <a:close/>
                  <a:moveTo>
                    <a:pt x="323" y="1"/>
                  </a:moveTo>
                  <a:cubicBezTo>
                    <a:pt x="146" y="1"/>
                    <a:pt x="1" y="146"/>
                    <a:pt x="1" y="326"/>
                  </a:cubicBezTo>
                  <a:cubicBezTo>
                    <a:pt x="1" y="507"/>
                    <a:pt x="146" y="648"/>
                    <a:pt x="323" y="648"/>
                  </a:cubicBezTo>
                  <a:cubicBezTo>
                    <a:pt x="503" y="648"/>
                    <a:pt x="648" y="507"/>
                    <a:pt x="648" y="326"/>
                  </a:cubicBezTo>
                  <a:cubicBezTo>
                    <a:pt x="648" y="146"/>
                    <a:pt x="503" y="1"/>
                    <a:pt x="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0" name="Google Shape;5240;p41">
              <a:extLst>
                <a:ext uri="{FF2B5EF4-FFF2-40B4-BE49-F238E27FC236}">
                  <a16:creationId xmlns:a16="http://schemas.microsoft.com/office/drawing/2014/main" id="{FE26ABEC-8F9B-A425-881C-E22FBA8F06F7}"/>
                </a:ext>
              </a:extLst>
            </p:cNvPr>
            <p:cNvSpPr/>
            <p:nvPr/>
          </p:nvSpPr>
          <p:spPr>
            <a:xfrm>
              <a:off x="6250046" y="4196829"/>
              <a:ext cx="8299" cy="5720"/>
            </a:xfrm>
            <a:custGeom>
              <a:avLst/>
              <a:gdLst/>
              <a:ahLst/>
              <a:cxnLst/>
              <a:rect l="l" t="t" r="r" b="b"/>
              <a:pathLst>
                <a:path w="74" h="51" extrusionOk="0">
                  <a:moveTo>
                    <a:pt x="36" y="1"/>
                  </a:moveTo>
                  <a:cubicBezTo>
                    <a:pt x="31" y="1"/>
                    <a:pt x="25" y="4"/>
                    <a:pt x="19" y="12"/>
                  </a:cubicBezTo>
                  <a:lnTo>
                    <a:pt x="1" y="50"/>
                  </a:lnTo>
                  <a:lnTo>
                    <a:pt x="73" y="50"/>
                  </a:lnTo>
                  <a:lnTo>
                    <a:pt x="54" y="12"/>
                  </a:lnTo>
                  <a:cubicBezTo>
                    <a:pt x="48" y="4"/>
                    <a:pt x="42" y="1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1" name="Google Shape;5241;p41">
              <a:extLst>
                <a:ext uri="{FF2B5EF4-FFF2-40B4-BE49-F238E27FC236}">
                  <a16:creationId xmlns:a16="http://schemas.microsoft.com/office/drawing/2014/main" id="{A562FEDB-9F67-BAF6-A193-CFD789E8A5D1}"/>
                </a:ext>
              </a:extLst>
            </p:cNvPr>
            <p:cNvSpPr/>
            <p:nvPr/>
          </p:nvSpPr>
          <p:spPr>
            <a:xfrm>
              <a:off x="6240962" y="4198287"/>
              <a:ext cx="8299" cy="6392"/>
            </a:xfrm>
            <a:custGeom>
              <a:avLst/>
              <a:gdLst/>
              <a:ahLst/>
              <a:cxnLst/>
              <a:rect l="l" t="t" r="r" b="b"/>
              <a:pathLst>
                <a:path w="74" h="57" extrusionOk="0">
                  <a:moveTo>
                    <a:pt x="27" y="0"/>
                  </a:moveTo>
                  <a:cubicBezTo>
                    <a:pt x="20" y="0"/>
                    <a:pt x="15" y="6"/>
                    <a:pt x="13" y="18"/>
                  </a:cubicBezTo>
                  <a:lnTo>
                    <a:pt x="1" y="57"/>
                  </a:lnTo>
                  <a:lnTo>
                    <a:pt x="1" y="57"/>
                  </a:lnTo>
                  <a:lnTo>
                    <a:pt x="73" y="37"/>
                  </a:lnTo>
                  <a:lnTo>
                    <a:pt x="43" y="7"/>
                  </a:lnTo>
                  <a:cubicBezTo>
                    <a:pt x="37" y="2"/>
                    <a:pt x="32" y="0"/>
                    <a:pt x="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2" name="Google Shape;5242;p41">
              <a:extLst>
                <a:ext uri="{FF2B5EF4-FFF2-40B4-BE49-F238E27FC236}">
                  <a16:creationId xmlns:a16="http://schemas.microsoft.com/office/drawing/2014/main" id="{F1AB6636-CB2D-6964-05E4-08F68C0BF3E4}"/>
                </a:ext>
              </a:extLst>
            </p:cNvPr>
            <p:cNvSpPr/>
            <p:nvPr/>
          </p:nvSpPr>
          <p:spPr>
            <a:xfrm>
              <a:off x="6232776" y="4202213"/>
              <a:ext cx="7514" cy="7177"/>
            </a:xfrm>
            <a:custGeom>
              <a:avLst/>
              <a:gdLst/>
              <a:ahLst/>
              <a:cxnLst/>
              <a:rect l="l" t="t" r="r" b="b"/>
              <a:pathLst>
                <a:path w="67" h="64" extrusionOk="0">
                  <a:moveTo>
                    <a:pt x="14" y="1"/>
                  </a:moveTo>
                  <a:cubicBezTo>
                    <a:pt x="6" y="1"/>
                    <a:pt x="1" y="8"/>
                    <a:pt x="1" y="22"/>
                  </a:cubicBezTo>
                  <a:lnTo>
                    <a:pt x="1" y="64"/>
                  </a:lnTo>
                  <a:lnTo>
                    <a:pt x="66" y="25"/>
                  </a:lnTo>
                  <a:lnTo>
                    <a:pt x="28" y="6"/>
                  </a:lnTo>
                  <a:cubicBezTo>
                    <a:pt x="23" y="2"/>
                    <a:pt x="18" y="1"/>
                    <a:pt x="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3" name="Google Shape;5243;p41">
              <a:extLst>
                <a:ext uri="{FF2B5EF4-FFF2-40B4-BE49-F238E27FC236}">
                  <a16:creationId xmlns:a16="http://schemas.microsoft.com/office/drawing/2014/main" id="{44C9CAA5-DB1E-93D7-B3BE-1B77C2897F91}"/>
                </a:ext>
              </a:extLst>
            </p:cNvPr>
            <p:cNvSpPr/>
            <p:nvPr/>
          </p:nvSpPr>
          <p:spPr>
            <a:xfrm>
              <a:off x="6224477" y="4208605"/>
              <a:ext cx="7626" cy="7177"/>
            </a:xfrm>
            <a:custGeom>
              <a:avLst/>
              <a:gdLst/>
              <a:ahLst/>
              <a:cxnLst/>
              <a:rect l="l" t="t" r="r" b="b"/>
              <a:pathLst>
                <a:path w="68" h="64" extrusionOk="0">
                  <a:moveTo>
                    <a:pt x="16" y="1"/>
                  </a:moveTo>
                  <a:cubicBezTo>
                    <a:pt x="6" y="1"/>
                    <a:pt x="0" y="11"/>
                    <a:pt x="6" y="26"/>
                  </a:cubicBezTo>
                  <a:lnTo>
                    <a:pt x="13" y="64"/>
                  </a:lnTo>
                  <a:lnTo>
                    <a:pt x="68" y="14"/>
                  </a:lnTo>
                  <a:lnTo>
                    <a:pt x="25" y="3"/>
                  </a:lnTo>
                  <a:cubicBezTo>
                    <a:pt x="22" y="1"/>
                    <a:pt x="19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4" name="Google Shape;5244;p41">
              <a:extLst>
                <a:ext uri="{FF2B5EF4-FFF2-40B4-BE49-F238E27FC236}">
                  <a16:creationId xmlns:a16="http://schemas.microsoft.com/office/drawing/2014/main" id="{99D6C07A-60ED-972C-0476-F0E19B0CF83A}"/>
                </a:ext>
              </a:extLst>
            </p:cNvPr>
            <p:cNvSpPr/>
            <p:nvPr/>
          </p:nvSpPr>
          <p:spPr>
            <a:xfrm>
              <a:off x="6218197" y="4216680"/>
              <a:ext cx="7402" cy="72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23" y="0"/>
                  </a:moveTo>
                  <a:cubicBezTo>
                    <a:pt x="4" y="0"/>
                    <a:pt x="0" y="11"/>
                    <a:pt x="9" y="27"/>
                  </a:cubicBezTo>
                  <a:lnTo>
                    <a:pt x="32" y="6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5" name="Google Shape;5245;p41">
              <a:extLst>
                <a:ext uri="{FF2B5EF4-FFF2-40B4-BE49-F238E27FC236}">
                  <a16:creationId xmlns:a16="http://schemas.microsoft.com/office/drawing/2014/main" id="{FAF8609A-369B-FF84-6863-CBF5E29F2603}"/>
                </a:ext>
              </a:extLst>
            </p:cNvPr>
            <p:cNvSpPr/>
            <p:nvPr/>
          </p:nvSpPr>
          <p:spPr>
            <a:xfrm>
              <a:off x="6214384" y="4224755"/>
              <a:ext cx="6841" cy="8299"/>
            </a:xfrm>
            <a:custGeom>
              <a:avLst/>
              <a:gdLst/>
              <a:ahLst/>
              <a:cxnLst/>
              <a:rect l="l" t="t" r="r" b="b"/>
              <a:pathLst>
                <a:path w="61" h="74" extrusionOk="0">
                  <a:moveTo>
                    <a:pt x="61" y="1"/>
                  </a:moveTo>
                  <a:lnTo>
                    <a:pt x="20" y="12"/>
                  </a:lnTo>
                  <a:cubicBezTo>
                    <a:pt x="4" y="16"/>
                    <a:pt x="0" y="31"/>
                    <a:pt x="11" y="43"/>
                  </a:cubicBezTo>
                  <a:lnTo>
                    <a:pt x="43" y="73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6" name="Google Shape;5246;p41">
              <a:extLst>
                <a:ext uri="{FF2B5EF4-FFF2-40B4-BE49-F238E27FC236}">
                  <a16:creationId xmlns:a16="http://schemas.microsoft.com/office/drawing/2014/main" id="{EC835256-9423-78EA-04EB-1FADBCF9AD8B}"/>
                </a:ext>
              </a:extLst>
            </p:cNvPr>
            <p:cNvSpPr/>
            <p:nvPr/>
          </p:nvSpPr>
          <p:spPr>
            <a:xfrm>
              <a:off x="6213039" y="4233727"/>
              <a:ext cx="6168" cy="8860"/>
            </a:xfrm>
            <a:custGeom>
              <a:avLst/>
              <a:gdLst/>
              <a:ahLst/>
              <a:cxnLst/>
              <a:rect l="l" t="t" r="r" b="b"/>
              <a:pathLst>
                <a:path w="55" h="79" extrusionOk="0">
                  <a:moveTo>
                    <a:pt x="55" y="1"/>
                  </a:moveTo>
                  <a:lnTo>
                    <a:pt x="16" y="24"/>
                  </a:lnTo>
                  <a:cubicBezTo>
                    <a:pt x="0" y="32"/>
                    <a:pt x="0" y="47"/>
                    <a:pt x="16" y="55"/>
                  </a:cubicBezTo>
                  <a:lnTo>
                    <a:pt x="55" y="7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7" name="Google Shape;5247;p41">
              <a:extLst>
                <a:ext uri="{FF2B5EF4-FFF2-40B4-BE49-F238E27FC236}">
                  <a16:creationId xmlns:a16="http://schemas.microsoft.com/office/drawing/2014/main" id="{D6CFC6BB-639C-AE31-923A-FFA1E5331886}"/>
                </a:ext>
              </a:extLst>
            </p:cNvPr>
            <p:cNvSpPr/>
            <p:nvPr/>
          </p:nvSpPr>
          <p:spPr>
            <a:xfrm>
              <a:off x="6214384" y="4243260"/>
              <a:ext cx="6841" cy="8299"/>
            </a:xfrm>
            <a:custGeom>
              <a:avLst/>
              <a:gdLst/>
              <a:ahLst/>
              <a:cxnLst/>
              <a:rect l="l" t="t" r="r" b="b"/>
              <a:pathLst>
                <a:path w="61" h="74" extrusionOk="0">
                  <a:moveTo>
                    <a:pt x="43" y="0"/>
                  </a:moveTo>
                  <a:lnTo>
                    <a:pt x="11" y="31"/>
                  </a:lnTo>
                  <a:cubicBezTo>
                    <a:pt x="0" y="43"/>
                    <a:pt x="4" y="57"/>
                    <a:pt x="20" y="62"/>
                  </a:cubicBezTo>
                  <a:lnTo>
                    <a:pt x="61" y="7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8" name="Google Shape;5248;p41">
              <a:extLst>
                <a:ext uri="{FF2B5EF4-FFF2-40B4-BE49-F238E27FC236}">
                  <a16:creationId xmlns:a16="http://schemas.microsoft.com/office/drawing/2014/main" id="{C445D24A-A556-8E39-C364-D1AA045CCC4D}"/>
                </a:ext>
              </a:extLst>
            </p:cNvPr>
            <p:cNvSpPr/>
            <p:nvPr/>
          </p:nvSpPr>
          <p:spPr>
            <a:xfrm>
              <a:off x="6218197" y="4251783"/>
              <a:ext cx="7850" cy="7514"/>
            </a:xfrm>
            <a:custGeom>
              <a:avLst/>
              <a:gdLst/>
              <a:ahLst/>
              <a:cxnLst/>
              <a:rect l="l" t="t" r="r" b="b"/>
              <a:pathLst>
                <a:path w="70" h="67" extrusionOk="0">
                  <a:moveTo>
                    <a:pt x="32" y="1"/>
                  </a:moveTo>
                  <a:lnTo>
                    <a:pt x="12" y="39"/>
                  </a:lnTo>
                  <a:cubicBezTo>
                    <a:pt x="0" y="55"/>
                    <a:pt x="9" y="66"/>
                    <a:pt x="27" y="66"/>
                  </a:cubicBezTo>
                  <a:lnTo>
                    <a:pt x="69" y="66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49" name="Google Shape;5249;p41">
              <a:extLst>
                <a:ext uri="{FF2B5EF4-FFF2-40B4-BE49-F238E27FC236}">
                  <a16:creationId xmlns:a16="http://schemas.microsoft.com/office/drawing/2014/main" id="{518587F3-C1C2-D713-815C-C14361167A6E}"/>
                </a:ext>
              </a:extLst>
            </p:cNvPr>
            <p:cNvSpPr/>
            <p:nvPr/>
          </p:nvSpPr>
          <p:spPr>
            <a:xfrm>
              <a:off x="6224701" y="4259970"/>
              <a:ext cx="7850" cy="7514"/>
            </a:xfrm>
            <a:custGeom>
              <a:avLst/>
              <a:gdLst/>
              <a:ahLst/>
              <a:cxnLst/>
              <a:rect l="l" t="t" r="r" b="b"/>
              <a:pathLst>
                <a:path w="70" h="67" extrusionOk="0">
                  <a:moveTo>
                    <a:pt x="15" y="0"/>
                  </a:moveTo>
                  <a:lnTo>
                    <a:pt x="4" y="43"/>
                  </a:lnTo>
                  <a:cubicBezTo>
                    <a:pt x="1" y="56"/>
                    <a:pt x="9" y="66"/>
                    <a:pt x="21" y="66"/>
                  </a:cubicBezTo>
                  <a:cubicBezTo>
                    <a:pt x="23" y="66"/>
                    <a:pt x="25" y="66"/>
                    <a:pt x="27" y="66"/>
                  </a:cubicBezTo>
                  <a:lnTo>
                    <a:pt x="69" y="5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0" name="Google Shape;5250;p41">
              <a:extLst>
                <a:ext uri="{FF2B5EF4-FFF2-40B4-BE49-F238E27FC236}">
                  <a16:creationId xmlns:a16="http://schemas.microsoft.com/office/drawing/2014/main" id="{D9DA32B6-2B9A-FA9B-2FBF-91737796D5F1}"/>
                </a:ext>
              </a:extLst>
            </p:cNvPr>
            <p:cNvSpPr/>
            <p:nvPr/>
          </p:nvSpPr>
          <p:spPr>
            <a:xfrm>
              <a:off x="6233224" y="4266475"/>
              <a:ext cx="7402" cy="7177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1" y="0"/>
                  </a:moveTo>
                  <a:lnTo>
                    <a:pt x="1" y="43"/>
                  </a:lnTo>
                  <a:cubicBezTo>
                    <a:pt x="1" y="56"/>
                    <a:pt x="6" y="63"/>
                    <a:pt x="14" y="63"/>
                  </a:cubicBezTo>
                  <a:cubicBezTo>
                    <a:pt x="18" y="63"/>
                    <a:pt x="22" y="61"/>
                    <a:pt x="27" y="57"/>
                  </a:cubicBezTo>
                  <a:lnTo>
                    <a:pt x="66" y="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1" name="Google Shape;5251;p41">
              <a:extLst>
                <a:ext uri="{FF2B5EF4-FFF2-40B4-BE49-F238E27FC236}">
                  <a16:creationId xmlns:a16="http://schemas.microsoft.com/office/drawing/2014/main" id="{9B9469CC-E28D-7A9E-273F-8CF7F85A26BB}"/>
                </a:ext>
              </a:extLst>
            </p:cNvPr>
            <p:cNvSpPr/>
            <p:nvPr/>
          </p:nvSpPr>
          <p:spPr>
            <a:xfrm>
              <a:off x="6241411" y="4270737"/>
              <a:ext cx="8187" cy="6729"/>
            </a:xfrm>
            <a:custGeom>
              <a:avLst/>
              <a:gdLst/>
              <a:ahLst/>
              <a:cxnLst/>
              <a:rect l="l" t="t" r="r" b="b"/>
              <a:pathLst>
                <a:path w="73" h="60" extrusionOk="0">
                  <a:moveTo>
                    <a:pt x="0" y="1"/>
                  </a:moveTo>
                  <a:lnTo>
                    <a:pt x="12" y="42"/>
                  </a:lnTo>
                  <a:cubicBezTo>
                    <a:pt x="14" y="54"/>
                    <a:pt x="21" y="60"/>
                    <a:pt x="28" y="60"/>
                  </a:cubicBezTo>
                  <a:cubicBezTo>
                    <a:pt x="33" y="60"/>
                    <a:pt x="38" y="57"/>
                    <a:pt x="43" y="51"/>
                  </a:cubicBezTo>
                  <a:lnTo>
                    <a:pt x="73" y="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2" name="Google Shape;5252;p41">
              <a:extLst>
                <a:ext uri="{FF2B5EF4-FFF2-40B4-BE49-F238E27FC236}">
                  <a16:creationId xmlns:a16="http://schemas.microsoft.com/office/drawing/2014/main" id="{E1775E28-7BB2-D099-07BA-B05227E1F569}"/>
                </a:ext>
              </a:extLst>
            </p:cNvPr>
            <p:cNvSpPr/>
            <p:nvPr/>
          </p:nvSpPr>
          <p:spPr>
            <a:xfrm>
              <a:off x="6250494" y="4273316"/>
              <a:ext cx="8635" cy="5271"/>
            </a:xfrm>
            <a:custGeom>
              <a:avLst/>
              <a:gdLst/>
              <a:ahLst/>
              <a:cxnLst/>
              <a:rect l="l" t="t" r="r" b="b"/>
              <a:pathLst>
                <a:path w="77" h="47" extrusionOk="0">
                  <a:moveTo>
                    <a:pt x="0" y="1"/>
                  </a:moveTo>
                  <a:lnTo>
                    <a:pt x="23" y="35"/>
                  </a:lnTo>
                  <a:cubicBezTo>
                    <a:pt x="27" y="43"/>
                    <a:pt x="33" y="47"/>
                    <a:pt x="38" y="47"/>
                  </a:cubicBezTo>
                  <a:cubicBezTo>
                    <a:pt x="44" y="47"/>
                    <a:pt x="50" y="43"/>
                    <a:pt x="54" y="35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3" name="Google Shape;5253;p41">
              <a:extLst>
                <a:ext uri="{FF2B5EF4-FFF2-40B4-BE49-F238E27FC236}">
                  <a16:creationId xmlns:a16="http://schemas.microsoft.com/office/drawing/2014/main" id="{54D07FE4-D85E-78FD-9FD5-45AE64C5FD04}"/>
                </a:ext>
              </a:extLst>
            </p:cNvPr>
            <p:cNvSpPr/>
            <p:nvPr/>
          </p:nvSpPr>
          <p:spPr>
            <a:xfrm>
              <a:off x="6259466" y="4270737"/>
              <a:ext cx="8187" cy="6392"/>
            </a:xfrm>
            <a:custGeom>
              <a:avLst/>
              <a:gdLst/>
              <a:ahLst/>
              <a:cxnLst/>
              <a:rect l="l" t="t" r="r" b="b"/>
              <a:pathLst>
                <a:path w="73" h="57" extrusionOk="0">
                  <a:moveTo>
                    <a:pt x="73" y="1"/>
                  </a:moveTo>
                  <a:lnTo>
                    <a:pt x="0" y="19"/>
                  </a:lnTo>
                  <a:lnTo>
                    <a:pt x="31" y="51"/>
                  </a:lnTo>
                  <a:cubicBezTo>
                    <a:pt x="37" y="55"/>
                    <a:pt x="43" y="57"/>
                    <a:pt x="47" y="57"/>
                  </a:cubicBezTo>
                  <a:cubicBezTo>
                    <a:pt x="55" y="57"/>
                    <a:pt x="61" y="52"/>
                    <a:pt x="65" y="42"/>
                  </a:cubicBezTo>
                  <a:lnTo>
                    <a:pt x="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4" name="Google Shape;5254;p41">
              <a:extLst>
                <a:ext uri="{FF2B5EF4-FFF2-40B4-BE49-F238E27FC236}">
                  <a16:creationId xmlns:a16="http://schemas.microsoft.com/office/drawing/2014/main" id="{068B3E30-EB6A-D359-C04E-8BFF28DCB275}"/>
                </a:ext>
              </a:extLst>
            </p:cNvPr>
            <p:cNvSpPr/>
            <p:nvPr/>
          </p:nvSpPr>
          <p:spPr>
            <a:xfrm>
              <a:off x="6268549" y="4266026"/>
              <a:ext cx="7402" cy="72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1"/>
                  </a:moveTo>
                  <a:lnTo>
                    <a:pt x="0" y="38"/>
                  </a:lnTo>
                  <a:lnTo>
                    <a:pt x="38" y="61"/>
                  </a:lnTo>
                  <a:cubicBezTo>
                    <a:pt x="42" y="64"/>
                    <a:pt x="46" y="65"/>
                    <a:pt x="50" y="65"/>
                  </a:cubicBezTo>
                  <a:cubicBezTo>
                    <a:pt x="59" y="65"/>
                    <a:pt x="65" y="57"/>
                    <a:pt x="65" y="47"/>
                  </a:cubicBezTo>
                  <a:lnTo>
                    <a:pt x="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5" name="Google Shape;5255;p41">
              <a:extLst>
                <a:ext uri="{FF2B5EF4-FFF2-40B4-BE49-F238E27FC236}">
                  <a16:creationId xmlns:a16="http://schemas.microsoft.com/office/drawing/2014/main" id="{D9541936-A2FF-E4D4-B538-F03645F6175B}"/>
                </a:ext>
              </a:extLst>
            </p:cNvPr>
            <p:cNvSpPr/>
            <p:nvPr/>
          </p:nvSpPr>
          <p:spPr>
            <a:xfrm>
              <a:off x="6276624" y="4259522"/>
              <a:ext cx="7850" cy="7514"/>
            </a:xfrm>
            <a:custGeom>
              <a:avLst/>
              <a:gdLst/>
              <a:ahLst/>
              <a:cxnLst/>
              <a:rect l="l" t="t" r="r" b="b"/>
              <a:pathLst>
                <a:path w="70" h="67" extrusionOk="0">
                  <a:moveTo>
                    <a:pt x="54" y="1"/>
                  </a:moveTo>
                  <a:lnTo>
                    <a:pt x="1" y="55"/>
                  </a:lnTo>
                  <a:lnTo>
                    <a:pt x="43" y="66"/>
                  </a:lnTo>
                  <a:cubicBezTo>
                    <a:pt x="45" y="67"/>
                    <a:pt x="47" y="67"/>
                    <a:pt x="49" y="67"/>
                  </a:cubicBezTo>
                  <a:cubicBezTo>
                    <a:pt x="61" y="67"/>
                    <a:pt x="69" y="57"/>
                    <a:pt x="66" y="43"/>
                  </a:cubicBezTo>
                  <a:lnTo>
                    <a:pt x="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6" name="Google Shape;5256;p41">
              <a:extLst>
                <a:ext uri="{FF2B5EF4-FFF2-40B4-BE49-F238E27FC236}">
                  <a16:creationId xmlns:a16="http://schemas.microsoft.com/office/drawing/2014/main" id="{9713C41C-8846-D976-0C28-C379AF1F3CA1}"/>
                </a:ext>
              </a:extLst>
            </p:cNvPr>
            <p:cNvSpPr/>
            <p:nvPr/>
          </p:nvSpPr>
          <p:spPr>
            <a:xfrm>
              <a:off x="6283016" y="4251447"/>
              <a:ext cx="7850" cy="7402"/>
            </a:xfrm>
            <a:custGeom>
              <a:avLst/>
              <a:gdLst/>
              <a:ahLst/>
              <a:cxnLst/>
              <a:rect l="l" t="t" r="r" b="b"/>
              <a:pathLst>
                <a:path w="70" h="66" extrusionOk="0">
                  <a:moveTo>
                    <a:pt x="39" y="0"/>
                  </a:moveTo>
                  <a:lnTo>
                    <a:pt x="1" y="65"/>
                  </a:lnTo>
                  <a:lnTo>
                    <a:pt x="43" y="65"/>
                  </a:lnTo>
                  <a:cubicBezTo>
                    <a:pt x="62" y="65"/>
                    <a:pt x="70" y="53"/>
                    <a:pt x="59" y="39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7" name="Google Shape;5257;p41">
              <a:extLst>
                <a:ext uri="{FF2B5EF4-FFF2-40B4-BE49-F238E27FC236}">
                  <a16:creationId xmlns:a16="http://schemas.microsoft.com/office/drawing/2014/main" id="{7A8301D1-37B0-89C8-4E87-FDC153AAC39A}"/>
                </a:ext>
              </a:extLst>
            </p:cNvPr>
            <p:cNvSpPr/>
            <p:nvPr/>
          </p:nvSpPr>
          <p:spPr>
            <a:xfrm>
              <a:off x="6287389" y="4242475"/>
              <a:ext cx="7402" cy="8187"/>
            </a:xfrm>
            <a:custGeom>
              <a:avLst/>
              <a:gdLst/>
              <a:ahLst/>
              <a:cxnLst/>
              <a:rect l="l" t="t" r="r" b="b"/>
              <a:pathLst>
                <a:path w="66" h="73" extrusionOk="0">
                  <a:moveTo>
                    <a:pt x="20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43" y="64"/>
                  </a:lnTo>
                  <a:cubicBezTo>
                    <a:pt x="62" y="57"/>
                    <a:pt x="66" y="46"/>
                    <a:pt x="50" y="3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8" name="Google Shape;5258;p41">
              <a:extLst>
                <a:ext uri="{FF2B5EF4-FFF2-40B4-BE49-F238E27FC236}">
                  <a16:creationId xmlns:a16="http://schemas.microsoft.com/office/drawing/2014/main" id="{1727DBAA-7F78-272B-C81A-EFA8A6E5ACAF}"/>
                </a:ext>
              </a:extLst>
            </p:cNvPr>
            <p:cNvSpPr/>
            <p:nvPr/>
          </p:nvSpPr>
          <p:spPr>
            <a:xfrm>
              <a:off x="6289520" y="4233391"/>
              <a:ext cx="6168" cy="8187"/>
            </a:xfrm>
            <a:custGeom>
              <a:avLst/>
              <a:gdLst/>
              <a:ahLst/>
              <a:cxnLst/>
              <a:rect l="l" t="t" r="r" b="b"/>
              <a:pathLst>
                <a:path w="55" h="73" extrusionOk="0">
                  <a:moveTo>
                    <a:pt x="1" y="0"/>
                  </a:moveTo>
                  <a:lnTo>
                    <a:pt x="1" y="73"/>
                  </a:lnTo>
                  <a:lnTo>
                    <a:pt x="39" y="53"/>
                  </a:lnTo>
                  <a:cubicBezTo>
                    <a:pt x="54" y="42"/>
                    <a:pt x="54" y="30"/>
                    <a:pt x="39" y="1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59" name="Google Shape;5259;p41">
              <a:extLst>
                <a:ext uri="{FF2B5EF4-FFF2-40B4-BE49-F238E27FC236}">
                  <a16:creationId xmlns:a16="http://schemas.microsoft.com/office/drawing/2014/main" id="{0E8C2EC1-A999-4FC7-77A6-4ACA738130A6}"/>
                </a:ext>
              </a:extLst>
            </p:cNvPr>
            <p:cNvSpPr/>
            <p:nvPr/>
          </p:nvSpPr>
          <p:spPr>
            <a:xfrm>
              <a:off x="6287389" y="4224418"/>
              <a:ext cx="7065" cy="8187"/>
            </a:xfrm>
            <a:custGeom>
              <a:avLst/>
              <a:gdLst/>
              <a:ahLst/>
              <a:cxnLst/>
              <a:rect l="l" t="t" r="r" b="b"/>
              <a:pathLst>
                <a:path w="63" h="73" extrusionOk="0">
                  <a:moveTo>
                    <a:pt x="0" y="0"/>
                  </a:moveTo>
                  <a:lnTo>
                    <a:pt x="20" y="73"/>
                  </a:lnTo>
                  <a:lnTo>
                    <a:pt x="50" y="42"/>
                  </a:lnTo>
                  <a:cubicBezTo>
                    <a:pt x="62" y="30"/>
                    <a:pt x="58" y="15"/>
                    <a:pt x="43" y="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60" name="Google Shape;5260;p41">
              <a:extLst>
                <a:ext uri="{FF2B5EF4-FFF2-40B4-BE49-F238E27FC236}">
                  <a16:creationId xmlns:a16="http://schemas.microsoft.com/office/drawing/2014/main" id="{65F33471-B2C6-E30B-D97B-A1D46A8D8682}"/>
                </a:ext>
              </a:extLst>
            </p:cNvPr>
            <p:cNvSpPr/>
            <p:nvPr/>
          </p:nvSpPr>
          <p:spPr>
            <a:xfrm>
              <a:off x="6282679" y="4216119"/>
              <a:ext cx="7850" cy="7402"/>
            </a:xfrm>
            <a:custGeom>
              <a:avLst/>
              <a:gdLst/>
              <a:ahLst/>
              <a:cxnLst/>
              <a:rect l="l" t="t" r="r" b="b"/>
              <a:pathLst>
                <a:path w="70" h="66" extrusionOk="0">
                  <a:moveTo>
                    <a:pt x="0" y="1"/>
                  </a:moveTo>
                  <a:lnTo>
                    <a:pt x="39" y="66"/>
                  </a:lnTo>
                  <a:lnTo>
                    <a:pt x="62" y="28"/>
                  </a:lnTo>
                  <a:cubicBezTo>
                    <a:pt x="69" y="13"/>
                    <a:pt x="62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61" name="Google Shape;5261;p41">
              <a:extLst>
                <a:ext uri="{FF2B5EF4-FFF2-40B4-BE49-F238E27FC236}">
                  <a16:creationId xmlns:a16="http://schemas.microsoft.com/office/drawing/2014/main" id="{1EF03514-50B0-9E88-5239-C300BDE94848}"/>
                </a:ext>
              </a:extLst>
            </p:cNvPr>
            <p:cNvSpPr/>
            <p:nvPr/>
          </p:nvSpPr>
          <p:spPr>
            <a:xfrm>
              <a:off x="6276287" y="4208269"/>
              <a:ext cx="7738" cy="7514"/>
            </a:xfrm>
            <a:custGeom>
              <a:avLst/>
              <a:gdLst/>
              <a:ahLst/>
              <a:cxnLst/>
              <a:rect l="l" t="t" r="r" b="b"/>
              <a:pathLst>
                <a:path w="69" h="67" extrusionOk="0">
                  <a:moveTo>
                    <a:pt x="49" y="1"/>
                  </a:moveTo>
                  <a:cubicBezTo>
                    <a:pt x="47" y="1"/>
                    <a:pt x="45" y="1"/>
                    <a:pt x="42" y="2"/>
                  </a:cubicBezTo>
                  <a:lnTo>
                    <a:pt x="0" y="14"/>
                  </a:lnTo>
                  <a:lnTo>
                    <a:pt x="53" y="67"/>
                  </a:lnTo>
                  <a:lnTo>
                    <a:pt x="65" y="25"/>
                  </a:lnTo>
                  <a:cubicBezTo>
                    <a:pt x="69" y="9"/>
                    <a:pt x="60" y="1"/>
                    <a:pt x="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62" name="Google Shape;5262;p41">
              <a:extLst>
                <a:ext uri="{FF2B5EF4-FFF2-40B4-BE49-F238E27FC236}">
                  <a16:creationId xmlns:a16="http://schemas.microsoft.com/office/drawing/2014/main" id="{88160C9C-B366-A0AC-A4C6-9D3D4C5ACE47}"/>
                </a:ext>
              </a:extLst>
            </p:cNvPr>
            <p:cNvSpPr/>
            <p:nvPr/>
          </p:nvSpPr>
          <p:spPr>
            <a:xfrm>
              <a:off x="6268101" y="4202100"/>
              <a:ext cx="7289" cy="72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50" y="0"/>
                  </a:moveTo>
                  <a:cubicBezTo>
                    <a:pt x="46" y="0"/>
                    <a:pt x="42" y="1"/>
                    <a:pt x="38" y="3"/>
                  </a:cubicBezTo>
                  <a:lnTo>
                    <a:pt x="0" y="26"/>
                  </a:lnTo>
                  <a:lnTo>
                    <a:pt x="65" y="65"/>
                  </a:lnTo>
                  <a:lnTo>
                    <a:pt x="65" y="19"/>
                  </a:lnTo>
                  <a:cubicBezTo>
                    <a:pt x="65" y="7"/>
                    <a:pt x="59" y="0"/>
                    <a:pt x="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63" name="Google Shape;5263;p41">
              <a:extLst>
                <a:ext uri="{FF2B5EF4-FFF2-40B4-BE49-F238E27FC236}">
                  <a16:creationId xmlns:a16="http://schemas.microsoft.com/office/drawing/2014/main" id="{1531FD33-4779-D303-3502-A46B6991ED0A}"/>
                </a:ext>
              </a:extLst>
            </p:cNvPr>
            <p:cNvSpPr/>
            <p:nvPr/>
          </p:nvSpPr>
          <p:spPr>
            <a:xfrm>
              <a:off x="6259017" y="4198175"/>
              <a:ext cx="8299" cy="6505"/>
            </a:xfrm>
            <a:custGeom>
              <a:avLst/>
              <a:gdLst/>
              <a:ahLst/>
              <a:cxnLst/>
              <a:rect l="l" t="t" r="r" b="b"/>
              <a:pathLst>
                <a:path w="74" h="58" extrusionOk="0">
                  <a:moveTo>
                    <a:pt x="46" y="1"/>
                  </a:moveTo>
                  <a:cubicBezTo>
                    <a:pt x="41" y="1"/>
                    <a:pt x="36" y="3"/>
                    <a:pt x="31" y="8"/>
                  </a:cubicBezTo>
                  <a:lnTo>
                    <a:pt x="1" y="38"/>
                  </a:lnTo>
                  <a:lnTo>
                    <a:pt x="73" y="58"/>
                  </a:lnTo>
                  <a:lnTo>
                    <a:pt x="62" y="15"/>
                  </a:lnTo>
                  <a:cubicBezTo>
                    <a:pt x="60" y="6"/>
                    <a:pt x="53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64" name="Google Shape;5264;p41">
              <a:extLst>
                <a:ext uri="{FF2B5EF4-FFF2-40B4-BE49-F238E27FC236}">
                  <a16:creationId xmlns:a16="http://schemas.microsoft.com/office/drawing/2014/main" id="{EDEC9AF9-F1F3-C41C-FED7-438C58B2E9C7}"/>
                </a:ext>
              </a:extLst>
            </p:cNvPr>
            <p:cNvSpPr/>
            <p:nvPr/>
          </p:nvSpPr>
          <p:spPr>
            <a:xfrm>
              <a:off x="6240177" y="4221839"/>
              <a:ext cx="28485" cy="28485"/>
            </a:xfrm>
            <a:custGeom>
              <a:avLst/>
              <a:gdLst/>
              <a:ahLst/>
              <a:cxnLst/>
              <a:rect l="l" t="t" r="r" b="b"/>
              <a:pathLst>
                <a:path w="254" h="254" extrusionOk="0">
                  <a:moveTo>
                    <a:pt x="126" y="0"/>
                  </a:moveTo>
                  <a:cubicBezTo>
                    <a:pt x="57" y="0"/>
                    <a:pt x="0" y="57"/>
                    <a:pt x="0" y="126"/>
                  </a:cubicBezTo>
                  <a:cubicBezTo>
                    <a:pt x="0" y="195"/>
                    <a:pt x="57" y="253"/>
                    <a:pt x="126" y="253"/>
                  </a:cubicBezTo>
                  <a:cubicBezTo>
                    <a:pt x="195" y="253"/>
                    <a:pt x="253" y="195"/>
                    <a:pt x="253" y="126"/>
                  </a:cubicBezTo>
                  <a:cubicBezTo>
                    <a:pt x="253" y="57"/>
                    <a:pt x="19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5265" name="Google Shape;5265;p41">
              <a:extLst>
                <a:ext uri="{FF2B5EF4-FFF2-40B4-BE49-F238E27FC236}">
                  <a16:creationId xmlns:a16="http://schemas.microsoft.com/office/drawing/2014/main" id="{88ABB745-259F-16DC-886F-950C5879A1BE}"/>
                </a:ext>
              </a:extLst>
            </p:cNvPr>
            <p:cNvGrpSpPr/>
            <p:nvPr/>
          </p:nvGrpSpPr>
          <p:grpSpPr>
            <a:xfrm>
              <a:off x="6038096" y="3979369"/>
              <a:ext cx="465619" cy="269610"/>
              <a:chOff x="6038096" y="3979369"/>
              <a:chExt cx="465619" cy="269610"/>
            </a:xfrm>
          </p:grpSpPr>
          <p:sp>
            <p:nvSpPr>
              <p:cNvPr id="5266" name="Google Shape;5266;p41">
                <a:extLst>
                  <a:ext uri="{FF2B5EF4-FFF2-40B4-BE49-F238E27FC236}">
                    <a16:creationId xmlns:a16="http://schemas.microsoft.com/office/drawing/2014/main" id="{88062253-135F-50D0-BBE3-F8603DEEB5BE}"/>
                  </a:ext>
                </a:extLst>
              </p:cNvPr>
              <p:cNvSpPr/>
              <p:nvPr/>
            </p:nvSpPr>
            <p:spPr>
              <a:xfrm>
                <a:off x="6189825" y="4023669"/>
                <a:ext cx="68521" cy="211174"/>
              </a:xfrm>
              <a:custGeom>
                <a:avLst/>
                <a:gdLst/>
                <a:ahLst/>
                <a:cxnLst/>
                <a:rect l="l" t="t" r="r" b="b"/>
                <a:pathLst>
                  <a:path w="611" h="1883" extrusionOk="0">
                    <a:moveTo>
                      <a:pt x="124" y="0"/>
                    </a:moveTo>
                    <a:lnTo>
                      <a:pt x="0" y="31"/>
                    </a:lnTo>
                    <a:lnTo>
                      <a:pt x="487" y="1882"/>
                    </a:lnTo>
                    <a:lnTo>
                      <a:pt x="610" y="1851"/>
                    </a:lnTo>
                    <a:lnTo>
                      <a:pt x="12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67" name="Google Shape;5267;p41">
                <a:extLst>
                  <a:ext uri="{FF2B5EF4-FFF2-40B4-BE49-F238E27FC236}">
                    <a16:creationId xmlns:a16="http://schemas.microsoft.com/office/drawing/2014/main" id="{C00E2F46-10DE-3457-6AA0-BFAFF65CBE94}"/>
                  </a:ext>
                </a:extLst>
              </p:cNvPr>
              <p:cNvSpPr/>
              <p:nvPr/>
            </p:nvSpPr>
            <p:spPr>
              <a:xfrm>
                <a:off x="6205301" y="4012453"/>
                <a:ext cx="222720" cy="65494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584" extrusionOk="0">
                    <a:moveTo>
                      <a:pt x="1955" y="0"/>
                    </a:moveTo>
                    <a:lnTo>
                      <a:pt x="0" y="460"/>
                    </a:lnTo>
                    <a:lnTo>
                      <a:pt x="32" y="583"/>
                    </a:lnTo>
                    <a:lnTo>
                      <a:pt x="1986" y="123"/>
                    </a:lnTo>
                    <a:lnTo>
                      <a:pt x="195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68" name="Google Shape;5268;p41">
                <a:extLst>
                  <a:ext uri="{FF2B5EF4-FFF2-40B4-BE49-F238E27FC236}">
                    <a16:creationId xmlns:a16="http://schemas.microsoft.com/office/drawing/2014/main" id="{9484CC90-1A03-A1F5-69B3-8D975550765D}"/>
                  </a:ext>
                </a:extLst>
              </p:cNvPr>
              <p:cNvSpPr/>
              <p:nvPr/>
            </p:nvSpPr>
            <p:spPr>
              <a:xfrm>
                <a:off x="6038096" y="4064491"/>
                <a:ext cx="172030" cy="179324"/>
              </a:xfrm>
              <a:custGeom>
                <a:avLst/>
                <a:gdLst/>
                <a:ahLst/>
                <a:cxnLst/>
                <a:rect l="l" t="t" r="r" b="b"/>
                <a:pathLst>
                  <a:path w="1534" h="1599" extrusionOk="0">
                    <a:moveTo>
                      <a:pt x="1442" y="1"/>
                    </a:moveTo>
                    <a:lnTo>
                      <a:pt x="1" y="1513"/>
                    </a:lnTo>
                    <a:lnTo>
                      <a:pt x="93" y="1598"/>
                    </a:lnTo>
                    <a:lnTo>
                      <a:pt x="1534" y="84"/>
                    </a:lnTo>
                    <a:lnTo>
                      <a:pt x="144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69" name="Google Shape;5269;p41">
                <a:extLst>
                  <a:ext uri="{FF2B5EF4-FFF2-40B4-BE49-F238E27FC236}">
                    <a16:creationId xmlns:a16="http://schemas.microsoft.com/office/drawing/2014/main" id="{0AF9CC39-8F23-2276-5A7E-F804C607B673}"/>
                  </a:ext>
                </a:extLst>
              </p:cNvPr>
              <p:cNvSpPr/>
              <p:nvPr/>
            </p:nvSpPr>
            <p:spPr>
              <a:xfrm>
                <a:off x="6055702" y="4228568"/>
                <a:ext cx="194908" cy="20411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82" extrusionOk="0">
                    <a:moveTo>
                      <a:pt x="5" y="1"/>
                    </a:moveTo>
                    <a:lnTo>
                      <a:pt x="1" y="128"/>
                    </a:lnTo>
                    <a:lnTo>
                      <a:pt x="1734" y="181"/>
                    </a:lnTo>
                    <a:lnTo>
                      <a:pt x="1737" y="55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70" name="Google Shape;5270;p41">
                <a:extLst>
                  <a:ext uri="{FF2B5EF4-FFF2-40B4-BE49-F238E27FC236}">
                    <a16:creationId xmlns:a16="http://schemas.microsoft.com/office/drawing/2014/main" id="{133401A8-E019-C35A-3C9E-724CA11278E2}"/>
                  </a:ext>
                </a:extLst>
              </p:cNvPr>
              <p:cNvSpPr/>
              <p:nvPr/>
            </p:nvSpPr>
            <p:spPr>
              <a:xfrm>
                <a:off x="6256886" y="4012902"/>
                <a:ext cx="173264" cy="231697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2066" extrusionOk="0">
                    <a:moveTo>
                      <a:pt x="1445" y="1"/>
                    </a:moveTo>
                    <a:lnTo>
                      <a:pt x="0" y="1993"/>
                    </a:lnTo>
                    <a:lnTo>
                      <a:pt x="104" y="2065"/>
                    </a:lnTo>
                    <a:lnTo>
                      <a:pt x="1544" y="73"/>
                    </a:lnTo>
                    <a:lnTo>
                      <a:pt x="144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71" name="Google Shape;5271;p41">
                <a:extLst>
                  <a:ext uri="{FF2B5EF4-FFF2-40B4-BE49-F238E27FC236}">
                    <a16:creationId xmlns:a16="http://schemas.microsoft.com/office/drawing/2014/main" id="{664EE03F-9A74-D28A-21DB-9BDB6637F11E}"/>
                  </a:ext>
                </a:extLst>
              </p:cNvPr>
              <p:cNvSpPr/>
              <p:nvPr/>
            </p:nvSpPr>
            <p:spPr>
              <a:xfrm>
                <a:off x="6409849" y="3979369"/>
                <a:ext cx="93865" cy="258388"/>
              </a:xfrm>
              <a:custGeom>
                <a:avLst/>
                <a:gdLst/>
                <a:ahLst/>
                <a:cxnLst/>
                <a:rect l="l" t="t" r="r" b="b"/>
                <a:pathLst>
                  <a:path w="837" h="2304" extrusionOk="0">
                    <a:moveTo>
                      <a:pt x="120" y="1"/>
                    </a:moveTo>
                    <a:lnTo>
                      <a:pt x="1" y="39"/>
                    </a:lnTo>
                    <a:lnTo>
                      <a:pt x="714" y="2304"/>
                    </a:lnTo>
                    <a:lnTo>
                      <a:pt x="836" y="2265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5272" name="Google Shape;5272;p41">
              <a:extLst>
                <a:ext uri="{FF2B5EF4-FFF2-40B4-BE49-F238E27FC236}">
                  <a16:creationId xmlns:a16="http://schemas.microsoft.com/office/drawing/2014/main" id="{21D91B5A-77BE-6809-CA7F-1FCE8314CFCC}"/>
                </a:ext>
              </a:extLst>
            </p:cNvPr>
            <p:cNvSpPr/>
            <p:nvPr/>
          </p:nvSpPr>
          <p:spPr>
            <a:xfrm>
              <a:off x="6268886" y="4257391"/>
              <a:ext cx="23775" cy="21196"/>
            </a:xfrm>
            <a:custGeom>
              <a:avLst/>
              <a:gdLst/>
              <a:ahLst/>
              <a:cxnLst/>
              <a:rect l="l" t="t" r="r" b="b"/>
              <a:pathLst>
                <a:path w="212" h="189" extrusionOk="0">
                  <a:moveTo>
                    <a:pt x="39" y="0"/>
                  </a:moveTo>
                  <a:lnTo>
                    <a:pt x="1" y="143"/>
                  </a:lnTo>
                  <a:lnTo>
                    <a:pt x="173" y="189"/>
                  </a:lnTo>
                  <a:lnTo>
                    <a:pt x="211" y="4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3" name="Google Shape;5273;p41">
              <a:extLst>
                <a:ext uri="{FF2B5EF4-FFF2-40B4-BE49-F238E27FC236}">
                  <a16:creationId xmlns:a16="http://schemas.microsoft.com/office/drawing/2014/main" id="{D5E89D98-3FA3-4EEE-0ED7-9EFA9EEAAF4A}"/>
                </a:ext>
              </a:extLst>
            </p:cNvPr>
            <p:cNvSpPr/>
            <p:nvPr/>
          </p:nvSpPr>
          <p:spPr>
            <a:xfrm>
              <a:off x="6261817" y="4266924"/>
              <a:ext cx="29046" cy="29270"/>
            </a:xfrm>
            <a:custGeom>
              <a:avLst/>
              <a:gdLst/>
              <a:ahLst/>
              <a:cxnLst/>
              <a:rect l="l" t="t" r="r" b="b"/>
              <a:pathLst>
                <a:path w="259" h="261" extrusionOk="0">
                  <a:moveTo>
                    <a:pt x="59" y="0"/>
                  </a:moveTo>
                  <a:lnTo>
                    <a:pt x="1" y="207"/>
                  </a:lnTo>
                  <a:lnTo>
                    <a:pt x="200" y="260"/>
                  </a:lnTo>
                  <a:lnTo>
                    <a:pt x="258" y="58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4" name="Google Shape;5274;p41">
              <a:extLst>
                <a:ext uri="{FF2B5EF4-FFF2-40B4-BE49-F238E27FC236}">
                  <a16:creationId xmlns:a16="http://schemas.microsoft.com/office/drawing/2014/main" id="{54BCE4D8-8208-4955-2775-9027EAF975BB}"/>
                </a:ext>
              </a:extLst>
            </p:cNvPr>
            <p:cNvSpPr/>
            <p:nvPr/>
          </p:nvSpPr>
          <p:spPr>
            <a:xfrm>
              <a:off x="6255989" y="4294849"/>
              <a:ext cx="67623" cy="25457"/>
            </a:xfrm>
            <a:custGeom>
              <a:avLst/>
              <a:gdLst/>
              <a:ahLst/>
              <a:cxnLst/>
              <a:rect l="l" t="t" r="r" b="b"/>
              <a:pathLst>
                <a:path w="603" h="227" extrusionOk="0">
                  <a:moveTo>
                    <a:pt x="12" y="0"/>
                  </a:moveTo>
                  <a:lnTo>
                    <a:pt x="8" y="11"/>
                  </a:lnTo>
                  <a:cubicBezTo>
                    <a:pt x="1" y="31"/>
                    <a:pt x="12" y="54"/>
                    <a:pt x="35" y="57"/>
                  </a:cubicBezTo>
                  <a:cubicBezTo>
                    <a:pt x="104" y="80"/>
                    <a:pt x="250" y="123"/>
                    <a:pt x="250" y="123"/>
                  </a:cubicBezTo>
                  <a:lnTo>
                    <a:pt x="591" y="226"/>
                  </a:lnTo>
                  <a:lnTo>
                    <a:pt x="602" y="17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5" name="Google Shape;5275;p41">
              <a:extLst>
                <a:ext uri="{FF2B5EF4-FFF2-40B4-BE49-F238E27FC236}">
                  <a16:creationId xmlns:a16="http://schemas.microsoft.com/office/drawing/2014/main" id="{5254A4A9-308D-FF3C-34B9-C7E6B45EF072}"/>
                </a:ext>
              </a:extLst>
            </p:cNvPr>
            <p:cNvSpPr/>
            <p:nvPr/>
          </p:nvSpPr>
          <p:spPr>
            <a:xfrm>
              <a:off x="6257223" y="4277129"/>
              <a:ext cx="68969" cy="37569"/>
            </a:xfrm>
            <a:custGeom>
              <a:avLst/>
              <a:gdLst/>
              <a:ahLst/>
              <a:cxnLst/>
              <a:rect l="l" t="t" r="r" b="b"/>
              <a:pathLst>
                <a:path w="615" h="335" extrusionOk="0">
                  <a:moveTo>
                    <a:pt x="74" y="0"/>
                  </a:moveTo>
                  <a:cubicBezTo>
                    <a:pt x="58" y="0"/>
                    <a:pt x="43" y="11"/>
                    <a:pt x="40" y="28"/>
                  </a:cubicBezTo>
                  <a:lnTo>
                    <a:pt x="17" y="100"/>
                  </a:lnTo>
                  <a:lnTo>
                    <a:pt x="1" y="158"/>
                  </a:lnTo>
                  <a:lnTo>
                    <a:pt x="591" y="335"/>
                  </a:lnTo>
                  <a:cubicBezTo>
                    <a:pt x="614" y="261"/>
                    <a:pt x="565" y="208"/>
                    <a:pt x="492" y="185"/>
                  </a:cubicBezTo>
                  <a:lnTo>
                    <a:pt x="419" y="162"/>
                  </a:lnTo>
                  <a:cubicBezTo>
                    <a:pt x="411" y="162"/>
                    <a:pt x="404" y="158"/>
                    <a:pt x="400" y="155"/>
                  </a:cubicBezTo>
                  <a:lnTo>
                    <a:pt x="392" y="155"/>
                  </a:lnTo>
                  <a:cubicBezTo>
                    <a:pt x="377" y="146"/>
                    <a:pt x="369" y="139"/>
                    <a:pt x="365" y="132"/>
                  </a:cubicBezTo>
                  <a:cubicBezTo>
                    <a:pt x="361" y="128"/>
                    <a:pt x="361" y="128"/>
                    <a:pt x="361" y="123"/>
                  </a:cubicBezTo>
                  <a:cubicBezTo>
                    <a:pt x="358" y="116"/>
                    <a:pt x="358" y="105"/>
                    <a:pt x="361" y="97"/>
                  </a:cubicBezTo>
                  <a:lnTo>
                    <a:pt x="361" y="93"/>
                  </a:lnTo>
                  <a:lnTo>
                    <a:pt x="220" y="40"/>
                  </a:lnTo>
                  <a:lnTo>
                    <a:pt x="216" y="47"/>
                  </a:lnTo>
                  <a:cubicBezTo>
                    <a:pt x="207" y="78"/>
                    <a:pt x="180" y="96"/>
                    <a:pt x="151" y="96"/>
                  </a:cubicBezTo>
                  <a:cubicBezTo>
                    <a:pt x="143" y="96"/>
                    <a:pt x="135" y="95"/>
                    <a:pt x="128" y="93"/>
                  </a:cubicBezTo>
                  <a:cubicBezTo>
                    <a:pt x="89" y="82"/>
                    <a:pt x="66" y="43"/>
                    <a:pt x="78" y="5"/>
                  </a:cubicBezTo>
                  <a:lnTo>
                    <a:pt x="82" y="1"/>
                  </a:lnTo>
                  <a:cubicBezTo>
                    <a:pt x="79" y="1"/>
                    <a:pt x="77" y="0"/>
                    <a:pt x="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6" name="Google Shape;5276;p41">
              <a:extLst>
                <a:ext uri="{FF2B5EF4-FFF2-40B4-BE49-F238E27FC236}">
                  <a16:creationId xmlns:a16="http://schemas.microsoft.com/office/drawing/2014/main" id="{5E3B3D3D-CA7C-1D98-5AC7-2D08C7F84211}"/>
                </a:ext>
              </a:extLst>
            </p:cNvPr>
            <p:cNvSpPr/>
            <p:nvPr/>
          </p:nvSpPr>
          <p:spPr>
            <a:xfrm>
              <a:off x="6133081" y="3908490"/>
              <a:ext cx="74464" cy="66279"/>
            </a:xfrm>
            <a:custGeom>
              <a:avLst/>
              <a:gdLst/>
              <a:ahLst/>
              <a:cxnLst/>
              <a:rect l="l" t="t" r="r" b="b"/>
              <a:pathLst>
                <a:path w="664" h="591" extrusionOk="0">
                  <a:moveTo>
                    <a:pt x="239" y="0"/>
                  </a:moveTo>
                  <a:cubicBezTo>
                    <a:pt x="108" y="0"/>
                    <a:pt x="1" y="108"/>
                    <a:pt x="1" y="242"/>
                  </a:cubicBezTo>
                  <a:lnTo>
                    <a:pt x="1" y="349"/>
                  </a:lnTo>
                  <a:cubicBezTo>
                    <a:pt x="1" y="483"/>
                    <a:pt x="108" y="591"/>
                    <a:pt x="239" y="591"/>
                  </a:cubicBezTo>
                  <a:lnTo>
                    <a:pt x="664" y="59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7" name="Google Shape;5277;p41">
              <a:extLst>
                <a:ext uri="{FF2B5EF4-FFF2-40B4-BE49-F238E27FC236}">
                  <a16:creationId xmlns:a16="http://schemas.microsoft.com/office/drawing/2014/main" id="{C47363E6-04BE-FC9C-8B94-621EBD341061}"/>
                </a:ext>
              </a:extLst>
            </p:cNvPr>
            <p:cNvSpPr/>
            <p:nvPr/>
          </p:nvSpPr>
          <p:spPr>
            <a:xfrm>
              <a:off x="6140370" y="3916116"/>
              <a:ext cx="169900" cy="353825"/>
            </a:xfrm>
            <a:custGeom>
              <a:avLst/>
              <a:gdLst/>
              <a:ahLst/>
              <a:cxnLst/>
              <a:rect l="l" t="t" r="r" b="b"/>
              <a:pathLst>
                <a:path w="1515" h="3155" extrusionOk="0">
                  <a:moveTo>
                    <a:pt x="282" y="1"/>
                  </a:moveTo>
                  <a:cubicBezTo>
                    <a:pt x="227" y="1"/>
                    <a:pt x="223" y="60"/>
                    <a:pt x="205" y="60"/>
                  </a:cubicBezTo>
                  <a:cubicBezTo>
                    <a:pt x="203" y="60"/>
                    <a:pt x="202" y="60"/>
                    <a:pt x="200" y="59"/>
                  </a:cubicBezTo>
                  <a:lnTo>
                    <a:pt x="8" y="454"/>
                  </a:lnTo>
                  <a:cubicBezTo>
                    <a:pt x="1" y="454"/>
                    <a:pt x="208" y="629"/>
                    <a:pt x="464" y="890"/>
                  </a:cubicBezTo>
                  <a:cubicBezTo>
                    <a:pt x="683" y="1117"/>
                    <a:pt x="836" y="1292"/>
                    <a:pt x="864" y="1335"/>
                  </a:cubicBezTo>
                  <a:cubicBezTo>
                    <a:pt x="951" y="1503"/>
                    <a:pt x="1089" y="1940"/>
                    <a:pt x="1043" y="3052"/>
                  </a:cubicBezTo>
                  <a:lnTo>
                    <a:pt x="1499" y="3155"/>
                  </a:lnTo>
                  <a:cubicBezTo>
                    <a:pt x="1515" y="2795"/>
                    <a:pt x="1515" y="2469"/>
                    <a:pt x="1499" y="2193"/>
                  </a:cubicBezTo>
                  <a:cubicBezTo>
                    <a:pt x="1472" y="1703"/>
                    <a:pt x="1396" y="1350"/>
                    <a:pt x="1265" y="1112"/>
                  </a:cubicBezTo>
                  <a:cubicBezTo>
                    <a:pt x="1196" y="982"/>
                    <a:pt x="729" y="353"/>
                    <a:pt x="634" y="258"/>
                  </a:cubicBezTo>
                  <a:cubicBezTo>
                    <a:pt x="433" y="53"/>
                    <a:pt x="334" y="1"/>
                    <a:pt x="2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8" name="Google Shape;5278;p41">
              <a:extLst>
                <a:ext uri="{FF2B5EF4-FFF2-40B4-BE49-F238E27FC236}">
                  <a16:creationId xmlns:a16="http://schemas.microsoft.com/office/drawing/2014/main" id="{F10CB9F8-CA05-C71B-21B1-176709359CE4}"/>
                </a:ext>
              </a:extLst>
            </p:cNvPr>
            <p:cNvSpPr/>
            <p:nvPr/>
          </p:nvSpPr>
          <p:spPr>
            <a:xfrm>
              <a:off x="6117156" y="3682730"/>
              <a:ext cx="205562" cy="248182"/>
            </a:xfrm>
            <a:custGeom>
              <a:avLst/>
              <a:gdLst/>
              <a:ahLst/>
              <a:cxnLst/>
              <a:rect l="l" t="t" r="r" b="b"/>
              <a:pathLst>
                <a:path w="1833" h="2213" extrusionOk="0">
                  <a:moveTo>
                    <a:pt x="1366" y="1"/>
                  </a:moveTo>
                  <a:cubicBezTo>
                    <a:pt x="1114" y="1"/>
                    <a:pt x="812" y="187"/>
                    <a:pt x="671" y="335"/>
                  </a:cubicBezTo>
                  <a:cubicBezTo>
                    <a:pt x="215" y="867"/>
                    <a:pt x="1" y="1530"/>
                    <a:pt x="51" y="2213"/>
                  </a:cubicBezTo>
                  <a:lnTo>
                    <a:pt x="1124" y="2213"/>
                  </a:lnTo>
                  <a:cubicBezTo>
                    <a:pt x="1071" y="1787"/>
                    <a:pt x="1189" y="1381"/>
                    <a:pt x="1472" y="1044"/>
                  </a:cubicBezTo>
                  <a:cubicBezTo>
                    <a:pt x="1649" y="844"/>
                    <a:pt x="1833" y="485"/>
                    <a:pt x="1706" y="216"/>
                  </a:cubicBezTo>
                  <a:cubicBezTo>
                    <a:pt x="1633" y="59"/>
                    <a:pt x="1507" y="1"/>
                    <a:pt x="13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79" name="Google Shape;5279;p41">
              <a:extLst>
                <a:ext uri="{FF2B5EF4-FFF2-40B4-BE49-F238E27FC236}">
                  <a16:creationId xmlns:a16="http://schemas.microsoft.com/office/drawing/2014/main" id="{DA551942-F558-D814-9BE0-097DFA283B47}"/>
                </a:ext>
              </a:extLst>
            </p:cNvPr>
            <p:cNvSpPr/>
            <p:nvPr/>
          </p:nvSpPr>
          <p:spPr>
            <a:xfrm>
              <a:off x="6283016" y="3645832"/>
              <a:ext cx="90389" cy="79961"/>
            </a:xfrm>
            <a:custGeom>
              <a:avLst/>
              <a:gdLst/>
              <a:ahLst/>
              <a:cxnLst/>
              <a:rect l="l" t="t" r="r" b="b"/>
              <a:pathLst>
                <a:path w="806" h="713" extrusionOk="0">
                  <a:moveTo>
                    <a:pt x="618" y="1"/>
                  </a:moveTo>
                  <a:cubicBezTo>
                    <a:pt x="415" y="85"/>
                    <a:pt x="250" y="208"/>
                    <a:pt x="101" y="388"/>
                  </a:cubicBezTo>
                  <a:cubicBezTo>
                    <a:pt x="32" y="476"/>
                    <a:pt x="1" y="645"/>
                    <a:pt x="124" y="702"/>
                  </a:cubicBezTo>
                  <a:cubicBezTo>
                    <a:pt x="145" y="710"/>
                    <a:pt x="166" y="713"/>
                    <a:pt x="188" y="713"/>
                  </a:cubicBezTo>
                  <a:cubicBezTo>
                    <a:pt x="267" y="713"/>
                    <a:pt x="343" y="667"/>
                    <a:pt x="388" y="607"/>
                  </a:cubicBezTo>
                  <a:cubicBezTo>
                    <a:pt x="511" y="464"/>
                    <a:pt x="641" y="372"/>
                    <a:pt x="805" y="315"/>
                  </a:cubicBezTo>
                  <a:cubicBezTo>
                    <a:pt x="783" y="277"/>
                    <a:pt x="756" y="234"/>
                    <a:pt x="733" y="193"/>
                  </a:cubicBezTo>
                  <a:cubicBezTo>
                    <a:pt x="695" y="128"/>
                    <a:pt x="657" y="66"/>
                    <a:pt x="618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0" name="Google Shape;5280;p41">
              <a:extLst>
                <a:ext uri="{FF2B5EF4-FFF2-40B4-BE49-F238E27FC236}">
                  <a16:creationId xmlns:a16="http://schemas.microsoft.com/office/drawing/2014/main" id="{64FEA2C1-D0E6-18BC-9F8C-03EC1B81C89A}"/>
                </a:ext>
              </a:extLst>
            </p:cNvPr>
            <p:cNvSpPr/>
            <p:nvPr/>
          </p:nvSpPr>
          <p:spPr>
            <a:xfrm>
              <a:off x="6275839" y="3581570"/>
              <a:ext cx="99360" cy="110914"/>
            </a:xfrm>
            <a:custGeom>
              <a:avLst/>
              <a:gdLst/>
              <a:ahLst/>
              <a:cxnLst/>
              <a:rect l="l" t="t" r="r" b="b"/>
              <a:pathLst>
                <a:path w="886" h="989" extrusionOk="0">
                  <a:moveTo>
                    <a:pt x="508" y="1"/>
                  </a:moveTo>
                  <a:cubicBezTo>
                    <a:pt x="322" y="1"/>
                    <a:pt x="133" y="180"/>
                    <a:pt x="69" y="405"/>
                  </a:cubicBezTo>
                  <a:cubicBezTo>
                    <a:pt x="0" y="662"/>
                    <a:pt x="107" y="919"/>
                    <a:pt x="310" y="977"/>
                  </a:cubicBezTo>
                  <a:cubicBezTo>
                    <a:pt x="338" y="984"/>
                    <a:pt x="367" y="988"/>
                    <a:pt x="395" y="988"/>
                  </a:cubicBezTo>
                  <a:cubicBezTo>
                    <a:pt x="576" y="988"/>
                    <a:pt x="753" y="838"/>
                    <a:pt x="816" y="616"/>
                  </a:cubicBezTo>
                  <a:cubicBezTo>
                    <a:pt x="885" y="359"/>
                    <a:pt x="789" y="68"/>
                    <a:pt x="583" y="11"/>
                  </a:cubicBezTo>
                  <a:cubicBezTo>
                    <a:pt x="558" y="4"/>
                    <a:pt x="533" y="1"/>
                    <a:pt x="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1" name="Google Shape;5281;p41">
              <a:extLst>
                <a:ext uri="{FF2B5EF4-FFF2-40B4-BE49-F238E27FC236}">
                  <a16:creationId xmlns:a16="http://schemas.microsoft.com/office/drawing/2014/main" id="{7B0F42FA-FD2E-739C-B12C-FB35A0FEC9BC}"/>
                </a:ext>
              </a:extLst>
            </p:cNvPr>
            <p:cNvSpPr/>
            <p:nvPr/>
          </p:nvSpPr>
          <p:spPr>
            <a:xfrm>
              <a:off x="6300286" y="3593122"/>
              <a:ext cx="108781" cy="130988"/>
            </a:xfrm>
            <a:custGeom>
              <a:avLst/>
              <a:gdLst/>
              <a:ahLst/>
              <a:cxnLst/>
              <a:rect l="l" t="t" r="r" b="b"/>
              <a:pathLst>
                <a:path w="970" h="1168" extrusionOk="0">
                  <a:moveTo>
                    <a:pt x="541" y="1"/>
                  </a:moveTo>
                  <a:cubicBezTo>
                    <a:pt x="370" y="1"/>
                    <a:pt x="213" y="114"/>
                    <a:pt x="165" y="283"/>
                  </a:cubicBezTo>
                  <a:lnTo>
                    <a:pt x="58" y="674"/>
                  </a:lnTo>
                  <a:cubicBezTo>
                    <a:pt x="0" y="881"/>
                    <a:pt x="119" y="1095"/>
                    <a:pt x="326" y="1153"/>
                  </a:cubicBezTo>
                  <a:cubicBezTo>
                    <a:pt x="361" y="1163"/>
                    <a:pt x="396" y="1167"/>
                    <a:pt x="431" y="1167"/>
                  </a:cubicBezTo>
                  <a:cubicBezTo>
                    <a:pt x="600" y="1167"/>
                    <a:pt x="753" y="1056"/>
                    <a:pt x="801" y="885"/>
                  </a:cubicBezTo>
                  <a:lnTo>
                    <a:pt x="913" y="494"/>
                  </a:lnTo>
                  <a:cubicBezTo>
                    <a:pt x="970" y="287"/>
                    <a:pt x="851" y="73"/>
                    <a:pt x="644" y="15"/>
                  </a:cubicBezTo>
                  <a:cubicBezTo>
                    <a:pt x="610" y="5"/>
                    <a:pt x="575" y="1"/>
                    <a:pt x="541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2" name="Google Shape;5282;p41">
              <a:extLst>
                <a:ext uri="{FF2B5EF4-FFF2-40B4-BE49-F238E27FC236}">
                  <a16:creationId xmlns:a16="http://schemas.microsoft.com/office/drawing/2014/main" id="{AA6EAC20-372D-C6B8-F8DA-CE0F08A3B0E6}"/>
                </a:ext>
              </a:extLst>
            </p:cNvPr>
            <p:cNvSpPr/>
            <p:nvPr/>
          </p:nvSpPr>
          <p:spPr>
            <a:xfrm>
              <a:off x="6310154" y="3645496"/>
              <a:ext cx="8299" cy="20747"/>
            </a:xfrm>
            <a:custGeom>
              <a:avLst/>
              <a:gdLst/>
              <a:ahLst/>
              <a:cxnLst/>
              <a:rect l="l" t="t" r="r" b="b"/>
              <a:pathLst>
                <a:path w="74" h="185" extrusionOk="0">
                  <a:moveTo>
                    <a:pt x="27" y="0"/>
                  </a:moveTo>
                  <a:lnTo>
                    <a:pt x="1" y="96"/>
                  </a:lnTo>
                  <a:cubicBezTo>
                    <a:pt x="9" y="111"/>
                    <a:pt x="33" y="185"/>
                    <a:pt x="48" y="185"/>
                  </a:cubicBezTo>
                  <a:cubicBezTo>
                    <a:pt x="52" y="185"/>
                    <a:pt x="55" y="179"/>
                    <a:pt x="58" y="165"/>
                  </a:cubicBezTo>
                  <a:cubicBezTo>
                    <a:pt x="73" y="111"/>
                    <a:pt x="43" y="53"/>
                    <a:pt x="27" y="0"/>
                  </a:cubicBezTo>
                  <a:close/>
                </a:path>
              </a:pathLst>
            </a:custGeom>
            <a:solidFill>
              <a:srgbClr val="BD8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3" name="Google Shape;5283;p41">
              <a:extLst>
                <a:ext uri="{FF2B5EF4-FFF2-40B4-BE49-F238E27FC236}">
                  <a16:creationId xmlns:a16="http://schemas.microsoft.com/office/drawing/2014/main" id="{ED83E8BB-DFF9-D379-1C22-256203C85F5E}"/>
                </a:ext>
              </a:extLst>
            </p:cNvPr>
            <p:cNvSpPr/>
            <p:nvPr/>
          </p:nvSpPr>
          <p:spPr>
            <a:xfrm>
              <a:off x="6292548" y="3578766"/>
              <a:ext cx="101491" cy="56522"/>
            </a:xfrm>
            <a:custGeom>
              <a:avLst/>
              <a:gdLst/>
              <a:ahLst/>
              <a:cxnLst/>
              <a:rect l="l" t="t" r="r" b="b"/>
              <a:pathLst>
                <a:path w="905" h="504" extrusionOk="0">
                  <a:moveTo>
                    <a:pt x="459" y="1"/>
                  </a:moveTo>
                  <a:cubicBezTo>
                    <a:pt x="178" y="1"/>
                    <a:pt x="23" y="198"/>
                    <a:pt x="0" y="281"/>
                  </a:cubicBezTo>
                  <a:lnTo>
                    <a:pt x="135" y="227"/>
                  </a:lnTo>
                  <a:lnTo>
                    <a:pt x="135" y="227"/>
                  </a:lnTo>
                  <a:cubicBezTo>
                    <a:pt x="108" y="319"/>
                    <a:pt x="395" y="388"/>
                    <a:pt x="491" y="415"/>
                  </a:cubicBezTo>
                  <a:lnTo>
                    <a:pt x="798" y="503"/>
                  </a:lnTo>
                  <a:lnTo>
                    <a:pt x="904" y="124"/>
                  </a:lnTo>
                  <a:cubicBezTo>
                    <a:pt x="835" y="89"/>
                    <a:pt x="748" y="51"/>
                    <a:pt x="602" y="17"/>
                  </a:cubicBezTo>
                  <a:cubicBezTo>
                    <a:pt x="551" y="6"/>
                    <a:pt x="504" y="1"/>
                    <a:pt x="459" y="1"/>
                  </a:cubicBezTo>
                  <a:close/>
                </a:path>
              </a:pathLst>
            </a:custGeom>
            <a:solidFill>
              <a:srgbClr val="2A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4" name="Google Shape;5284;p41">
              <a:extLst>
                <a:ext uri="{FF2B5EF4-FFF2-40B4-BE49-F238E27FC236}">
                  <a16:creationId xmlns:a16="http://schemas.microsoft.com/office/drawing/2014/main" id="{9D7BAF5F-6F7E-93FE-0249-49B7B9CF3E1D}"/>
                </a:ext>
              </a:extLst>
            </p:cNvPr>
            <p:cNvSpPr/>
            <p:nvPr/>
          </p:nvSpPr>
          <p:spPr>
            <a:xfrm>
              <a:off x="6308024" y="3624972"/>
              <a:ext cx="23326" cy="35999"/>
            </a:xfrm>
            <a:custGeom>
              <a:avLst/>
              <a:gdLst/>
              <a:ahLst/>
              <a:cxnLst/>
              <a:rect l="l" t="t" r="r" b="b"/>
              <a:pathLst>
                <a:path w="208" h="321" extrusionOk="0">
                  <a:moveTo>
                    <a:pt x="126" y="0"/>
                  </a:moveTo>
                  <a:cubicBezTo>
                    <a:pt x="96" y="0"/>
                    <a:pt x="67" y="21"/>
                    <a:pt x="58" y="52"/>
                  </a:cubicBezTo>
                  <a:lnTo>
                    <a:pt x="8" y="229"/>
                  </a:lnTo>
                  <a:cubicBezTo>
                    <a:pt x="0" y="268"/>
                    <a:pt x="20" y="305"/>
                    <a:pt x="58" y="317"/>
                  </a:cubicBezTo>
                  <a:cubicBezTo>
                    <a:pt x="65" y="319"/>
                    <a:pt x="71" y="320"/>
                    <a:pt x="78" y="320"/>
                  </a:cubicBezTo>
                  <a:cubicBezTo>
                    <a:pt x="108" y="320"/>
                    <a:pt x="137" y="299"/>
                    <a:pt x="146" y="268"/>
                  </a:cubicBezTo>
                  <a:lnTo>
                    <a:pt x="196" y="91"/>
                  </a:lnTo>
                  <a:cubicBezTo>
                    <a:pt x="207" y="52"/>
                    <a:pt x="184" y="15"/>
                    <a:pt x="146" y="3"/>
                  </a:cubicBezTo>
                  <a:cubicBezTo>
                    <a:pt x="139" y="1"/>
                    <a:pt x="133" y="0"/>
                    <a:pt x="126" y="0"/>
                  </a:cubicBezTo>
                  <a:close/>
                </a:path>
              </a:pathLst>
            </a:custGeom>
            <a:solidFill>
              <a:srgbClr val="2A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5" name="Google Shape;5285;p41">
              <a:extLst>
                <a:ext uri="{FF2B5EF4-FFF2-40B4-BE49-F238E27FC236}">
                  <a16:creationId xmlns:a16="http://schemas.microsoft.com/office/drawing/2014/main" id="{9B4943A3-0B6F-79B5-13A9-F6A9DB9B2229}"/>
                </a:ext>
              </a:extLst>
            </p:cNvPr>
            <p:cNvSpPr/>
            <p:nvPr/>
          </p:nvSpPr>
          <p:spPr>
            <a:xfrm>
              <a:off x="6311388" y="3593458"/>
              <a:ext cx="73679" cy="44410"/>
            </a:xfrm>
            <a:custGeom>
              <a:avLst/>
              <a:gdLst/>
              <a:ahLst/>
              <a:cxnLst/>
              <a:rect l="l" t="t" r="r" b="b"/>
              <a:pathLst>
                <a:path w="657" h="396" extrusionOk="0">
                  <a:moveTo>
                    <a:pt x="101" y="1"/>
                  </a:moveTo>
                  <a:lnTo>
                    <a:pt x="1" y="368"/>
                  </a:lnTo>
                  <a:lnTo>
                    <a:pt x="158" y="395"/>
                  </a:lnTo>
                  <a:cubicBezTo>
                    <a:pt x="158" y="395"/>
                    <a:pt x="162" y="388"/>
                    <a:pt x="174" y="345"/>
                  </a:cubicBezTo>
                  <a:cubicBezTo>
                    <a:pt x="187" y="304"/>
                    <a:pt x="231" y="273"/>
                    <a:pt x="281" y="273"/>
                  </a:cubicBezTo>
                  <a:cubicBezTo>
                    <a:pt x="291" y="273"/>
                    <a:pt x="301" y="274"/>
                    <a:pt x="312" y="276"/>
                  </a:cubicBezTo>
                  <a:lnTo>
                    <a:pt x="598" y="356"/>
                  </a:lnTo>
                  <a:lnTo>
                    <a:pt x="656" y="158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2A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6" name="Google Shape;5286;p41">
              <a:extLst>
                <a:ext uri="{FF2B5EF4-FFF2-40B4-BE49-F238E27FC236}">
                  <a16:creationId xmlns:a16="http://schemas.microsoft.com/office/drawing/2014/main" id="{6666C117-1C3A-6B74-7337-2CE816B74201}"/>
                </a:ext>
              </a:extLst>
            </p:cNvPr>
            <p:cNvSpPr/>
            <p:nvPr/>
          </p:nvSpPr>
          <p:spPr>
            <a:xfrm>
              <a:off x="6301071" y="3644599"/>
              <a:ext cx="20298" cy="28149"/>
            </a:xfrm>
            <a:custGeom>
              <a:avLst/>
              <a:gdLst/>
              <a:ahLst/>
              <a:cxnLst/>
              <a:rect l="l" t="t" r="r" b="b"/>
              <a:pathLst>
                <a:path w="181" h="251" extrusionOk="0">
                  <a:moveTo>
                    <a:pt x="82" y="1"/>
                  </a:moveTo>
                  <a:cubicBezTo>
                    <a:pt x="81" y="1"/>
                    <a:pt x="79" y="1"/>
                    <a:pt x="78" y="1"/>
                  </a:cubicBezTo>
                  <a:cubicBezTo>
                    <a:pt x="32" y="4"/>
                    <a:pt x="1" y="66"/>
                    <a:pt x="13" y="135"/>
                  </a:cubicBezTo>
                  <a:cubicBezTo>
                    <a:pt x="20" y="200"/>
                    <a:pt x="57" y="251"/>
                    <a:pt x="100" y="251"/>
                  </a:cubicBezTo>
                  <a:cubicBezTo>
                    <a:pt x="103" y="251"/>
                    <a:pt x="105" y="250"/>
                    <a:pt x="108" y="250"/>
                  </a:cubicBezTo>
                  <a:cubicBezTo>
                    <a:pt x="151" y="245"/>
                    <a:pt x="181" y="185"/>
                    <a:pt x="170" y="116"/>
                  </a:cubicBezTo>
                  <a:cubicBezTo>
                    <a:pt x="162" y="49"/>
                    <a:pt x="123" y="1"/>
                    <a:pt x="82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7" name="Google Shape;5287;p41">
              <a:extLst>
                <a:ext uri="{FF2B5EF4-FFF2-40B4-BE49-F238E27FC236}">
                  <a16:creationId xmlns:a16="http://schemas.microsoft.com/office/drawing/2014/main" id="{252D4A3A-46CB-CEA9-CF4F-F74984CB9109}"/>
                </a:ext>
              </a:extLst>
            </p:cNvPr>
            <p:cNvSpPr/>
            <p:nvPr/>
          </p:nvSpPr>
          <p:spPr>
            <a:xfrm>
              <a:off x="6330789" y="3580561"/>
              <a:ext cx="99809" cy="60223"/>
            </a:xfrm>
            <a:custGeom>
              <a:avLst/>
              <a:gdLst/>
              <a:ahLst/>
              <a:cxnLst/>
              <a:rect l="l" t="t" r="r" b="b"/>
              <a:pathLst>
                <a:path w="890" h="537" extrusionOk="0">
                  <a:moveTo>
                    <a:pt x="232" y="1"/>
                  </a:moveTo>
                  <a:cubicBezTo>
                    <a:pt x="141" y="1"/>
                    <a:pt x="57" y="61"/>
                    <a:pt x="31" y="150"/>
                  </a:cubicBezTo>
                  <a:cubicBezTo>
                    <a:pt x="1" y="261"/>
                    <a:pt x="66" y="376"/>
                    <a:pt x="177" y="407"/>
                  </a:cubicBezTo>
                  <a:lnTo>
                    <a:pt x="602" y="529"/>
                  </a:lnTo>
                  <a:cubicBezTo>
                    <a:pt x="621" y="534"/>
                    <a:pt x="639" y="537"/>
                    <a:pt x="657" y="537"/>
                  </a:cubicBezTo>
                  <a:cubicBezTo>
                    <a:pt x="749" y="537"/>
                    <a:pt x="833" y="476"/>
                    <a:pt x="859" y="384"/>
                  </a:cubicBezTo>
                  <a:cubicBezTo>
                    <a:pt x="890" y="273"/>
                    <a:pt x="825" y="158"/>
                    <a:pt x="713" y="127"/>
                  </a:cubicBezTo>
                  <a:lnTo>
                    <a:pt x="288" y="8"/>
                  </a:lnTo>
                  <a:cubicBezTo>
                    <a:pt x="269" y="3"/>
                    <a:pt x="251" y="1"/>
                    <a:pt x="2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8" name="Google Shape;5288;p41">
              <a:extLst>
                <a:ext uri="{FF2B5EF4-FFF2-40B4-BE49-F238E27FC236}">
                  <a16:creationId xmlns:a16="http://schemas.microsoft.com/office/drawing/2014/main" id="{1430CBB9-F76B-C506-41BF-4930635E9D68}"/>
                </a:ext>
              </a:extLst>
            </p:cNvPr>
            <p:cNvSpPr/>
            <p:nvPr/>
          </p:nvSpPr>
          <p:spPr>
            <a:xfrm>
              <a:off x="6218646" y="3696412"/>
              <a:ext cx="173376" cy="291696"/>
            </a:xfrm>
            <a:custGeom>
              <a:avLst/>
              <a:gdLst/>
              <a:ahLst/>
              <a:cxnLst/>
              <a:rect l="l" t="t" r="r" b="b"/>
              <a:pathLst>
                <a:path w="1546" h="2601" extrusionOk="0">
                  <a:moveTo>
                    <a:pt x="398" y="0"/>
                  </a:moveTo>
                  <a:cubicBezTo>
                    <a:pt x="355" y="0"/>
                    <a:pt x="312" y="21"/>
                    <a:pt x="288" y="59"/>
                  </a:cubicBezTo>
                  <a:cubicBezTo>
                    <a:pt x="0" y="504"/>
                    <a:pt x="318" y="1224"/>
                    <a:pt x="330" y="1255"/>
                  </a:cubicBezTo>
                  <a:cubicBezTo>
                    <a:pt x="506" y="1646"/>
                    <a:pt x="797" y="2006"/>
                    <a:pt x="955" y="2183"/>
                  </a:cubicBezTo>
                  <a:cubicBezTo>
                    <a:pt x="1062" y="2301"/>
                    <a:pt x="1169" y="2409"/>
                    <a:pt x="1261" y="2493"/>
                  </a:cubicBezTo>
                  <a:cubicBezTo>
                    <a:pt x="1319" y="2542"/>
                    <a:pt x="1365" y="2577"/>
                    <a:pt x="1399" y="2600"/>
                  </a:cubicBezTo>
                  <a:lnTo>
                    <a:pt x="1545" y="2374"/>
                  </a:lnTo>
                  <a:cubicBezTo>
                    <a:pt x="1487" y="2335"/>
                    <a:pt x="1326" y="2197"/>
                    <a:pt x="1127" y="1972"/>
                  </a:cubicBezTo>
                  <a:cubicBezTo>
                    <a:pt x="886" y="1692"/>
                    <a:pt x="690" y="1401"/>
                    <a:pt x="575" y="1148"/>
                  </a:cubicBezTo>
                  <a:cubicBezTo>
                    <a:pt x="498" y="975"/>
                    <a:pt x="341" y="473"/>
                    <a:pt x="514" y="209"/>
                  </a:cubicBezTo>
                  <a:cubicBezTo>
                    <a:pt x="552" y="144"/>
                    <a:pt x="537" y="64"/>
                    <a:pt x="472" y="22"/>
                  </a:cubicBezTo>
                  <a:cubicBezTo>
                    <a:pt x="449" y="7"/>
                    <a:pt x="424" y="0"/>
                    <a:pt x="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89" name="Google Shape;5289;p41">
              <a:extLst>
                <a:ext uri="{FF2B5EF4-FFF2-40B4-BE49-F238E27FC236}">
                  <a16:creationId xmlns:a16="http://schemas.microsoft.com/office/drawing/2014/main" id="{1C52DD20-1E39-BE8D-7EE8-2EF9330B1D1C}"/>
                </a:ext>
              </a:extLst>
            </p:cNvPr>
            <p:cNvSpPr/>
            <p:nvPr/>
          </p:nvSpPr>
          <p:spPr>
            <a:xfrm>
              <a:off x="6368132" y="3964341"/>
              <a:ext cx="120444" cy="57756"/>
            </a:xfrm>
            <a:custGeom>
              <a:avLst/>
              <a:gdLst/>
              <a:ahLst/>
              <a:cxnLst/>
              <a:rect l="l" t="t" r="r" b="b"/>
              <a:pathLst>
                <a:path w="1074" h="515" extrusionOk="0">
                  <a:moveTo>
                    <a:pt x="775" y="1"/>
                  </a:moveTo>
                  <a:cubicBezTo>
                    <a:pt x="745" y="1"/>
                    <a:pt x="715" y="5"/>
                    <a:pt x="687" y="15"/>
                  </a:cubicBezTo>
                  <a:lnTo>
                    <a:pt x="46" y="273"/>
                  </a:lnTo>
                  <a:cubicBezTo>
                    <a:pt x="16" y="284"/>
                    <a:pt x="1" y="319"/>
                    <a:pt x="16" y="349"/>
                  </a:cubicBezTo>
                  <a:cubicBezTo>
                    <a:pt x="25" y="373"/>
                    <a:pt x="48" y="387"/>
                    <a:pt x="71" y="387"/>
                  </a:cubicBezTo>
                  <a:cubicBezTo>
                    <a:pt x="78" y="387"/>
                    <a:pt x="86" y="386"/>
                    <a:pt x="92" y="383"/>
                  </a:cubicBezTo>
                  <a:lnTo>
                    <a:pt x="729" y="130"/>
                  </a:lnTo>
                  <a:cubicBezTo>
                    <a:pt x="744" y="124"/>
                    <a:pt x="760" y="121"/>
                    <a:pt x="775" y="121"/>
                  </a:cubicBezTo>
                  <a:cubicBezTo>
                    <a:pt x="796" y="121"/>
                    <a:pt x="817" y="126"/>
                    <a:pt x="836" y="135"/>
                  </a:cubicBezTo>
                  <a:cubicBezTo>
                    <a:pt x="871" y="150"/>
                    <a:pt x="897" y="176"/>
                    <a:pt x="913" y="215"/>
                  </a:cubicBezTo>
                  <a:cubicBezTo>
                    <a:pt x="939" y="288"/>
                    <a:pt x="902" y="369"/>
                    <a:pt x="828" y="395"/>
                  </a:cubicBezTo>
                  <a:cubicBezTo>
                    <a:pt x="794" y="406"/>
                    <a:pt x="779" y="441"/>
                    <a:pt x="791" y="472"/>
                  </a:cubicBezTo>
                  <a:cubicBezTo>
                    <a:pt x="800" y="500"/>
                    <a:pt x="823" y="514"/>
                    <a:pt x="848" y="514"/>
                  </a:cubicBezTo>
                  <a:cubicBezTo>
                    <a:pt x="850" y="514"/>
                    <a:pt x="853" y="514"/>
                    <a:pt x="856" y="514"/>
                  </a:cubicBezTo>
                  <a:cubicBezTo>
                    <a:pt x="859" y="510"/>
                    <a:pt x="863" y="510"/>
                    <a:pt x="871" y="510"/>
                  </a:cubicBezTo>
                  <a:cubicBezTo>
                    <a:pt x="1005" y="460"/>
                    <a:pt x="1074" y="307"/>
                    <a:pt x="1024" y="173"/>
                  </a:cubicBezTo>
                  <a:cubicBezTo>
                    <a:pt x="1001" y="107"/>
                    <a:pt x="951" y="54"/>
                    <a:pt x="886" y="24"/>
                  </a:cubicBezTo>
                  <a:cubicBezTo>
                    <a:pt x="851" y="9"/>
                    <a:pt x="813" y="1"/>
                    <a:pt x="7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90" name="Google Shape;5290;p41">
              <a:extLst>
                <a:ext uri="{FF2B5EF4-FFF2-40B4-BE49-F238E27FC236}">
                  <a16:creationId xmlns:a16="http://schemas.microsoft.com/office/drawing/2014/main" id="{4E6616E5-82FE-352B-1C92-C29FDA2FC984}"/>
                </a:ext>
              </a:extLst>
            </p:cNvPr>
            <p:cNvSpPr/>
            <p:nvPr/>
          </p:nvSpPr>
          <p:spPr>
            <a:xfrm>
              <a:off x="6430932" y="3959182"/>
              <a:ext cx="28821" cy="31513"/>
            </a:xfrm>
            <a:custGeom>
              <a:avLst/>
              <a:gdLst/>
              <a:ahLst/>
              <a:cxnLst/>
              <a:rect l="l" t="t" r="r" b="b"/>
              <a:pathLst>
                <a:path w="257" h="281" extrusionOk="0">
                  <a:moveTo>
                    <a:pt x="142" y="1"/>
                  </a:moveTo>
                  <a:lnTo>
                    <a:pt x="1" y="66"/>
                  </a:lnTo>
                  <a:cubicBezTo>
                    <a:pt x="1" y="66"/>
                    <a:pt x="20" y="70"/>
                    <a:pt x="66" y="123"/>
                  </a:cubicBezTo>
                  <a:cubicBezTo>
                    <a:pt x="119" y="185"/>
                    <a:pt x="58" y="265"/>
                    <a:pt x="135" y="280"/>
                  </a:cubicBezTo>
                  <a:cubicBezTo>
                    <a:pt x="137" y="281"/>
                    <a:pt x="139" y="281"/>
                    <a:pt x="141" y="281"/>
                  </a:cubicBezTo>
                  <a:cubicBezTo>
                    <a:pt x="191" y="281"/>
                    <a:pt x="257" y="205"/>
                    <a:pt x="250" y="142"/>
                  </a:cubicBezTo>
                  <a:cubicBezTo>
                    <a:pt x="253" y="119"/>
                    <a:pt x="245" y="100"/>
                    <a:pt x="234" y="77"/>
                  </a:cubicBezTo>
                  <a:cubicBezTo>
                    <a:pt x="219" y="31"/>
                    <a:pt x="146" y="1"/>
                    <a:pt x="142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291" name="Google Shape;5291;p41">
              <a:extLst>
                <a:ext uri="{FF2B5EF4-FFF2-40B4-BE49-F238E27FC236}">
                  <a16:creationId xmlns:a16="http://schemas.microsoft.com/office/drawing/2014/main" id="{CC200A51-DBCC-6C02-4471-3016DBEEDA21}"/>
                </a:ext>
              </a:extLst>
            </p:cNvPr>
            <p:cNvSpPr/>
            <p:nvPr/>
          </p:nvSpPr>
          <p:spPr>
            <a:xfrm>
              <a:off x="6383159" y="3974659"/>
              <a:ext cx="25905" cy="31513"/>
            </a:xfrm>
            <a:custGeom>
              <a:avLst/>
              <a:gdLst/>
              <a:ahLst/>
              <a:cxnLst/>
              <a:rect l="l" t="t" r="r" b="b"/>
              <a:pathLst>
                <a:path w="231" h="281" extrusionOk="0">
                  <a:moveTo>
                    <a:pt x="116" y="1"/>
                  </a:moveTo>
                  <a:lnTo>
                    <a:pt x="5" y="78"/>
                  </a:lnTo>
                  <a:lnTo>
                    <a:pt x="5" y="78"/>
                  </a:lnTo>
                  <a:cubicBezTo>
                    <a:pt x="4" y="77"/>
                    <a:pt x="3" y="77"/>
                    <a:pt x="3" y="77"/>
                  </a:cubicBezTo>
                  <a:cubicBezTo>
                    <a:pt x="0" y="77"/>
                    <a:pt x="1" y="81"/>
                    <a:pt x="1" y="81"/>
                  </a:cubicBezTo>
                  <a:lnTo>
                    <a:pt x="5" y="78"/>
                  </a:lnTo>
                  <a:lnTo>
                    <a:pt x="5" y="78"/>
                  </a:lnTo>
                  <a:cubicBezTo>
                    <a:pt x="10" y="80"/>
                    <a:pt x="20" y="88"/>
                    <a:pt x="39" y="112"/>
                  </a:cubicBezTo>
                  <a:cubicBezTo>
                    <a:pt x="96" y="176"/>
                    <a:pt x="32" y="268"/>
                    <a:pt x="108" y="280"/>
                  </a:cubicBezTo>
                  <a:cubicBezTo>
                    <a:pt x="111" y="281"/>
                    <a:pt x="113" y="281"/>
                    <a:pt x="115" y="281"/>
                  </a:cubicBezTo>
                  <a:cubicBezTo>
                    <a:pt x="164" y="281"/>
                    <a:pt x="230" y="208"/>
                    <a:pt x="223" y="146"/>
                  </a:cubicBezTo>
                  <a:cubicBezTo>
                    <a:pt x="227" y="123"/>
                    <a:pt x="220" y="100"/>
                    <a:pt x="208" y="81"/>
                  </a:cubicBezTo>
                  <a:cubicBezTo>
                    <a:pt x="188" y="31"/>
                    <a:pt x="119" y="1"/>
                    <a:pt x="116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5292" name="Google Shape;5292;p41">
              <a:extLst>
                <a:ext uri="{FF2B5EF4-FFF2-40B4-BE49-F238E27FC236}">
                  <a16:creationId xmlns:a16="http://schemas.microsoft.com/office/drawing/2014/main" id="{8A4BA587-403D-3B2F-01BF-35CC2C84F5A6}"/>
                </a:ext>
              </a:extLst>
            </p:cNvPr>
            <p:cNvGrpSpPr/>
            <p:nvPr/>
          </p:nvGrpSpPr>
          <p:grpSpPr>
            <a:xfrm>
              <a:off x="5933354" y="4108432"/>
              <a:ext cx="244588" cy="244706"/>
              <a:chOff x="5933354" y="4119894"/>
              <a:chExt cx="244588" cy="244706"/>
            </a:xfrm>
          </p:grpSpPr>
          <p:sp>
            <p:nvSpPr>
              <p:cNvPr id="5293" name="Google Shape;5293;p41">
                <a:extLst>
                  <a:ext uri="{FF2B5EF4-FFF2-40B4-BE49-F238E27FC236}">
                    <a16:creationId xmlns:a16="http://schemas.microsoft.com/office/drawing/2014/main" id="{4F576870-36BB-8B4C-6B1F-DF5E18E7EFEF}"/>
                  </a:ext>
                </a:extLst>
              </p:cNvPr>
              <p:cNvSpPr/>
              <p:nvPr/>
            </p:nvSpPr>
            <p:spPr>
              <a:xfrm>
                <a:off x="6046394" y="4129763"/>
                <a:ext cx="3028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7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7" y="2001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94" name="Google Shape;5294;p41">
                <a:extLst>
                  <a:ext uri="{FF2B5EF4-FFF2-40B4-BE49-F238E27FC236}">
                    <a16:creationId xmlns:a16="http://schemas.microsoft.com/office/drawing/2014/main" id="{2D817C6D-A683-59AF-3E27-D6C0CC10C7A0}"/>
                  </a:ext>
                </a:extLst>
              </p:cNvPr>
              <p:cNvSpPr/>
              <p:nvPr/>
            </p:nvSpPr>
            <p:spPr>
              <a:xfrm>
                <a:off x="6046394" y="4129763"/>
                <a:ext cx="3028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7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7" y="2001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95" name="Google Shape;5295;p41">
                <a:extLst>
                  <a:ext uri="{FF2B5EF4-FFF2-40B4-BE49-F238E27FC236}">
                    <a16:creationId xmlns:a16="http://schemas.microsoft.com/office/drawing/2014/main" id="{4C7EC2E4-303D-C769-B0CD-E280B9C52D0C}"/>
                  </a:ext>
                </a:extLst>
              </p:cNvPr>
              <p:cNvSpPr/>
              <p:nvPr/>
            </p:nvSpPr>
            <p:spPr>
              <a:xfrm>
                <a:off x="6061870" y="4129763"/>
                <a:ext cx="3028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7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7" y="2001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96" name="Google Shape;5296;p41">
                <a:extLst>
                  <a:ext uri="{FF2B5EF4-FFF2-40B4-BE49-F238E27FC236}">
                    <a16:creationId xmlns:a16="http://schemas.microsoft.com/office/drawing/2014/main" id="{46A6B852-D7B0-1BD0-C119-C886E3771CA2}"/>
                  </a:ext>
                </a:extLst>
              </p:cNvPr>
              <p:cNvSpPr/>
              <p:nvPr/>
            </p:nvSpPr>
            <p:spPr>
              <a:xfrm>
                <a:off x="600422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27" y="0"/>
                    </a:moveTo>
                    <a:lnTo>
                      <a:pt x="0" y="8"/>
                    </a:lnTo>
                    <a:lnTo>
                      <a:pt x="767" y="1859"/>
                    </a:lnTo>
                    <a:lnTo>
                      <a:pt x="790" y="1848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97" name="Google Shape;5297;p41">
                <a:extLst>
                  <a:ext uri="{FF2B5EF4-FFF2-40B4-BE49-F238E27FC236}">
                    <a16:creationId xmlns:a16="http://schemas.microsoft.com/office/drawing/2014/main" id="{7DCA86B5-D63F-2BB7-4FDE-895820BC8C27}"/>
                  </a:ext>
                </a:extLst>
              </p:cNvPr>
              <p:cNvSpPr/>
              <p:nvPr/>
            </p:nvSpPr>
            <p:spPr>
              <a:xfrm>
                <a:off x="600422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27" y="0"/>
                    </a:moveTo>
                    <a:lnTo>
                      <a:pt x="0" y="8"/>
                    </a:lnTo>
                    <a:lnTo>
                      <a:pt x="767" y="1859"/>
                    </a:lnTo>
                    <a:lnTo>
                      <a:pt x="790" y="1848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98" name="Google Shape;5298;p41">
                <a:extLst>
                  <a:ext uri="{FF2B5EF4-FFF2-40B4-BE49-F238E27FC236}">
                    <a16:creationId xmlns:a16="http://schemas.microsoft.com/office/drawing/2014/main" id="{F4820754-D152-32FE-E13F-2B8450EFF184}"/>
                  </a:ext>
                </a:extLst>
              </p:cNvPr>
              <p:cNvSpPr/>
              <p:nvPr/>
            </p:nvSpPr>
            <p:spPr>
              <a:xfrm>
                <a:off x="6018358" y="4134922"/>
                <a:ext cx="88707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60" extrusionOk="0">
                    <a:moveTo>
                      <a:pt x="28" y="1"/>
                    </a:moveTo>
                    <a:lnTo>
                      <a:pt x="1" y="12"/>
                    </a:lnTo>
                    <a:lnTo>
                      <a:pt x="767" y="1859"/>
                    </a:lnTo>
                    <a:lnTo>
                      <a:pt x="790" y="1847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299" name="Google Shape;5299;p41">
                <a:extLst>
                  <a:ext uri="{FF2B5EF4-FFF2-40B4-BE49-F238E27FC236}">
                    <a16:creationId xmlns:a16="http://schemas.microsoft.com/office/drawing/2014/main" id="{FAB546E7-1CD3-2BF9-CAE8-996D86BEC1D9}"/>
                  </a:ext>
                </a:extLst>
              </p:cNvPr>
              <p:cNvSpPr/>
              <p:nvPr/>
            </p:nvSpPr>
            <p:spPr>
              <a:xfrm>
                <a:off x="5948381" y="4205016"/>
                <a:ext cx="208478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51" y="789"/>
                    </a:lnTo>
                    <a:lnTo>
                      <a:pt x="1858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0" name="Google Shape;5300;p41">
                <a:extLst>
                  <a:ext uri="{FF2B5EF4-FFF2-40B4-BE49-F238E27FC236}">
                    <a16:creationId xmlns:a16="http://schemas.microsoft.com/office/drawing/2014/main" id="{F953D3D2-D7CC-3A64-1CD9-9516A35C85D4}"/>
                  </a:ext>
                </a:extLst>
              </p:cNvPr>
              <p:cNvSpPr/>
              <p:nvPr/>
            </p:nvSpPr>
            <p:spPr>
              <a:xfrm>
                <a:off x="5948381" y="4205016"/>
                <a:ext cx="208478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51" y="789"/>
                    </a:lnTo>
                    <a:lnTo>
                      <a:pt x="1858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1" name="Google Shape;5301;p41">
                <a:extLst>
                  <a:ext uri="{FF2B5EF4-FFF2-40B4-BE49-F238E27FC236}">
                    <a16:creationId xmlns:a16="http://schemas.microsoft.com/office/drawing/2014/main" id="{36449A43-1972-7E5E-C917-D204C894D2D9}"/>
                  </a:ext>
                </a:extLst>
              </p:cNvPr>
              <p:cNvSpPr/>
              <p:nvPr/>
            </p:nvSpPr>
            <p:spPr>
              <a:xfrm>
                <a:off x="5954325" y="4190885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48" y="789"/>
                    </a:lnTo>
                    <a:lnTo>
                      <a:pt x="1859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2" name="Google Shape;5302;p41">
                <a:extLst>
                  <a:ext uri="{FF2B5EF4-FFF2-40B4-BE49-F238E27FC236}">
                    <a16:creationId xmlns:a16="http://schemas.microsoft.com/office/drawing/2014/main" id="{6BC22B25-8586-A8B3-83B0-C36278D07EAC}"/>
                  </a:ext>
                </a:extLst>
              </p:cNvPr>
              <p:cNvSpPr/>
              <p:nvPr/>
            </p:nvSpPr>
            <p:spPr>
              <a:xfrm>
                <a:off x="5954325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8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3" name="Google Shape;5303;p41">
                <a:extLst>
                  <a:ext uri="{FF2B5EF4-FFF2-40B4-BE49-F238E27FC236}">
                    <a16:creationId xmlns:a16="http://schemas.microsoft.com/office/drawing/2014/main" id="{14412431-CB26-1904-3320-DA54888AD469}"/>
                  </a:ext>
                </a:extLst>
              </p:cNvPr>
              <p:cNvSpPr/>
              <p:nvPr/>
            </p:nvSpPr>
            <p:spPr>
              <a:xfrm>
                <a:off x="5954325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8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4" name="Google Shape;5304;p41">
                <a:extLst>
                  <a:ext uri="{FF2B5EF4-FFF2-40B4-BE49-F238E27FC236}">
                    <a16:creationId xmlns:a16="http://schemas.microsoft.com/office/drawing/2014/main" id="{DBA25391-08E9-ABD7-A943-65FABFC05536}"/>
                  </a:ext>
                </a:extLst>
              </p:cNvPr>
              <p:cNvSpPr/>
              <p:nvPr/>
            </p:nvSpPr>
            <p:spPr>
              <a:xfrm>
                <a:off x="5948381" y="4190885"/>
                <a:ext cx="208478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790" extrusionOk="0">
                    <a:moveTo>
                      <a:pt x="1851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8" y="23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5" name="Google Shape;5305;p41">
                <a:extLst>
                  <a:ext uri="{FF2B5EF4-FFF2-40B4-BE49-F238E27FC236}">
                    <a16:creationId xmlns:a16="http://schemas.microsoft.com/office/drawing/2014/main" id="{F9D31DCE-41DD-A60A-A38F-10F386AC0576}"/>
                  </a:ext>
                </a:extLst>
              </p:cNvPr>
              <p:cNvSpPr/>
              <p:nvPr/>
            </p:nvSpPr>
            <p:spPr>
              <a:xfrm>
                <a:off x="601835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8" y="1859"/>
                    </a:lnTo>
                    <a:lnTo>
                      <a:pt x="790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6" name="Google Shape;5306;p41">
                <a:extLst>
                  <a:ext uri="{FF2B5EF4-FFF2-40B4-BE49-F238E27FC236}">
                    <a16:creationId xmlns:a16="http://schemas.microsoft.com/office/drawing/2014/main" id="{6A5BC8E7-B370-D99A-69F7-0633A67A2881}"/>
                  </a:ext>
                </a:extLst>
              </p:cNvPr>
              <p:cNvSpPr/>
              <p:nvPr/>
            </p:nvSpPr>
            <p:spPr>
              <a:xfrm>
                <a:off x="601835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8" y="1859"/>
                    </a:lnTo>
                    <a:lnTo>
                      <a:pt x="790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7" name="Google Shape;5307;p41">
                <a:extLst>
                  <a:ext uri="{FF2B5EF4-FFF2-40B4-BE49-F238E27FC236}">
                    <a16:creationId xmlns:a16="http://schemas.microsoft.com/office/drawing/2014/main" id="{D96D1B7C-851F-B047-4065-61EAAD07338E}"/>
                  </a:ext>
                </a:extLst>
              </p:cNvPr>
              <p:cNvSpPr/>
              <p:nvPr/>
            </p:nvSpPr>
            <p:spPr>
              <a:xfrm>
                <a:off x="6004228" y="4134922"/>
                <a:ext cx="88707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60" extrusionOk="0">
                    <a:moveTo>
                      <a:pt x="767" y="1"/>
                    </a:moveTo>
                    <a:lnTo>
                      <a:pt x="0" y="1847"/>
                    </a:lnTo>
                    <a:lnTo>
                      <a:pt x="27" y="1859"/>
                    </a:lnTo>
                    <a:lnTo>
                      <a:pt x="790" y="12"/>
                    </a:ln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8" name="Google Shape;5308;p41">
                <a:extLst>
                  <a:ext uri="{FF2B5EF4-FFF2-40B4-BE49-F238E27FC236}">
                    <a16:creationId xmlns:a16="http://schemas.microsoft.com/office/drawing/2014/main" id="{DCF3EBBA-498A-6E46-1A93-44A7CB508327}"/>
                  </a:ext>
                </a:extLst>
              </p:cNvPr>
              <p:cNvSpPr/>
              <p:nvPr/>
            </p:nvSpPr>
            <p:spPr>
              <a:xfrm>
                <a:off x="5969800" y="4167109"/>
                <a:ext cx="160816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5" extrusionOk="0">
                    <a:moveTo>
                      <a:pt x="20" y="1"/>
                    </a:moveTo>
                    <a:lnTo>
                      <a:pt x="1" y="20"/>
                    </a:lnTo>
                    <a:lnTo>
                      <a:pt x="1414" y="1434"/>
                    </a:lnTo>
                    <a:lnTo>
                      <a:pt x="1434" y="1415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09" name="Google Shape;5309;p41">
                <a:extLst>
                  <a:ext uri="{FF2B5EF4-FFF2-40B4-BE49-F238E27FC236}">
                    <a16:creationId xmlns:a16="http://schemas.microsoft.com/office/drawing/2014/main" id="{C87B92C4-A590-C88E-BDED-F1530FCE00D0}"/>
                  </a:ext>
                </a:extLst>
              </p:cNvPr>
              <p:cNvSpPr/>
              <p:nvPr/>
            </p:nvSpPr>
            <p:spPr>
              <a:xfrm>
                <a:off x="5980566" y="4156455"/>
                <a:ext cx="160816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4" extrusionOk="0">
                    <a:moveTo>
                      <a:pt x="20" y="0"/>
                    </a:moveTo>
                    <a:lnTo>
                      <a:pt x="0" y="19"/>
                    </a:lnTo>
                    <a:lnTo>
                      <a:pt x="1415" y="1434"/>
                    </a:lnTo>
                    <a:lnTo>
                      <a:pt x="1433" y="14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0" name="Google Shape;5310;p41">
                <a:extLst>
                  <a:ext uri="{FF2B5EF4-FFF2-40B4-BE49-F238E27FC236}">
                    <a16:creationId xmlns:a16="http://schemas.microsoft.com/office/drawing/2014/main" id="{67D55021-7994-8D72-ED22-201906FE04A1}"/>
                  </a:ext>
                </a:extLst>
              </p:cNvPr>
              <p:cNvSpPr/>
              <p:nvPr/>
            </p:nvSpPr>
            <p:spPr>
              <a:xfrm>
                <a:off x="5980566" y="4167109"/>
                <a:ext cx="160816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5" extrusionOk="0">
                    <a:moveTo>
                      <a:pt x="1415" y="1"/>
                    </a:moveTo>
                    <a:lnTo>
                      <a:pt x="0" y="1415"/>
                    </a:lnTo>
                    <a:lnTo>
                      <a:pt x="20" y="1434"/>
                    </a:lnTo>
                    <a:lnTo>
                      <a:pt x="1433" y="20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1" name="Google Shape;5311;p41">
                <a:extLst>
                  <a:ext uri="{FF2B5EF4-FFF2-40B4-BE49-F238E27FC236}">
                    <a16:creationId xmlns:a16="http://schemas.microsoft.com/office/drawing/2014/main" id="{EC8AA910-973C-BC79-6A24-84BF8D47727F}"/>
                  </a:ext>
                </a:extLst>
              </p:cNvPr>
              <p:cNvSpPr/>
              <p:nvPr/>
            </p:nvSpPr>
            <p:spPr>
              <a:xfrm>
                <a:off x="5969800" y="4156455"/>
                <a:ext cx="160816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4" extrusionOk="0">
                    <a:moveTo>
                      <a:pt x="1414" y="0"/>
                    </a:moveTo>
                    <a:lnTo>
                      <a:pt x="1" y="1415"/>
                    </a:lnTo>
                    <a:lnTo>
                      <a:pt x="20" y="1434"/>
                    </a:lnTo>
                    <a:lnTo>
                      <a:pt x="1434" y="19"/>
                    </a:lnTo>
                    <a:lnTo>
                      <a:pt x="141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2" name="Google Shape;5312;p41">
                <a:extLst>
                  <a:ext uri="{FF2B5EF4-FFF2-40B4-BE49-F238E27FC236}">
                    <a16:creationId xmlns:a16="http://schemas.microsoft.com/office/drawing/2014/main" id="{25E53672-0DBA-8F2D-140C-DD4F4768BB53}"/>
                  </a:ext>
                </a:extLst>
              </p:cNvPr>
              <p:cNvSpPr/>
              <p:nvPr/>
            </p:nvSpPr>
            <p:spPr>
              <a:xfrm>
                <a:off x="5943671" y="4248419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3" name="Google Shape;5313;p41">
                <a:extLst>
                  <a:ext uri="{FF2B5EF4-FFF2-40B4-BE49-F238E27FC236}">
                    <a16:creationId xmlns:a16="http://schemas.microsoft.com/office/drawing/2014/main" id="{77369B18-C09F-562D-22D9-6BAC37868613}"/>
                  </a:ext>
                </a:extLst>
              </p:cNvPr>
              <p:cNvSpPr/>
              <p:nvPr/>
            </p:nvSpPr>
            <p:spPr>
              <a:xfrm>
                <a:off x="5943671" y="4232942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4" name="Google Shape;5314;p41">
                <a:extLst>
                  <a:ext uri="{FF2B5EF4-FFF2-40B4-BE49-F238E27FC236}">
                    <a16:creationId xmlns:a16="http://schemas.microsoft.com/office/drawing/2014/main" id="{DE3473AD-28EA-CEA9-4B3F-1FE88BF51601}"/>
                  </a:ext>
                </a:extLst>
              </p:cNvPr>
              <p:cNvSpPr/>
              <p:nvPr/>
            </p:nvSpPr>
            <p:spPr>
              <a:xfrm>
                <a:off x="5940643" y="4127184"/>
                <a:ext cx="230009" cy="230015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2051" extrusionOk="0">
                    <a:moveTo>
                      <a:pt x="1027" y="200"/>
                    </a:moveTo>
                    <a:cubicBezTo>
                      <a:pt x="1483" y="200"/>
                      <a:pt x="1851" y="568"/>
                      <a:pt x="1851" y="1023"/>
                    </a:cubicBezTo>
                    <a:cubicBezTo>
                      <a:pt x="1851" y="1480"/>
                      <a:pt x="1483" y="1851"/>
                      <a:pt x="1027" y="1851"/>
                    </a:cubicBezTo>
                    <a:cubicBezTo>
                      <a:pt x="571" y="1851"/>
                      <a:pt x="199" y="1480"/>
                      <a:pt x="199" y="1023"/>
                    </a:cubicBezTo>
                    <a:cubicBezTo>
                      <a:pt x="199" y="568"/>
                      <a:pt x="571" y="200"/>
                      <a:pt x="1027" y="200"/>
                    </a:cubicBezTo>
                    <a:close/>
                    <a:moveTo>
                      <a:pt x="1027" y="1"/>
                    </a:moveTo>
                    <a:cubicBezTo>
                      <a:pt x="460" y="1"/>
                      <a:pt x="1" y="461"/>
                      <a:pt x="1" y="1023"/>
                    </a:cubicBezTo>
                    <a:cubicBezTo>
                      <a:pt x="1" y="1591"/>
                      <a:pt x="460" y="2051"/>
                      <a:pt x="1027" y="2051"/>
                    </a:cubicBezTo>
                    <a:cubicBezTo>
                      <a:pt x="1591" y="2051"/>
                      <a:pt x="2050" y="1591"/>
                      <a:pt x="2050" y="1023"/>
                    </a:cubicBezTo>
                    <a:cubicBezTo>
                      <a:pt x="2050" y="461"/>
                      <a:pt x="1591" y="1"/>
                      <a:pt x="10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5" name="Google Shape;5315;p41">
                <a:extLst>
                  <a:ext uri="{FF2B5EF4-FFF2-40B4-BE49-F238E27FC236}">
                    <a16:creationId xmlns:a16="http://schemas.microsoft.com/office/drawing/2014/main" id="{41C19F2A-AE2B-A37B-FB31-EE85491A7C43}"/>
                  </a:ext>
                </a:extLst>
              </p:cNvPr>
              <p:cNvSpPr/>
              <p:nvPr/>
            </p:nvSpPr>
            <p:spPr>
              <a:xfrm>
                <a:off x="5933354" y="4119894"/>
                <a:ext cx="244588" cy="244706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2182" extrusionOk="0">
                    <a:moveTo>
                      <a:pt x="1092" y="211"/>
                    </a:moveTo>
                    <a:cubicBezTo>
                      <a:pt x="1575" y="211"/>
                      <a:pt x="1969" y="606"/>
                      <a:pt x="1969" y="1088"/>
                    </a:cubicBezTo>
                    <a:cubicBezTo>
                      <a:pt x="1969" y="1576"/>
                      <a:pt x="1575" y="1967"/>
                      <a:pt x="1092" y="1967"/>
                    </a:cubicBezTo>
                    <a:cubicBezTo>
                      <a:pt x="605" y="1967"/>
                      <a:pt x="211" y="1576"/>
                      <a:pt x="211" y="1088"/>
                    </a:cubicBezTo>
                    <a:cubicBezTo>
                      <a:pt x="211" y="606"/>
                      <a:pt x="605" y="211"/>
                      <a:pt x="1092" y="211"/>
                    </a:cubicBezTo>
                    <a:close/>
                    <a:moveTo>
                      <a:pt x="1092" y="1"/>
                    </a:moveTo>
                    <a:cubicBezTo>
                      <a:pt x="490" y="1"/>
                      <a:pt x="0" y="491"/>
                      <a:pt x="0" y="1088"/>
                    </a:cubicBezTo>
                    <a:cubicBezTo>
                      <a:pt x="0" y="1691"/>
                      <a:pt x="490" y="2181"/>
                      <a:pt x="1092" y="2181"/>
                    </a:cubicBezTo>
                    <a:cubicBezTo>
                      <a:pt x="1690" y="2181"/>
                      <a:pt x="2181" y="1691"/>
                      <a:pt x="2181" y="1088"/>
                    </a:cubicBezTo>
                    <a:cubicBezTo>
                      <a:pt x="2181" y="491"/>
                      <a:pt x="1690" y="1"/>
                      <a:pt x="10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6" name="Google Shape;5316;p41">
                <a:extLst>
                  <a:ext uri="{FF2B5EF4-FFF2-40B4-BE49-F238E27FC236}">
                    <a16:creationId xmlns:a16="http://schemas.microsoft.com/office/drawing/2014/main" id="{102F5760-7671-951B-FDC0-8A7A65179555}"/>
                  </a:ext>
                </a:extLst>
              </p:cNvPr>
              <p:cNvSpPr/>
              <p:nvPr/>
            </p:nvSpPr>
            <p:spPr>
              <a:xfrm>
                <a:off x="6033834" y="4220493"/>
                <a:ext cx="43624" cy="4351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8" extrusionOk="0">
                    <a:moveTo>
                      <a:pt x="196" y="0"/>
                    </a:moveTo>
                    <a:cubicBezTo>
                      <a:pt x="85" y="0"/>
                      <a:pt x="1" y="85"/>
                      <a:pt x="1" y="191"/>
                    </a:cubicBezTo>
                    <a:cubicBezTo>
                      <a:pt x="1" y="303"/>
                      <a:pt x="85" y="387"/>
                      <a:pt x="196" y="387"/>
                    </a:cubicBezTo>
                    <a:cubicBezTo>
                      <a:pt x="303" y="387"/>
                      <a:pt x="388" y="303"/>
                      <a:pt x="388" y="191"/>
                    </a:cubicBezTo>
                    <a:cubicBezTo>
                      <a:pt x="388" y="85"/>
                      <a:pt x="303" y="0"/>
                      <a:pt x="1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grpSp>
          <p:nvGrpSpPr>
            <p:cNvPr id="5317" name="Google Shape;5317;p41">
              <a:extLst>
                <a:ext uri="{FF2B5EF4-FFF2-40B4-BE49-F238E27FC236}">
                  <a16:creationId xmlns:a16="http://schemas.microsoft.com/office/drawing/2014/main" id="{145E3835-D1AC-01A8-D7BB-CBD0C2439D70}"/>
                </a:ext>
              </a:extLst>
            </p:cNvPr>
            <p:cNvGrpSpPr/>
            <p:nvPr/>
          </p:nvGrpSpPr>
          <p:grpSpPr>
            <a:xfrm>
              <a:off x="6371609" y="4108432"/>
              <a:ext cx="244140" cy="244706"/>
              <a:chOff x="6371609" y="4119894"/>
              <a:chExt cx="244140" cy="244706"/>
            </a:xfrm>
          </p:grpSpPr>
          <p:sp>
            <p:nvSpPr>
              <p:cNvPr id="5318" name="Google Shape;5318;p41">
                <a:extLst>
                  <a:ext uri="{FF2B5EF4-FFF2-40B4-BE49-F238E27FC236}">
                    <a16:creationId xmlns:a16="http://schemas.microsoft.com/office/drawing/2014/main" id="{02AA3F6F-4423-C414-F4C0-09384FB8580B}"/>
                  </a:ext>
                </a:extLst>
              </p:cNvPr>
              <p:cNvSpPr/>
              <p:nvPr/>
            </p:nvSpPr>
            <p:spPr>
              <a:xfrm>
                <a:off x="6484200" y="4129763"/>
                <a:ext cx="3589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32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31" y="2001"/>
                    </a:ln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19" name="Google Shape;5319;p41">
                <a:extLst>
                  <a:ext uri="{FF2B5EF4-FFF2-40B4-BE49-F238E27FC236}">
                    <a16:creationId xmlns:a16="http://schemas.microsoft.com/office/drawing/2014/main" id="{091B7D55-74A7-3D1B-4FE4-84A56D43EB45}"/>
                  </a:ext>
                </a:extLst>
              </p:cNvPr>
              <p:cNvSpPr/>
              <p:nvPr/>
            </p:nvSpPr>
            <p:spPr>
              <a:xfrm>
                <a:off x="6484200" y="4129763"/>
                <a:ext cx="3589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32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31" y="2001"/>
                    </a:ln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0" name="Google Shape;5320;p41">
                <a:extLst>
                  <a:ext uri="{FF2B5EF4-FFF2-40B4-BE49-F238E27FC236}">
                    <a16:creationId xmlns:a16="http://schemas.microsoft.com/office/drawing/2014/main" id="{3638265C-7410-0336-1C5D-94DD698156E0}"/>
                  </a:ext>
                </a:extLst>
              </p:cNvPr>
              <p:cNvSpPr/>
              <p:nvPr/>
            </p:nvSpPr>
            <p:spPr>
              <a:xfrm>
                <a:off x="6499676" y="4129763"/>
                <a:ext cx="3140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8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8" y="2001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1" name="Google Shape;5321;p41">
                <a:extLst>
                  <a:ext uri="{FF2B5EF4-FFF2-40B4-BE49-F238E27FC236}">
                    <a16:creationId xmlns:a16="http://schemas.microsoft.com/office/drawing/2014/main" id="{1B1366E7-71A8-2C26-5457-87B3523B5C3F}"/>
                  </a:ext>
                </a:extLst>
              </p:cNvPr>
              <p:cNvSpPr/>
              <p:nvPr/>
            </p:nvSpPr>
            <p:spPr>
              <a:xfrm>
                <a:off x="6442034" y="4140978"/>
                <a:ext cx="89155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859" extrusionOk="0">
                    <a:moveTo>
                      <a:pt x="28" y="0"/>
                    </a:moveTo>
                    <a:lnTo>
                      <a:pt x="1" y="8"/>
                    </a:lnTo>
                    <a:lnTo>
                      <a:pt x="767" y="1859"/>
                    </a:lnTo>
                    <a:lnTo>
                      <a:pt x="795" y="184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2" name="Google Shape;5322;p41">
                <a:extLst>
                  <a:ext uri="{FF2B5EF4-FFF2-40B4-BE49-F238E27FC236}">
                    <a16:creationId xmlns:a16="http://schemas.microsoft.com/office/drawing/2014/main" id="{3E36F7EC-AE8C-205C-5360-178C1565BDA7}"/>
                  </a:ext>
                </a:extLst>
              </p:cNvPr>
              <p:cNvSpPr/>
              <p:nvPr/>
            </p:nvSpPr>
            <p:spPr>
              <a:xfrm>
                <a:off x="6442034" y="4140978"/>
                <a:ext cx="89155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859" extrusionOk="0">
                    <a:moveTo>
                      <a:pt x="28" y="0"/>
                    </a:moveTo>
                    <a:lnTo>
                      <a:pt x="1" y="8"/>
                    </a:lnTo>
                    <a:lnTo>
                      <a:pt x="767" y="1859"/>
                    </a:lnTo>
                    <a:lnTo>
                      <a:pt x="795" y="184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3" name="Google Shape;5323;p41">
                <a:extLst>
                  <a:ext uri="{FF2B5EF4-FFF2-40B4-BE49-F238E27FC236}">
                    <a16:creationId xmlns:a16="http://schemas.microsoft.com/office/drawing/2014/main" id="{57095338-CCBF-872A-8F0C-3DA4CBC594D4}"/>
                  </a:ext>
                </a:extLst>
              </p:cNvPr>
              <p:cNvSpPr/>
              <p:nvPr/>
            </p:nvSpPr>
            <p:spPr>
              <a:xfrm>
                <a:off x="6456277" y="4134922"/>
                <a:ext cx="89043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860" extrusionOk="0">
                    <a:moveTo>
                      <a:pt x="27" y="1"/>
                    </a:moveTo>
                    <a:lnTo>
                      <a:pt x="1" y="12"/>
                    </a:lnTo>
                    <a:lnTo>
                      <a:pt x="767" y="1859"/>
                    </a:lnTo>
                    <a:lnTo>
                      <a:pt x="794" y="1847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4" name="Google Shape;5324;p41">
                <a:extLst>
                  <a:ext uri="{FF2B5EF4-FFF2-40B4-BE49-F238E27FC236}">
                    <a16:creationId xmlns:a16="http://schemas.microsoft.com/office/drawing/2014/main" id="{887AC9E3-8F35-F56C-83BA-4E49046714B8}"/>
                  </a:ext>
                </a:extLst>
              </p:cNvPr>
              <p:cNvSpPr/>
              <p:nvPr/>
            </p:nvSpPr>
            <p:spPr>
              <a:xfrm>
                <a:off x="6386187" y="4205016"/>
                <a:ext cx="208926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90" extrusionOk="0">
                    <a:moveTo>
                      <a:pt x="12" y="0"/>
                    </a:moveTo>
                    <a:lnTo>
                      <a:pt x="0" y="23"/>
                    </a:lnTo>
                    <a:lnTo>
                      <a:pt x="1852" y="789"/>
                    </a:lnTo>
                    <a:lnTo>
                      <a:pt x="1863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5" name="Google Shape;5325;p41">
                <a:extLst>
                  <a:ext uri="{FF2B5EF4-FFF2-40B4-BE49-F238E27FC236}">
                    <a16:creationId xmlns:a16="http://schemas.microsoft.com/office/drawing/2014/main" id="{2C934EBF-6CCB-5FC5-4556-29F61819972B}"/>
                  </a:ext>
                </a:extLst>
              </p:cNvPr>
              <p:cNvSpPr/>
              <p:nvPr/>
            </p:nvSpPr>
            <p:spPr>
              <a:xfrm>
                <a:off x="6386187" y="4205016"/>
                <a:ext cx="208926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90" extrusionOk="0">
                    <a:moveTo>
                      <a:pt x="12" y="0"/>
                    </a:moveTo>
                    <a:lnTo>
                      <a:pt x="0" y="23"/>
                    </a:lnTo>
                    <a:lnTo>
                      <a:pt x="1852" y="789"/>
                    </a:lnTo>
                    <a:lnTo>
                      <a:pt x="1863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6" name="Google Shape;5326;p41">
                <a:extLst>
                  <a:ext uri="{FF2B5EF4-FFF2-40B4-BE49-F238E27FC236}">
                    <a16:creationId xmlns:a16="http://schemas.microsoft.com/office/drawing/2014/main" id="{DC150195-C657-86B2-3B45-F34E88D6C8A8}"/>
                  </a:ext>
                </a:extLst>
              </p:cNvPr>
              <p:cNvSpPr/>
              <p:nvPr/>
            </p:nvSpPr>
            <p:spPr>
              <a:xfrm>
                <a:off x="6392243" y="4190885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47" y="789"/>
                    </a:lnTo>
                    <a:lnTo>
                      <a:pt x="1859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7" name="Google Shape;5327;p41">
                <a:extLst>
                  <a:ext uri="{FF2B5EF4-FFF2-40B4-BE49-F238E27FC236}">
                    <a16:creationId xmlns:a16="http://schemas.microsoft.com/office/drawing/2014/main" id="{091B17F0-EF4C-53CE-FB70-0B838DD04242}"/>
                  </a:ext>
                </a:extLst>
              </p:cNvPr>
              <p:cNvSpPr/>
              <p:nvPr/>
            </p:nvSpPr>
            <p:spPr>
              <a:xfrm>
                <a:off x="6392243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7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8" name="Google Shape;5328;p41">
                <a:extLst>
                  <a:ext uri="{FF2B5EF4-FFF2-40B4-BE49-F238E27FC236}">
                    <a16:creationId xmlns:a16="http://schemas.microsoft.com/office/drawing/2014/main" id="{82449486-A774-CC45-DF3A-A3E275FBA561}"/>
                  </a:ext>
                </a:extLst>
              </p:cNvPr>
              <p:cNvSpPr/>
              <p:nvPr/>
            </p:nvSpPr>
            <p:spPr>
              <a:xfrm>
                <a:off x="6392243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7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29" name="Google Shape;5329;p41">
                <a:extLst>
                  <a:ext uri="{FF2B5EF4-FFF2-40B4-BE49-F238E27FC236}">
                    <a16:creationId xmlns:a16="http://schemas.microsoft.com/office/drawing/2014/main" id="{EDBC8BAA-1B8F-8155-BEC5-2F8A62705233}"/>
                  </a:ext>
                </a:extLst>
              </p:cNvPr>
              <p:cNvSpPr/>
              <p:nvPr/>
            </p:nvSpPr>
            <p:spPr>
              <a:xfrm>
                <a:off x="6386187" y="4190885"/>
                <a:ext cx="208926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90" extrusionOk="0">
                    <a:moveTo>
                      <a:pt x="1852" y="0"/>
                    </a:moveTo>
                    <a:lnTo>
                      <a:pt x="0" y="763"/>
                    </a:lnTo>
                    <a:lnTo>
                      <a:pt x="12" y="789"/>
                    </a:lnTo>
                    <a:lnTo>
                      <a:pt x="1863" y="23"/>
                    </a:lnTo>
                    <a:lnTo>
                      <a:pt x="185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0" name="Google Shape;5330;p41">
                <a:extLst>
                  <a:ext uri="{FF2B5EF4-FFF2-40B4-BE49-F238E27FC236}">
                    <a16:creationId xmlns:a16="http://schemas.microsoft.com/office/drawing/2014/main" id="{E3EA1C0C-801F-0591-D276-59E80FF40A0C}"/>
                  </a:ext>
                </a:extLst>
              </p:cNvPr>
              <p:cNvSpPr/>
              <p:nvPr/>
            </p:nvSpPr>
            <p:spPr>
              <a:xfrm>
                <a:off x="6456277" y="4140978"/>
                <a:ext cx="89043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7" y="1859"/>
                    </a:lnTo>
                    <a:lnTo>
                      <a:pt x="794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1" name="Google Shape;5331;p41">
                <a:extLst>
                  <a:ext uri="{FF2B5EF4-FFF2-40B4-BE49-F238E27FC236}">
                    <a16:creationId xmlns:a16="http://schemas.microsoft.com/office/drawing/2014/main" id="{6E83D5E1-291E-E15F-073D-61FDC5D05FB3}"/>
                  </a:ext>
                </a:extLst>
              </p:cNvPr>
              <p:cNvSpPr/>
              <p:nvPr/>
            </p:nvSpPr>
            <p:spPr>
              <a:xfrm>
                <a:off x="6456277" y="4140978"/>
                <a:ext cx="89043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7" y="1859"/>
                    </a:lnTo>
                    <a:lnTo>
                      <a:pt x="794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2" name="Google Shape;5332;p41">
                <a:extLst>
                  <a:ext uri="{FF2B5EF4-FFF2-40B4-BE49-F238E27FC236}">
                    <a16:creationId xmlns:a16="http://schemas.microsoft.com/office/drawing/2014/main" id="{BC2B308A-F49D-06C4-45E1-C2D46CD96FC3}"/>
                  </a:ext>
                </a:extLst>
              </p:cNvPr>
              <p:cNvSpPr/>
              <p:nvPr/>
            </p:nvSpPr>
            <p:spPr>
              <a:xfrm>
                <a:off x="6442034" y="4134922"/>
                <a:ext cx="89155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860" extrusionOk="0">
                    <a:moveTo>
                      <a:pt x="767" y="1"/>
                    </a:moveTo>
                    <a:lnTo>
                      <a:pt x="1" y="1847"/>
                    </a:lnTo>
                    <a:lnTo>
                      <a:pt x="28" y="1859"/>
                    </a:lnTo>
                    <a:lnTo>
                      <a:pt x="795" y="12"/>
                    </a:ln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3" name="Google Shape;5333;p41">
                <a:extLst>
                  <a:ext uri="{FF2B5EF4-FFF2-40B4-BE49-F238E27FC236}">
                    <a16:creationId xmlns:a16="http://schemas.microsoft.com/office/drawing/2014/main" id="{1FCD5E19-D6F8-EEC4-8E6A-6C162CF8EF3D}"/>
                  </a:ext>
                </a:extLst>
              </p:cNvPr>
              <p:cNvSpPr/>
              <p:nvPr/>
            </p:nvSpPr>
            <p:spPr>
              <a:xfrm>
                <a:off x="6407719" y="4167109"/>
                <a:ext cx="160816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5" extrusionOk="0">
                    <a:moveTo>
                      <a:pt x="20" y="1"/>
                    </a:moveTo>
                    <a:lnTo>
                      <a:pt x="1" y="20"/>
                    </a:lnTo>
                    <a:lnTo>
                      <a:pt x="1414" y="1434"/>
                    </a:lnTo>
                    <a:lnTo>
                      <a:pt x="1433" y="1415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4" name="Google Shape;5334;p41">
                <a:extLst>
                  <a:ext uri="{FF2B5EF4-FFF2-40B4-BE49-F238E27FC236}">
                    <a16:creationId xmlns:a16="http://schemas.microsoft.com/office/drawing/2014/main" id="{4F515E72-6CE0-E6D6-2C5A-DB2E21A4F566}"/>
                  </a:ext>
                </a:extLst>
              </p:cNvPr>
              <p:cNvSpPr/>
              <p:nvPr/>
            </p:nvSpPr>
            <p:spPr>
              <a:xfrm>
                <a:off x="6418484" y="4156455"/>
                <a:ext cx="161152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4" extrusionOk="0">
                    <a:moveTo>
                      <a:pt x="20" y="0"/>
                    </a:moveTo>
                    <a:lnTo>
                      <a:pt x="0" y="19"/>
                    </a:lnTo>
                    <a:lnTo>
                      <a:pt x="1414" y="1434"/>
                    </a:lnTo>
                    <a:lnTo>
                      <a:pt x="1437" y="14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5" name="Google Shape;5335;p41">
                <a:extLst>
                  <a:ext uri="{FF2B5EF4-FFF2-40B4-BE49-F238E27FC236}">
                    <a16:creationId xmlns:a16="http://schemas.microsoft.com/office/drawing/2014/main" id="{F23DC030-6FFC-577F-B4A6-6800CD844EBB}"/>
                  </a:ext>
                </a:extLst>
              </p:cNvPr>
              <p:cNvSpPr/>
              <p:nvPr/>
            </p:nvSpPr>
            <p:spPr>
              <a:xfrm>
                <a:off x="6418484" y="4167109"/>
                <a:ext cx="161152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5" extrusionOk="0">
                    <a:moveTo>
                      <a:pt x="1414" y="1"/>
                    </a:moveTo>
                    <a:lnTo>
                      <a:pt x="0" y="1415"/>
                    </a:lnTo>
                    <a:lnTo>
                      <a:pt x="20" y="1434"/>
                    </a:lnTo>
                    <a:lnTo>
                      <a:pt x="1437" y="20"/>
                    </a:lnTo>
                    <a:lnTo>
                      <a:pt x="141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6" name="Google Shape;5336;p41">
                <a:extLst>
                  <a:ext uri="{FF2B5EF4-FFF2-40B4-BE49-F238E27FC236}">
                    <a16:creationId xmlns:a16="http://schemas.microsoft.com/office/drawing/2014/main" id="{F7F18C07-7FBC-3D68-7574-F3090581C677}"/>
                  </a:ext>
                </a:extLst>
              </p:cNvPr>
              <p:cNvSpPr/>
              <p:nvPr/>
            </p:nvSpPr>
            <p:spPr>
              <a:xfrm>
                <a:off x="6407719" y="4156455"/>
                <a:ext cx="160816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4" extrusionOk="0">
                    <a:moveTo>
                      <a:pt x="1414" y="0"/>
                    </a:moveTo>
                    <a:lnTo>
                      <a:pt x="1" y="1415"/>
                    </a:lnTo>
                    <a:lnTo>
                      <a:pt x="20" y="1434"/>
                    </a:lnTo>
                    <a:lnTo>
                      <a:pt x="1433" y="19"/>
                    </a:lnTo>
                    <a:lnTo>
                      <a:pt x="141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7" name="Google Shape;5337;p41">
                <a:extLst>
                  <a:ext uri="{FF2B5EF4-FFF2-40B4-BE49-F238E27FC236}">
                    <a16:creationId xmlns:a16="http://schemas.microsoft.com/office/drawing/2014/main" id="{1E75540F-B479-BCDE-497E-CAE5914BA90E}"/>
                  </a:ext>
                </a:extLst>
              </p:cNvPr>
              <p:cNvSpPr/>
              <p:nvPr/>
            </p:nvSpPr>
            <p:spPr>
              <a:xfrm>
                <a:off x="6381589" y="4248419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8" name="Google Shape;5338;p41">
                <a:extLst>
                  <a:ext uri="{FF2B5EF4-FFF2-40B4-BE49-F238E27FC236}">
                    <a16:creationId xmlns:a16="http://schemas.microsoft.com/office/drawing/2014/main" id="{AFF89DFD-DE67-E1E2-7021-2CF5520D3AC1}"/>
                  </a:ext>
                </a:extLst>
              </p:cNvPr>
              <p:cNvSpPr/>
              <p:nvPr/>
            </p:nvSpPr>
            <p:spPr>
              <a:xfrm>
                <a:off x="6381589" y="4232942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39" name="Google Shape;5339;p41">
                <a:extLst>
                  <a:ext uri="{FF2B5EF4-FFF2-40B4-BE49-F238E27FC236}">
                    <a16:creationId xmlns:a16="http://schemas.microsoft.com/office/drawing/2014/main" id="{6D9A8334-953A-0A6D-49CE-21FD093713AF}"/>
                  </a:ext>
                </a:extLst>
              </p:cNvPr>
              <p:cNvSpPr/>
              <p:nvPr/>
            </p:nvSpPr>
            <p:spPr>
              <a:xfrm>
                <a:off x="6378449" y="4127184"/>
                <a:ext cx="230122" cy="230015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2051" extrusionOk="0">
                    <a:moveTo>
                      <a:pt x="1028" y="200"/>
                    </a:moveTo>
                    <a:cubicBezTo>
                      <a:pt x="1484" y="200"/>
                      <a:pt x="1855" y="568"/>
                      <a:pt x="1855" y="1023"/>
                    </a:cubicBezTo>
                    <a:cubicBezTo>
                      <a:pt x="1855" y="1480"/>
                      <a:pt x="1484" y="1851"/>
                      <a:pt x="1028" y="1851"/>
                    </a:cubicBezTo>
                    <a:cubicBezTo>
                      <a:pt x="572" y="1851"/>
                      <a:pt x="200" y="1480"/>
                      <a:pt x="200" y="1023"/>
                    </a:cubicBezTo>
                    <a:cubicBezTo>
                      <a:pt x="200" y="568"/>
                      <a:pt x="572" y="200"/>
                      <a:pt x="1028" y="200"/>
                    </a:cubicBezTo>
                    <a:close/>
                    <a:moveTo>
                      <a:pt x="1028" y="1"/>
                    </a:moveTo>
                    <a:cubicBezTo>
                      <a:pt x="460" y="1"/>
                      <a:pt x="0" y="461"/>
                      <a:pt x="0" y="1023"/>
                    </a:cubicBezTo>
                    <a:cubicBezTo>
                      <a:pt x="0" y="1591"/>
                      <a:pt x="460" y="2051"/>
                      <a:pt x="1028" y="2051"/>
                    </a:cubicBezTo>
                    <a:cubicBezTo>
                      <a:pt x="1591" y="2051"/>
                      <a:pt x="2051" y="1591"/>
                      <a:pt x="2051" y="1023"/>
                    </a:cubicBezTo>
                    <a:cubicBezTo>
                      <a:pt x="2051" y="461"/>
                      <a:pt x="1591" y="1"/>
                      <a:pt x="10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40" name="Google Shape;5340;p41">
                <a:extLst>
                  <a:ext uri="{FF2B5EF4-FFF2-40B4-BE49-F238E27FC236}">
                    <a16:creationId xmlns:a16="http://schemas.microsoft.com/office/drawing/2014/main" id="{260CAC1B-5A0D-D0E0-333D-7509B4A59D45}"/>
                  </a:ext>
                </a:extLst>
              </p:cNvPr>
              <p:cNvSpPr/>
              <p:nvPr/>
            </p:nvSpPr>
            <p:spPr>
              <a:xfrm>
                <a:off x="6371609" y="4119894"/>
                <a:ext cx="244140" cy="244706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2182" extrusionOk="0">
                    <a:moveTo>
                      <a:pt x="1089" y="211"/>
                    </a:moveTo>
                    <a:cubicBezTo>
                      <a:pt x="1572" y="211"/>
                      <a:pt x="1966" y="606"/>
                      <a:pt x="1966" y="1088"/>
                    </a:cubicBezTo>
                    <a:cubicBezTo>
                      <a:pt x="1966" y="1576"/>
                      <a:pt x="1572" y="1967"/>
                      <a:pt x="1089" y="1967"/>
                    </a:cubicBezTo>
                    <a:cubicBezTo>
                      <a:pt x="602" y="1967"/>
                      <a:pt x="211" y="1576"/>
                      <a:pt x="211" y="1088"/>
                    </a:cubicBezTo>
                    <a:cubicBezTo>
                      <a:pt x="211" y="606"/>
                      <a:pt x="602" y="211"/>
                      <a:pt x="1089" y="211"/>
                    </a:cubicBezTo>
                    <a:close/>
                    <a:moveTo>
                      <a:pt x="1089" y="1"/>
                    </a:moveTo>
                    <a:cubicBezTo>
                      <a:pt x="487" y="1"/>
                      <a:pt x="1" y="491"/>
                      <a:pt x="1" y="1088"/>
                    </a:cubicBezTo>
                    <a:cubicBezTo>
                      <a:pt x="1" y="1691"/>
                      <a:pt x="487" y="2181"/>
                      <a:pt x="1089" y="2181"/>
                    </a:cubicBezTo>
                    <a:cubicBezTo>
                      <a:pt x="1687" y="2181"/>
                      <a:pt x="2177" y="1691"/>
                      <a:pt x="2177" y="1088"/>
                    </a:cubicBezTo>
                    <a:cubicBezTo>
                      <a:pt x="2177" y="491"/>
                      <a:pt x="1687" y="1"/>
                      <a:pt x="10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341" name="Google Shape;5341;p41">
                <a:extLst>
                  <a:ext uri="{FF2B5EF4-FFF2-40B4-BE49-F238E27FC236}">
                    <a16:creationId xmlns:a16="http://schemas.microsoft.com/office/drawing/2014/main" id="{E1C41D1F-1690-7915-E1CA-95DCD3136193}"/>
                  </a:ext>
                </a:extLst>
              </p:cNvPr>
              <p:cNvSpPr/>
              <p:nvPr/>
            </p:nvSpPr>
            <p:spPr>
              <a:xfrm>
                <a:off x="6471752" y="4220493"/>
                <a:ext cx="43961" cy="43513"/>
              </a:xfrm>
              <a:custGeom>
                <a:avLst/>
                <a:gdLst/>
                <a:ahLst/>
                <a:cxnLst/>
                <a:rect l="l" t="t" r="r" b="b"/>
                <a:pathLst>
                  <a:path w="392" h="388" extrusionOk="0">
                    <a:moveTo>
                      <a:pt x="196" y="0"/>
                    </a:moveTo>
                    <a:cubicBezTo>
                      <a:pt x="88" y="0"/>
                      <a:pt x="1" y="85"/>
                      <a:pt x="1" y="191"/>
                    </a:cubicBezTo>
                    <a:cubicBezTo>
                      <a:pt x="1" y="303"/>
                      <a:pt x="88" y="387"/>
                      <a:pt x="196" y="387"/>
                    </a:cubicBezTo>
                    <a:cubicBezTo>
                      <a:pt x="303" y="387"/>
                      <a:pt x="392" y="303"/>
                      <a:pt x="392" y="191"/>
                    </a:cubicBezTo>
                    <a:cubicBezTo>
                      <a:pt x="392" y="85"/>
                      <a:pt x="303" y="0"/>
                      <a:pt x="1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</p:grpSp>
      <p:grpSp>
        <p:nvGrpSpPr>
          <p:cNvPr id="5342" name="Google Shape;5342;p41">
            <a:extLst>
              <a:ext uri="{FF2B5EF4-FFF2-40B4-BE49-F238E27FC236}">
                <a16:creationId xmlns:a16="http://schemas.microsoft.com/office/drawing/2014/main" id="{0C481B45-FE37-56FF-72E3-FF48BCC6AB6F}"/>
              </a:ext>
            </a:extLst>
          </p:cNvPr>
          <p:cNvGrpSpPr/>
          <p:nvPr/>
        </p:nvGrpSpPr>
        <p:grpSpPr>
          <a:xfrm rot="5400000">
            <a:off x="5856926" y="-1357253"/>
            <a:ext cx="2655981" cy="2714505"/>
            <a:chOff x="2226326" y="2296542"/>
            <a:chExt cx="1140591" cy="1165724"/>
          </a:xfrm>
        </p:grpSpPr>
        <p:sp>
          <p:nvSpPr>
            <p:cNvPr id="5343" name="Google Shape;5343;p41">
              <a:extLst>
                <a:ext uri="{FF2B5EF4-FFF2-40B4-BE49-F238E27FC236}">
                  <a16:creationId xmlns:a16="http://schemas.microsoft.com/office/drawing/2014/main" id="{235D3765-77C7-05E9-4E77-FAA58D32175E}"/>
                </a:ext>
              </a:extLst>
            </p:cNvPr>
            <p:cNvSpPr/>
            <p:nvPr/>
          </p:nvSpPr>
          <p:spPr>
            <a:xfrm>
              <a:off x="2226326" y="2296542"/>
              <a:ext cx="1140591" cy="1165724"/>
            </a:xfrm>
            <a:custGeom>
              <a:avLst/>
              <a:gdLst/>
              <a:ahLst/>
              <a:cxnLst/>
              <a:rect l="l" t="t" r="r" b="b"/>
              <a:pathLst>
                <a:path w="23962" h="24490" extrusionOk="0">
                  <a:moveTo>
                    <a:pt x="614" y="0"/>
                  </a:moveTo>
                  <a:lnTo>
                    <a:pt x="614" y="4150"/>
                  </a:lnTo>
                  <a:lnTo>
                    <a:pt x="18497" y="4150"/>
                  </a:lnTo>
                  <a:cubicBezTo>
                    <a:pt x="19221" y="4150"/>
                    <a:pt x="19812" y="4740"/>
                    <a:pt x="19812" y="5465"/>
                  </a:cubicBezTo>
                  <a:cubicBezTo>
                    <a:pt x="19812" y="6189"/>
                    <a:pt x="19221" y="6783"/>
                    <a:pt x="18497" y="6783"/>
                  </a:cubicBezTo>
                  <a:lnTo>
                    <a:pt x="5465" y="6779"/>
                  </a:lnTo>
                  <a:cubicBezTo>
                    <a:pt x="2453" y="6779"/>
                    <a:pt x="0" y="9231"/>
                    <a:pt x="0" y="12243"/>
                  </a:cubicBezTo>
                  <a:cubicBezTo>
                    <a:pt x="0" y="15259"/>
                    <a:pt x="2453" y="17707"/>
                    <a:pt x="5465" y="17707"/>
                  </a:cubicBezTo>
                  <a:lnTo>
                    <a:pt x="18497" y="17707"/>
                  </a:lnTo>
                  <a:cubicBezTo>
                    <a:pt x="19221" y="17707"/>
                    <a:pt x="19812" y="18298"/>
                    <a:pt x="19812" y="19025"/>
                  </a:cubicBezTo>
                  <a:cubicBezTo>
                    <a:pt x="19812" y="19750"/>
                    <a:pt x="19221" y="20340"/>
                    <a:pt x="18497" y="20340"/>
                  </a:cubicBezTo>
                  <a:lnTo>
                    <a:pt x="526" y="20340"/>
                  </a:lnTo>
                  <a:lnTo>
                    <a:pt x="526" y="24490"/>
                  </a:lnTo>
                  <a:lnTo>
                    <a:pt x="18497" y="24490"/>
                  </a:lnTo>
                  <a:cubicBezTo>
                    <a:pt x="21509" y="24490"/>
                    <a:pt x="23961" y="22037"/>
                    <a:pt x="23961" y="19025"/>
                  </a:cubicBezTo>
                  <a:cubicBezTo>
                    <a:pt x="23961" y="16013"/>
                    <a:pt x="21509" y="13562"/>
                    <a:pt x="18497" y="13562"/>
                  </a:cubicBezTo>
                  <a:lnTo>
                    <a:pt x="5465" y="13562"/>
                  </a:lnTo>
                  <a:cubicBezTo>
                    <a:pt x="4740" y="13562"/>
                    <a:pt x="4151" y="12971"/>
                    <a:pt x="4151" y="12243"/>
                  </a:cubicBezTo>
                  <a:cubicBezTo>
                    <a:pt x="4151" y="11519"/>
                    <a:pt x="4740" y="10929"/>
                    <a:pt x="5465" y="10929"/>
                  </a:cubicBezTo>
                  <a:lnTo>
                    <a:pt x="18497" y="10929"/>
                  </a:lnTo>
                  <a:cubicBezTo>
                    <a:pt x="21509" y="10929"/>
                    <a:pt x="23961" y="8477"/>
                    <a:pt x="23961" y="5465"/>
                  </a:cubicBezTo>
                  <a:cubicBezTo>
                    <a:pt x="23961" y="2453"/>
                    <a:pt x="21509" y="0"/>
                    <a:pt x="18497" y="0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44" name="Google Shape;5344;p41">
              <a:extLst>
                <a:ext uri="{FF2B5EF4-FFF2-40B4-BE49-F238E27FC236}">
                  <a16:creationId xmlns:a16="http://schemas.microsoft.com/office/drawing/2014/main" id="{0B077EDA-388F-4108-CAAE-023ED557FF12}"/>
                </a:ext>
              </a:extLst>
            </p:cNvPr>
            <p:cNvSpPr/>
            <p:nvPr/>
          </p:nvSpPr>
          <p:spPr>
            <a:xfrm>
              <a:off x="3100198" y="3357906"/>
              <a:ext cx="30845" cy="9330"/>
            </a:xfrm>
            <a:custGeom>
              <a:avLst/>
              <a:gdLst/>
              <a:ahLst/>
              <a:cxnLst/>
              <a:rect l="l" t="t" r="r" b="b"/>
              <a:pathLst>
                <a:path w="648" h="196" extrusionOk="0">
                  <a:moveTo>
                    <a:pt x="625" y="0"/>
                  </a:moveTo>
                  <a:cubicBezTo>
                    <a:pt x="464" y="27"/>
                    <a:pt x="299" y="38"/>
                    <a:pt x="138" y="38"/>
                  </a:cubicBezTo>
                  <a:lnTo>
                    <a:pt x="1" y="38"/>
                  </a:lnTo>
                  <a:lnTo>
                    <a:pt x="1" y="195"/>
                  </a:lnTo>
                  <a:lnTo>
                    <a:pt x="138" y="195"/>
                  </a:lnTo>
                  <a:cubicBezTo>
                    <a:pt x="307" y="195"/>
                    <a:pt x="479" y="184"/>
                    <a:pt x="648" y="161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45" name="Google Shape;5345;p41">
              <a:extLst>
                <a:ext uri="{FF2B5EF4-FFF2-40B4-BE49-F238E27FC236}">
                  <a16:creationId xmlns:a16="http://schemas.microsoft.com/office/drawing/2014/main" id="{403F40F7-43D6-3820-3459-7010AAD0F378}"/>
                </a:ext>
              </a:extLst>
            </p:cNvPr>
            <p:cNvSpPr/>
            <p:nvPr/>
          </p:nvSpPr>
          <p:spPr>
            <a:xfrm>
              <a:off x="3039272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46" name="Google Shape;5346;p41">
              <a:extLst>
                <a:ext uri="{FF2B5EF4-FFF2-40B4-BE49-F238E27FC236}">
                  <a16:creationId xmlns:a16="http://schemas.microsoft.com/office/drawing/2014/main" id="{DE77CEA7-57A4-AB8B-A56E-29A6CB85D309}"/>
                </a:ext>
              </a:extLst>
            </p:cNvPr>
            <p:cNvSpPr/>
            <p:nvPr/>
          </p:nvSpPr>
          <p:spPr>
            <a:xfrm>
              <a:off x="2978488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47" name="Google Shape;5347;p41">
              <a:extLst>
                <a:ext uri="{FF2B5EF4-FFF2-40B4-BE49-F238E27FC236}">
                  <a16:creationId xmlns:a16="http://schemas.microsoft.com/office/drawing/2014/main" id="{5CE65549-1BD5-0ED1-3674-6E00DFF0821A}"/>
                </a:ext>
              </a:extLst>
            </p:cNvPr>
            <p:cNvSpPr/>
            <p:nvPr/>
          </p:nvSpPr>
          <p:spPr>
            <a:xfrm>
              <a:off x="3158555" y="3338533"/>
              <a:ext cx="30845" cy="19611"/>
            </a:xfrm>
            <a:custGeom>
              <a:avLst/>
              <a:gdLst/>
              <a:ahLst/>
              <a:cxnLst/>
              <a:rect l="l" t="t" r="r" b="b"/>
              <a:pathLst>
                <a:path w="648" h="412" extrusionOk="0">
                  <a:moveTo>
                    <a:pt x="568" y="1"/>
                  </a:moveTo>
                  <a:cubicBezTo>
                    <a:pt x="388" y="105"/>
                    <a:pt x="195" y="192"/>
                    <a:pt x="0" y="261"/>
                  </a:cubicBezTo>
                  <a:lnTo>
                    <a:pt x="54" y="411"/>
                  </a:lnTo>
                  <a:cubicBezTo>
                    <a:pt x="257" y="338"/>
                    <a:pt x="457" y="250"/>
                    <a:pt x="648" y="139"/>
                  </a:cubicBez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48" name="Google Shape;5348;p41">
              <a:extLst>
                <a:ext uri="{FF2B5EF4-FFF2-40B4-BE49-F238E27FC236}">
                  <a16:creationId xmlns:a16="http://schemas.microsoft.com/office/drawing/2014/main" id="{FA3FE480-9686-246D-972F-E848357E799A}"/>
                </a:ext>
              </a:extLst>
            </p:cNvPr>
            <p:cNvSpPr/>
            <p:nvPr/>
          </p:nvSpPr>
          <p:spPr>
            <a:xfrm>
              <a:off x="3209629" y="3300073"/>
              <a:ext cx="26513" cy="27227"/>
            </a:xfrm>
            <a:custGeom>
              <a:avLst/>
              <a:gdLst/>
              <a:ahLst/>
              <a:cxnLst/>
              <a:rect l="l" t="t" r="r" b="b"/>
              <a:pathLst>
                <a:path w="557" h="572" extrusionOk="0">
                  <a:moveTo>
                    <a:pt x="429" y="1"/>
                  </a:moveTo>
                  <a:cubicBezTo>
                    <a:pt x="303" y="161"/>
                    <a:pt x="157" y="315"/>
                    <a:pt x="1" y="448"/>
                  </a:cubicBezTo>
                  <a:lnTo>
                    <a:pt x="104" y="572"/>
                  </a:lnTo>
                  <a:cubicBezTo>
                    <a:pt x="268" y="425"/>
                    <a:pt x="422" y="269"/>
                    <a:pt x="556" y="100"/>
                  </a:cubicBezTo>
                  <a:lnTo>
                    <a:pt x="4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49" name="Google Shape;5349;p41">
              <a:extLst>
                <a:ext uri="{FF2B5EF4-FFF2-40B4-BE49-F238E27FC236}">
                  <a16:creationId xmlns:a16="http://schemas.microsoft.com/office/drawing/2014/main" id="{305BEAD7-1DB9-F4E2-A030-5E0C69A7E295}"/>
                </a:ext>
              </a:extLst>
            </p:cNvPr>
            <p:cNvSpPr/>
            <p:nvPr/>
          </p:nvSpPr>
          <p:spPr>
            <a:xfrm>
              <a:off x="3246280" y="3247904"/>
              <a:ext cx="18469" cy="30845"/>
            </a:xfrm>
            <a:custGeom>
              <a:avLst/>
              <a:gdLst/>
              <a:ahLst/>
              <a:cxnLst/>
              <a:rect l="l" t="t" r="r" b="b"/>
              <a:pathLst>
                <a:path w="388" h="648" extrusionOk="0">
                  <a:moveTo>
                    <a:pt x="238" y="0"/>
                  </a:moveTo>
                  <a:cubicBezTo>
                    <a:pt x="177" y="196"/>
                    <a:pt x="96" y="391"/>
                    <a:pt x="0" y="575"/>
                  </a:cubicBezTo>
                  <a:lnTo>
                    <a:pt x="142" y="648"/>
                  </a:lnTo>
                  <a:cubicBezTo>
                    <a:pt x="242" y="456"/>
                    <a:pt x="326" y="253"/>
                    <a:pt x="388" y="46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0" name="Google Shape;5350;p41">
              <a:extLst>
                <a:ext uri="{FF2B5EF4-FFF2-40B4-BE49-F238E27FC236}">
                  <a16:creationId xmlns:a16="http://schemas.microsoft.com/office/drawing/2014/main" id="{51D00FC7-090D-EA0E-77BA-D4C6095B1275}"/>
                </a:ext>
              </a:extLst>
            </p:cNvPr>
            <p:cNvSpPr/>
            <p:nvPr/>
          </p:nvSpPr>
          <p:spPr>
            <a:xfrm>
              <a:off x="3263416" y="3188643"/>
              <a:ext cx="8425" cy="31035"/>
            </a:xfrm>
            <a:custGeom>
              <a:avLst/>
              <a:gdLst/>
              <a:ahLst/>
              <a:cxnLst/>
              <a:rect l="l" t="t" r="r" b="b"/>
              <a:pathLst>
                <a:path w="177" h="652" extrusionOk="0">
                  <a:moveTo>
                    <a:pt x="166" y="0"/>
                  </a:moveTo>
                  <a:lnTo>
                    <a:pt x="8" y="12"/>
                  </a:lnTo>
                  <a:cubicBezTo>
                    <a:pt x="16" y="104"/>
                    <a:pt x="20" y="191"/>
                    <a:pt x="20" y="283"/>
                  </a:cubicBezTo>
                  <a:cubicBezTo>
                    <a:pt x="20" y="398"/>
                    <a:pt x="12" y="518"/>
                    <a:pt x="1" y="636"/>
                  </a:cubicBezTo>
                  <a:lnTo>
                    <a:pt x="158" y="651"/>
                  </a:lnTo>
                  <a:cubicBezTo>
                    <a:pt x="173" y="529"/>
                    <a:pt x="177" y="407"/>
                    <a:pt x="177" y="283"/>
                  </a:cubicBezTo>
                  <a:cubicBezTo>
                    <a:pt x="177" y="188"/>
                    <a:pt x="173" y="92"/>
                    <a:pt x="1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1" name="Google Shape;5351;p41">
              <a:extLst>
                <a:ext uri="{FF2B5EF4-FFF2-40B4-BE49-F238E27FC236}">
                  <a16:creationId xmlns:a16="http://schemas.microsoft.com/office/drawing/2014/main" id="{1C519061-385A-E89E-5B7E-0CF438AACC06}"/>
                </a:ext>
              </a:extLst>
            </p:cNvPr>
            <p:cNvSpPr/>
            <p:nvPr/>
          </p:nvSpPr>
          <p:spPr>
            <a:xfrm>
              <a:off x="3248137" y="3129002"/>
              <a:ext cx="17898" cy="31035"/>
            </a:xfrm>
            <a:custGeom>
              <a:avLst/>
              <a:gdLst/>
              <a:ahLst/>
              <a:cxnLst/>
              <a:rect l="l" t="t" r="r" b="b"/>
              <a:pathLst>
                <a:path w="376" h="652" extrusionOk="0">
                  <a:moveTo>
                    <a:pt x="142" y="0"/>
                  </a:moveTo>
                  <a:lnTo>
                    <a:pt x="0" y="73"/>
                  </a:lnTo>
                  <a:cubicBezTo>
                    <a:pt x="92" y="257"/>
                    <a:pt x="165" y="452"/>
                    <a:pt x="222" y="652"/>
                  </a:cubicBezTo>
                  <a:lnTo>
                    <a:pt x="375" y="609"/>
                  </a:lnTo>
                  <a:cubicBezTo>
                    <a:pt x="318" y="402"/>
                    <a:pt x="237" y="195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2" name="Google Shape;5352;p41">
              <a:extLst>
                <a:ext uri="{FF2B5EF4-FFF2-40B4-BE49-F238E27FC236}">
                  <a16:creationId xmlns:a16="http://schemas.microsoft.com/office/drawing/2014/main" id="{43CE7091-28E0-AA80-C0B5-0642F68F630F}"/>
                </a:ext>
              </a:extLst>
            </p:cNvPr>
            <p:cNvSpPr/>
            <p:nvPr/>
          </p:nvSpPr>
          <p:spPr>
            <a:xfrm>
              <a:off x="3212532" y="3079737"/>
              <a:ext cx="26132" cy="27608"/>
            </a:xfrm>
            <a:custGeom>
              <a:avLst/>
              <a:gdLst/>
              <a:ahLst/>
              <a:cxnLst/>
              <a:rect l="l" t="t" r="r" b="b"/>
              <a:pathLst>
                <a:path w="549" h="580" extrusionOk="0">
                  <a:moveTo>
                    <a:pt x="108" y="1"/>
                  </a:moveTo>
                  <a:lnTo>
                    <a:pt x="0" y="120"/>
                  </a:lnTo>
                  <a:cubicBezTo>
                    <a:pt x="154" y="257"/>
                    <a:pt x="296" y="410"/>
                    <a:pt x="418" y="579"/>
                  </a:cubicBezTo>
                  <a:lnTo>
                    <a:pt x="549" y="479"/>
                  </a:lnTo>
                  <a:cubicBezTo>
                    <a:pt x="414" y="307"/>
                    <a:pt x="269" y="146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3" name="Google Shape;5353;p41">
              <a:extLst>
                <a:ext uri="{FF2B5EF4-FFF2-40B4-BE49-F238E27FC236}">
                  <a16:creationId xmlns:a16="http://schemas.microsoft.com/office/drawing/2014/main" id="{624085B9-DBD4-0946-06C3-C793F810C13B}"/>
                </a:ext>
              </a:extLst>
            </p:cNvPr>
            <p:cNvSpPr/>
            <p:nvPr/>
          </p:nvSpPr>
          <p:spPr>
            <a:xfrm>
              <a:off x="3162173" y="3047465"/>
              <a:ext cx="30702" cy="20087"/>
            </a:xfrm>
            <a:custGeom>
              <a:avLst/>
              <a:gdLst/>
              <a:ahLst/>
              <a:cxnLst/>
              <a:rect l="l" t="t" r="r" b="b"/>
              <a:pathLst>
                <a:path w="645" h="422" extrusionOk="0">
                  <a:moveTo>
                    <a:pt x="59" y="0"/>
                  </a:moveTo>
                  <a:lnTo>
                    <a:pt x="1" y="150"/>
                  </a:lnTo>
                  <a:cubicBezTo>
                    <a:pt x="197" y="223"/>
                    <a:pt x="384" y="315"/>
                    <a:pt x="561" y="421"/>
                  </a:cubicBezTo>
                  <a:lnTo>
                    <a:pt x="645" y="288"/>
                  </a:lnTo>
                  <a:cubicBezTo>
                    <a:pt x="457" y="173"/>
                    <a:pt x="262" y="77"/>
                    <a:pt x="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4" name="Google Shape;5354;p41">
              <a:extLst>
                <a:ext uri="{FF2B5EF4-FFF2-40B4-BE49-F238E27FC236}">
                  <a16:creationId xmlns:a16="http://schemas.microsoft.com/office/drawing/2014/main" id="{F980ADEA-9BD6-4BCA-C9A1-DA6992B24AED}"/>
                </a:ext>
              </a:extLst>
            </p:cNvPr>
            <p:cNvSpPr/>
            <p:nvPr/>
          </p:nvSpPr>
          <p:spPr>
            <a:xfrm>
              <a:off x="3104006" y="3036850"/>
              <a:ext cx="31035" cy="9901"/>
            </a:xfrm>
            <a:custGeom>
              <a:avLst/>
              <a:gdLst/>
              <a:ahLst/>
              <a:cxnLst/>
              <a:rect l="l" t="t" r="r" b="b"/>
              <a:pathLst>
                <a:path w="652" h="208" extrusionOk="0">
                  <a:moveTo>
                    <a:pt x="1" y="1"/>
                  </a:moveTo>
                  <a:lnTo>
                    <a:pt x="1" y="162"/>
                  </a:lnTo>
                  <a:lnTo>
                    <a:pt x="58" y="162"/>
                  </a:lnTo>
                  <a:cubicBezTo>
                    <a:pt x="246" y="162"/>
                    <a:pt x="437" y="177"/>
                    <a:pt x="621" y="208"/>
                  </a:cubicBezTo>
                  <a:lnTo>
                    <a:pt x="652" y="51"/>
                  </a:lnTo>
                  <a:cubicBezTo>
                    <a:pt x="457" y="20"/>
                    <a:pt x="257" y="1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5" name="Google Shape;5355;p41">
              <a:extLst>
                <a:ext uri="{FF2B5EF4-FFF2-40B4-BE49-F238E27FC236}">
                  <a16:creationId xmlns:a16="http://schemas.microsoft.com/office/drawing/2014/main" id="{1E1B92E1-AA64-A987-3C48-40367F1677C8}"/>
                </a:ext>
              </a:extLst>
            </p:cNvPr>
            <p:cNvSpPr/>
            <p:nvPr/>
          </p:nvSpPr>
          <p:spPr>
            <a:xfrm>
              <a:off x="3043270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6" name="Google Shape;5356;p41">
              <a:extLst>
                <a:ext uri="{FF2B5EF4-FFF2-40B4-BE49-F238E27FC236}">
                  <a16:creationId xmlns:a16="http://schemas.microsoft.com/office/drawing/2014/main" id="{AE56D612-47DB-AC05-3D47-43E0BC214175}"/>
                </a:ext>
              </a:extLst>
            </p:cNvPr>
            <p:cNvSpPr/>
            <p:nvPr/>
          </p:nvSpPr>
          <p:spPr>
            <a:xfrm>
              <a:off x="2982533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7" name="Google Shape;5357;p41">
              <a:extLst>
                <a:ext uri="{FF2B5EF4-FFF2-40B4-BE49-F238E27FC236}">
                  <a16:creationId xmlns:a16="http://schemas.microsoft.com/office/drawing/2014/main" id="{57AE8EDF-A1B7-2BA4-A7A6-A317DCD49A58}"/>
                </a:ext>
              </a:extLst>
            </p:cNvPr>
            <p:cNvSpPr/>
            <p:nvPr/>
          </p:nvSpPr>
          <p:spPr>
            <a:xfrm>
              <a:off x="2921797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8" name="Google Shape;5358;p41">
              <a:extLst>
                <a:ext uri="{FF2B5EF4-FFF2-40B4-BE49-F238E27FC236}">
                  <a16:creationId xmlns:a16="http://schemas.microsoft.com/office/drawing/2014/main" id="{FCFD7CC5-3610-07E4-5042-31E2319C16EE}"/>
                </a:ext>
              </a:extLst>
            </p:cNvPr>
            <p:cNvSpPr/>
            <p:nvPr/>
          </p:nvSpPr>
          <p:spPr>
            <a:xfrm>
              <a:off x="2861061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59" name="Google Shape;5359;p41">
              <a:extLst>
                <a:ext uri="{FF2B5EF4-FFF2-40B4-BE49-F238E27FC236}">
                  <a16:creationId xmlns:a16="http://schemas.microsoft.com/office/drawing/2014/main" id="{047365E6-ABE0-717C-3D93-55ACA6D81B86}"/>
                </a:ext>
              </a:extLst>
            </p:cNvPr>
            <p:cNvSpPr/>
            <p:nvPr/>
          </p:nvSpPr>
          <p:spPr>
            <a:xfrm>
              <a:off x="2800324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0" name="Google Shape;5360;p41">
              <a:extLst>
                <a:ext uri="{FF2B5EF4-FFF2-40B4-BE49-F238E27FC236}">
                  <a16:creationId xmlns:a16="http://schemas.microsoft.com/office/drawing/2014/main" id="{D59BC385-BD9F-A13A-3C44-F94324C9A928}"/>
                </a:ext>
              </a:extLst>
            </p:cNvPr>
            <p:cNvSpPr/>
            <p:nvPr/>
          </p:nvSpPr>
          <p:spPr>
            <a:xfrm>
              <a:off x="2739588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1" name="Google Shape;5361;p41">
              <a:extLst>
                <a:ext uri="{FF2B5EF4-FFF2-40B4-BE49-F238E27FC236}">
                  <a16:creationId xmlns:a16="http://schemas.microsoft.com/office/drawing/2014/main" id="{9A67CA06-A408-4B61-D18A-6A7C737FC491}"/>
                </a:ext>
              </a:extLst>
            </p:cNvPr>
            <p:cNvSpPr/>
            <p:nvPr/>
          </p:nvSpPr>
          <p:spPr>
            <a:xfrm>
              <a:off x="2678851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2" name="Google Shape;5362;p41">
              <a:extLst>
                <a:ext uri="{FF2B5EF4-FFF2-40B4-BE49-F238E27FC236}">
                  <a16:creationId xmlns:a16="http://schemas.microsoft.com/office/drawing/2014/main" id="{AFA0D7E6-01F3-E142-CBFF-460935AC073B}"/>
                </a:ext>
              </a:extLst>
            </p:cNvPr>
            <p:cNvSpPr/>
            <p:nvPr/>
          </p:nvSpPr>
          <p:spPr>
            <a:xfrm>
              <a:off x="2618115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3" name="Google Shape;5363;p41">
              <a:extLst>
                <a:ext uri="{FF2B5EF4-FFF2-40B4-BE49-F238E27FC236}">
                  <a16:creationId xmlns:a16="http://schemas.microsoft.com/office/drawing/2014/main" id="{4B447EF8-5854-CE6E-2F75-CF0A463635F4}"/>
                </a:ext>
              </a:extLst>
            </p:cNvPr>
            <p:cNvSpPr/>
            <p:nvPr/>
          </p:nvSpPr>
          <p:spPr>
            <a:xfrm>
              <a:off x="2557378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4" name="Google Shape;5364;p41">
              <a:extLst>
                <a:ext uri="{FF2B5EF4-FFF2-40B4-BE49-F238E27FC236}">
                  <a16:creationId xmlns:a16="http://schemas.microsoft.com/office/drawing/2014/main" id="{C8B36481-1C87-B3C3-1BDB-D21D7232C129}"/>
                </a:ext>
              </a:extLst>
            </p:cNvPr>
            <p:cNvSpPr/>
            <p:nvPr/>
          </p:nvSpPr>
          <p:spPr>
            <a:xfrm>
              <a:off x="2496451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5" name="Google Shape;5365;p41">
              <a:extLst>
                <a:ext uri="{FF2B5EF4-FFF2-40B4-BE49-F238E27FC236}">
                  <a16:creationId xmlns:a16="http://schemas.microsoft.com/office/drawing/2014/main" id="{67B0A1DC-8A26-04E4-D071-F196569FF4AE}"/>
                </a:ext>
              </a:extLst>
            </p:cNvPr>
            <p:cNvSpPr/>
            <p:nvPr/>
          </p:nvSpPr>
          <p:spPr>
            <a:xfrm>
              <a:off x="2435524" y="3029186"/>
              <a:ext cx="31273" cy="14090"/>
            </a:xfrm>
            <a:custGeom>
              <a:avLst/>
              <a:gdLst/>
              <a:ahLst/>
              <a:cxnLst/>
              <a:rect l="l" t="t" r="r" b="b"/>
              <a:pathLst>
                <a:path w="657" h="296" extrusionOk="0">
                  <a:moveTo>
                    <a:pt x="46" y="1"/>
                  </a:moveTo>
                  <a:lnTo>
                    <a:pt x="0" y="154"/>
                  </a:lnTo>
                  <a:cubicBezTo>
                    <a:pt x="204" y="220"/>
                    <a:pt x="418" y="269"/>
                    <a:pt x="637" y="296"/>
                  </a:cubicBezTo>
                  <a:lnTo>
                    <a:pt x="656" y="135"/>
                  </a:lnTo>
                  <a:cubicBezTo>
                    <a:pt x="449" y="112"/>
                    <a:pt x="246" y="66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6" name="Google Shape;5366;p41">
              <a:extLst>
                <a:ext uri="{FF2B5EF4-FFF2-40B4-BE49-F238E27FC236}">
                  <a16:creationId xmlns:a16="http://schemas.microsoft.com/office/drawing/2014/main" id="{7742B314-19A3-1524-8F00-E433A7FE0389}"/>
                </a:ext>
              </a:extLst>
            </p:cNvPr>
            <p:cNvSpPr/>
            <p:nvPr/>
          </p:nvSpPr>
          <p:spPr>
            <a:xfrm>
              <a:off x="2381357" y="3000960"/>
              <a:ext cx="29226" cy="23181"/>
            </a:xfrm>
            <a:custGeom>
              <a:avLst/>
              <a:gdLst/>
              <a:ahLst/>
              <a:cxnLst/>
              <a:rect l="l" t="t" r="r" b="b"/>
              <a:pathLst>
                <a:path w="614" h="487" extrusionOk="0">
                  <a:moveTo>
                    <a:pt x="100" y="0"/>
                  </a:moveTo>
                  <a:lnTo>
                    <a:pt x="1" y="123"/>
                  </a:lnTo>
                  <a:cubicBezTo>
                    <a:pt x="165" y="261"/>
                    <a:pt x="349" y="383"/>
                    <a:pt x="537" y="487"/>
                  </a:cubicBezTo>
                  <a:lnTo>
                    <a:pt x="613" y="349"/>
                  </a:lnTo>
                  <a:cubicBezTo>
                    <a:pt x="434" y="249"/>
                    <a:pt x="261" y="130"/>
                    <a:pt x="1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7" name="Google Shape;5367;p41">
              <a:extLst>
                <a:ext uri="{FF2B5EF4-FFF2-40B4-BE49-F238E27FC236}">
                  <a16:creationId xmlns:a16="http://schemas.microsoft.com/office/drawing/2014/main" id="{D613325F-B712-CFFE-E8B4-135C899D9D13}"/>
                </a:ext>
              </a:extLst>
            </p:cNvPr>
            <p:cNvSpPr/>
            <p:nvPr/>
          </p:nvSpPr>
          <p:spPr>
            <a:xfrm>
              <a:off x="2341802" y="2955503"/>
              <a:ext cx="23372" cy="29274"/>
            </a:xfrm>
            <a:custGeom>
              <a:avLst/>
              <a:gdLst/>
              <a:ahLst/>
              <a:cxnLst/>
              <a:rect l="l" t="t" r="r" b="b"/>
              <a:pathLst>
                <a:path w="491" h="615" extrusionOk="0">
                  <a:moveTo>
                    <a:pt x="142" y="1"/>
                  </a:moveTo>
                  <a:lnTo>
                    <a:pt x="1" y="77"/>
                  </a:lnTo>
                  <a:cubicBezTo>
                    <a:pt x="107" y="266"/>
                    <a:pt x="230" y="450"/>
                    <a:pt x="368" y="614"/>
                  </a:cubicBezTo>
                  <a:lnTo>
                    <a:pt x="491" y="514"/>
                  </a:lnTo>
                  <a:cubicBezTo>
                    <a:pt x="360" y="353"/>
                    <a:pt x="241" y="181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8" name="Google Shape;5368;p41">
              <a:extLst>
                <a:ext uri="{FF2B5EF4-FFF2-40B4-BE49-F238E27FC236}">
                  <a16:creationId xmlns:a16="http://schemas.microsoft.com/office/drawing/2014/main" id="{3A2BFF9D-E0C0-6F28-A043-C4CCBE1AEAA3}"/>
                </a:ext>
              </a:extLst>
            </p:cNvPr>
            <p:cNvSpPr/>
            <p:nvPr/>
          </p:nvSpPr>
          <p:spPr>
            <a:xfrm>
              <a:off x="2322619" y="2899527"/>
              <a:ext cx="14090" cy="31226"/>
            </a:xfrm>
            <a:custGeom>
              <a:avLst/>
              <a:gdLst/>
              <a:ahLst/>
              <a:cxnLst/>
              <a:rect l="l" t="t" r="r" b="b"/>
              <a:pathLst>
                <a:path w="296" h="656" extrusionOk="0">
                  <a:moveTo>
                    <a:pt x="158" y="1"/>
                  </a:moveTo>
                  <a:lnTo>
                    <a:pt x="1" y="20"/>
                  </a:lnTo>
                  <a:cubicBezTo>
                    <a:pt x="27" y="234"/>
                    <a:pt x="77" y="449"/>
                    <a:pt x="142" y="655"/>
                  </a:cubicBezTo>
                  <a:lnTo>
                    <a:pt x="296" y="606"/>
                  </a:lnTo>
                  <a:cubicBezTo>
                    <a:pt x="231" y="411"/>
                    <a:pt x="185" y="204"/>
                    <a:pt x="1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69" name="Google Shape;5369;p41">
              <a:extLst>
                <a:ext uri="{FF2B5EF4-FFF2-40B4-BE49-F238E27FC236}">
                  <a16:creationId xmlns:a16="http://schemas.microsoft.com/office/drawing/2014/main" id="{202F6318-88C5-90A6-2046-886A7E02A974}"/>
                </a:ext>
              </a:extLst>
            </p:cNvPr>
            <p:cNvSpPr/>
            <p:nvPr/>
          </p:nvSpPr>
          <p:spPr>
            <a:xfrm>
              <a:off x="2321525" y="2838790"/>
              <a:ext cx="12281" cy="31083"/>
            </a:xfrm>
            <a:custGeom>
              <a:avLst/>
              <a:gdLst/>
              <a:ahLst/>
              <a:cxnLst/>
              <a:rect l="l" t="t" r="r" b="b"/>
              <a:pathLst>
                <a:path w="258" h="653" extrusionOk="0">
                  <a:moveTo>
                    <a:pt x="100" y="0"/>
                  </a:moveTo>
                  <a:cubicBezTo>
                    <a:pt x="47" y="212"/>
                    <a:pt x="16" y="426"/>
                    <a:pt x="1" y="644"/>
                  </a:cubicBezTo>
                  <a:lnTo>
                    <a:pt x="162" y="652"/>
                  </a:lnTo>
                  <a:cubicBezTo>
                    <a:pt x="174" y="445"/>
                    <a:pt x="204" y="238"/>
                    <a:pt x="257" y="39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0" name="Google Shape;5370;p41">
              <a:extLst>
                <a:ext uri="{FF2B5EF4-FFF2-40B4-BE49-F238E27FC236}">
                  <a16:creationId xmlns:a16="http://schemas.microsoft.com/office/drawing/2014/main" id="{FEF54026-CE19-8122-47CD-EAF5B255B244}"/>
                </a:ext>
              </a:extLst>
            </p:cNvPr>
            <p:cNvSpPr/>
            <p:nvPr/>
          </p:nvSpPr>
          <p:spPr>
            <a:xfrm>
              <a:off x="2336661" y="2782766"/>
              <a:ext cx="21944" cy="29988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1"/>
                  </a:moveTo>
                  <a:cubicBezTo>
                    <a:pt x="204" y="177"/>
                    <a:pt x="93" y="365"/>
                    <a:pt x="1" y="561"/>
                  </a:cubicBezTo>
                  <a:lnTo>
                    <a:pt x="146" y="630"/>
                  </a:lnTo>
                  <a:cubicBezTo>
                    <a:pt x="234" y="441"/>
                    <a:pt x="342" y="262"/>
                    <a:pt x="461" y="93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1" name="Google Shape;5371;p41">
              <a:extLst>
                <a:ext uri="{FF2B5EF4-FFF2-40B4-BE49-F238E27FC236}">
                  <a16:creationId xmlns:a16="http://schemas.microsoft.com/office/drawing/2014/main" id="{8E79086E-32C5-13B0-5AFD-746D23A81142}"/>
                </a:ext>
              </a:extLst>
            </p:cNvPr>
            <p:cNvSpPr/>
            <p:nvPr/>
          </p:nvSpPr>
          <p:spPr>
            <a:xfrm>
              <a:off x="2372979" y="2740260"/>
              <a:ext cx="28512" cy="24704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3" y="1"/>
                  </a:moveTo>
                  <a:cubicBezTo>
                    <a:pt x="330" y="116"/>
                    <a:pt x="158" y="254"/>
                    <a:pt x="0" y="404"/>
                  </a:cubicBezTo>
                  <a:lnTo>
                    <a:pt x="108" y="519"/>
                  </a:lnTo>
                  <a:cubicBezTo>
                    <a:pt x="261" y="377"/>
                    <a:pt x="426" y="246"/>
                    <a:pt x="598" y="135"/>
                  </a:cubicBezTo>
                  <a:lnTo>
                    <a:pt x="5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2" name="Google Shape;5372;p41">
              <a:extLst>
                <a:ext uri="{FF2B5EF4-FFF2-40B4-BE49-F238E27FC236}">
                  <a16:creationId xmlns:a16="http://schemas.microsoft.com/office/drawing/2014/main" id="{32F113AA-E56A-F4ED-A0B3-5DFD703A24CF}"/>
                </a:ext>
              </a:extLst>
            </p:cNvPr>
            <p:cNvSpPr/>
            <p:nvPr/>
          </p:nvSpPr>
          <p:spPr>
            <a:xfrm>
              <a:off x="2424957" y="2717127"/>
              <a:ext cx="31226" cy="15946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0"/>
                  </a:moveTo>
                  <a:cubicBezTo>
                    <a:pt x="410" y="43"/>
                    <a:pt x="199" y="108"/>
                    <a:pt x="1" y="188"/>
                  </a:cubicBezTo>
                  <a:lnTo>
                    <a:pt x="58" y="334"/>
                  </a:lnTo>
                  <a:cubicBezTo>
                    <a:pt x="254" y="257"/>
                    <a:pt x="452" y="200"/>
                    <a:pt x="656" y="158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3" name="Google Shape;5373;p41">
              <a:extLst>
                <a:ext uri="{FF2B5EF4-FFF2-40B4-BE49-F238E27FC236}">
                  <a16:creationId xmlns:a16="http://schemas.microsoft.com/office/drawing/2014/main" id="{80519412-08E1-AF9B-A177-9CD3EFBCD0DA}"/>
                </a:ext>
              </a:extLst>
            </p:cNvPr>
            <p:cNvSpPr/>
            <p:nvPr/>
          </p:nvSpPr>
          <p:spPr>
            <a:xfrm>
              <a:off x="3093059" y="2713319"/>
              <a:ext cx="30892" cy="8616"/>
            </a:xfrm>
            <a:custGeom>
              <a:avLst/>
              <a:gdLst/>
              <a:ahLst/>
              <a:cxnLst/>
              <a:rect l="l" t="t" r="r" b="b"/>
              <a:pathLst>
                <a:path w="649" h="181" extrusionOk="0">
                  <a:moveTo>
                    <a:pt x="629" y="0"/>
                  </a:moveTo>
                  <a:cubicBezTo>
                    <a:pt x="518" y="11"/>
                    <a:pt x="403" y="20"/>
                    <a:pt x="288" y="20"/>
                  </a:cubicBezTo>
                  <a:lnTo>
                    <a:pt x="1" y="20"/>
                  </a:lnTo>
                  <a:lnTo>
                    <a:pt x="1" y="181"/>
                  </a:lnTo>
                  <a:lnTo>
                    <a:pt x="288" y="181"/>
                  </a:lnTo>
                  <a:cubicBezTo>
                    <a:pt x="407" y="181"/>
                    <a:pt x="529" y="172"/>
                    <a:pt x="648" y="161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4" name="Google Shape;5374;p41">
              <a:extLst>
                <a:ext uri="{FF2B5EF4-FFF2-40B4-BE49-F238E27FC236}">
                  <a16:creationId xmlns:a16="http://schemas.microsoft.com/office/drawing/2014/main" id="{9953D583-9106-753E-8B27-EE7C139E72F8}"/>
                </a:ext>
              </a:extLst>
            </p:cNvPr>
            <p:cNvSpPr/>
            <p:nvPr/>
          </p:nvSpPr>
          <p:spPr>
            <a:xfrm>
              <a:off x="3032370" y="2714223"/>
              <a:ext cx="30464" cy="7711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9" y="162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5" name="Google Shape;5375;p41">
              <a:extLst>
                <a:ext uri="{FF2B5EF4-FFF2-40B4-BE49-F238E27FC236}">
                  <a16:creationId xmlns:a16="http://schemas.microsoft.com/office/drawing/2014/main" id="{6465B54C-62FC-9956-25DB-247C1B612B5B}"/>
                </a:ext>
              </a:extLst>
            </p:cNvPr>
            <p:cNvSpPr/>
            <p:nvPr/>
          </p:nvSpPr>
          <p:spPr>
            <a:xfrm>
              <a:off x="2971586" y="2714223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6" name="Google Shape;5376;p41">
              <a:extLst>
                <a:ext uri="{FF2B5EF4-FFF2-40B4-BE49-F238E27FC236}">
                  <a16:creationId xmlns:a16="http://schemas.microsoft.com/office/drawing/2014/main" id="{F8D2E291-0266-DFBE-5A08-164402EE2079}"/>
                </a:ext>
              </a:extLst>
            </p:cNvPr>
            <p:cNvSpPr/>
            <p:nvPr/>
          </p:nvSpPr>
          <p:spPr>
            <a:xfrm>
              <a:off x="2910897" y="2714223"/>
              <a:ext cx="30464" cy="7711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9" y="162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7" name="Google Shape;5377;p41">
              <a:extLst>
                <a:ext uri="{FF2B5EF4-FFF2-40B4-BE49-F238E27FC236}">
                  <a16:creationId xmlns:a16="http://schemas.microsoft.com/office/drawing/2014/main" id="{6DD3E21E-71F0-F6A8-6E0B-2EA2E77A386E}"/>
                </a:ext>
              </a:extLst>
            </p:cNvPr>
            <p:cNvSpPr/>
            <p:nvPr/>
          </p:nvSpPr>
          <p:spPr>
            <a:xfrm>
              <a:off x="2850113" y="2714223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57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8" name="Google Shape;5378;p41">
              <a:extLst>
                <a:ext uri="{FF2B5EF4-FFF2-40B4-BE49-F238E27FC236}">
                  <a16:creationId xmlns:a16="http://schemas.microsoft.com/office/drawing/2014/main" id="{119C990E-B7FA-43F0-0F09-ACBD411E6BA3}"/>
                </a:ext>
              </a:extLst>
            </p:cNvPr>
            <p:cNvSpPr/>
            <p:nvPr/>
          </p:nvSpPr>
          <p:spPr>
            <a:xfrm>
              <a:off x="2789376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79" name="Google Shape;5379;p41">
              <a:extLst>
                <a:ext uri="{FF2B5EF4-FFF2-40B4-BE49-F238E27FC236}">
                  <a16:creationId xmlns:a16="http://schemas.microsoft.com/office/drawing/2014/main" id="{70BAE3C9-1762-0909-760B-DB63B947487F}"/>
                </a:ext>
              </a:extLst>
            </p:cNvPr>
            <p:cNvSpPr/>
            <p:nvPr/>
          </p:nvSpPr>
          <p:spPr>
            <a:xfrm>
              <a:off x="2728640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0" name="Google Shape;5380;p41">
              <a:extLst>
                <a:ext uri="{FF2B5EF4-FFF2-40B4-BE49-F238E27FC236}">
                  <a16:creationId xmlns:a16="http://schemas.microsoft.com/office/drawing/2014/main" id="{B5206C4F-9308-2AD5-01B3-89E495E82A69}"/>
                </a:ext>
              </a:extLst>
            </p:cNvPr>
            <p:cNvSpPr/>
            <p:nvPr/>
          </p:nvSpPr>
          <p:spPr>
            <a:xfrm>
              <a:off x="2667903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1" name="Google Shape;5381;p41">
              <a:extLst>
                <a:ext uri="{FF2B5EF4-FFF2-40B4-BE49-F238E27FC236}">
                  <a16:creationId xmlns:a16="http://schemas.microsoft.com/office/drawing/2014/main" id="{B8E0951C-DB43-DFD8-191A-04679A0C2C1F}"/>
                </a:ext>
              </a:extLst>
            </p:cNvPr>
            <p:cNvSpPr/>
            <p:nvPr/>
          </p:nvSpPr>
          <p:spPr>
            <a:xfrm>
              <a:off x="2607167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2" name="Google Shape;5382;p41">
              <a:extLst>
                <a:ext uri="{FF2B5EF4-FFF2-40B4-BE49-F238E27FC236}">
                  <a16:creationId xmlns:a16="http://schemas.microsoft.com/office/drawing/2014/main" id="{974076B3-AD07-8B41-483D-4D994BAB2258}"/>
                </a:ext>
              </a:extLst>
            </p:cNvPr>
            <p:cNvSpPr/>
            <p:nvPr/>
          </p:nvSpPr>
          <p:spPr>
            <a:xfrm>
              <a:off x="2546430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3" name="Google Shape;5383;p41">
              <a:extLst>
                <a:ext uri="{FF2B5EF4-FFF2-40B4-BE49-F238E27FC236}">
                  <a16:creationId xmlns:a16="http://schemas.microsoft.com/office/drawing/2014/main" id="{C17A4E16-590B-61C1-4242-E95BDFDDEC93}"/>
                </a:ext>
              </a:extLst>
            </p:cNvPr>
            <p:cNvSpPr/>
            <p:nvPr/>
          </p:nvSpPr>
          <p:spPr>
            <a:xfrm>
              <a:off x="2485503" y="2714223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4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4" name="Google Shape;5384;p41">
              <a:extLst>
                <a:ext uri="{FF2B5EF4-FFF2-40B4-BE49-F238E27FC236}">
                  <a16:creationId xmlns:a16="http://schemas.microsoft.com/office/drawing/2014/main" id="{2B29180D-C879-3DE6-FC60-F37B594C7D78}"/>
                </a:ext>
              </a:extLst>
            </p:cNvPr>
            <p:cNvSpPr/>
            <p:nvPr/>
          </p:nvSpPr>
          <p:spPr>
            <a:xfrm>
              <a:off x="3152177" y="2696326"/>
              <a:ext cx="30845" cy="18469"/>
            </a:xfrm>
            <a:custGeom>
              <a:avLst/>
              <a:gdLst/>
              <a:ahLst/>
              <a:cxnLst/>
              <a:rect l="l" t="t" r="r" b="b"/>
              <a:pathLst>
                <a:path w="648" h="388" extrusionOk="0">
                  <a:moveTo>
                    <a:pt x="575" y="1"/>
                  </a:moveTo>
                  <a:cubicBezTo>
                    <a:pt x="391" y="96"/>
                    <a:pt x="196" y="177"/>
                    <a:pt x="0" y="239"/>
                  </a:cubicBezTo>
                  <a:lnTo>
                    <a:pt x="46" y="388"/>
                  </a:lnTo>
                  <a:cubicBezTo>
                    <a:pt x="253" y="326"/>
                    <a:pt x="456" y="246"/>
                    <a:pt x="648" y="142"/>
                  </a:cubicBezTo>
                  <a:lnTo>
                    <a:pt x="5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5" name="Google Shape;5385;p41">
              <a:extLst>
                <a:ext uri="{FF2B5EF4-FFF2-40B4-BE49-F238E27FC236}">
                  <a16:creationId xmlns:a16="http://schemas.microsoft.com/office/drawing/2014/main" id="{52206634-BB96-7D09-AEB0-E11DCA798FBB}"/>
                </a:ext>
              </a:extLst>
            </p:cNvPr>
            <p:cNvSpPr/>
            <p:nvPr/>
          </p:nvSpPr>
          <p:spPr>
            <a:xfrm>
              <a:off x="3204345" y="2659865"/>
              <a:ext cx="27227" cy="26466"/>
            </a:xfrm>
            <a:custGeom>
              <a:avLst/>
              <a:gdLst/>
              <a:ahLst/>
              <a:cxnLst/>
              <a:rect l="l" t="t" r="r" b="b"/>
              <a:pathLst>
                <a:path w="572" h="556" extrusionOk="0">
                  <a:moveTo>
                    <a:pt x="452" y="1"/>
                  </a:moveTo>
                  <a:cubicBezTo>
                    <a:pt x="314" y="158"/>
                    <a:pt x="165" y="299"/>
                    <a:pt x="0" y="430"/>
                  </a:cubicBezTo>
                  <a:lnTo>
                    <a:pt x="100" y="556"/>
                  </a:lnTo>
                  <a:cubicBezTo>
                    <a:pt x="268" y="418"/>
                    <a:pt x="429" y="269"/>
                    <a:pt x="572" y="104"/>
                  </a:cubicBezTo>
                  <a:lnTo>
                    <a:pt x="4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6" name="Google Shape;5386;p41">
              <a:extLst>
                <a:ext uri="{FF2B5EF4-FFF2-40B4-BE49-F238E27FC236}">
                  <a16:creationId xmlns:a16="http://schemas.microsoft.com/office/drawing/2014/main" id="{C5E34C41-49C3-7D63-8CDE-D0489F6556EB}"/>
                </a:ext>
              </a:extLst>
            </p:cNvPr>
            <p:cNvSpPr/>
            <p:nvPr/>
          </p:nvSpPr>
          <p:spPr>
            <a:xfrm>
              <a:off x="3242996" y="2608792"/>
              <a:ext cx="19564" cy="30845"/>
            </a:xfrm>
            <a:custGeom>
              <a:avLst/>
              <a:gdLst/>
              <a:ahLst/>
              <a:cxnLst/>
              <a:rect l="l" t="t" r="r" b="b"/>
              <a:pathLst>
                <a:path w="411" h="648" extrusionOk="0">
                  <a:moveTo>
                    <a:pt x="261" y="0"/>
                  </a:moveTo>
                  <a:cubicBezTo>
                    <a:pt x="192" y="196"/>
                    <a:pt x="104" y="387"/>
                    <a:pt x="0" y="568"/>
                  </a:cubicBezTo>
                  <a:lnTo>
                    <a:pt x="138" y="648"/>
                  </a:lnTo>
                  <a:cubicBezTo>
                    <a:pt x="250" y="460"/>
                    <a:pt x="342" y="261"/>
                    <a:pt x="411" y="55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7" name="Google Shape;5387;p41">
              <a:extLst>
                <a:ext uri="{FF2B5EF4-FFF2-40B4-BE49-F238E27FC236}">
                  <a16:creationId xmlns:a16="http://schemas.microsoft.com/office/drawing/2014/main" id="{608CEC76-2AD7-7B26-38B6-CD65CD7120B3}"/>
                </a:ext>
              </a:extLst>
            </p:cNvPr>
            <p:cNvSpPr/>
            <p:nvPr/>
          </p:nvSpPr>
          <p:spPr>
            <a:xfrm>
              <a:off x="3262511" y="2550245"/>
              <a:ext cx="9330" cy="31035"/>
            </a:xfrm>
            <a:custGeom>
              <a:avLst/>
              <a:gdLst/>
              <a:ahLst/>
              <a:cxnLst/>
              <a:rect l="l" t="t" r="r" b="b"/>
              <a:pathLst>
                <a:path w="196" h="652" extrusionOk="0">
                  <a:moveTo>
                    <a:pt x="196" y="1"/>
                  </a:moveTo>
                  <a:lnTo>
                    <a:pt x="35" y="8"/>
                  </a:lnTo>
                  <a:cubicBezTo>
                    <a:pt x="35" y="50"/>
                    <a:pt x="39" y="93"/>
                    <a:pt x="39" y="135"/>
                  </a:cubicBezTo>
                  <a:cubicBezTo>
                    <a:pt x="39" y="300"/>
                    <a:pt x="24" y="468"/>
                    <a:pt x="1" y="629"/>
                  </a:cubicBezTo>
                  <a:lnTo>
                    <a:pt x="158" y="652"/>
                  </a:lnTo>
                  <a:cubicBezTo>
                    <a:pt x="185" y="483"/>
                    <a:pt x="196" y="307"/>
                    <a:pt x="196" y="135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8" name="Google Shape;5388;p41">
              <a:extLst>
                <a:ext uri="{FF2B5EF4-FFF2-40B4-BE49-F238E27FC236}">
                  <a16:creationId xmlns:a16="http://schemas.microsoft.com/office/drawing/2014/main" id="{2C07143B-E1F3-4FC8-8BB3-BFBB95C8DB04}"/>
                </a:ext>
              </a:extLst>
            </p:cNvPr>
            <p:cNvSpPr/>
            <p:nvPr/>
          </p:nvSpPr>
          <p:spPr>
            <a:xfrm>
              <a:off x="3250992" y="2490079"/>
              <a:ext cx="16708" cy="31178"/>
            </a:xfrm>
            <a:custGeom>
              <a:avLst/>
              <a:gdLst/>
              <a:ahLst/>
              <a:cxnLst/>
              <a:rect l="l" t="t" r="r" b="b"/>
              <a:pathLst>
                <a:path w="351" h="655" extrusionOk="0">
                  <a:moveTo>
                    <a:pt x="147" y="0"/>
                  </a:moveTo>
                  <a:lnTo>
                    <a:pt x="1" y="65"/>
                  </a:lnTo>
                  <a:cubicBezTo>
                    <a:pt x="82" y="253"/>
                    <a:pt x="151" y="452"/>
                    <a:pt x="197" y="655"/>
                  </a:cubicBezTo>
                  <a:lnTo>
                    <a:pt x="350" y="617"/>
                  </a:lnTo>
                  <a:cubicBezTo>
                    <a:pt x="304" y="406"/>
                    <a:pt x="235" y="199"/>
                    <a:pt x="1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89" name="Google Shape;5389;p41">
              <a:extLst>
                <a:ext uri="{FF2B5EF4-FFF2-40B4-BE49-F238E27FC236}">
                  <a16:creationId xmlns:a16="http://schemas.microsoft.com/office/drawing/2014/main" id="{7800F373-B1D0-B350-51F0-205143FF613F}"/>
                </a:ext>
              </a:extLst>
            </p:cNvPr>
            <p:cNvSpPr/>
            <p:nvPr/>
          </p:nvSpPr>
          <p:spPr>
            <a:xfrm>
              <a:off x="3217483" y="2439148"/>
              <a:ext cx="25371" cy="28132"/>
            </a:xfrm>
            <a:custGeom>
              <a:avLst/>
              <a:gdLst/>
              <a:ahLst/>
              <a:cxnLst/>
              <a:rect l="l" t="t" r="r" b="b"/>
              <a:pathLst>
                <a:path w="533" h="591" extrusionOk="0">
                  <a:moveTo>
                    <a:pt x="112" y="1"/>
                  </a:moveTo>
                  <a:lnTo>
                    <a:pt x="0" y="116"/>
                  </a:lnTo>
                  <a:cubicBezTo>
                    <a:pt x="146" y="262"/>
                    <a:pt x="284" y="423"/>
                    <a:pt x="399" y="591"/>
                  </a:cubicBezTo>
                  <a:lnTo>
                    <a:pt x="533" y="499"/>
                  </a:lnTo>
                  <a:cubicBezTo>
                    <a:pt x="406" y="322"/>
                    <a:pt x="268" y="154"/>
                    <a:pt x="1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0" name="Google Shape;5390;p41">
              <a:extLst>
                <a:ext uri="{FF2B5EF4-FFF2-40B4-BE49-F238E27FC236}">
                  <a16:creationId xmlns:a16="http://schemas.microsoft.com/office/drawing/2014/main" id="{5468445C-BD77-7B23-9B31-D4BE87B00A0B}"/>
                </a:ext>
              </a:extLst>
            </p:cNvPr>
            <p:cNvSpPr/>
            <p:nvPr/>
          </p:nvSpPr>
          <p:spPr>
            <a:xfrm>
              <a:off x="3168598" y="2404687"/>
              <a:ext cx="30321" cy="21182"/>
            </a:xfrm>
            <a:custGeom>
              <a:avLst/>
              <a:gdLst/>
              <a:ahLst/>
              <a:cxnLst/>
              <a:rect l="l" t="t" r="r" b="b"/>
              <a:pathLst>
                <a:path w="637" h="445" extrusionOk="0">
                  <a:moveTo>
                    <a:pt x="62" y="1"/>
                  </a:moveTo>
                  <a:lnTo>
                    <a:pt x="0" y="146"/>
                  </a:lnTo>
                  <a:cubicBezTo>
                    <a:pt x="188" y="227"/>
                    <a:pt x="372" y="326"/>
                    <a:pt x="544" y="445"/>
                  </a:cubicBezTo>
                  <a:lnTo>
                    <a:pt x="636" y="311"/>
                  </a:lnTo>
                  <a:cubicBezTo>
                    <a:pt x="453" y="188"/>
                    <a:pt x="260" y="84"/>
                    <a:pt x="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1" name="Google Shape;5391;p41">
              <a:extLst>
                <a:ext uri="{FF2B5EF4-FFF2-40B4-BE49-F238E27FC236}">
                  <a16:creationId xmlns:a16="http://schemas.microsoft.com/office/drawing/2014/main" id="{D00E58FF-9CC9-BA90-7F77-A57EE5F84353}"/>
                </a:ext>
              </a:extLst>
            </p:cNvPr>
            <p:cNvSpPr/>
            <p:nvPr/>
          </p:nvSpPr>
          <p:spPr>
            <a:xfrm>
              <a:off x="3110908" y="2391549"/>
              <a:ext cx="31083" cy="11186"/>
            </a:xfrm>
            <a:custGeom>
              <a:avLst/>
              <a:gdLst/>
              <a:ahLst/>
              <a:cxnLst/>
              <a:rect l="l" t="t" r="r" b="b"/>
              <a:pathLst>
                <a:path w="653" h="235" extrusionOk="0">
                  <a:moveTo>
                    <a:pt x="5" y="1"/>
                  </a:moveTo>
                  <a:lnTo>
                    <a:pt x="1" y="158"/>
                  </a:lnTo>
                  <a:cubicBezTo>
                    <a:pt x="208" y="166"/>
                    <a:pt x="415" y="189"/>
                    <a:pt x="618" y="234"/>
                  </a:cubicBezTo>
                  <a:lnTo>
                    <a:pt x="653" y="77"/>
                  </a:lnTo>
                  <a:cubicBezTo>
                    <a:pt x="442" y="31"/>
                    <a:pt x="223" y="5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2" name="Google Shape;5392;p41">
              <a:extLst>
                <a:ext uri="{FF2B5EF4-FFF2-40B4-BE49-F238E27FC236}">
                  <a16:creationId xmlns:a16="http://schemas.microsoft.com/office/drawing/2014/main" id="{24C4D197-461F-418A-DF15-2815ECF24B1C}"/>
                </a:ext>
              </a:extLst>
            </p:cNvPr>
            <p:cNvSpPr/>
            <p:nvPr/>
          </p:nvSpPr>
          <p:spPr>
            <a:xfrm>
              <a:off x="3050219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3" name="Google Shape;5393;p41">
              <a:extLst>
                <a:ext uri="{FF2B5EF4-FFF2-40B4-BE49-F238E27FC236}">
                  <a16:creationId xmlns:a16="http://schemas.microsoft.com/office/drawing/2014/main" id="{66B5B01B-07C9-BAC5-DC37-74ED2C7775AB}"/>
                </a:ext>
              </a:extLst>
            </p:cNvPr>
            <p:cNvSpPr/>
            <p:nvPr/>
          </p:nvSpPr>
          <p:spPr>
            <a:xfrm>
              <a:off x="2989435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4" name="Google Shape;5394;p41">
              <a:extLst>
                <a:ext uri="{FF2B5EF4-FFF2-40B4-BE49-F238E27FC236}">
                  <a16:creationId xmlns:a16="http://schemas.microsoft.com/office/drawing/2014/main" id="{E11FCE8E-BD4F-E345-7BFA-E5A6F14A9BFA}"/>
                </a:ext>
              </a:extLst>
            </p:cNvPr>
            <p:cNvSpPr/>
            <p:nvPr/>
          </p:nvSpPr>
          <p:spPr>
            <a:xfrm>
              <a:off x="2928746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5" name="Google Shape;5395;p41">
              <a:extLst>
                <a:ext uri="{FF2B5EF4-FFF2-40B4-BE49-F238E27FC236}">
                  <a16:creationId xmlns:a16="http://schemas.microsoft.com/office/drawing/2014/main" id="{A83FD3E8-87BA-DCC4-FAA5-BADDD0740AB1}"/>
                </a:ext>
              </a:extLst>
            </p:cNvPr>
            <p:cNvSpPr/>
            <p:nvPr/>
          </p:nvSpPr>
          <p:spPr>
            <a:xfrm>
              <a:off x="2867962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6" name="Google Shape;5396;p41">
              <a:extLst>
                <a:ext uri="{FF2B5EF4-FFF2-40B4-BE49-F238E27FC236}">
                  <a16:creationId xmlns:a16="http://schemas.microsoft.com/office/drawing/2014/main" id="{54B03145-0D84-C335-725E-2B51DFC7063B}"/>
                </a:ext>
              </a:extLst>
            </p:cNvPr>
            <p:cNvSpPr/>
            <p:nvPr/>
          </p:nvSpPr>
          <p:spPr>
            <a:xfrm>
              <a:off x="2807274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7" name="Google Shape;5397;p41">
              <a:extLst>
                <a:ext uri="{FF2B5EF4-FFF2-40B4-BE49-F238E27FC236}">
                  <a16:creationId xmlns:a16="http://schemas.microsoft.com/office/drawing/2014/main" id="{AFF30EA1-C5C5-D2CC-82E6-EDDE053E9645}"/>
                </a:ext>
              </a:extLst>
            </p:cNvPr>
            <p:cNvSpPr/>
            <p:nvPr/>
          </p:nvSpPr>
          <p:spPr>
            <a:xfrm>
              <a:off x="2746489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8" name="Google Shape;5398;p41">
              <a:extLst>
                <a:ext uri="{FF2B5EF4-FFF2-40B4-BE49-F238E27FC236}">
                  <a16:creationId xmlns:a16="http://schemas.microsoft.com/office/drawing/2014/main" id="{91B74F88-EB9A-1BD5-5FCA-B82C74CBCAF1}"/>
                </a:ext>
              </a:extLst>
            </p:cNvPr>
            <p:cNvSpPr/>
            <p:nvPr/>
          </p:nvSpPr>
          <p:spPr>
            <a:xfrm>
              <a:off x="2685801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399" name="Google Shape;5399;p41">
              <a:extLst>
                <a:ext uri="{FF2B5EF4-FFF2-40B4-BE49-F238E27FC236}">
                  <a16:creationId xmlns:a16="http://schemas.microsoft.com/office/drawing/2014/main" id="{BE91FC1F-FDCA-07EE-8C30-A51A3FD46CC6}"/>
                </a:ext>
              </a:extLst>
            </p:cNvPr>
            <p:cNvSpPr/>
            <p:nvPr/>
          </p:nvSpPr>
          <p:spPr>
            <a:xfrm>
              <a:off x="2625016" y="2391407"/>
              <a:ext cx="30369" cy="7711"/>
            </a:xfrm>
            <a:custGeom>
              <a:avLst/>
              <a:gdLst/>
              <a:ahLst/>
              <a:cxnLst/>
              <a:rect l="l" t="t" r="r" b="b"/>
              <a:pathLst>
                <a:path w="638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0" name="Google Shape;5400;p41">
              <a:extLst>
                <a:ext uri="{FF2B5EF4-FFF2-40B4-BE49-F238E27FC236}">
                  <a16:creationId xmlns:a16="http://schemas.microsoft.com/office/drawing/2014/main" id="{3262ABF4-DA1F-A24B-825F-A195F5841A79}"/>
                </a:ext>
              </a:extLst>
            </p:cNvPr>
            <p:cNvSpPr/>
            <p:nvPr/>
          </p:nvSpPr>
          <p:spPr>
            <a:xfrm>
              <a:off x="2564328" y="2391407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1" name="Google Shape;5401;p41">
              <a:extLst>
                <a:ext uri="{FF2B5EF4-FFF2-40B4-BE49-F238E27FC236}">
                  <a16:creationId xmlns:a16="http://schemas.microsoft.com/office/drawing/2014/main" id="{5DC478BC-F33E-75E7-7FB1-68D0F2DA9AD4}"/>
                </a:ext>
              </a:extLst>
            </p:cNvPr>
            <p:cNvSpPr/>
            <p:nvPr/>
          </p:nvSpPr>
          <p:spPr>
            <a:xfrm>
              <a:off x="2503544" y="2391407"/>
              <a:ext cx="30369" cy="7711"/>
            </a:xfrm>
            <a:custGeom>
              <a:avLst/>
              <a:gdLst/>
              <a:ahLst/>
              <a:cxnLst/>
              <a:rect l="l" t="t" r="r" b="b"/>
              <a:pathLst>
                <a:path w="638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2" name="Google Shape;5402;p41">
              <a:extLst>
                <a:ext uri="{FF2B5EF4-FFF2-40B4-BE49-F238E27FC236}">
                  <a16:creationId xmlns:a16="http://schemas.microsoft.com/office/drawing/2014/main" id="{4699E6A7-A830-71D7-5E0B-EF732DBB2284}"/>
                </a:ext>
              </a:extLst>
            </p:cNvPr>
            <p:cNvSpPr/>
            <p:nvPr/>
          </p:nvSpPr>
          <p:spPr>
            <a:xfrm>
              <a:off x="2442855" y="2391407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3" name="Google Shape;5403;p41">
              <a:extLst>
                <a:ext uri="{FF2B5EF4-FFF2-40B4-BE49-F238E27FC236}">
                  <a16:creationId xmlns:a16="http://schemas.microsoft.com/office/drawing/2014/main" id="{525E6E8B-8D56-BD17-E26E-6E64EC27678E}"/>
                </a:ext>
              </a:extLst>
            </p:cNvPr>
            <p:cNvSpPr/>
            <p:nvPr/>
          </p:nvSpPr>
          <p:spPr>
            <a:xfrm>
              <a:off x="2382071" y="2391407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4" name="Google Shape;5404;p41">
              <a:extLst>
                <a:ext uri="{FF2B5EF4-FFF2-40B4-BE49-F238E27FC236}">
                  <a16:creationId xmlns:a16="http://schemas.microsoft.com/office/drawing/2014/main" id="{649F11EA-00EA-D2BF-272C-039289CBF9AA}"/>
                </a:ext>
              </a:extLst>
            </p:cNvPr>
            <p:cNvSpPr/>
            <p:nvPr/>
          </p:nvSpPr>
          <p:spPr>
            <a:xfrm>
              <a:off x="2321191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5" name="Google Shape;5405;p41">
              <a:extLst>
                <a:ext uri="{FF2B5EF4-FFF2-40B4-BE49-F238E27FC236}">
                  <a16:creationId xmlns:a16="http://schemas.microsoft.com/office/drawing/2014/main" id="{E23DEF6C-A0FC-01F7-7FA1-7B9B3502DA33}"/>
                </a:ext>
              </a:extLst>
            </p:cNvPr>
            <p:cNvSpPr/>
            <p:nvPr/>
          </p:nvSpPr>
          <p:spPr>
            <a:xfrm>
              <a:off x="2279970" y="2391407"/>
              <a:ext cx="10948" cy="7711"/>
            </a:xfrm>
            <a:custGeom>
              <a:avLst/>
              <a:gdLst/>
              <a:ahLst/>
              <a:cxnLst/>
              <a:rect l="l" t="t" r="r" b="b"/>
              <a:pathLst>
                <a:path w="23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230" y="161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6" name="Google Shape;5406;p41">
              <a:extLst>
                <a:ext uri="{FF2B5EF4-FFF2-40B4-BE49-F238E27FC236}">
                  <a16:creationId xmlns:a16="http://schemas.microsoft.com/office/drawing/2014/main" id="{87B071B5-72CC-862F-53B5-6011DED83466}"/>
                </a:ext>
              </a:extLst>
            </p:cNvPr>
            <p:cNvSpPr/>
            <p:nvPr/>
          </p:nvSpPr>
          <p:spPr>
            <a:xfrm>
              <a:off x="2919227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7" name="Google Shape;5407;p41">
              <a:extLst>
                <a:ext uri="{FF2B5EF4-FFF2-40B4-BE49-F238E27FC236}">
                  <a16:creationId xmlns:a16="http://schemas.microsoft.com/office/drawing/2014/main" id="{55F2C6FA-AE5E-863A-02CF-85DAE1AEC2B8}"/>
                </a:ext>
              </a:extLst>
            </p:cNvPr>
            <p:cNvSpPr/>
            <p:nvPr/>
          </p:nvSpPr>
          <p:spPr>
            <a:xfrm>
              <a:off x="2858538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8" name="Google Shape;5408;p41">
              <a:extLst>
                <a:ext uri="{FF2B5EF4-FFF2-40B4-BE49-F238E27FC236}">
                  <a16:creationId xmlns:a16="http://schemas.microsoft.com/office/drawing/2014/main" id="{8382E1A9-730B-7ED0-532C-FE6AAFECE878}"/>
                </a:ext>
              </a:extLst>
            </p:cNvPr>
            <p:cNvSpPr/>
            <p:nvPr/>
          </p:nvSpPr>
          <p:spPr>
            <a:xfrm>
              <a:off x="2797754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09" name="Google Shape;5409;p41">
              <a:extLst>
                <a:ext uri="{FF2B5EF4-FFF2-40B4-BE49-F238E27FC236}">
                  <a16:creationId xmlns:a16="http://schemas.microsoft.com/office/drawing/2014/main" id="{D48E64CB-70A7-F033-EF38-3236C1C718B3}"/>
                </a:ext>
              </a:extLst>
            </p:cNvPr>
            <p:cNvSpPr/>
            <p:nvPr/>
          </p:nvSpPr>
          <p:spPr>
            <a:xfrm>
              <a:off x="2737065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0" name="Google Shape;5410;p41">
              <a:extLst>
                <a:ext uri="{FF2B5EF4-FFF2-40B4-BE49-F238E27FC236}">
                  <a16:creationId xmlns:a16="http://schemas.microsoft.com/office/drawing/2014/main" id="{8846AF85-0C12-9ADE-E247-BA89543959D1}"/>
                </a:ext>
              </a:extLst>
            </p:cNvPr>
            <p:cNvSpPr/>
            <p:nvPr/>
          </p:nvSpPr>
          <p:spPr>
            <a:xfrm>
              <a:off x="2676281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1" name="Google Shape;5411;p41">
              <a:extLst>
                <a:ext uri="{FF2B5EF4-FFF2-40B4-BE49-F238E27FC236}">
                  <a16:creationId xmlns:a16="http://schemas.microsoft.com/office/drawing/2014/main" id="{438C83CF-2A2D-76F5-7791-298B9E89C1E1}"/>
                </a:ext>
              </a:extLst>
            </p:cNvPr>
            <p:cNvSpPr/>
            <p:nvPr/>
          </p:nvSpPr>
          <p:spPr>
            <a:xfrm>
              <a:off x="2615592" y="3359714"/>
              <a:ext cx="30274" cy="7521"/>
            </a:xfrm>
            <a:custGeom>
              <a:avLst/>
              <a:gdLst/>
              <a:ahLst/>
              <a:cxnLst/>
              <a:rect l="l" t="t" r="r" b="b"/>
              <a:pathLst>
                <a:path w="636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2" name="Google Shape;5412;p41">
              <a:extLst>
                <a:ext uri="{FF2B5EF4-FFF2-40B4-BE49-F238E27FC236}">
                  <a16:creationId xmlns:a16="http://schemas.microsoft.com/office/drawing/2014/main" id="{8D0F7F55-9DBC-95D2-7BED-1ADB688C098F}"/>
                </a:ext>
              </a:extLst>
            </p:cNvPr>
            <p:cNvSpPr/>
            <p:nvPr/>
          </p:nvSpPr>
          <p:spPr>
            <a:xfrm>
              <a:off x="2554808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3" name="Google Shape;5413;p41">
              <a:extLst>
                <a:ext uri="{FF2B5EF4-FFF2-40B4-BE49-F238E27FC236}">
                  <a16:creationId xmlns:a16="http://schemas.microsoft.com/office/drawing/2014/main" id="{9F841997-BF21-A2EA-D1E5-751247A9C9B3}"/>
                </a:ext>
              </a:extLst>
            </p:cNvPr>
            <p:cNvSpPr/>
            <p:nvPr/>
          </p:nvSpPr>
          <p:spPr>
            <a:xfrm>
              <a:off x="2494071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4" name="Google Shape;5414;p41">
              <a:extLst>
                <a:ext uri="{FF2B5EF4-FFF2-40B4-BE49-F238E27FC236}">
                  <a16:creationId xmlns:a16="http://schemas.microsoft.com/office/drawing/2014/main" id="{AE640B90-E5C1-4DCF-CE44-28FAD2ED7032}"/>
                </a:ext>
              </a:extLst>
            </p:cNvPr>
            <p:cNvSpPr/>
            <p:nvPr/>
          </p:nvSpPr>
          <p:spPr>
            <a:xfrm>
              <a:off x="2433335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5" name="Google Shape;5415;p41">
              <a:extLst>
                <a:ext uri="{FF2B5EF4-FFF2-40B4-BE49-F238E27FC236}">
                  <a16:creationId xmlns:a16="http://schemas.microsoft.com/office/drawing/2014/main" id="{68DAA8AA-776C-A505-4653-5150E531E1F5}"/>
                </a:ext>
              </a:extLst>
            </p:cNvPr>
            <p:cNvSpPr/>
            <p:nvPr/>
          </p:nvSpPr>
          <p:spPr>
            <a:xfrm>
              <a:off x="2372598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6" name="Google Shape;5416;p41">
              <a:extLst>
                <a:ext uri="{FF2B5EF4-FFF2-40B4-BE49-F238E27FC236}">
                  <a16:creationId xmlns:a16="http://schemas.microsoft.com/office/drawing/2014/main" id="{90E7CF19-2597-FB3F-1BC1-62CB1E2BB8E4}"/>
                </a:ext>
              </a:extLst>
            </p:cNvPr>
            <p:cNvSpPr/>
            <p:nvPr/>
          </p:nvSpPr>
          <p:spPr>
            <a:xfrm>
              <a:off x="2311671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17" name="Google Shape;5417;p41">
              <a:extLst>
                <a:ext uri="{FF2B5EF4-FFF2-40B4-BE49-F238E27FC236}">
                  <a16:creationId xmlns:a16="http://schemas.microsoft.com/office/drawing/2014/main" id="{A954956D-FCFB-A5EB-CCD1-F50A1B5DF3A8}"/>
                </a:ext>
              </a:extLst>
            </p:cNvPr>
            <p:cNvSpPr/>
            <p:nvPr/>
          </p:nvSpPr>
          <p:spPr>
            <a:xfrm>
              <a:off x="2270451" y="3359714"/>
              <a:ext cx="10996" cy="7521"/>
            </a:xfrm>
            <a:custGeom>
              <a:avLst/>
              <a:gdLst/>
              <a:ahLst/>
              <a:cxnLst/>
              <a:rect l="l" t="t" r="r" b="b"/>
              <a:pathLst>
                <a:path w="23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230" y="157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4CCCC836-BD80-047E-27C3-7862F27C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300" y="2182542"/>
            <a:ext cx="1414470" cy="374009"/>
          </a:xfrm>
        </p:spPr>
        <p:txBody>
          <a:bodyPr/>
          <a:lstStyle/>
          <a:p>
            <a:pPr marL="139700" indent="0">
              <a:buNone/>
            </a:pPr>
            <a:r>
              <a:rPr lang="it-IT" sz="1400" noProof="0" dirty="0"/>
              <a:t>motorcycle</a:t>
            </a:r>
            <a:r>
              <a:rPr lang="it-IT" noProof="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9FFECA-8E84-C91A-3A2F-345451E5F749}"/>
              </a:ext>
            </a:extLst>
          </p:cNvPr>
          <p:cNvSpPr txBox="1"/>
          <p:nvPr/>
        </p:nvSpPr>
        <p:spPr>
          <a:xfrm>
            <a:off x="743712" y="1767840"/>
            <a:ext cx="682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56B92A-25D9-6855-6F02-35CD48344863}"/>
              </a:ext>
            </a:extLst>
          </p:cNvPr>
          <p:cNvSpPr txBox="1"/>
          <p:nvPr/>
        </p:nvSpPr>
        <p:spPr>
          <a:xfrm>
            <a:off x="6943344" y="1885326"/>
            <a:ext cx="1036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sidewalk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A68FC6-BF11-2C52-8C2A-1A425F92E162}"/>
              </a:ext>
            </a:extLst>
          </p:cNvPr>
          <p:cNvSpPr txBox="1"/>
          <p:nvPr/>
        </p:nvSpPr>
        <p:spPr>
          <a:xfrm>
            <a:off x="3919728" y="1885326"/>
            <a:ext cx="1036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building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0A7E76-1060-DC63-A512-C56DC2A8BA40}"/>
              </a:ext>
            </a:extLst>
          </p:cNvPr>
          <p:cNvSpPr txBox="1"/>
          <p:nvPr/>
        </p:nvSpPr>
        <p:spPr>
          <a:xfrm>
            <a:off x="7775382" y="3430833"/>
            <a:ext cx="673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wall</a:t>
            </a:r>
          </a:p>
          <a:p>
            <a:endParaRPr lang="it-IT" noProof="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24CB1A-E4A2-8E69-F05D-FF34D8540849}"/>
              </a:ext>
            </a:extLst>
          </p:cNvPr>
          <p:cNvSpPr txBox="1"/>
          <p:nvPr/>
        </p:nvSpPr>
        <p:spPr>
          <a:xfrm>
            <a:off x="8038242" y="2290780"/>
            <a:ext cx="1036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4B7B35-A1FF-6D7B-0EDE-DB02147C7588}"/>
              </a:ext>
            </a:extLst>
          </p:cNvPr>
          <p:cNvSpPr txBox="1"/>
          <p:nvPr/>
        </p:nvSpPr>
        <p:spPr>
          <a:xfrm>
            <a:off x="7043332" y="2710439"/>
            <a:ext cx="1036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C42DAA-13F2-E2D6-5745-4CDC45D44833}"/>
              </a:ext>
            </a:extLst>
          </p:cNvPr>
          <p:cNvSpPr txBox="1"/>
          <p:nvPr/>
        </p:nvSpPr>
        <p:spPr>
          <a:xfrm>
            <a:off x="838200" y="2757160"/>
            <a:ext cx="1176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traffic light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46FAE4-B1D8-41C2-ABDC-703BBC30B1EB}"/>
              </a:ext>
            </a:extLst>
          </p:cNvPr>
          <p:cNvSpPr txBox="1"/>
          <p:nvPr/>
        </p:nvSpPr>
        <p:spPr>
          <a:xfrm>
            <a:off x="4572000" y="1034218"/>
            <a:ext cx="1176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vegetation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21A6F4-4BD2-9E18-ECFB-8EE6DC043ABB}"/>
              </a:ext>
            </a:extLst>
          </p:cNvPr>
          <p:cNvSpPr txBox="1"/>
          <p:nvPr/>
        </p:nvSpPr>
        <p:spPr>
          <a:xfrm>
            <a:off x="5836986" y="4020995"/>
            <a:ext cx="1176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terrain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58532E-1C43-445B-76F6-65104720DA8A}"/>
              </a:ext>
            </a:extLst>
          </p:cNvPr>
          <p:cNvSpPr txBox="1"/>
          <p:nvPr/>
        </p:nvSpPr>
        <p:spPr>
          <a:xfrm>
            <a:off x="5797232" y="2318778"/>
            <a:ext cx="1176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sky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83A3CF-9704-1DF2-47A7-ECEBE7556C9A}"/>
              </a:ext>
            </a:extLst>
          </p:cNvPr>
          <p:cNvSpPr txBox="1"/>
          <p:nvPr/>
        </p:nvSpPr>
        <p:spPr>
          <a:xfrm>
            <a:off x="3788730" y="3403127"/>
            <a:ext cx="1036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person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1D3F76-1D7B-C176-6C5C-46935F0F55AD}"/>
              </a:ext>
            </a:extLst>
          </p:cNvPr>
          <p:cNvSpPr txBox="1"/>
          <p:nvPr/>
        </p:nvSpPr>
        <p:spPr>
          <a:xfrm>
            <a:off x="2612202" y="1450131"/>
            <a:ext cx="1176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rider</a:t>
            </a:r>
          </a:p>
          <a:p>
            <a:endParaRPr lang="it-IT" noProof="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FF34B8-BDCA-1A92-00E7-45A8EF2CDA36}"/>
              </a:ext>
            </a:extLst>
          </p:cNvPr>
          <p:cNvSpPr txBox="1"/>
          <p:nvPr/>
        </p:nvSpPr>
        <p:spPr>
          <a:xfrm>
            <a:off x="359862" y="2263973"/>
            <a:ext cx="682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C8527E-5EEA-6BA4-6DBC-460132A1F2DF}"/>
              </a:ext>
            </a:extLst>
          </p:cNvPr>
          <p:cNvSpPr txBox="1"/>
          <p:nvPr/>
        </p:nvSpPr>
        <p:spPr>
          <a:xfrm>
            <a:off x="2218944" y="3681537"/>
            <a:ext cx="1176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truck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B44260-7046-536A-00C0-80B57CB43F28}"/>
              </a:ext>
            </a:extLst>
          </p:cNvPr>
          <p:cNvSpPr txBox="1"/>
          <p:nvPr/>
        </p:nvSpPr>
        <p:spPr>
          <a:xfrm>
            <a:off x="5907156" y="3323775"/>
            <a:ext cx="1036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6BC293-78CF-446D-6CC5-B056DFBB3BC1}"/>
              </a:ext>
            </a:extLst>
          </p:cNvPr>
          <p:cNvSpPr txBox="1"/>
          <p:nvPr/>
        </p:nvSpPr>
        <p:spPr>
          <a:xfrm>
            <a:off x="2743200" y="3018931"/>
            <a:ext cx="1176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B6010E-9796-5B27-72AC-6F154F6A8EBC}"/>
              </a:ext>
            </a:extLst>
          </p:cNvPr>
          <p:cNvSpPr txBox="1"/>
          <p:nvPr/>
        </p:nvSpPr>
        <p:spPr>
          <a:xfrm>
            <a:off x="4437822" y="2710439"/>
            <a:ext cx="1176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bicycle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3026735-C052-5403-6BD6-0C90CBF17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501" y="1916489"/>
            <a:ext cx="219456" cy="21945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32BE7E8-395D-DEB3-7EAD-A191615A2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410" y="2757160"/>
            <a:ext cx="219456" cy="21945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7C37DE0-6CCE-616D-9FD5-97643C047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561" y="3492192"/>
            <a:ext cx="217950" cy="21795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C5E7305-3D0C-9DD1-582D-30DEBF251C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7258" y="3382464"/>
            <a:ext cx="219456" cy="21945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CA388F9-F921-0A0B-7096-E68C19784B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652" y="2299643"/>
            <a:ext cx="219456" cy="21945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AD9FEF-3B37-10C1-41F2-3C7AE0825E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800" y="2398378"/>
            <a:ext cx="219456" cy="21945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2FB36B9-A1C7-C84A-C9D6-CA5347934F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3846" y="1473800"/>
            <a:ext cx="219456" cy="21945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313781B-19DF-A8A2-DCCF-AFEF653073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6511" y="2337080"/>
            <a:ext cx="219456" cy="21945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F2E5C1E-41E1-6F2C-9B04-0E3DDBF9B4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4058" y="1929486"/>
            <a:ext cx="219456" cy="21945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F807F77-A9DD-7BF8-F124-67C8D68811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0818" y="2763956"/>
            <a:ext cx="219456" cy="21945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6568583-519B-A2D7-5CC9-9333774CFB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18352" y="3492192"/>
            <a:ext cx="219456" cy="21945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4A3EA68-7F1D-7A6B-74AD-840708BDFB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8050" y="1806761"/>
            <a:ext cx="219456" cy="21945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0EDEDF4-3FA6-52A6-BF0C-87EB4E0F8E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24140" y="2269374"/>
            <a:ext cx="219456" cy="21945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1D17FEA-84F8-7FAD-AAD2-1A0E5480526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9007" y="2809506"/>
            <a:ext cx="219456" cy="21945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70F76B6-00F6-6CEC-20A9-4A8CCBF6DCE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87752" y="3080266"/>
            <a:ext cx="219456" cy="21945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CF5C18E-F77B-4978-7705-4C0D33D87F7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33868" y="3725697"/>
            <a:ext cx="219456" cy="219456"/>
          </a:xfrm>
          <a:prstGeom prst="rect">
            <a:avLst/>
          </a:prstGeom>
        </p:spPr>
      </p:pic>
      <p:pic>
        <p:nvPicPr>
          <p:cNvPr id="5418" name="Picture 5417">
            <a:extLst>
              <a:ext uri="{FF2B5EF4-FFF2-40B4-BE49-F238E27FC236}">
                <a16:creationId xmlns:a16="http://schemas.microsoft.com/office/drawing/2014/main" id="{1E6780AF-0055-7195-876F-A5BF6CDFB93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93150" y="4092324"/>
            <a:ext cx="219456" cy="219456"/>
          </a:xfrm>
          <a:prstGeom prst="rect">
            <a:avLst/>
          </a:prstGeom>
        </p:spPr>
      </p:pic>
      <p:pic>
        <p:nvPicPr>
          <p:cNvPr id="5420" name="Picture 5419">
            <a:extLst>
              <a:ext uri="{FF2B5EF4-FFF2-40B4-BE49-F238E27FC236}">
                <a16:creationId xmlns:a16="http://schemas.microsoft.com/office/drawing/2014/main" id="{45F03513-1A3B-B072-25AC-11C69D8A4CE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15616" y="1066879"/>
            <a:ext cx="219456" cy="219456"/>
          </a:xfrm>
          <a:prstGeom prst="rect">
            <a:avLst/>
          </a:prstGeom>
        </p:spPr>
      </p:pic>
      <p:grpSp>
        <p:nvGrpSpPr>
          <p:cNvPr id="5421" name="Group 5420">
            <a:extLst>
              <a:ext uri="{FF2B5EF4-FFF2-40B4-BE49-F238E27FC236}">
                <a16:creationId xmlns:a16="http://schemas.microsoft.com/office/drawing/2014/main" id="{86991640-F109-E450-BADE-E65EC54BEE55}"/>
              </a:ext>
            </a:extLst>
          </p:cNvPr>
          <p:cNvGrpSpPr/>
          <p:nvPr/>
        </p:nvGrpSpPr>
        <p:grpSpPr>
          <a:xfrm>
            <a:off x="8739332" y="4813236"/>
            <a:ext cx="274320" cy="274320"/>
            <a:chOff x="8739332" y="4813236"/>
            <a:chExt cx="274320" cy="274320"/>
          </a:xfrm>
        </p:grpSpPr>
        <p:pic>
          <p:nvPicPr>
            <p:cNvPr id="5422" name="Picture 5421">
              <a:extLst>
                <a:ext uri="{FF2B5EF4-FFF2-40B4-BE49-F238E27FC236}">
                  <a16:creationId xmlns:a16="http://schemas.microsoft.com/office/drawing/2014/main" id="{B5DE24E9-43AF-580F-CD1E-BF76716EF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5423" name="TextBox 5422">
              <a:extLst>
                <a:ext uri="{FF2B5EF4-FFF2-40B4-BE49-F238E27FC236}">
                  <a16:creationId xmlns:a16="http://schemas.microsoft.com/office/drawing/2014/main" id="{CE22AFFB-E2CC-9499-1BCA-417580544D3A}"/>
                </a:ext>
              </a:extLst>
            </p:cNvPr>
            <p:cNvSpPr txBox="1"/>
            <p:nvPr/>
          </p:nvSpPr>
          <p:spPr>
            <a:xfrm>
              <a:off x="8754503" y="4842674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2283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5">
          <a:extLst>
            <a:ext uri="{FF2B5EF4-FFF2-40B4-BE49-F238E27FC236}">
              <a16:creationId xmlns:a16="http://schemas.microsoft.com/office/drawing/2014/main" id="{92421107-AB93-2E27-14E3-CB74A61F5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6" name="Google Shape;4896;p40">
            <a:extLst>
              <a:ext uri="{FF2B5EF4-FFF2-40B4-BE49-F238E27FC236}">
                <a16:creationId xmlns:a16="http://schemas.microsoft.com/office/drawing/2014/main" id="{8D4B0679-19CB-8086-0A8C-F873CE5CC8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/>
              <a:t>Perché la Segmentazione Semantica?</a:t>
            </a:r>
          </a:p>
        </p:txBody>
      </p:sp>
      <p:grpSp>
        <p:nvGrpSpPr>
          <p:cNvPr id="4909" name="Google Shape;4909;p40">
            <a:extLst>
              <a:ext uri="{FF2B5EF4-FFF2-40B4-BE49-F238E27FC236}">
                <a16:creationId xmlns:a16="http://schemas.microsoft.com/office/drawing/2014/main" id="{A588D3ED-6C2C-E9F3-5B11-3FA93B91DADC}"/>
              </a:ext>
            </a:extLst>
          </p:cNvPr>
          <p:cNvGrpSpPr/>
          <p:nvPr/>
        </p:nvGrpSpPr>
        <p:grpSpPr>
          <a:xfrm>
            <a:off x="382242" y="3965504"/>
            <a:ext cx="1609760" cy="788436"/>
            <a:chOff x="5302117" y="778706"/>
            <a:chExt cx="1609760" cy="788436"/>
          </a:xfrm>
        </p:grpSpPr>
        <p:sp>
          <p:nvSpPr>
            <p:cNvPr id="4910" name="Google Shape;4910;p40">
              <a:extLst>
                <a:ext uri="{FF2B5EF4-FFF2-40B4-BE49-F238E27FC236}">
                  <a16:creationId xmlns:a16="http://schemas.microsoft.com/office/drawing/2014/main" id="{6EDAF401-8307-8CAB-F2DE-DE88765CF911}"/>
                </a:ext>
              </a:extLst>
            </p:cNvPr>
            <p:cNvSpPr/>
            <p:nvPr/>
          </p:nvSpPr>
          <p:spPr>
            <a:xfrm>
              <a:off x="5321668" y="1414545"/>
              <a:ext cx="241709" cy="71974"/>
            </a:xfrm>
            <a:custGeom>
              <a:avLst/>
              <a:gdLst/>
              <a:ahLst/>
              <a:cxnLst/>
              <a:rect l="l" t="t" r="r" b="b"/>
              <a:pathLst>
                <a:path w="2794" h="832" extrusionOk="0">
                  <a:moveTo>
                    <a:pt x="84" y="1"/>
                  </a:moveTo>
                  <a:cubicBezTo>
                    <a:pt x="0" y="169"/>
                    <a:pt x="84" y="257"/>
                    <a:pt x="84" y="257"/>
                  </a:cubicBezTo>
                  <a:lnTo>
                    <a:pt x="1939" y="257"/>
                  </a:lnTo>
                  <a:lnTo>
                    <a:pt x="2793" y="832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1" name="Google Shape;4911;p40">
              <a:extLst>
                <a:ext uri="{FF2B5EF4-FFF2-40B4-BE49-F238E27FC236}">
                  <a16:creationId xmlns:a16="http://schemas.microsoft.com/office/drawing/2014/main" id="{696AAE23-1F00-140D-AF51-33DBEB3E4C14}"/>
                </a:ext>
              </a:extLst>
            </p:cNvPr>
            <p:cNvSpPr/>
            <p:nvPr/>
          </p:nvSpPr>
          <p:spPr>
            <a:xfrm>
              <a:off x="5319938" y="901044"/>
              <a:ext cx="1573098" cy="581244"/>
            </a:xfrm>
            <a:custGeom>
              <a:avLst/>
              <a:gdLst/>
              <a:ahLst/>
              <a:cxnLst/>
              <a:rect l="l" t="t" r="r" b="b"/>
              <a:pathLst>
                <a:path w="18184" h="6719" extrusionOk="0">
                  <a:moveTo>
                    <a:pt x="8354" y="0"/>
                  </a:moveTo>
                  <a:lnTo>
                    <a:pt x="8354" y="3035"/>
                  </a:lnTo>
                  <a:lnTo>
                    <a:pt x="208" y="3035"/>
                  </a:lnTo>
                  <a:cubicBezTo>
                    <a:pt x="8" y="3553"/>
                    <a:pt x="158" y="5560"/>
                    <a:pt x="158" y="5560"/>
                  </a:cubicBezTo>
                  <a:cubicBezTo>
                    <a:pt x="1" y="5679"/>
                    <a:pt x="104" y="6040"/>
                    <a:pt x="104" y="6040"/>
                  </a:cubicBezTo>
                  <a:lnTo>
                    <a:pt x="2035" y="6040"/>
                  </a:lnTo>
                  <a:lnTo>
                    <a:pt x="2346" y="6247"/>
                  </a:lnTo>
                  <a:lnTo>
                    <a:pt x="3039" y="6718"/>
                  </a:lnTo>
                  <a:lnTo>
                    <a:pt x="5415" y="6718"/>
                  </a:lnTo>
                  <a:lnTo>
                    <a:pt x="6101" y="6197"/>
                  </a:lnTo>
                  <a:lnTo>
                    <a:pt x="6308" y="6040"/>
                  </a:lnTo>
                  <a:lnTo>
                    <a:pt x="12711" y="6040"/>
                  </a:lnTo>
                  <a:lnTo>
                    <a:pt x="12853" y="6151"/>
                  </a:lnTo>
                  <a:lnTo>
                    <a:pt x="13386" y="6572"/>
                  </a:lnTo>
                  <a:lnTo>
                    <a:pt x="16122" y="6572"/>
                  </a:lnTo>
                  <a:lnTo>
                    <a:pt x="16684" y="6151"/>
                  </a:lnTo>
                  <a:lnTo>
                    <a:pt x="16811" y="6059"/>
                  </a:lnTo>
                  <a:lnTo>
                    <a:pt x="17885" y="6059"/>
                  </a:lnTo>
                  <a:cubicBezTo>
                    <a:pt x="18183" y="6059"/>
                    <a:pt x="18175" y="4465"/>
                    <a:pt x="17885" y="4465"/>
                  </a:cubicBezTo>
                  <a:lnTo>
                    <a:pt x="17678" y="3457"/>
                  </a:lnTo>
                  <a:cubicBezTo>
                    <a:pt x="17678" y="3457"/>
                    <a:pt x="16980" y="2859"/>
                    <a:pt x="16868" y="2813"/>
                  </a:cubicBezTo>
                  <a:cubicBezTo>
                    <a:pt x="16758" y="2767"/>
                    <a:pt x="13665" y="2434"/>
                    <a:pt x="13665" y="2434"/>
                  </a:cubicBezTo>
                  <a:cubicBezTo>
                    <a:pt x="13665" y="2434"/>
                    <a:pt x="12071" y="143"/>
                    <a:pt x="11856" y="100"/>
                  </a:cubicBezTo>
                  <a:cubicBezTo>
                    <a:pt x="11638" y="62"/>
                    <a:pt x="8354" y="0"/>
                    <a:pt x="83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2" name="Google Shape;4912;p40">
              <a:extLst>
                <a:ext uri="{FF2B5EF4-FFF2-40B4-BE49-F238E27FC236}">
                  <a16:creationId xmlns:a16="http://schemas.microsoft.com/office/drawing/2014/main" id="{F9591105-E6A5-D4CD-3395-06E092AD34F1}"/>
                </a:ext>
              </a:extLst>
            </p:cNvPr>
            <p:cNvSpPr/>
            <p:nvPr/>
          </p:nvSpPr>
          <p:spPr>
            <a:xfrm>
              <a:off x="5376342" y="1238154"/>
              <a:ext cx="1093054" cy="65746"/>
            </a:xfrm>
            <a:custGeom>
              <a:avLst/>
              <a:gdLst/>
              <a:ahLst/>
              <a:cxnLst/>
              <a:rect l="l" t="t" r="r" b="b"/>
              <a:pathLst>
                <a:path w="12635" h="760" extrusionOk="0">
                  <a:moveTo>
                    <a:pt x="0" y="1"/>
                  </a:moveTo>
                  <a:lnTo>
                    <a:pt x="88" y="759"/>
                  </a:lnTo>
                  <a:lnTo>
                    <a:pt x="12097" y="759"/>
                  </a:lnTo>
                  <a:cubicBezTo>
                    <a:pt x="12159" y="438"/>
                    <a:pt x="12339" y="151"/>
                    <a:pt x="126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3" name="Google Shape;4913;p40">
              <a:extLst>
                <a:ext uri="{FF2B5EF4-FFF2-40B4-BE49-F238E27FC236}">
                  <a16:creationId xmlns:a16="http://schemas.microsoft.com/office/drawing/2014/main" id="{C3703E88-C9C3-7A47-A583-F6187A02A794}"/>
                </a:ext>
              </a:extLst>
            </p:cNvPr>
            <p:cNvSpPr/>
            <p:nvPr/>
          </p:nvSpPr>
          <p:spPr>
            <a:xfrm>
              <a:off x="6835228" y="1310215"/>
              <a:ext cx="45158" cy="76905"/>
            </a:xfrm>
            <a:custGeom>
              <a:avLst/>
              <a:gdLst/>
              <a:ahLst/>
              <a:cxnLst/>
              <a:rect l="l" t="t" r="r" b="b"/>
              <a:pathLst>
                <a:path w="522" h="889" extrusionOk="0">
                  <a:moveTo>
                    <a:pt x="406" y="0"/>
                  </a:moveTo>
                  <a:cubicBezTo>
                    <a:pt x="35" y="18"/>
                    <a:pt x="35" y="230"/>
                    <a:pt x="4" y="819"/>
                  </a:cubicBezTo>
                  <a:cubicBezTo>
                    <a:pt x="1" y="858"/>
                    <a:pt x="31" y="888"/>
                    <a:pt x="65" y="888"/>
                  </a:cubicBezTo>
                  <a:lnTo>
                    <a:pt x="387" y="888"/>
                  </a:lnTo>
                  <a:cubicBezTo>
                    <a:pt x="418" y="888"/>
                    <a:pt x="445" y="865"/>
                    <a:pt x="452" y="839"/>
                  </a:cubicBezTo>
                  <a:cubicBezTo>
                    <a:pt x="475" y="727"/>
                    <a:pt x="521" y="437"/>
                    <a:pt x="472" y="57"/>
                  </a:cubicBezTo>
                  <a:cubicBezTo>
                    <a:pt x="468" y="23"/>
                    <a:pt x="441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4" name="Google Shape;4914;p40">
              <a:extLst>
                <a:ext uri="{FF2B5EF4-FFF2-40B4-BE49-F238E27FC236}">
                  <a16:creationId xmlns:a16="http://schemas.microsoft.com/office/drawing/2014/main" id="{FDBA2CBD-6B73-8CA1-AAB2-5EA84FE76CBC}"/>
                </a:ext>
              </a:extLst>
            </p:cNvPr>
            <p:cNvSpPr/>
            <p:nvPr/>
          </p:nvSpPr>
          <p:spPr>
            <a:xfrm>
              <a:off x="6846474" y="1376481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5" name="Google Shape;4915;p40">
              <a:extLst>
                <a:ext uri="{FF2B5EF4-FFF2-40B4-BE49-F238E27FC236}">
                  <a16:creationId xmlns:a16="http://schemas.microsoft.com/office/drawing/2014/main" id="{2476FD28-DC3F-6959-6477-1F64A973D64F}"/>
                </a:ext>
              </a:extLst>
            </p:cNvPr>
            <p:cNvSpPr/>
            <p:nvPr/>
          </p:nvSpPr>
          <p:spPr>
            <a:xfrm>
              <a:off x="6847512" y="1368522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6" name="Google Shape;4916;p40">
              <a:extLst>
                <a:ext uri="{FF2B5EF4-FFF2-40B4-BE49-F238E27FC236}">
                  <a16:creationId xmlns:a16="http://schemas.microsoft.com/office/drawing/2014/main" id="{2A05EF80-5693-8998-4858-5E9FD03E212A}"/>
                </a:ext>
              </a:extLst>
            </p:cNvPr>
            <p:cNvSpPr/>
            <p:nvPr/>
          </p:nvSpPr>
          <p:spPr>
            <a:xfrm>
              <a:off x="6848464" y="1360563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7" name="Google Shape;4917;p40">
              <a:extLst>
                <a:ext uri="{FF2B5EF4-FFF2-40B4-BE49-F238E27FC236}">
                  <a16:creationId xmlns:a16="http://schemas.microsoft.com/office/drawing/2014/main" id="{9BB333A6-8B8B-5510-FADA-948897364DCC}"/>
                </a:ext>
              </a:extLst>
            </p:cNvPr>
            <p:cNvSpPr/>
            <p:nvPr/>
          </p:nvSpPr>
          <p:spPr>
            <a:xfrm>
              <a:off x="6750968" y="1307447"/>
              <a:ext cx="160909" cy="116785"/>
            </a:xfrm>
            <a:custGeom>
              <a:avLst/>
              <a:gdLst/>
              <a:ahLst/>
              <a:cxnLst/>
              <a:rect l="l" t="t" r="r" b="b"/>
              <a:pathLst>
                <a:path w="1860" h="1350" extrusionOk="0">
                  <a:moveTo>
                    <a:pt x="1660" y="1"/>
                  </a:moveTo>
                  <a:cubicBezTo>
                    <a:pt x="1618" y="1"/>
                    <a:pt x="1587" y="39"/>
                    <a:pt x="1591" y="78"/>
                  </a:cubicBezTo>
                  <a:cubicBezTo>
                    <a:pt x="1622" y="254"/>
                    <a:pt x="1675" y="676"/>
                    <a:pt x="1595" y="975"/>
                  </a:cubicBezTo>
                  <a:cubicBezTo>
                    <a:pt x="1587" y="1005"/>
                    <a:pt x="1561" y="1028"/>
                    <a:pt x="1526" y="1028"/>
                  </a:cubicBezTo>
                  <a:lnTo>
                    <a:pt x="66" y="1028"/>
                  </a:lnTo>
                  <a:cubicBezTo>
                    <a:pt x="32" y="1028"/>
                    <a:pt x="1" y="1055"/>
                    <a:pt x="1" y="1093"/>
                  </a:cubicBezTo>
                  <a:lnTo>
                    <a:pt x="1" y="1281"/>
                  </a:lnTo>
                  <a:cubicBezTo>
                    <a:pt x="1" y="1320"/>
                    <a:pt x="32" y="1350"/>
                    <a:pt x="66" y="1350"/>
                  </a:cubicBezTo>
                  <a:lnTo>
                    <a:pt x="1656" y="1350"/>
                  </a:lnTo>
                  <a:cubicBezTo>
                    <a:pt x="1691" y="1350"/>
                    <a:pt x="1718" y="1327"/>
                    <a:pt x="1725" y="1297"/>
                  </a:cubicBezTo>
                  <a:cubicBezTo>
                    <a:pt x="1760" y="1120"/>
                    <a:pt x="1859" y="553"/>
                    <a:pt x="1725" y="50"/>
                  </a:cubicBezTo>
                  <a:cubicBezTo>
                    <a:pt x="1718" y="20"/>
                    <a:pt x="1691" y="1"/>
                    <a:pt x="1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8" name="Google Shape;4918;p40">
              <a:extLst>
                <a:ext uri="{FF2B5EF4-FFF2-40B4-BE49-F238E27FC236}">
                  <a16:creationId xmlns:a16="http://schemas.microsoft.com/office/drawing/2014/main" id="{FA7EAF44-9EAC-B195-ADD6-FA6C6CC771B2}"/>
                </a:ext>
              </a:extLst>
            </p:cNvPr>
            <p:cNvSpPr/>
            <p:nvPr/>
          </p:nvSpPr>
          <p:spPr>
            <a:xfrm>
              <a:off x="6431837" y="1271027"/>
              <a:ext cx="331506" cy="189711"/>
            </a:xfrm>
            <a:custGeom>
              <a:avLst/>
              <a:gdLst/>
              <a:ahLst/>
              <a:cxnLst/>
              <a:rect l="l" t="t" r="r" b="b"/>
              <a:pathLst>
                <a:path w="3832" h="2193" extrusionOk="0">
                  <a:moveTo>
                    <a:pt x="1900" y="1"/>
                  </a:moveTo>
                  <a:cubicBezTo>
                    <a:pt x="326" y="1"/>
                    <a:pt x="0" y="1771"/>
                    <a:pt x="0" y="1771"/>
                  </a:cubicBezTo>
                  <a:lnTo>
                    <a:pt x="533" y="2192"/>
                  </a:lnTo>
                  <a:lnTo>
                    <a:pt x="3269" y="2192"/>
                  </a:lnTo>
                  <a:lnTo>
                    <a:pt x="3831" y="1771"/>
                  </a:lnTo>
                  <a:cubicBezTo>
                    <a:pt x="3831" y="1771"/>
                    <a:pt x="3472" y="1"/>
                    <a:pt x="19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9" name="Google Shape;4919;p40">
              <a:extLst>
                <a:ext uri="{FF2B5EF4-FFF2-40B4-BE49-F238E27FC236}">
                  <a16:creationId xmlns:a16="http://schemas.microsoft.com/office/drawing/2014/main" id="{21BA59B3-9E20-4BAB-5538-65C84F2E34AA}"/>
                </a:ext>
              </a:extLst>
            </p:cNvPr>
            <p:cNvSpPr/>
            <p:nvPr/>
          </p:nvSpPr>
          <p:spPr>
            <a:xfrm>
              <a:off x="5519514" y="1271027"/>
              <a:ext cx="333929" cy="192393"/>
            </a:xfrm>
            <a:custGeom>
              <a:avLst/>
              <a:gdLst/>
              <a:ahLst/>
              <a:cxnLst/>
              <a:rect l="l" t="t" r="r" b="b"/>
              <a:pathLst>
                <a:path w="3860" h="2224" extrusionOk="0">
                  <a:moveTo>
                    <a:pt x="1928" y="1"/>
                  </a:moveTo>
                  <a:cubicBezTo>
                    <a:pt x="353" y="1"/>
                    <a:pt x="0" y="1844"/>
                    <a:pt x="0" y="1844"/>
                  </a:cubicBezTo>
                  <a:lnTo>
                    <a:pt x="560" y="2223"/>
                  </a:lnTo>
                  <a:lnTo>
                    <a:pt x="3296" y="2192"/>
                  </a:lnTo>
                  <a:lnTo>
                    <a:pt x="3859" y="1771"/>
                  </a:lnTo>
                  <a:cubicBezTo>
                    <a:pt x="3859" y="1771"/>
                    <a:pt x="3499" y="1"/>
                    <a:pt x="19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0" name="Google Shape;4920;p40">
              <a:extLst>
                <a:ext uri="{FF2B5EF4-FFF2-40B4-BE49-F238E27FC236}">
                  <a16:creationId xmlns:a16="http://schemas.microsoft.com/office/drawing/2014/main" id="{70B27366-FD4B-17AE-D2D6-FBB4CAC90D92}"/>
                </a:ext>
              </a:extLst>
            </p:cNvPr>
            <p:cNvSpPr/>
            <p:nvPr/>
          </p:nvSpPr>
          <p:spPr>
            <a:xfrm>
              <a:off x="5516573" y="844799"/>
              <a:ext cx="334534" cy="202168"/>
            </a:xfrm>
            <a:custGeom>
              <a:avLst/>
              <a:gdLst/>
              <a:ahLst/>
              <a:cxnLst/>
              <a:rect l="l" t="t" r="r" b="b"/>
              <a:pathLst>
                <a:path w="3867" h="2337" extrusionOk="0">
                  <a:moveTo>
                    <a:pt x="1916" y="0"/>
                  </a:moveTo>
                  <a:cubicBezTo>
                    <a:pt x="341" y="0"/>
                    <a:pt x="0" y="1816"/>
                    <a:pt x="0" y="1816"/>
                  </a:cubicBezTo>
                  <a:lnTo>
                    <a:pt x="73" y="1866"/>
                  </a:lnTo>
                  <a:lnTo>
                    <a:pt x="766" y="2337"/>
                  </a:lnTo>
                  <a:lnTo>
                    <a:pt x="3142" y="2337"/>
                  </a:lnTo>
                  <a:lnTo>
                    <a:pt x="3828" y="1812"/>
                  </a:lnTo>
                  <a:lnTo>
                    <a:pt x="3867" y="1785"/>
                  </a:lnTo>
                  <a:cubicBezTo>
                    <a:pt x="3867" y="1785"/>
                    <a:pt x="3487" y="0"/>
                    <a:pt x="1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1" name="Google Shape;4921;p40">
              <a:extLst>
                <a:ext uri="{FF2B5EF4-FFF2-40B4-BE49-F238E27FC236}">
                  <a16:creationId xmlns:a16="http://schemas.microsoft.com/office/drawing/2014/main" id="{C9DCC439-2E5F-8CDF-38C8-63BDEDF4DEC9}"/>
                </a:ext>
              </a:extLst>
            </p:cNvPr>
            <p:cNvSpPr/>
            <p:nvPr/>
          </p:nvSpPr>
          <p:spPr>
            <a:xfrm>
              <a:off x="6063136" y="1151040"/>
              <a:ext cx="426148" cy="240750"/>
            </a:xfrm>
            <a:custGeom>
              <a:avLst/>
              <a:gdLst/>
              <a:ahLst/>
              <a:cxnLst/>
              <a:rect l="l" t="t" r="r" b="b"/>
              <a:pathLst>
                <a:path w="4926" h="2783" extrusionOk="0">
                  <a:moveTo>
                    <a:pt x="4576" y="1"/>
                  </a:moveTo>
                  <a:lnTo>
                    <a:pt x="4565" y="4"/>
                  </a:lnTo>
                  <a:cubicBezTo>
                    <a:pt x="4565" y="4"/>
                    <a:pt x="4565" y="8"/>
                    <a:pt x="4568" y="12"/>
                  </a:cubicBezTo>
                  <a:cubicBezTo>
                    <a:pt x="4599" y="73"/>
                    <a:pt x="4855" y="604"/>
                    <a:pt x="4909" y="1367"/>
                  </a:cubicBezTo>
                  <a:lnTo>
                    <a:pt x="4909" y="1367"/>
                  </a:lnTo>
                  <a:cubicBezTo>
                    <a:pt x="4862" y="1399"/>
                    <a:pt x="4401" y="1727"/>
                    <a:pt x="4183" y="2767"/>
                  </a:cubicBezTo>
                  <a:lnTo>
                    <a:pt x="85" y="2767"/>
                  </a:lnTo>
                  <a:cubicBezTo>
                    <a:pt x="85" y="2759"/>
                    <a:pt x="84" y="2743"/>
                    <a:pt x="81" y="2721"/>
                  </a:cubicBezTo>
                  <a:cubicBezTo>
                    <a:pt x="69" y="2472"/>
                    <a:pt x="23" y="1388"/>
                    <a:pt x="16" y="139"/>
                  </a:cubicBezTo>
                  <a:lnTo>
                    <a:pt x="0" y="139"/>
                  </a:lnTo>
                  <a:cubicBezTo>
                    <a:pt x="12" y="1568"/>
                    <a:pt x="69" y="2774"/>
                    <a:pt x="69" y="2778"/>
                  </a:cubicBezTo>
                  <a:lnTo>
                    <a:pt x="69" y="2783"/>
                  </a:lnTo>
                  <a:lnTo>
                    <a:pt x="4197" y="2783"/>
                  </a:lnTo>
                  <a:lnTo>
                    <a:pt x="4197" y="2778"/>
                  </a:lnTo>
                  <a:cubicBezTo>
                    <a:pt x="4312" y="2226"/>
                    <a:pt x="4492" y="1878"/>
                    <a:pt x="4645" y="1663"/>
                  </a:cubicBezTo>
                  <a:cubicBezTo>
                    <a:pt x="4722" y="1556"/>
                    <a:pt x="4791" y="1487"/>
                    <a:pt x="4841" y="1441"/>
                  </a:cubicBezTo>
                  <a:cubicBezTo>
                    <a:pt x="4867" y="1418"/>
                    <a:pt x="4887" y="1403"/>
                    <a:pt x="4902" y="1391"/>
                  </a:cubicBezTo>
                  <a:cubicBezTo>
                    <a:pt x="4910" y="1388"/>
                    <a:pt x="4913" y="1384"/>
                    <a:pt x="4917" y="1380"/>
                  </a:cubicBezTo>
                  <a:lnTo>
                    <a:pt x="4921" y="1376"/>
                  </a:lnTo>
                  <a:lnTo>
                    <a:pt x="4925" y="1372"/>
                  </a:lnTo>
                  <a:lnTo>
                    <a:pt x="4925" y="1368"/>
                  </a:lnTo>
                  <a:cubicBezTo>
                    <a:pt x="4867" y="553"/>
                    <a:pt x="4576" y="1"/>
                    <a:pt x="45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2" name="Google Shape;4922;p40">
              <a:extLst>
                <a:ext uri="{FF2B5EF4-FFF2-40B4-BE49-F238E27FC236}">
                  <a16:creationId xmlns:a16="http://schemas.microsoft.com/office/drawing/2014/main" id="{623FA005-3437-E676-98EC-195658742191}"/>
                </a:ext>
              </a:extLst>
            </p:cNvPr>
            <p:cNvSpPr/>
            <p:nvPr/>
          </p:nvSpPr>
          <p:spPr>
            <a:xfrm>
              <a:off x="6096269" y="1195159"/>
              <a:ext cx="61163" cy="1298"/>
            </a:xfrm>
            <a:custGeom>
              <a:avLst/>
              <a:gdLst/>
              <a:ahLst/>
              <a:cxnLst/>
              <a:rect l="l" t="t" r="r" b="b"/>
              <a:pathLst>
                <a:path w="707" h="15" extrusionOk="0">
                  <a:moveTo>
                    <a:pt x="1" y="0"/>
                  </a:moveTo>
                  <a:lnTo>
                    <a:pt x="1" y="15"/>
                  </a:lnTo>
                  <a:lnTo>
                    <a:pt x="706" y="1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3" name="Google Shape;4923;p40">
              <a:extLst>
                <a:ext uri="{FF2B5EF4-FFF2-40B4-BE49-F238E27FC236}">
                  <a16:creationId xmlns:a16="http://schemas.microsoft.com/office/drawing/2014/main" id="{B602F6D1-EB97-24A6-19C4-E11EE4A7B786}"/>
                </a:ext>
              </a:extLst>
            </p:cNvPr>
            <p:cNvSpPr/>
            <p:nvPr/>
          </p:nvSpPr>
          <p:spPr>
            <a:xfrm>
              <a:off x="6495767" y="1116523"/>
              <a:ext cx="279514" cy="38928"/>
            </a:xfrm>
            <a:custGeom>
              <a:avLst/>
              <a:gdLst/>
              <a:ahLst/>
              <a:cxnLst/>
              <a:rect l="l" t="t" r="r" b="b"/>
              <a:pathLst>
                <a:path w="3231" h="450" extrusionOk="0">
                  <a:moveTo>
                    <a:pt x="1" y="1"/>
                  </a:moveTo>
                  <a:lnTo>
                    <a:pt x="1" y="16"/>
                  </a:lnTo>
                  <a:cubicBezTo>
                    <a:pt x="1" y="16"/>
                    <a:pt x="652" y="124"/>
                    <a:pt x="1318" y="230"/>
                  </a:cubicBezTo>
                  <a:cubicBezTo>
                    <a:pt x="1652" y="285"/>
                    <a:pt x="1993" y="338"/>
                    <a:pt x="2254" y="380"/>
                  </a:cubicBezTo>
                  <a:cubicBezTo>
                    <a:pt x="2384" y="400"/>
                    <a:pt x="2499" y="418"/>
                    <a:pt x="2583" y="430"/>
                  </a:cubicBezTo>
                  <a:cubicBezTo>
                    <a:pt x="2622" y="434"/>
                    <a:pt x="2656" y="441"/>
                    <a:pt x="2683" y="441"/>
                  </a:cubicBezTo>
                  <a:cubicBezTo>
                    <a:pt x="2710" y="446"/>
                    <a:pt x="2729" y="449"/>
                    <a:pt x="2737" y="449"/>
                  </a:cubicBezTo>
                  <a:cubicBezTo>
                    <a:pt x="2771" y="449"/>
                    <a:pt x="2817" y="441"/>
                    <a:pt x="2871" y="430"/>
                  </a:cubicBezTo>
                  <a:cubicBezTo>
                    <a:pt x="3028" y="395"/>
                    <a:pt x="3230" y="322"/>
                    <a:pt x="3230" y="322"/>
                  </a:cubicBezTo>
                  <a:lnTo>
                    <a:pt x="3227" y="311"/>
                  </a:lnTo>
                  <a:cubicBezTo>
                    <a:pt x="3227" y="311"/>
                    <a:pt x="3219" y="311"/>
                    <a:pt x="3212" y="315"/>
                  </a:cubicBezTo>
                  <a:cubicBezTo>
                    <a:pt x="3173" y="326"/>
                    <a:pt x="3085" y="357"/>
                    <a:pt x="2989" y="384"/>
                  </a:cubicBezTo>
                  <a:cubicBezTo>
                    <a:pt x="2894" y="411"/>
                    <a:pt x="2790" y="434"/>
                    <a:pt x="2737" y="434"/>
                  </a:cubicBezTo>
                  <a:cubicBezTo>
                    <a:pt x="2729" y="434"/>
                    <a:pt x="2714" y="430"/>
                    <a:pt x="2687" y="430"/>
                  </a:cubicBezTo>
                  <a:cubicBezTo>
                    <a:pt x="2491" y="403"/>
                    <a:pt x="1821" y="299"/>
                    <a:pt x="1196" y="196"/>
                  </a:cubicBezTo>
                  <a:cubicBezTo>
                    <a:pt x="885" y="147"/>
                    <a:pt x="586" y="96"/>
                    <a:pt x="368" y="62"/>
                  </a:cubicBezTo>
                  <a:cubicBezTo>
                    <a:pt x="257" y="43"/>
                    <a:pt x="165" y="27"/>
                    <a:pt x="100" y="16"/>
                  </a:cubicBezTo>
                  <a:cubicBezTo>
                    <a:pt x="70" y="13"/>
                    <a:pt x="47" y="9"/>
                    <a:pt x="27" y="4"/>
                  </a:cubicBezTo>
                  <a:cubicBezTo>
                    <a:pt x="12" y="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4" name="Google Shape;4924;p40">
              <a:extLst>
                <a:ext uri="{FF2B5EF4-FFF2-40B4-BE49-F238E27FC236}">
                  <a16:creationId xmlns:a16="http://schemas.microsoft.com/office/drawing/2014/main" id="{F77BA2F6-32A9-9F09-939B-1325B116203D}"/>
                </a:ext>
              </a:extLst>
            </p:cNvPr>
            <p:cNvSpPr/>
            <p:nvPr/>
          </p:nvSpPr>
          <p:spPr>
            <a:xfrm>
              <a:off x="5340787" y="1372502"/>
              <a:ext cx="177865" cy="1384"/>
            </a:xfrm>
            <a:custGeom>
              <a:avLst/>
              <a:gdLst/>
              <a:ahLst/>
              <a:cxnLst/>
              <a:rect l="l" t="t" r="r" b="b"/>
              <a:pathLst>
                <a:path w="2056" h="16" extrusionOk="0">
                  <a:moveTo>
                    <a:pt x="1" y="0"/>
                  </a:moveTo>
                  <a:lnTo>
                    <a:pt x="1" y="16"/>
                  </a:lnTo>
                  <a:lnTo>
                    <a:pt x="2055" y="16"/>
                  </a:lnTo>
                  <a:lnTo>
                    <a:pt x="20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5" name="Google Shape;4925;p40">
              <a:extLst>
                <a:ext uri="{FF2B5EF4-FFF2-40B4-BE49-F238E27FC236}">
                  <a16:creationId xmlns:a16="http://schemas.microsoft.com/office/drawing/2014/main" id="{C84DDA0C-B4BA-1CEE-05CA-5F5BDDE0DA30}"/>
                </a:ext>
              </a:extLst>
            </p:cNvPr>
            <p:cNvSpPr/>
            <p:nvPr/>
          </p:nvSpPr>
          <p:spPr>
            <a:xfrm>
              <a:off x="5342171" y="1175262"/>
              <a:ext cx="1122813" cy="1298"/>
            </a:xfrm>
            <a:custGeom>
              <a:avLst/>
              <a:gdLst/>
              <a:ahLst/>
              <a:cxnLst/>
              <a:rect l="l" t="t" r="r" b="b"/>
              <a:pathLst>
                <a:path w="12979" h="15" extrusionOk="0">
                  <a:moveTo>
                    <a:pt x="1" y="0"/>
                  </a:moveTo>
                  <a:lnTo>
                    <a:pt x="1" y="15"/>
                  </a:lnTo>
                  <a:lnTo>
                    <a:pt x="12979" y="15"/>
                  </a:lnTo>
                  <a:lnTo>
                    <a:pt x="129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6" name="Google Shape;4926;p40">
              <a:extLst>
                <a:ext uri="{FF2B5EF4-FFF2-40B4-BE49-F238E27FC236}">
                  <a16:creationId xmlns:a16="http://schemas.microsoft.com/office/drawing/2014/main" id="{376DFF98-262A-804A-FB8A-EA3DC1B9AFB4}"/>
                </a:ext>
              </a:extLst>
            </p:cNvPr>
            <p:cNvSpPr/>
            <p:nvPr/>
          </p:nvSpPr>
          <p:spPr>
            <a:xfrm>
              <a:off x="6757716" y="1368782"/>
              <a:ext cx="69641" cy="1471"/>
            </a:xfrm>
            <a:custGeom>
              <a:avLst/>
              <a:gdLst/>
              <a:ahLst/>
              <a:cxnLst/>
              <a:rect l="l" t="t" r="r" b="b"/>
              <a:pathLst>
                <a:path w="805" h="17" extrusionOk="0">
                  <a:moveTo>
                    <a:pt x="0" y="1"/>
                  </a:moveTo>
                  <a:lnTo>
                    <a:pt x="0" y="16"/>
                  </a:lnTo>
                  <a:lnTo>
                    <a:pt x="805" y="16"/>
                  </a:lnTo>
                  <a:lnTo>
                    <a:pt x="8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7" name="Google Shape;4927;p40">
              <a:extLst>
                <a:ext uri="{FF2B5EF4-FFF2-40B4-BE49-F238E27FC236}">
                  <a16:creationId xmlns:a16="http://schemas.microsoft.com/office/drawing/2014/main" id="{0D22C1C6-D2E9-BDD6-D9DC-E98F106B8B18}"/>
                </a:ext>
              </a:extLst>
            </p:cNvPr>
            <p:cNvSpPr/>
            <p:nvPr/>
          </p:nvSpPr>
          <p:spPr>
            <a:xfrm>
              <a:off x="6360554" y="926982"/>
              <a:ext cx="141617" cy="179417"/>
            </a:xfrm>
            <a:custGeom>
              <a:avLst/>
              <a:gdLst/>
              <a:ahLst/>
              <a:cxnLst/>
              <a:rect l="l" t="t" r="r" b="b"/>
              <a:pathLst>
                <a:path w="1637" h="2074" extrusionOk="0">
                  <a:moveTo>
                    <a:pt x="134" y="0"/>
                  </a:moveTo>
                  <a:lnTo>
                    <a:pt x="0" y="19"/>
                  </a:lnTo>
                  <a:cubicBezTo>
                    <a:pt x="73" y="475"/>
                    <a:pt x="1445" y="2069"/>
                    <a:pt x="1445" y="2069"/>
                  </a:cubicBezTo>
                  <a:cubicBezTo>
                    <a:pt x="1461" y="2072"/>
                    <a:pt x="1476" y="2073"/>
                    <a:pt x="1491" y="2073"/>
                  </a:cubicBezTo>
                  <a:cubicBezTo>
                    <a:pt x="1577" y="2073"/>
                    <a:pt x="1636" y="2031"/>
                    <a:pt x="1636" y="2031"/>
                  </a:cubicBezTo>
                  <a:cubicBezTo>
                    <a:pt x="1138" y="1307"/>
                    <a:pt x="637" y="628"/>
                    <a:pt x="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8" name="Google Shape;4928;p40">
              <a:extLst>
                <a:ext uri="{FF2B5EF4-FFF2-40B4-BE49-F238E27FC236}">
                  <a16:creationId xmlns:a16="http://schemas.microsoft.com/office/drawing/2014/main" id="{AC1EE54F-1351-942F-C253-19C8C018698F}"/>
                </a:ext>
              </a:extLst>
            </p:cNvPr>
            <p:cNvSpPr/>
            <p:nvPr/>
          </p:nvSpPr>
          <p:spPr>
            <a:xfrm>
              <a:off x="5498319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3" y="0"/>
                  </a:moveTo>
                  <a:cubicBezTo>
                    <a:pt x="907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7" y="2794"/>
                  </a:cubicBezTo>
                  <a:cubicBezTo>
                    <a:pt x="1403" y="3066"/>
                    <a:pt x="1788" y="3184"/>
                    <a:pt x="2145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1" y="391"/>
                  </a:cubicBezTo>
                  <a:cubicBezTo>
                    <a:pt x="2885" y="118"/>
                    <a:pt x="2501" y="0"/>
                    <a:pt x="2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9" name="Google Shape;4929;p40">
              <a:extLst>
                <a:ext uri="{FF2B5EF4-FFF2-40B4-BE49-F238E27FC236}">
                  <a16:creationId xmlns:a16="http://schemas.microsoft.com/office/drawing/2014/main" id="{87F6D9B3-5263-91C0-250B-C0B5A00EADF2}"/>
                </a:ext>
              </a:extLst>
            </p:cNvPr>
            <p:cNvSpPr/>
            <p:nvPr/>
          </p:nvSpPr>
          <p:spPr>
            <a:xfrm>
              <a:off x="5568651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0" y="0"/>
                  </a:moveTo>
                  <a:cubicBezTo>
                    <a:pt x="1188" y="0"/>
                    <a:pt x="1059" y="21"/>
                    <a:pt x="923" y="66"/>
                  </a:cubicBezTo>
                  <a:cubicBezTo>
                    <a:pt x="904" y="69"/>
                    <a:pt x="885" y="80"/>
                    <a:pt x="865" y="92"/>
                  </a:cubicBezTo>
                  <a:cubicBezTo>
                    <a:pt x="0" y="721"/>
                    <a:pt x="444" y="1866"/>
                    <a:pt x="1352" y="1866"/>
                  </a:cubicBezTo>
                  <a:cubicBezTo>
                    <a:pt x="1474" y="1866"/>
                    <a:pt x="1603" y="1846"/>
                    <a:pt x="1739" y="1801"/>
                  </a:cubicBezTo>
                  <a:cubicBezTo>
                    <a:pt x="1758" y="1797"/>
                    <a:pt x="1778" y="1786"/>
                    <a:pt x="1797" y="1774"/>
                  </a:cubicBezTo>
                  <a:cubicBezTo>
                    <a:pt x="2663" y="1145"/>
                    <a:pt x="2218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0" name="Google Shape;4930;p40">
              <a:extLst>
                <a:ext uri="{FF2B5EF4-FFF2-40B4-BE49-F238E27FC236}">
                  <a16:creationId xmlns:a16="http://schemas.microsoft.com/office/drawing/2014/main" id="{BBE2A485-7036-4755-959A-0638974C8794}"/>
                </a:ext>
              </a:extLst>
            </p:cNvPr>
            <p:cNvSpPr/>
            <p:nvPr/>
          </p:nvSpPr>
          <p:spPr>
            <a:xfrm>
              <a:off x="5574707" y="1352951"/>
              <a:ext cx="218178" cy="152772"/>
            </a:xfrm>
            <a:custGeom>
              <a:avLst/>
              <a:gdLst/>
              <a:ahLst/>
              <a:cxnLst/>
              <a:rect l="l" t="t" r="r" b="b"/>
              <a:pathLst>
                <a:path w="2522" h="1766" extrusionOk="0">
                  <a:moveTo>
                    <a:pt x="1240" y="1"/>
                  </a:moveTo>
                  <a:cubicBezTo>
                    <a:pt x="1126" y="1"/>
                    <a:pt x="1004" y="20"/>
                    <a:pt x="876" y="62"/>
                  </a:cubicBezTo>
                  <a:cubicBezTo>
                    <a:pt x="857" y="65"/>
                    <a:pt x="838" y="76"/>
                    <a:pt x="823" y="88"/>
                  </a:cubicBezTo>
                  <a:cubicBezTo>
                    <a:pt x="0" y="683"/>
                    <a:pt x="421" y="1766"/>
                    <a:pt x="1282" y="1766"/>
                  </a:cubicBezTo>
                  <a:cubicBezTo>
                    <a:pt x="1396" y="1766"/>
                    <a:pt x="1518" y="1747"/>
                    <a:pt x="1646" y="1705"/>
                  </a:cubicBezTo>
                  <a:cubicBezTo>
                    <a:pt x="1665" y="1701"/>
                    <a:pt x="1685" y="1690"/>
                    <a:pt x="1700" y="1678"/>
                  </a:cubicBezTo>
                  <a:cubicBezTo>
                    <a:pt x="2522" y="1083"/>
                    <a:pt x="2101" y="1"/>
                    <a:pt x="1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1" name="Google Shape;4931;p40">
              <a:extLst>
                <a:ext uri="{FF2B5EF4-FFF2-40B4-BE49-F238E27FC236}">
                  <a16:creationId xmlns:a16="http://schemas.microsoft.com/office/drawing/2014/main" id="{BB61A79D-EBF1-17D4-4766-56734829B50E}"/>
                </a:ext>
              </a:extLst>
            </p:cNvPr>
            <p:cNvSpPr/>
            <p:nvPr/>
          </p:nvSpPr>
          <p:spPr>
            <a:xfrm>
              <a:off x="5602130" y="1371896"/>
              <a:ext cx="163331" cy="114882"/>
            </a:xfrm>
            <a:custGeom>
              <a:avLst/>
              <a:gdLst/>
              <a:ahLst/>
              <a:cxnLst/>
              <a:rect l="l" t="t" r="r" b="b"/>
              <a:pathLst>
                <a:path w="1888" h="1328" extrusionOk="0">
                  <a:moveTo>
                    <a:pt x="926" y="1"/>
                  </a:moveTo>
                  <a:cubicBezTo>
                    <a:pt x="841" y="1"/>
                    <a:pt x="750" y="15"/>
                    <a:pt x="655" y="46"/>
                  </a:cubicBezTo>
                  <a:cubicBezTo>
                    <a:pt x="639" y="53"/>
                    <a:pt x="628" y="57"/>
                    <a:pt x="616" y="69"/>
                  </a:cubicBezTo>
                  <a:cubicBezTo>
                    <a:pt x="0" y="516"/>
                    <a:pt x="315" y="1328"/>
                    <a:pt x="962" y="1328"/>
                  </a:cubicBezTo>
                  <a:cubicBezTo>
                    <a:pt x="1047" y="1328"/>
                    <a:pt x="1138" y="1313"/>
                    <a:pt x="1233" y="1283"/>
                  </a:cubicBezTo>
                  <a:cubicBezTo>
                    <a:pt x="1249" y="1275"/>
                    <a:pt x="1260" y="1268"/>
                    <a:pt x="1272" y="1260"/>
                  </a:cubicBezTo>
                  <a:cubicBezTo>
                    <a:pt x="1888" y="813"/>
                    <a:pt x="1574" y="1"/>
                    <a:pt x="9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2" name="Google Shape;4932;p40">
              <a:extLst>
                <a:ext uri="{FF2B5EF4-FFF2-40B4-BE49-F238E27FC236}">
                  <a16:creationId xmlns:a16="http://schemas.microsoft.com/office/drawing/2014/main" id="{6E0A4801-2CB9-B0C4-FCC3-28A8C8F08C60}"/>
                </a:ext>
              </a:extLst>
            </p:cNvPr>
            <p:cNvSpPr/>
            <p:nvPr/>
          </p:nvSpPr>
          <p:spPr>
            <a:xfrm>
              <a:off x="5660956" y="1413161"/>
              <a:ext cx="45677" cy="32354"/>
            </a:xfrm>
            <a:custGeom>
              <a:avLst/>
              <a:gdLst/>
              <a:ahLst/>
              <a:cxnLst/>
              <a:rect l="l" t="t" r="r" b="b"/>
              <a:pathLst>
                <a:path w="528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4" y="17"/>
                    <a:pt x="171" y="20"/>
                  </a:cubicBezTo>
                  <a:cubicBezTo>
                    <a:pt x="0" y="146"/>
                    <a:pt x="89" y="374"/>
                    <a:pt x="269" y="374"/>
                  </a:cubicBezTo>
                  <a:cubicBezTo>
                    <a:pt x="292" y="374"/>
                    <a:pt x="317" y="370"/>
                    <a:pt x="343" y="361"/>
                  </a:cubicBezTo>
                  <a:cubicBezTo>
                    <a:pt x="350" y="358"/>
                    <a:pt x="355" y="358"/>
                    <a:pt x="358" y="354"/>
                  </a:cubicBezTo>
                  <a:cubicBezTo>
                    <a:pt x="528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3" name="Google Shape;4933;p40">
              <a:extLst>
                <a:ext uri="{FF2B5EF4-FFF2-40B4-BE49-F238E27FC236}">
                  <a16:creationId xmlns:a16="http://schemas.microsoft.com/office/drawing/2014/main" id="{C2D4EE41-429A-D9DD-3B9D-CC9BEDF1D32A}"/>
                </a:ext>
              </a:extLst>
            </p:cNvPr>
            <p:cNvSpPr/>
            <p:nvPr/>
          </p:nvSpPr>
          <p:spPr>
            <a:xfrm>
              <a:off x="5674019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7" y="625"/>
                  </a:lnTo>
                  <a:lnTo>
                    <a:pt x="169" y="62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4" name="Google Shape;4934;p40">
              <a:extLst>
                <a:ext uri="{FF2B5EF4-FFF2-40B4-BE49-F238E27FC236}">
                  <a16:creationId xmlns:a16="http://schemas.microsoft.com/office/drawing/2014/main" id="{32EE9A34-4C1A-1E52-9C31-0198910D7196}"/>
                </a:ext>
              </a:extLst>
            </p:cNvPr>
            <p:cNvSpPr/>
            <p:nvPr/>
          </p:nvSpPr>
          <p:spPr>
            <a:xfrm>
              <a:off x="562756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6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5" name="Google Shape;4935;p40">
              <a:extLst>
                <a:ext uri="{FF2B5EF4-FFF2-40B4-BE49-F238E27FC236}">
                  <a16:creationId xmlns:a16="http://schemas.microsoft.com/office/drawing/2014/main" id="{60A223F1-8E4D-F760-9C97-2CBEB7374CFA}"/>
                </a:ext>
              </a:extLst>
            </p:cNvPr>
            <p:cNvSpPr/>
            <p:nvPr/>
          </p:nvSpPr>
          <p:spPr>
            <a:xfrm>
              <a:off x="562756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6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6" name="Google Shape;4936;p40">
              <a:extLst>
                <a:ext uri="{FF2B5EF4-FFF2-40B4-BE49-F238E27FC236}">
                  <a16:creationId xmlns:a16="http://schemas.microsoft.com/office/drawing/2014/main" id="{F11CDB81-3A79-B67F-6D6F-280428675C6F}"/>
                </a:ext>
              </a:extLst>
            </p:cNvPr>
            <p:cNvSpPr/>
            <p:nvPr/>
          </p:nvSpPr>
          <p:spPr>
            <a:xfrm>
              <a:off x="5674019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7" y="1"/>
                  </a:moveTo>
                  <a:lnTo>
                    <a:pt x="0" y="625"/>
                  </a:lnTo>
                  <a:lnTo>
                    <a:pt x="227" y="62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7" name="Google Shape;4937;p40">
              <a:extLst>
                <a:ext uri="{FF2B5EF4-FFF2-40B4-BE49-F238E27FC236}">
                  <a16:creationId xmlns:a16="http://schemas.microsoft.com/office/drawing/2014/main" id="{637EAA92-43B2-76E5-0E40-5E386ACE3F11}"/>
                </a:ext>
              </a:extLst>
            </p:cNvPr>
            <p:cNvSpPr/>
            <p:nvPr/>
          </p:nvSpPr>
          <p:spPr>
            <a:xfrm>
              <a:off x="5685957" y="1427521"/>
              <a:ext cx="54069" cy="40226"/>
            </a:xfrm>
            <a:custGeom>
              <a:avLst/>
              <a:gdLst/>
              <a:ahLst/>
              <a:cxnLst/>
              <a:rect l="l" t="t" r="r" b="b"/>
              <a:pathLst>
                <a:path w="625" h="465" extrusionOk="0">
                  <a:moveTo>
                    <a:pt x="54" y="1"/>
                  </a:moveTo>
                  <a:lnTo>
                    <a:pt x="27" y="50"/>
                  </a:lnTo>
                  <a:lnTo>
                    <a:pt x="0" y="100"/>
                  </a:lnTo>
                  <a:lnTo>
                    <a:pt x="510" y="464"/>
                  </a:lnTo>
                  <a:lnTo>
                    <a:pt x="567" y="364"/>
                  </a:lnTo>
                  <a:lnTo>
                    <a:pt x="625" y="264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8" name="Google Shape;4938;p40">
              <a:extLst>
                <a:ext uri="{FF2B5EF4-FFF2-40B4-BE49-F238E27FC236}">
                  <a16:creationId xmlns:a16="http://schemas.microsoft.com/office/drawing/2014/main" id="{5D78D570-79C7-44A6-451D-B9510C863DBD}"/>
                </a:ext>
              </a:extLst>
            </p:cNvPr>
            <p:cNvSpPr/>
            <p:nvPr/>
          </p:nvSpPr>
          <p:spPr>
            <a:xfrm>
              <a:off x="5685957" y="1391014"/>
              <a:ext cx="54069" cy="40139"/>
            </a:xfrm>
            <a:custGeom>
              <a:avLst/>
              <a:gdLst/>
              <a:ahLst/>
              <a:cxnLst/>
              <a:rect l="l" t="t" r="r" b="b"/>
              <a:pathLst>
                <a:path w="625" h="464" extrusionOk="0">
                  <a:moveTo>
                    <a:pt x="510" y="0"/>
                  </a:moveTo>
                  <a:lnTo>
                    <a:pt x="0" y="365"/>
                  </a:lnTo>
                  <a:lnTo>
                    <a:pt x="27" y="414"/>
                  </a:lnTo>
                  <a:lnTo>
                    <a:pt x="54" y="464"/>
                  </a:lnTo>
                  <a:lnTo>
                    <a:pt x="625" y="200"/>
                  </a:lnTo>
                  <a:lnTo>
                    <a:pt x="567" y="101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9" name="Google Shape;4939;p40">
              <a:extLst>
                <a:ext uri="{FF2B5EF4-FFF2-40B4-BE49-F238E27FC236}">
                  <a16:creationId xmlns:a16="http://schemas.microsoft.com/office/drawing/2014/main" id="{3E919C09-84B4-0EE3-996C-BEC49A38AF43}"/>
                </a:ext>
              </a:extLst>
            </p:cNvPr>
            <p:cNvSpPr/>
            <p:nvPr/>
          </p:nvSpPr>
          <p:spPr>
            <a:xfrm>
              <a:off x="5672894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4" y="1"/>
                    <a:pt x="102" y="3"/>
                    <a:pt x="90" y="7"/>
                  </a:cubicBezTo>
                  <a:cubicBezTo>
                    <a:pt x="86" y="7"/>
                    <a:pt x="82" y="11"/>
                    <a:pt x="82" y="11"/>
                  </a:cubicBezTo>
                  <a:cubicBezTo>
                    <a:pt x="1" y="68"/>
                    <a:pt x="43" y="177"/>
                    <a:pt x="127" y="177"/>
                  </a:cubicBezTo>
                  <a:cubicBezTo>
                    <a:pt x="138" y="177"/>
                    <a:pt x="150" y="176"/>
                    <a:pt x="162" y="172"/>
                  </a:cubicBezTo>
                  <a:cubicBezTo>
                    <a:pt x="166" y="172"/>
                    <a:pt x="171" y="168"/>
                    <a:pt x="171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0" name="Google Shape;4940;p40">
              <a:extLst>
                <a:ext uri="{FF2B5EF4-FFF2-40B4-BE49-F238E27FC236}">
                  <a16:creationId xmlns:a16="http://schemas.microsoft.com/office/drawing/2014/main" id="{05ACD204-3AC6-DC27-EFAB-5576895DDCC8}"/>
                </a:ext>
              </a:extLst>
            </p:cNvPr>
            <p:cNvSpPr/>
            <p:nvPr/>
          </p:nvSpPr>
          <p:spPr>
            <a:xfrm>
              <a:off x="6410556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4" y="0"/>
                  </a:moveTo>
                  <a:cubicBezTo>
                    <a:pt x="908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8" y="2794"/>
                  </a:cubicBezTo>
                  <a:cubicBezTo>
                    <a:pt x="1403" y="3066"/>
                    <a:pt x="1788" y="3184"/>
                    <a:pt x="2146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2" y="391"/>
                  </a:cubicBezTo>
                  <a:cubicBezTo>
                    <a:pt x="2886" y="118"/>
                    <a:pt x="2501" y="0"/>
                    <a:pt x="2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1" name="Google Shape;4941;p40">
              <a:extLst>
                <a:ext uri="{FF2B5EF4-FFF2-40B4-BE49-F238E27FC236}">
                  <a16:creationId xmlns:a16="http://schemas.microsoft.com/office/drawing/2014/main" id="{BF681EDD-ED8D-A25E-311F-09249BDC0786}"/>
                </a:ext>
              </a:extLst>
            </p:cNvPr>
            <p:cNvSpPr/>
            <p:nvPr/>
          </p:nvSpPr>
          <p:spPr>
            <a:xfrm>
              <a:off x="6480887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1" y="0"/>
                  </a:moveTo>
                  <a:cubicBezTo>
                    <a:pt x="1190" y="0"/>
                    <a:pt x="1060" y="21"/>
                    <a:pt x="924" y="66"/>
                  </a:cubicBezTo>
                  <a:cubicBezTo>
                    <a:pt x="905" y="69"/>
                    <a:pt x="885" y="80"/>
                    <a:pt x="870" y="92"/>
                  </a:cubicBezTo>
                  <a:cubicBezTo>
                    <a:pt x="1" y="721"/>
                    <a:pt x="445" y="1866"/>
                    <a:pt x="1353" y="1866"/>
                  </a:cubicBezTo>
                  <a:cubicBezTo>
                    <a:pt x="1474" y="1866"/>
                    <a:pt x="1604" y="1846"/>
                    <a:pt x="1740" y="1801"/>
                  </a:cubicBezTo>
                  <a:cubicBezTo>
                    <a:pt x="1759" y="1797"/>
                    <a:pt x="1778" y="1786"/>
                    <a:pt x="1798" y="1774"/>
                  </a:cubicBezTo>
                  <a:cubicBezTo>
                    <a:pt x="2663" y="1145"/>
                    <a:pt x="2222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2" name="Google Shape;4942;p40">
              <a:extLst>
                <a:ext uri="{FF2B5EF4-FFF2-40B4-BE49-F238E27FC236}">
                  <a16:creationId xmlns:a16="http://schemas.microsoft.com/office/drawing/2014/main" id="{2E7ED458-E450-B59F-01EB-FBA0141A6D38}"/>
                </a:ext>
              </a:extLst>
            </p:cNvPr>
            <p:cNvSpPr/>
            <p:nvPr/>
          </p:nvSpPr>
          <p:spPr>
            <a:xfrm>
              <a:off x="6486943" y="1352951"/>
              <a:ext cx="218265" cy="152772"/>
            </a:xfrm>
            <a:custGeom>
              <a:avLst/>
              <a:gdLst/>
              <a:ahLst/>
              <a:cxnLst/>
              <a:rect l="l" t="t" r="r" b="b"/>
              <a:pathLst>
                <a:path w="2523" h="1766" extrusionOk="0">
                  <a:moveTo>
                    <a:pt x="1241" y="1"/>
                  </a:moveTo>
                  <a:cubicBezTo>
                    <a:pt x="1127" y="1"/>
                    <a:pt x="1005" y="20"/>
                    <a:pt x="877" y="62"/>
                  </a:cubicBezTo>
                  <a:cubicBezTo>
                    <a:pt x="858" y="65"/>
                    <a:pt x="838" y="76"/>
                    <a:pt x="823" y="88"/>
                  </a:cubicBezTo>
                  <a:cubicBezTo>
                    <a:pt x="1" y="683"/>
                    <a:pt x="421" y="1766"/>
                    <a:pt x="1282" y="1766"/>
                  </a:cubicBezTo>
                  <a:cubicBezTo>
                    <a:pt x="1397" y="1766"/>
                    <a:pt x="1519" y="1747"/>
                    <a:pt x="1647" y="1705"/>
                  </a:cubicBezTo>
                  <a:cubicBezTo>
                    <a:pt x="1666" y="1701"/>
                    <a:pt x="1685" y="1690"/>
                    <a:pt x="1700" y="1678"/>
                  </a:cubicBezTo>
                  <a:cubicBezTo>
                    <a:pt x="2522" y="1083"/>
                    <a:pt x="2102" y="1"/>
                    <a:pt x="12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3" name="Google Shape;4943;p40">
              <a:extLst>
                <a:ext uri="{FF2B5EF4-FFF2-40B4-BE49-F238E27FC236}">
                  <a16:creationId xmlns:a16="http://schemas.microsoft.com/office/drawing/2014/main" id="{6DACE66D-B729-6E12-B0CB-59A5F1648A4A}"/>
                </a:ext>
              </a:extLst>
            </p:cNvPr>
            <p:cNvSpPr/>
            <p:nvPr/>
          </p:nvSpPr>
          <p:spPr>
            <a:xfrm>
              <a:off x="6514366" y="1371896"/>
              <a:ext cx="163504" cy="114882"/>
            </a:xfrm>
            <a:custGeom>
              <a:avLst/>
              <a:gdLst/>
              <a:ahLst/>
              <a:cxnLst/>
              <a:rect l="l" t="t" r="r" b="b"/>
              <a:pathLst>
                <a:path w="1890" h="1328" extrusionOk="0">
                  <a:moveTo>
                    <a:pt x="927" y="1"/>
                  </a:moveTo>
                  <a:cubicBezTo>
                    <a:pt x="842" y="1"/>
                    <a:pt x="751" y="15"/>
                    <a:pt x="656" y="46"/>
                  </a:cubicBezTo>
                  <a:cubicBezTo>
                    <a:pt x="640" y="53"/>
                    <a:pt x="629" y="57"/>
                    <a:pt x="617" y="69"/>
                  </a:cubicBezTo>
                  <a:cubicBezTo>
                    <a:pt x="1" y="516"/>
                    <a:pt x="315" y="1328"/>
                    <a:pt x="962" y="1328"/>
                  </a:cubicBezTo>
                  <a:cubicBezTo>
                    <a:pt x="1048" y="1328"/>
                    <a:pt x="1139" y="1313"/>
                    <a:pt x="1234" y="1283"/>
                  </a:cubicBezTo>
                  <a:cubicBezTo>
                    <a:pt x="1250" y="1275"/>
                    <a:pt x="1261" y="1268"/>
                    <a:pt x="1276" y="1260"/>
                  </a:cubicBezTo>
                  <a:cubicBezTo>
                    <a:pt x="1889" y="813"/>
                    <a:pt x="1574" y="1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4" name="Google Shape;4944;p40">
              <a:extLst>
                <a:ext uri="{FF2B5EF4-FFF2-40B4-BE49-F238E27FC236}">
                  <a16:creationId xmlns:a16="http://schemas.microsoft.com/office/drawing/2014/main" id="{234AB2AC-09CB-CF29-3536-CF24414ECF19}"/>
                </a:ext>
              </a:extLst>
            </p:cNvPr>
            <p:cNvSpPr/>
            <p:nvPr/>
          </p:nvSpPr>
          <p:spPr>
            <a:xfrm>
              <a:off x="6573279" y="1413161"/>
              <a:ext cx="45937" cy="32354"/>
            </a:xfrm>
            <a:custGeom>
              <a:avLst/>
              <a:gdLst/>
              <a:ahLst/>
              <a:cxnLst/>
              <a:rect l="l" t="t" r="r" b="b"/>
              <a:pathLst>
                <a:path w="531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3" y="17"/>
                    <a:pt x="169" y="20"/>
                  </a:cubicBezTo>
                  <a:cubicBezTo>
                    <a:pt x="0" y="146"/>
                    <a:pt x="89" y="374"/>
                    <a:pt x="271" y="374"/>
                  </a:cubicBezTo>
                  <a:cubicBezTo>
                    <a:pt x="295" y="374"/>
                    <a:pt x="320" y="370"/>
                    <a:pt x="346" y="361"/>
                  </a:cubicBezTo>
                  <a:cubicBezTo>
                    <a:pt x="350" y="358"/>
                    <a:pt x="353" y="358"/>
                    <a:pt x="357" y="354"/>
                  </a:cubicBezTo>
                  <a:cubicBezTo>
                    <a:pt x="531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5" name="Google Shape;4945;p40">
              <a:extLst>
                <a:ext uri="{FF2B5EF4-FFF2-40B4-BE49-F238E27FC236}">
                  <a16:creationId xmlns:a16="http://schemas.microsoft.com/office/drawing/2014/main" id="{F495AD35-035F-1535-802C-07EC61C8A9AD}"/>
                </a:ext>
              </a:extLst>
            </p:cNvPr>
            <p:cNvSpPr/>
            <p:nvPr/>
          </p:nvSpPr>
          <p:spPr>
            <a:xfrm>
              <a:off x="6586255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8" y="625"/>
                  </a:lnTo>
                  <a:lnTo>
                    <a:pt x="173" y="62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6" name="Google Shape;4946;p40">
              <a:extLst>
                <a:ext uri="{FF2B5EF4-FFF2-40B4-BE49-F238E27FC236}">
                  <a16:creationId xmlns:a16="http://schemas.microsoft.com/office/drawing/2014/main" id="{26636A18-BFA0-D775-3F6D-ED9CD6062FD3}"/>
                </a:ext>
              </a:extLst>
            </p:cNvPr>
            <p:cNvSpPr/>
            <p:nvPr/>
          </p:nvSpPr>
          <p:spPr>
            <a:xfrm>
              <a:off x="6539887" y="1391014"/>
              <a:ext cx="54415" cy="40139"/>
            </a:xfrm>
            <a:custGeom>
              <a:avLst/>
              <a:gdLst/>
              <a:ahLst/>
              <a:cxnLst/>
              <a:rect l="l" t="t" r="r" b="b"/>
              <a:pathLst>
                <a:path w="629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8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7" name="Google Shape;4947;p40">
              <a:extLst>
                <a:ext uri="{FF2B5EF4-FFF2-40B4-BE49-F238E27FC236}">
                  <a16:creationId xmlns:a16="http://schemas.microsoft.com/office/drawing/2014/main" id="{B7FF88CF-0A99-0B50-3693-4DDE81407470}"/>
                </a:ext>
              </a:extLst>
            </p:cNvPr>
            <p:cNvSpPr/>
            <p:nvPr/>
          </p:nvSpPr>
          <p:spPr>
            <a:xfrm>
              <a:off x="6539887" y="1427521"/>
              <a:ext cx="54415" cy="40226"/>
            </a:xfrm>
            <a:custGeom>
              <a:avLst/>
              <a:gdLst/>
              <a:ahLst/>
              <a:cxnLst/>
              <a:rect l="l" t="t" r="r" b="b"/>
              <a:pathLst>
                <a:path w="629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8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8" name="Google Shape;4948;p40">
              <a:extLst>
                <a:ext uri="{FF2B5EF4-FFF2-40B4-BE49-F238E27FC236}">
                  <a16:creationId xmlns:a16="http://schemas.microsoft.com/office/drawing/2014/main" id="{30A60151-32B3-252A-6A07-892F8349DD9D}"/>
                </a:ext>
              </a:extLst>
            </p:cNvPr>
            <p:cNvSpPr/>
            <p:nvPr/>
          </p:nvSpPr>
          <p:spPr>
            <a:xfrm>
              <a:off x="6586255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8" y="1"/>
                  </a:moveTo>
                  <a:lnTo>
                    <a:pt x="0" y="625"/>
                  </a:lnTo>
                  <a:lnTo>
                    <a:pt x="226" y="625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9" name="Google Shape;4949;p40">
              <a:extLst>
                <a:ext uri="{FF2B5EF4-FFF2-40B4-BE49-F238E27FC236}">
                  <a16:creationId xmlns:a16="http://schemas.microsoft.com/office/drawing/2014/main" id="{5898C054-2C9A-FF1D-ED7A-474DB7C1E9E9}"/>
                </a:ext>
              </a:extLst>
            </p:cNvPr>
            <p:cNvSpPr/>
            <p:nvPr/>
          </p:nvSpPr>
          <p:spPr>
            <a:xfrm>
              <a:off x="659819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8" y="1"/>
                  </a:moveTo>
                  <a:lnTo>
                    <a:pt x="28" y="50"/>
                  </a:lnTo>
                  <a:lnTo>
                    <a:pt x="0" y="100"/>
                  </a:lnTo>
                  <a:lnTo>
                    <a:pt x="511" y="464"/>
                  </a:lnTo>
                  <a:lnTo>
                    <a:pt x="568" y="364"/>
                  </a:lnTo>
                  <a:lnTo>
                    <a:pt x="625" y="264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0" name="Google Shape;4950;p40">
              <a:extLst>
                <a:ext uri="{FF2B5EF4-FFF2-40B4-BE49-F238E27FC236}">
                  <a16:creationId xmlns:a16="http://schemas.microsoft.com/office/drawing/2014/main" id="{38D7E045-A3E6-0E06-BFB5-7B0C778B6AED}"/>
                </a:ext>
              </a:extLst>
            </p:cNvPr>
            <p:cNvSpPr/>
            <p:nvPr/>
          </p:nvSpPr>
          <p:spPr>
            <a:xfrm>
              <a:off x="659819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511" y="0"/>
                  </a:moveTo>
                  <a:lnTo>
                    <a:pt x="0" y="365"/>
                  </a:lnTo>
                  <a:lnTo>
                    <a:pt x="28" y="414"/>
                  </a:lnTo>
                  <a:lnTo>
                    <a:pt x="58" y="464"/>
                  </a:lnTo>
                  <a:lnTo>
                    <a:pt x="625" y="200"/>
                  </a:lnTo>
                  <a:lnTo>
                    <a:pt x="568" y="101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1" name="Google Shape;4951;p40">
              <a:extLst>
                <a:ext uri="{FF2B5EF4-FFF2-40B4-BE49-F238E27FC236}">
                  <a16:creationId xmlns:a16="http://schemas.microsoft.com/office/drawing/2014/main" id="{63F158FD-035A-F60E-47AE-DAB61598523E}"/>
                </a:ext>
              </a:extLst>
            </p:cNvPr>
            <p:cNvSpPr/>
            <p:nvPr/>
          </p:nvSpPr>
          <p:spPr>
            <a:xfrm>
              <a:off x="6585131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5" y="1"/>
                    <a:pt x="103" y="3"/>
                    <a:pt x="90" y="7"/>
                  </a:cubicBezTo>
                  <a:cubicBezTo>
                    <a:pt x="87" y="7"/>
                    <a:pt x="87" y="11"/>
                    <a:pt x="82" y="11"/>
                  </a:cubicBezTo>
                  <a:cubicBezTo>
                    <a:pt x="1" y="68"/>
                    <a:pt x="43" y="177"/>
                    <a:pt x="128" y="177"/>
                  </a:cubicBezTo>
                  <a:cubicBezTo>
                    <a:pt x="139" y="177"/>
                    <a:pt x="151" y="176"/>
                    <a:pt x="163" y="172"/>
                  </a:cubicBezTo>
                  <a:cubicBezTo>
                    <a:pt x="167" y="172"/>
                    <a:pt x="170" y="168"/>
                    <a:pt x="170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2" name="Google Shape;4952;p40">
              <a:extLst>
                <a:ext uri="{FF2B5EF4-FFF2-40B4-BE49-F238E27FC236}">
                  <a16:creationId xmlns:a16="http://schemas.microsoft.com/office/drawing/2014/main" id="{0A4FAE3C-D5AD-4BFD-FF27-314589981892}"/>
                </a:ext>
              </a:extLst>
            </p:cNvPr>
            <p:cNvSpPr/>
            <p:nvPr/>
          </p:nvSpPr>
          <p:spPr>
            <a:xfrm>
              <a:off x="6078448" y="920667"/>
              <a:ext cx="377011" cy="234089"/>
            </a:xfrm>
            <a:custGeom>
              <a:avLst/>
              <a:gdLst/>
              <a:ahLst/>
              <a:cxnLst/>
              <a:rect l="l" t="t" r="r" b="b"/>
              <a:pathLst>
                <a:path w="4358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4307" y="2705"/>
                  </a:lnTo>
                  <a:lnTo>
                    <a:pt x="4357" y="2395"/>
                  </a:lnTo>
                  <a:cubicBezTo>
                    <a:pt x="4357" y="2395"/>
                    <a:pt x="2878" y="146"/>
                    <a:pt x="2809" y="100"/>
                  </a:cubicBezTo>
                  <a:cubicBezTo>
                    <a:pt x="2740" y="5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3" name="Google Shape;4953;p40">
              <a:extLst>
                <a:ext uri="{FF2B5EF4-FFF2-40B4-BE49-F238E27FC236}">
                  <a16:creationId xmlns:a16="http://schemas.microsoft.com/office/drawing/2014/main" id="{6D81F6AE-0625-45C0-5735-A65323EE072E}"/>
                </a:ext>
              </a:extLst>
            </p:cNvPr>
            <p:cNvSpPr/>
            <p:nvPr/>
          </p:nvSpPr>
          <p:spPr>
            <a:xfrm>
              <a:off x="6080697" y="923003"/>
              <a:ext cx="372080" cy="229072"/>
            </a:xfrm>
            <a:custGeom>
              <a:avLst/>
              <a:gdLst/>
              <a:ahLst/>
              <a:cxnLst/>
              <a:rect l="l" t="t" r="r" b="b"/>
              <a:pathLst>
                <a:path w="4301" h="2648" extrusionOk="0">
                  <a:moveTo>
                    <a:pt x="1" y="0"/>
                  </a:moveTo>
                  <a:lnTo>
                    <a:pt x="1" y="2648"/>
                  </a:lnTo>
                  <a:lnTo>
                    <a:pt x="4258" y="2648"/>
                  </a:lnTo>
                  <a:lnTo>
                    <a:pt x="4300" y="2376"/>
                  </a:lnTo>
                  <a:cubicBezTo>
                    <a:pt x="3725" y="1502"/>
                    <a:pt x="2864" y="203"/>
                    <a:pt x="2772" y="99"/>
                  </a:cubicBezTo>
                  <a:cubicBezTo>
                    <a:pt x="2768" y="99"/>
                    <a:pt x="2768" y="96"/>
                    <a:pt x="2768" y="96"/>
                  </a:cubicBezTo>
                  <a:cubicBezTo>
                    <a:pt x="2710" y="80"/>
                    <a:pt x="2227" y="57"/>
                    <a:pt x="1629" y="42"/>
                  </a:cubicBezTo>
                  <a:cubicBezTo>
                    <a:pt x="1610" y="39"/>
                    <a:pt x="1595" y="39"/>
                    <a:pt x="1576" y="39"/>
                  </a:cubicBezTo>
                  <a:cubicBezTo>
                    <a:pt x="1526" y="39"/>
                    <a:pt x="1480" y="34"/>
                    <a:pt x="1430" y="34"/>
                  </a:cubicBezTo>
                  <a:cubicBezTo>
                    <a:pt x="959" y="23"/>
                    <a:pt x="438" y="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4" name="Google Shape;4954;p40">
              <a:extLst>
                <a:ext uri="{FF2B5EF4-FFF2-40B4-BE49-F238E27FC236}">
                  <a16:creationId xmlns:a16="http://schemas.microsoft.com/office/drawing/2014/main" id="{F09E791E-FC06-1E64-8617-43671736506A}"/>
                </a:ext>
              </a:extLst>
            </p:cNvPr>
            <p:cNvSpPr/>
            <p:nvPr/>
          </p:nvSpPr>
          <p:spPr>
            <a:xfrm>
              <a:off x="6291520" y="928626"/>
              <a:ext cx="35556" cy="224487"/>
            </a:xfrm>
            <a:custGeom>
              <a:avLst/>
              <a:gdLst/>
              <a:ahLst/>
              <a:cxnLst/>
              <a:rect l="l" t="t" r="r" b="b"/>
              <a:pathLst>
                <a:path w="411" h="2595" extrusionOk="0">
                  <a:moveTo>
                    <a:pt x="89" y="0"/>
                  </a:moveTo>
                  <a:lnTo>
                    <a:pt x="89" y="0"/>
                  </a:lnTo>
                  <a:cubicBezTo>
                    <a:pt x="151" y="54"/>
                    <a:pt x="112" y="2567"/>
                    <a:pt x="1" y="2595"/>
                  </a:cubicBezTo>
                  <a:lnTo>
                    <a:pt x="411" y="2595"/>
                  </a:lnTo>
                  <a:cubicBezTo>
                    <a:pt x="308" y="2483"/>
                    <a:pt x="269" y="172"/>
                    <a:pt x="312" y="15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5" name="Google Shape;4955;p40">
              <a:extLst>
                <a:ext uri="{FF2B5EF4-FFF2-40B4-BE49-F238E27FC236}">
                  <a16:creationId xmlns:a16="http://schemas.microsoft.com/office/drawing/2014/main" id="{0F7F48F9-6FE6-59A4-255F-E8BCF4BB013B}"/>
                </a:ext>
              </a:extLst>
            </p:cNvPr>
            <p:cNvSpPr/>
            <p:nvPr/>
          </p:nvSpPr>
          <p:spPr>
            <a:xfrm>
              <a:off x="6339618" y="1071538"/>
              <a:ext cx="136945" cy="91438"/>
            </a:xfrm>
            <a:custGeom>
              <a:avLst/>
              <a:gdLst/>
              <a:ahLst/>
              <a:cxnLst/>
              <a:rect l="l" t="t" r="r" b="b"/>
              <a:pathLst>
                <a:path w="1583" h="1057" extrusionOk="0">
                  <a:moveTo>
                    <a:pt x="562" y="1"/>
                  </a:moveTo>
                  <a:cubicBezTo>
                    <a:pt x="370" y="1"/>
                    <a:pt x="189" y="24"/>
                    <a:pt x="127" y="96"/>
                  </a:cubicBezTo>
                  <a:cubicBezTo>
                    <a:pt x="0" y="241"/>
                    <a:pt x="74" y="984"/>
                    <a:pt x="169" y="1035"/>
                  </a:cubicBezTo>
                  <a:cubicBezTo>
                    <a:pt x="200" y="1051"/>
                    <a:pt x="359" y="1057"/>
                    <a:pt x="557" y="1057"/>
                  </a:cubicBezTo>
                  <a:cubicBezTo>
                    <a:pt x="953" y="1057"/>
                    <a:pt x="1507" y="1035"/>
                    <a:pt x="1507" y="1035"/>
                  </a:cubicBezTo>
                  <a:cubicBezTo>
                    <a:pt x="1583" y="831"/>
                    <a:pt x="1530" y="547"/>
                    <a:pt x="1530" y="547"/>
                  </a:cubicBezTo>
                  <a:lnTo>
                    <a:pt x="1426" y="547"/>
                  </a:lnTo>
                  <a:cubicBezTo>
                    <a:pt x="1426" y="547"/>
                    <a:pt x="1261" y="103"/>
                    <a:pt x="1089" y="53"/>
                  </a:cubicBezTo>
                  <a:cubicBezTo>
                    <a:pt x="997" y="29"/>
                    <a:pt x="773" y="1"/>
                    <a:pt x="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6" name="Google Shape;4956;p40">
              <a:extLst>
                <a:ext uri="{FF2B5EF4-FFF2-40B4-BE49-F238E27FC236}">
                  <a16:creationId xmlns:a16="http://schemas.microsoft.com/office/drawing/2014/main" id="{BF13876F-AD6F-F245-9FD6-55F1360A49E6}"/>
                </a:ext>
              </a:extLst>
            </p:cNvPr>
            <p:cNvSpPr/>
            <p:nvPr/>
          </p:nvSpPr>
          <p:spPr>
            <a:xfrm>
              <a:off x="6342906" y="1124135"/>
              <a:ext cx="51819" cy="28980"/>
            </a:xfrm>
            <a:custGeom>
              <a:avLst/>
              <a:gdLst/>
              <a:ahLst/>
              <a:cxnLst/>
              <a:rect l="l" t="t" r="r" b="b"/>
              <a:pathLst>
                <a:path w="599" h="335" extrusionOk="0">
                  <a:moveTo>
                    <a:pt x="1" y="1"/>
                  </a:moveTo>
                  <a:cubicBezTo>
                    <a:pt x="1" y="174"/>
                    <a:pt x="47" y="335"/>
                    <a:pt x="47" y="335"/>
                  </a:cubicBezTo>
                  <a:lnTo>
                    <a:pt x="545" y="335"/>
                  </a:lnTo>
                  <a:cubicBezTo>
                    <a:pt x="599" y="200"/>
                    <a:pt x="514" y="1"/>
                    <a:pt x="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7" name="Google Shape;4957;p40">
              <a:extLst>
                <a:ext uri="{FF2B5EF4-FFF2-40B4-BE49-F238E27FC236}">
                  <a16:creationId xmlns:a16="http://schemas.microsoft.com/office/drawing/2014/main" id="{349C078D-1205-6269-EA80-1F79C7A70E2C}"/>
                </a:ext>
              </a:extLst>
            </p:cNvPr>
            <p:cNvSpPr/>
            <p:nvPr/>
          </p:nvSpPr>
          <p:spPr>
            <a:xfrm>
              <a:off x="5335164" y="1199830"/>
              <a:ext cx="59086" cy="113152"/>
            </a:xfrm>
            <a:custGeom>
              <a:avLst/>
              <a:gdLst/>
              <a:ahLst/>
              <a:cxnLst/>
              <a:rect l="l" t="t" r="r" b="b"/>
              <a:pathLst>
                <a:path w="683" h="1308" extrusionOk="0">
                  <a:moveTo>
                    <a:pt x="357" y="1"/>
                  </a:moveTo>
                  <a:cubicBezTo>
                    <a:pt x="259" y="1"/>
                    <a:pt x="154" y="9"/>
                    <a:pt x="43" y="26"/>
                  </a:cubicBezTo>
                  <a:cubicBezTo>
                    <a:pt x="1" y="521"/>
                    <a:pt x="43" y="1303"/>
                    <a:pt x="43" y="1303"/>
                  </a:cubicBezTo>
                  <a:cubicBezTo>
                    <a:pt x="112" y="1306"/>
                    <a:pt x="203" y="1308"/>
                    <a:pt x="294" y="1308"/>
                  </a:cubicBezTo>
                  <a:cubicBezTo>
                    <a:pt x="476" y="1308"/>
                    <a:pt x="656" y="1303"/>
                    <a:pt x="656" y="1303"/>
                  </a:cubicBezTo>
                  <a:cubicBezTo>
                    <a:pt x="683" y="835"/>
                    <a:pt x="633" y="26"/>
                    <a:pt x="633" y="26"/>
                  </a:cubicBezTo>
                  <a:cubicBezTo>
                    <a:pt x="547" y="9"/>
                    <a:pt x="455" y="1"/>
                    <a:pt x="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8" name="Google Shape;4958;p40">
              <a:extLst>
                <a:ext uri="{FF2B5EF4-FFF2-40B4-BE49-F238E27FC236}">
                  <a16:creationId xmlns:a16="http://schemas.microsoft.com/office/drawing/2014/main" id="{08ABDCAC-1739-3F3B-3192-12D01B7AD26C}"/>
                </a:ext>
              </a:extLst>
            </p:cNvPr>
            <p:cNvSpPr/>
            <p:nvPr/>
          </p:nvSpPr>
          <p:spPr>
            <a:xfrm>
              <a:off x="5349092" y="1296893"/>
              <a:ext cx="23012" cy="1471"/>
            </a:xfrm>
            <a:custGeom>
              <a:avLst/>
              <a:gdLst/>
              <a:ahLst/>
              <a:cxnLst/>
              <a:rect l="l" t="t" r="r" b="b"/>
              <a:pathLst>
                <a:path w="266" h="17" extrusionOk="0">
                  <a:moveTo>
                    <a:pt x="1" y="0"/>
                  </a:moveTo>
                  <a:lnTo>
                    <a:pt x="1" y="16"/>
                  </a:lnTo>
                  <a:lnTo>
                    <a:pt x="265" y="16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9" name="Google Shape;4959;p40">
              <a:extLst>
                <a:ext uri="{FF2B5EF4-FFF2-40B4-BE49-F238E27FC236}">
                  <a16:creationId xmlns:a16="http://schemas.microsoft.com/office/drawing/2014/main" id="{C8754395-87DC-A0FB-467F-8C5BECA84788}"/>
                </a:ext>
              </a:extLst>
            </p:cNvPr>
            <p:cNvSpPr/>
            <p:nvPr/>
          </p:nvSpPr>
          <p:spPr>
            <a:xfrm>
              <a:off x="5349092" y="1285301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0" name="Google Shape;4960;p40">
              <a:extLst>
                <a:ext uri="{FF2B5EF4-FFF2-40B4-BE49-F238E27FC236}">
                  <a16:creationId xmlns:a16="http://schemas.microsoft.com/office/drawing/2014/main" id="{10600DC5-967F-184F-9B09-BDBA9813D18B}"/>
                </a:ext>
              </a:extLst>
            </p:cNvPr>
            <p:cNvSpPr/>
            <p:nvPr/>
          </p:nvSpPr>
          <p:spPr>
            <a:xfrm>
              <a:off x="5349092" y="1273363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1" name="Google Shape;4961;p40">
              <a:extLst>
                <a:ext uri="{FF2B5EF4-FFF2-40B4-BE49-F238E27FC236}">
                  <a16:creationId xmlns:a16="http://schemas.microsoft.com/office/drawing/2014/main" id="{1DDE44AC-4771-03C9-DE1E-505DA34AD09C}"/>
                </a:ext>
              </a:extLst>
            </p:cNvPr>
            <p:cNvSpPr/>
            <p:nvPr/>
          </p:nvSpPr>
          <p:spPr>
            <a:xfrm>
              <a:off x="6805036" y="1198792"/>
              <a:ext cx="49830" cy="78722"/>
            </a:xfrm>
            <a:custGeom>
              <a:avLst/>
              <a:gdLst/>
              <a:ahLst/>
              <a:cxnLst/>
              <a:rect l="l" t="t" r="r" b="b"/>
              <a:pathLst>
                <a:path w="576" h="910" extrusionOk="0">
                  <a:moveTo>
                    <a:pt x="387" y="1"/>
                  </a:moveTo>
                  <a:cubicBezTo>
                    <a:pt x="387" y="1"/>
                    <a:pt x="28" y="50"/>
                    <a:pt x="0" y="119"/>
                  </a:cubicBezTo>
                  <a:cubicBezTo>
                    <a:pt x="0" y="119"/>
                    <a:pt x="46" y="613"/>
                    <a:pt x="97" y="882"/>
                  </a:cubicBezTo>
                  <a:cubicBezTo>
                    <a:pt x="97" y="882"/>
                    <a:pt x="356" y="910"/>
                    <a:pt x="499" y="910"/>
                  </a:cubicBezTo>
                  <a:cubicBezTo>
                    <a:pt x="532" y="910"/>
                    <a:pt x="559" y="908"/>
                    <a:pt x="575" y="905"/>
                  </a:cubicBezTo>
                  <a:cubicBezTo>
                    <a:pt x="575" y="905"/>
                    <a:pt x="456" y="307"/>
                    <a:pt x="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2" name="Google Shape;4962;p40">
              <a:extLst>
                <a:ext uri="{FF2B5EF4-FFF2-40B4-BE49-F238E27FC236}">
                  <a16:creationId xmlns:a16="http://schemas.microsoft.com/office/drawing/2014/main" id="{9670A827-3DAE-92E4-AAD8-0BC46438D79E}"/>
                </a:ext>
              </a:extLst>
            </p:cNvPr>
            <p:cNvSpPr/>
            <p:nvPr/>
          </p:nvSpPr>
          <p:spPr>
            <a:xfrm>
              <a:off x="6814639" y="1247497"/>
              <a:ext cx="19378" cy="25606"/>
            </a:xfrm>
            <a:custGeom>
              <a:avLst/>
              <a:gdLst/>
              <a:ahLst/>
              <a:cxnLst/>
              <a:rect l="l" t="t" r="r" b="b"/>
              <a:pathLst>
                <a:path w="224" h="296" extrusionOk="0">
                  <a:moveTo>
                    <a:pt x="24" y="0"/>
                  </a:moveTo>
                  <a:cubicBezTo>
                    <a:pt x="12" y="0"/>
                    <a:pt x="1" y="12"/>
                    <a:pt x="1" y="27"/>
                  </a:cubicBezTo>
                  <a:lnTo>
                    <a:pt x="20" y="261"/>
                  </a:lnTo>
                  <a:cubicBezTo>
                    <a:pt x="24" y="273"/>
                    <a:pt x="32" y="280"/>
                    <a:pt x="43" y="284"/>
                  </a:cubicBezTo>
                  <a:cubicBezTo>
                    <a:pt x="92" y="288"/>
                    <a:pt x="158" y="292"/>
                    <a:pt x="196" y="296"/>
                  </a:cubicBezTo>
                  <a:cubicBezTo>
                    <a:pt x="211" y="296"/>
                    <a:pt x="223" y="280"/>
                    <a:pt x="223" y="265"/>
                  </a:cubicBezTo>
                  <a:cubicBezTo>
                    <a:pt x="211" y="161"/>
                    <a:pt x="193" y="62"/>
                    <a:pt x="184" y="20"/>
                  </a:cubicBezTo>
                  <a:cubicBezTo>
                    <a:pt x="181" y="8"/>
                    <a:pt x="173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3" name="Google Shape;4963;p40">
              <a:extLst>
                <a:ext uri="{FF2B5EF4-FFF2-40B4-BE49-F238E27FC236}">
                  <a16:creationId xmlns:a16="http://schemas.microsoft.com/office/drawing/2014/main" id="{8F497F8A-7A9D-6802-EE50-0FB72B42B82F}"/>
                </a:ext>
              </a:extLst>
            </p:cNvPr>
            <p:cNvSpPr/>
            <p:nvPr/>
          </p:nvSpPr>
          <p:spPr>
            <a:xfrm>
              <a:off x="5302117" y="974995"/>
              <a:ext cx="32528" cy="98619"/>
            </a:xfrm>
            <a:custGeom>
              <a:avLst/>
              <a:gdLst/>
              <a:ahLst/>
              <a:cxnLst/>
              <a:rect l="l" t="t" r="r" b="b"/>
              <a:pathLst>
                <a:path w="376" h="1140" extrusionOk="0">
                  <a:moveTo>
                    <a:pt x="88" y="1"/>
                  </a:moveTo>
                  <a:cubicBezTo>
                    <a:pt x="76" y="1"/>
                    <a:pt x="65" y="8"/>
                    <a:pt x="61" y="23"/>
                  </a:cubicBezTo>
                  <a:cubicBezTo>
                    <a:pt x="0" y="591"/>
                    <a:pt x="65" y="1019"/>
                    <a:pt x="84" y="1120"/>
                  </a:cubicBezTo>
                  <a:cubicBezTo>
                    <a:pt x="84" y="1131"/>
                    <a:pt x="96" y="1139"/>
                    <a:pt x="111" y="1139"/>
                  </a:cubicBezTo>
                  <a:lnTo>
                    <a:pt x="349" y="1139"/>
                  </a:lnTo>
                  <a:cubicBezTo>
                    <a:pt x="364" y="1139"/>
                    <a:pt x="375" y="1127"/>
                    <a:pt x="375" y="1111"/>
                  </a:cubicBezTo>
                  <a:cubicBezTo>
                    <a:pt x="375" y="1097"/>
                    <a:pt x="364" y="1085"/>
                    <a:pt x="349" y="1085"/>
                  </a:cubicBezTo>
                  <a:lnTo>
                    <a:pt x="276" y="1085"/>
                  </a:lnTo>
                  <a:cubicBezTo>
                    <a:pt x="260" y="1085"/>
                    <a:pt x="249" y="1074"/>
                    <a:pt x="249" y="1062"/>
                  </a:cubicBezTo>
                  <a:cubicBezTo>
                    <a:pt x="211" y="633"/>
                    <a:pt x="222" y="196"/>
                    <a:pt x="226" y="85"/>
                  </a:cubicBezTo>
                  <a:cubicBezTo>
                    <a:pt x="226" y="73"/>
                    <a:pt x="237" y="62"/>
                    <a:pt x="253" y="62"/>
                  </a:cubicBezTo>
                  <a:lnTo>
                    <a:pt x="322" y="62"/>
                  </a:lnTo>
                  <a:cubicBezTo>
                    <a:pt x="333" y="62"/>
                    <a:pt x="345" y="50"/>
                    <a:pt x="349" y="39"/>
                  </a:cubicBezTo>
                  <a:lnTo>
                    <a:pt x="349" y="31"/>
                  </a:lnTo>
                  <a:cubicBezTo>
                    <a:pt x="352" y="16"/>
                    <a:pt x="341" y="1"/>
                    <a:pt x="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4" name="Google Shape;4964;p40">
              <a:extLst>
                <a:ext uri="{FF2B5EF4-FFF2-40B4-BE49-F238E27FC236}">
                  <a16:creationId xmlns:a16="http://schemas.microsoft.com/office/drawing/2014/main" id="{29A4D6FA-D5B9-E7ED-F418-298679875E59}"/>
                </a:ext>
              </a:extLst>
            </p:cNvPr>
            <p:cNvSpPr/>
            <p:nvPr/>
          </p:nvSpPr>
          <p:spPr>
            <a:xfrm>
              <a:off x="5315959" y="786060"/>
              <a:ext cx="726771" cy="368695"/>
            </a:xfrm>
            <a:custGeom>
              <a:avLst/>
              <a:gdLst/>
              <a:ahLst/>
              <a:cxnLst/>
              <a:rect l="l" t="t" r="r" b="b"/>
              <a:pathLst>
                <a:path w="8401" h="4262" extrusionOk="0">
                  <a:moveTo>
                    <a:pt x="5323" y="0"/>
                  </a:moveTo>
                  <a:cubicBezTo>
                    <a:pt x="4963" y="0"/>
                    <a:pt x="4596" y="4"/>
                    <a:pt x="4231" y="4"/>
                  </a:cubicBezTo>
                  <a:lnTo>
                    <a:pt x="4074" y="4"/>
                  </a:lnTo>
                  <a:cubicBezTo>
                    <a:pt x="3809" y="8"/>
                    <a:pt x="3549" y="8"/>
                    <a:pt x="3292" y="12"/>
                  </a:cubicBezTo>
                  <a:cubicBezTo>
                    <a:pt x="1644" y="23"/>
                    <a:pt x="254" y="50"/>
                    <a:pt x="254" y="50"/>
                  </a:cubicBezTo>
                  <a:cubicBezTo>
                    <a:pt x="1" y="1364"/>
                    <a:pt x="181" y="3518"/>
                    <a:pt x="238" y="4108"/>
                  </a:cubicBezTo>
                  <a:cubicBezTo>
                    <a:pt x="250" y="4208"/>
                    <a:pt x="254" y="4261"/>
                    <a:pt x="254" y="4261"/>
                  </a:cubicBezTo>
                  <a:lnTo>
                    <a:pt x="8400" y="4261"/>
                  </a:lnTo>
                  <a:lnTo>
                    <a:pt x="8400" y="69"/>
                  </a:lnTo>
                  <a:cubicBezTo>
                    <a:pt x="7887" y="20"/>
                    <a:pt x="6665" y="4"/>
                    <a:pt x="53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5" name="Google Shape;4965;p40">
              <a:extLst>
                <a:ext uri="{FF2B5EF4-FFF2-40B4-BE49-F238E27FC236}">
                  <a16:creationId xmlns:a16="http://schemas.microsoft.com/office/drawing/2014/main" id="{928F2719-6B64-4866-5991-F7DA56D38E7F}"/>
                </a:ext>
              </a:extLst>
            </p:cNvPr>
            <p:cNvSpPr/>
            <p:nvPr/>
          </p:nvSpPr>
          <p:spPr>
            <a:xfrm>
              <a:off x="5328589" y="1147060"/>
              <a:ext cx="714140" cy="18340"/>
            </a:xfrm>
            <a:custGeom>
              <a:avLst/>
              <a:gdLst/>
              <a:ahLst/>
              <a:cxnLst/>
              <a:rect l="l" t="t" r="r" b="b"/>
              <a:pathLst>
                <a:path w="8255" h="212" extrusionOk="0">
                  <a:moveTo>
                    <a:pt x="100" y="1"/>
                  </a:moveTo>
                  <a:cubicBezTo>
                    <a:pt x="0" y="27"/>
                    <a:pt x="73" y="211"/>
                    <a:pt x="73" y="211"/>
                  </a:cubicBezTo>
                  <a:lnTo>
                    <a:pt x="8254" y="211"/>
                  </a:lnTo>
                  <a:lnTo>
                    <a:pt x="8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6" name="Google Shape;4966;p40">
              <a:extLst>
                <a:ext uri="{FF2B5EF4-FFF2-40B4-BE49-F238E27FC236}">
                  <a16:creationId xmlns:a16="http://schemas.microsoft.com/office/drawing/2014/main" id="{F6B19D43-D6B4-5349-4961-1E621157657B}"/>
                </a:ext>
              </a:extLst>
            </p:cNvPr>
            <p:cNvSpPr/>
            <p:nvPr/>
          </p:nvSpPr>
          <p:spPr>
            <a:xfrm>
              <a:off x="5325648" y="778706"/>
              <a:ext cx="730058" cy="20416"/>
            </a:xfrm>
            <a:custGeom>
              <a:avLst/>
              <a:gdLst/>
              <a:ahLst/>
              <a:cxnLst/>
              <a:rect l="l" t="t" r="r" b="b"/>
              <a:pathLst>
                <a:path w="8439" h="236" extrusionOk="0">
                  <a:moveTo>
                    <a:pt x="130" y="1"/>
                  </a:moveTo>
                  <a:cubicBezTo>
                    <a:pt x="0" y="1"/>
                    <a:pt x="0" y="200"/>
                    <a:pt x="130" y="204"/>
                  </a:cubicBezTo>
                  <a:cubicBezTo>
                    <a:pt x="2253" y="212"/>
                    <a:pt x="4372" y="220"/>
                    <a:pt x="6495" y="227"/>
                  </a:cubicBezTo>
                  <a:cubicBezTo>
                    <a:pt x="7096" y="231"/>
                    <a:pt x="7702" y="231"/>
                    <a:pt x="8307" y="235"/>
                  </a:cubicBezTo>
                  <a:cubicBezTo>
                    <a:pt x="8438" y="235"/>
                    <a:pt x="8438" y="32"/>
                    <a:pt x="8307" y="32"/>
                  </a:cubicBezTo>
                  <a:cubicBezTo>
                    <a:pt x="6185" y="24"/>
                    <a:pt x="4065" y="16"/>
                    <a:pt x="1943" y="9"/>
                  </a:cubicBezTo>
                  <a:cubicBezTo>
                    <a:pt x="1341" y="5"/>
                    <a:pt x="736" y="1"/>
                    <a:pt x="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7" name="Google Shape;4967;p40">
              <a:extLst>
                <a:ext uri="{FF2B5EF4-FFF2-40B4-BE49-F238E27FC236}">
                  <a16:creationId xmlns:a16="http://schemas.microsoft.com/office/drawing/2014/main" id="{4E3F3F04-C8BB-50A0-1B61-0ADFFF976FE0}"/>
                </a:ext>
              </a:extLst>
            </p:cNvPr>
            <p:cNvSpPr/>
            <p:nvPr/>
          </p:nvSpPr>
          <p:spPr>
            <a:xfrm>
              <a:off x="5353071" y="818500"/>
              <a:ext cx="667425" cy="6748"/>
            </a:xfrm>
            <a:custGeom>
              <a:avLst/>
              <a:gdLst/>
              <a:ahLst/>
              <a:cxnLst/>
              <a:rect l="l" t="t" r="r" b="b"/>
              <a:pathLst>
                <a:path w="7715" h="78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8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8" name="Google Shape;4968;p40">
              <a:extLst>
                <a:ext uri="{FF2B5EF4-FFF2-40B4-BE49-F238E27FC236}">
                  <a16:creationId xmlns:a16="http://schemas.microsoft.com/office/drawing/2014/main" id="{740440E0-8017-0829-15F7-2D06AFEDA7B7}"/>
                </a:ext>
              </a:extLst>
            </p:cNvPr>
            <p:cNvSpPr/>
            <p:nvPr/>
          </p:nvSpPr>
          <p:spPr>
            <a:xfrm>
              <a:off x="5353071" y="85993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3"/>
                  </a:lnTo>
                  <a:lnTo>
                    <a:pt x="7715" y="73"/>
                  </a:lnTo>
                  <a:lnTo>
                    <a:pt x="7715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9" name="Google Shape;4969;p40">
              <a:extLst>
                <a:ext uri="{FF2B5EF4-FFF2-40B4-BE49-F238E27FC236}">
                  <a16:creationId xmlns:a16="http://schemas.microsoft.com/office/drawing/2014/main" id="{F0DB2FF7-87DD-0D5F-1FE0-009F021BFFCE}"/>
                </a:ext>
              </a:extLst>
            </p:cNvPr>
            <p:cNvSpPr/>
            <p:nvPr/>
          </p:nvSpPr>
          <p:spPr>
            <a:xfrm>
              <a:off x="5353071" y="901116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0" name="Google Shape;4970;p40">
              <a:extLst>
                <a:ext uri="{FF2B5EF4-FFF2-40B4-BE49-F238E27FC236}">
                  <a16:creationId xmlns:a16="http://schemas.microsoft.com/office/drawing/2014/main" id="{1F6601FA-3250-56E3-7743-EFC45F8B76E7}"/>
                </a:ext>
              </a:extLst>
            </p:cNvPr>
            <p:cNvSpPr/>
            <p:nvPr/>
          </p:nvSpPr>
          <p:spPr>
            <a:xfrm>
              <a:off x="5353071" y="94220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5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1" name="Google Shape;4971;p40">
              <a:extLst>
                <a:ext uri="{FF2B5EF4-FFF2-40B4-BE49-F238E27FC236}">
                  <a16:creationId xmlns:a16="http://schemas.microsoft.com/office/drawing/2014/main" id="{663C7C60-18F0-5FF9-14A3-EE28B18E8C87}"/>
                </a:ext>
              </a:extLst>
            </p:cNvPr>
            <p:cNvSpPr/>
            <p:nvPr/>
          </p:nvSpPr>
          <p:spPr>
            <a:xfrm>
              <a:off x="5353071" y="983299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2" name="Google Shape;4972;p40">
              <a:extLst>
                <a:ext uri="{FF2B5EF4-FFF2-40B4-BE49-F238E27FC236}">
                  <a16:creationId xmlns:a16="http://schemas.microsoft.com/office/drawing/2014/main" id="{1E867618-D12F-1A23-22A0-34082F308D8E}"/>
                </a:ext>
              </a:extLst>
            </p:cNvPr>
            <p:cNvSpPr/>
            <p:nvPr/>
          </p:nvSpPr>
          <p:spPr>
            <a:xfrm>
              <a:off x="5353071" y="1024391"/>
              <a:ext cx="667425" cy="6661"/>
            </a:xfrm>
            <a:custGeom>
              <a:avLst/>
              <a:gdLst/>
              <a:ahLst/>
              <a:cxnLst/>
              <a:rect l="l" t="t" r="r" b="b"/>
              <a:pathLst>
                <a:path w="7715" h="77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7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3" name="Google Shape;4973;p40">
              <a:extLst>
                <a:ext uri="{FF2B5EF4-FFF2-40B4-BE49-F238E27FC236}">
                  <a16:creationId xmlns:a16="http://schemas.microsoft.com/office/drawing/2014/main" id="{B71C50B1-B1F5-EBB6-CE37-9CBF892633F7}"/>
                </a:ext>
              </a:extLst>
            </p:cNvPr>
            <p:cNvSpPr/>
            <p:nvPr/>
          </p:nvSpPr>
          <p:spPr>
            <a:xfrm>
              <a:off x="5353071" y="1065829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2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4" name="Google Shape;4974;p40">
              <a:extLst>
                <a:ext uri="{FF2B5EF4-FFF2-40B4-BE49-F238E27FC236}">
                  <a16:creationId xmlns:a16="http://schemas.microsoft.com/office/drawing/2014/main" id="{8EC383E1-8DD8-E392-E66C-ED0123D59ADA}"/>
                </a:ext>
              </a:extLst>
            </p:cNvPr>
            <p:cNvSpPr/>
            <p:nvPr/>
          </p:nvSpPr>
          <p:spPr>
            <a:xfrm>
              <a:off x="5353071" y="1106920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4"/>
                  </a:lnTo>
                  <a:lnTo>
                    <a:pt x="7715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975" name="Google Shape;4975;p40">
            <a:extLst>
              <a:ext uri="{FF2B5EF4-FFF2-40B4-BE49-F238E27FC236}">
                <a16:creationId xmlns:a16="http://schemas.microsoft.com/office/drawing/2014/main" id="{72C694FA-1345-1C15-94ED-247FD6A86A62}"/>
              </a:ext>
            </a:extLst>
          </p:cNvPr>
          <p:cNvGrpSpPr/>
          <p:nvPr/>
        </p:nvGrpSpPr>
        <p:grpSpPr>
          <a:xfrm>
            <a:off x="8268025" y="4015998"/>
            <a:ext cx="282810" cy="637787"/>
            <a:chOff x="6229555" y="157796"/>
            <a:chExt cx="240321" cy="541967"/>
          </a:xfrm>
        </p:grpSpPr>
        <p:sp>
          <p:nvSpPr>
            <p:cNvPr id="4976" name="Google Shape;4976;p40">
              <a:extLst>
                <a:ext uri="{FF2B5EF4-FFF2-40B4-BE49-F238E27FC236}">
                  <a16:creationId xmlns:a16="http://schemas.microsoft.com/office/drawing/2014/main" id="{A0C5B46D-81BF-67AF-9240-6A962700CA79}"/>
                </a:ext>
              </a:extLst>
            </p:cNvPr>
            <p:cNvSpPr/>
            <p:nvPr/>
          </p:nvSpPr>
          <p:spPr>
            <a:xfrm>
              <a:off x="6229555" y="157796"/>
              <a:ext cx="240321" cy="410833"/>
            </a:xfrm>
            <a:custGeom>
              <a:avLst/>
              <a:gdLst/>
              <a:ahLst/>
              <a:cxnLst/>
              <a:rect l="l" t="t" r="r" b="b"/>
              <a:pathLst>
                <a:path w="427" h="730" extrusionOk="0">
                  <a:moveTo>
                    <a:pt x="212" y="1"/>
                  </a:moveTo>
                  <a:cubicBezTo>
                    <a:pt x="212" y="1"/>
                    <a:pt x="1" y="399"/>
                    <a:pt x="1" y="519"/>
                  </a:cubicBezTo>
                  <a:cubicBezTo>
                    <a:pt x="1" y="634"/>
                    <a:pt x="97" y="729"/>
                    <a:pt x="212" y="729"/>
                  </a:cubicBezTo>
                  <a:cubicBezTo>
                    <a:pt x="331" y="729"/>
                    <a:pt x="427" y="634"/>
                    <a:pt x="427" y="519"/>
                  </a:cubicBezTo>
                  <a:cubicBezTo>
                    <a:pt x="427" y="399"/>
                    <a:pt x="212" y="1"/>
                    <a:pt x="2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7" name="Google Shape;4977;p40">
              <a:extLst>
                <a:ext uri="{FF2B5EF4-FFF2-40B4-BE49-F238E27FC236}">
                  <a16:creationId xmlns:a16="http://schemas.microsoft.com/office/drawing/2014/main" id="{A9A47599-6F2D-84CA-BE72-9FC0BA5DEF56}"/>
                </a:ext>
              </a:extLst>
            </p:cNvPr>
            <p:cNvSpPr/>
            <p:nvPr/>
          </p:nvSpPr>
          <p:spPr>
            <a:xfrm>
              <a:off x="6281332" y="402049"/>
              <a:ext cx="153648" cy="297713"/>
            </a:xfrm>
            <a:custGeom>
              <a:avLst/>
              <a:gdLst/>
              <a:ahLst/>
              <a:cxnLst/>
              <a:rect l="l" t="t" r="r" b="b"/>
              <a:pathLst>
                <a:path w="273" h="529" extrusionOk="0">
                  <a:moveTo>
                    <a:pt x="112" y="0"/>
                  </a:moveTo>
                  <a:lnTo>
                    <a:pt x="93" y="184"/>
                  </a:lnTo>
                  <a:lnTo>
                    <a:pt x="1" y="149"/>
                  </a:lnTo>
                  <a:lnTo>
                    <a:pt x="93" y="234"/>
                  </a:lnTo>
                  <a:lnTo>
                    <a:pt x="93" y="529"/>
                  </a:lnTo>
                  <a:lnTo>
                    <a:pt x="154" y="529"/>
                  </a:lnTo>
                  <a:lnTo>
                    <a:pt x="147" y="249"/>
                  </a:lnTo>
                  <a:lnTo>
                    <a:pt x="273" y="145"/>
                  </a:lnTo>
                  <a:lnTo>
                    <a:pt x="143" y="1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978" name="Google Shape;4978;p40">
            <a:extLst>
              <a:ext uri="{FF2B5EF4-FFF2-40B4-BE49-F238E27FC236}">
                <a16:creationId xmlns:a16="http://schemas.microsoft.com/office/drawing/2014/main" id="{EA721E4D-D5F4-32C6-D4F9-65D588037CAE}"/>
              </a:ext>
            </a:extLst>
          </p:cNvPr>
          <p:cNvGrpSpPr/>
          <p:nvPr/>
        </p:nvGrpSpPr>
        <p:grpSpPr>
          <a:xfrm>
            <a:off x="7996773" y="4018645"/>
            <a:ext cx="348379" cy="632488"/>
            <a:chOff x="9013159" y="960258"/>
            <a:chExt cx="296039" cy="537464"/>
          </a:xfrm>
        </p:grpSpPr>
        <p:sp>
          <p:nvSpPr>
            <p:cNvPr id="4979" name="Google Shape;4979;p40">
              <a:extLst>
                <a:ext uri="{FF2B5EF4-FFF2-40B4-BE49-F238E27FC236}">
                  <a16:creationId xmlns:a16="http://schemas.microsoft.com/office/drawing/2014/main" id="{9AB26361-0A66-0DD6-7FF6-1CD9AAEEBDED}"/>
                </a:ext>
              </a:extLst>
            </p:cNvPr>
            <p:cNvSpPr/>
            <p:nvPr/>
          </p:nvSpPr>
          <p:spPr>
            <a:xfrm>
              <a:off x="9013159" y="960258"/>
              <a:ext cx="296039" cy="420963"/>
            </a:xfrm>
            <a:custGeom>
              <a:avLst/>
              <a:gdLst/>
              <a:ahLst/>
              <a:cxnLst/>
              <a:rect l="l" t="t" r="r" b="b"/>
              <a:pathLst>
                <a:path w="526" h="748" extrusionOk="0">
                  <a:moveTo>
                    <a:pt x="261" y="0"/>
                  </a:moveTo>
                  <a:cubicBezTo>
                    <a:pt x="261" y="0"/>
                    <a:pt x="0" y="407"/>
                    <a:pt x="0" y="529"/>
                  </a:cubicBezTo>
                  <a:cubicBezTo>
                    <a:pt x="0" y="649"/>
                    <a:pt x="115" y="748"/>
                    <a:pt x="261" y="748"/>
                  </a:cubicBezTo>
                  <a:cubicBezTo>
                    <a:pt x="407" y="748"/>
                    <a:pt x="525" y="649"/>
                    <a:pt x="525" y="529"/>
                  </a:cubicBezTo>
                  <a:cubicBezTo>
                    <a:pt x="525" y="407"/>
                    <a:pt x="261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0" name="Google Shape;4980;p40">
              <a:extLst>
                <a:ext uri="{FF2B5EF4-FFF2-40B4-BE49-F238E27FC236}">
                  <a16:creationId xmlns:a16="http://schemas.microsoft.com/office/drawing/2014/main" id="{E143E97D-26C2-E7EE-76C4-3767B679E091}"/>
                </a:ext>
              </a:extLst>
            </p:cNvPr>
            <p:cNvSpPr/>
            <p:nvPr/>
          </p:nvSpPr>
          <p:spPr>
            <a:xfrm>
              <a:off x="9099267" y="120169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3" y="181"/>
                  </a:lnTo>
                  <a:lnTo>
                    <a:pt x="1" y="146"/>
                  </a:lnTo>
                  <a:lnTo>
                    <a:pt x="93" y="231"/>
                  </a:lnTo>
                  <a:lnTo>
                    <a:pt x="93" y="526"/>
                  </a:lnTo>
                  <a:lnTo>
                    <a:pt x="154" y="526"/>
                  </a:lnTo>
                  <a:lnTo>
                    <a:pt x="146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981" name="Google Shape;4981;p40">
            <a:extLst>
              <a:ext uri="{FF2B5EF4-FFF2-40B4-BE49-F238E27FC236}">
                <a16:creationId xmlns:a16="http://schemas.microsoft.com/office/drawing/2014/main" id="{6363DBE2-794D-B86B-6166-E8DA608CF80B}"/>
              </a:ext>
            </a:extLst>
          </p:cNvPr>
          <p:cNvGrpSpPr/>
          <p:nvPr/>
        </p:nvGrpSpPr>
        <p:grpSpPr>
          <a:xfrm>
            <a:off x="8063115" y="1991363"/>
            <a:ext cx="1936841" cy="1205022"/>
            <a:chOff x="3846690" y="770050"/>
            <a:chExt cx="1788734" cy="1053802"/>
          </a:xfrm>
        </p:grpSpPr>
        <p:sp>
          <p:nvSpPr>
            <p:cNvPr id="4982" name="Google Shape;4982;p40">
              <a:extLst>
                <a:ext uri="{FF2B5EF4-FFF2-40B4-BE49-F238E27FC236}">
                  <a16:creationId xmlns:a16="http://schemas.microsoft.com/office/drawing/2014/main" id="{4125FFE7-92F9-DC26-F71D-EA679A288CF2}"/>
                </a:ext>
              </a:extLst>
            </p:cNvPr>
            <p:cNvSpPr/>
            <p:nvPr/>
          </p:nvSpPr>
          <p:spPr>
            <a:xfrm>
              <a:off x="3846690" y="770050"/>
              <a:ext cx="1788734" cy="1053802"/>
            </a:xfrm>
            <a:custGeom>
              <a:avLst/>
              <a:gdLst/>
              <a:ahLst/>
              <a:cxnLst/>
              <a:rect l="l" t="t" r="r" b="b"/>
              <a:pathLst>
                <a:path w="18551" h="10929" extrusionOk="0">
                  <a:moveTo>
                    <a:pt x="5465" y="0"/>
                  </a:moveTo>
                  <a:cubicBezTo>
                    <a:pt x="2453" y="0"/>
                    <a:pt x="0" y="2448"/>
                    <a:pt x="0" y="5465"/>
                  </a:cubicBezTo>
                  <a:cubicBezTo>
                    <a:pt x="0" y="8477"/>
                    <a:pt x="2453" y="10929"/>
                    <a:pt x="5465" y="10929"/>
                  </a:cubicBezTo>
                  <a:lnTo>
                    <a:pt x="18497" y="10929"/>
                  </a:lnTo>
                  <a:lnTo>
                    <a:pt x="18551" y="6767"/>
                  </a:lnTo>
                  <a:lnTo>
                    <a:pt x="5465" y="6779"/>
                  </a:lnTo>
                  <a:cubicBezTo>
                    <a:pt x="4740" y="6779"/>
                    <a:pt x="4151" y="6189"/>
                    <a:pt x="4151" y="5465"/>
                  </a:cubicBezTo>
                  <a:cubicBezTo>
                    <a:pt x="4151" y="4737"/>
                    <a:pt x="4740" y="4146"/>
                    <a:pt x="5465" y="4146"/>
                  </a:cubicBezTo>
                  <a:lnTo>
                    <a:pt x="18497" y="4150"/>
                  </a:lnTo>
                  <a:lnTo>
                    <a:pt x="18497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3" name="Google Shape;4983;p40">
              <a:extLst>
                <a:ext uri="{FF2B5EF4-FFF2-40B4-BE49-F238E27FC236}">
                  <a16:creationId xmlns:a16="http://schemas.microsoft.com/office/drawing/2014/main" id="{9FD15A3C-9F4E-86C2-4741-554255CBE1C7}"/>
                </a:ext>
              </a:extLst>
            </p:cNvPr>
            <p:cNvSpPr/>
            <p:nvPr/>
          </p:nvSpPr>
          <p:spPr>
            <a:xfrm>
              <a:off x="5501569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4" name="Google Shape;4984;p40">
              <a:extLst>
                <a:ext uri="{FF2B5EF4-FFF2-40B4-BE49-F238E27FC236}">
                  <a16:creationId xmlns:a16="http://schemas.microsoft.com/office/drawing/2014/main" id="{08BA4117-5656-AFEC-C721-007B1D56D8B2}"/>
                </a:ext>
              </a:extLst>
            </p:cNvPr>
            <p:cNvSpPr/>
            <p:nvPr/>
          </p:nvSpPr>
          <p:spPr>
            <a:xfrm>
              <a:off x="5378535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5" name="Google Shape;4985;p40">
              <a:extLst>
                <a:ext uri="{FF2B5EF4-FFF2-40B4-BE49-F238E27FC236}">
                  <a16:creationId xmlns:a16="http://schemas.microsoft.com/office/drawing/2014/main" id="{88E5F846-291C-E25A-9952-3291A284B56C}"/>
                </a:ext>
              </a:extLst>
            </p:cNvPr>
            <p:cNvSpPr/>
            <p:nvPr/>
          </p:nvSpPr>
          <p:spPr>
            <a:xfrm>
              <a:off x="5255502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6" name="Google Shape;4986;p40">
              <a:extLst>
                <a:ext uri="{FF2B5EF4-FFF2-40B4-BE49-F238E27FC236}">
                  <a16:creationId xmlns:a16="http://schemas.microsoft.com/office/drawing/2014/main" id="{A874155F-E5F4-C4E6-6C4A-9600AE2D1596}"/>
                </a:ext>
              </a:extLst>
            </p:cNvPr>
            <p:cNvSpPr/>
            <p:nvPr/>
          </p:nvSpPr>
          <p:spPr>
            <a:xfrm>
              <a:off x="5132468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7" name="Google Shape;4987;p40">
              <a:extLst>
                <a:ext uri="{FF2B5EF4-FFF2-40B4-BE49-F238E27FC236}">
                  <a16:creationId xmlns:a16="http://schemas.microsoft.com/office/drawing/2014/main" id="{C003FA4A-EF45-C375-5823-6A504ABB52DB}"/>
                </a:ext>
              </a:extLst>
            </p:cNvPr>
            <p:cNvSpPr/>
            <p:nvPr/>
          </p:nvSpPr>
          <p:spPr>
            <a:xfrm>
              <a:off x="50094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8" name="Google Shape;4988;p40">
              <a:extLst>
                <a:ext uri="{FF2B5EF4-FFF2-40B4-BE49-F238E27FC236}">
                  <a16:creationId xmlns:a16="http://schemas.microsoft.com/office/drawing/2014/main" id="{33B0BF66-8B09-4C80-7ADF-65F51E30A983}"/>
                </a:ext>
              </a:extLst>
            </p:cNvPr>
            <p:cNvSpPr/>
            <p:nvPr/>
          </p:nvSpPr>
          <p:spPr>
            <a:xfrm>
              <a:off x="4886401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9" name="Google Shape;4989;p40">
              <a:extLst>
                <a:ext uri="{FF2B5EF4-FFF2-40B4-BE49-F238E27FC236}">
                  <a16:creationId xmlns:a16="http://schemas.microsoft.com/office/drawing/2014/main" id="{67F02F79-E0BE-88D4-A7EF-C0200E26D50E}"/>
                </a:ext>
              </a:extLst>
            </p:cNvPr>
            <p:cNvSpPr/>
            <p:nvPr/>
          </p:nvSpPr>
          <p:spPr>
            <a:xfrm>
              <a:off x="4763367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0" name="Google Shape;4990;p40">
              <a:extLst>
                <a:ext uri="{FF2B5EF4-FFF2-40B4-BE49-F238E27FC236}">
                  <a16:creationId xmlns:a16="http://schemas.microsoft.com/office/drawing/2014/main" id="{7B23D861-26F8-1681-BEC7-8C83E5D1C4F8}"/>
                </a:ext>
              </a:extLst>
            </p:cNvPr>
            <p:cNvSpPr/>
            <p:nvPr/>
          </p:nvSpPr>
          <p:spPr>
            <a:xfrm>
              <a:off x="46403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1" name="Google Shape;4991;p40">
              <a:extLst>
                <a:ext uri="{FF2B5EF4-FFF2-40B4-BE49-F238E27FC236}">
                  <a16:creationId xmlns:a16="http://schemas.microsoft.com/office/drawing/2014/main" id="{06F54980-00F9-861C-F57D-81592E475DB9}"/>
                </a:ext>
              </a:extLst>
            </p:cNvPr>
            <p:cNvSpPr/>
            <p:nvPr/>
          </p:nvSpPr>
          <p:spPr>
            <a:xfrm>
              <a:off x="4517300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2" name="Google Shape;4992;p40">
              <a:extLst>
                <a:ext uri="{FF2B5EF4-FFF2-40B4-BE49-F238E27FC236}">
                  <a16:creationId xmlns:a16="http://schemas.microsoft.com/office/drawing/2014/main" id="{64270FE4-8AFB-2791-A96A-EA57019DC1CD}"/>
                </a:ext>
              </a:extLst>
            </p:cNvPr>
            <p:cNvSpPr/>
            <p:nvPr/>
          </p:nvSpPr>
          <p:spPr>
            <a:xfrm>
              <a:off x="4393881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3" name="Google Shape;4993;p40">
              <a:extLst>
                <a:ext uri="{FF2B5EF4-FFF2-40B4-BE49-F238E27FC236}">
                  <a16:creationId xmlns:a16="http://schemas.microsoft.com/office/drawing/2014/main" id="{8E21A3BC-49AF-9AB8-8900-B6C5E82DFAEF}"/>
                </a:ext>
              </a:extLst>
            </p:cNvPr>
            <p:cNvSpPr/>
            <p:nvPr/>
          </p:nvSpPr>
          <p:spPr>
            <a:xfrm>
              <a:off x="4270461" y="1600625"/>
              <a:ext cx="63350" cy="28155"/>
            </a:xfrm>
            <a:custGeom>
              <a:avLst/>
              <a:gdLst/>
              <a:ahLst/>
              <a:cxnLst/>
              <a:rect l="l" t="t" r="r" b="b"/>
              <a:pathLst>
                <a:path w="657" h="292" extrusionOk="0">
                  <a:moveTo>
                    <a:pt x="46" y="1"/>
                  </a:moveTo>
                  <a:lnTo>
                    <a:pt x="0" y="150"/>
                  </a:lnTo>
                  <a:cubicBezTo>
                    <a:pt x="204" y="219"/>
                    <a:pt x="418" y="265"/>
                    <a:pt x="637" y="291"/>
                  </a:cubicBezTo>
                  <a:lnTo>
                    <a:pt x="656" y="134"/>
                  </a:lnTo>
                  <a:cubicBezTo>
                    <a:pt x="449" y="107"/>
                    <a:pt x="246" y="61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4" name="Google Shape;4994;p40">
              <a:extLst>
                <a:ext uri="{FF2B5EF4-FFF2-40B4-BE49-F238E27FC236}">
                  <a16:creationId xmlns:a16="http://schemas.microsoft.com/office/drawing/2014/main" id="{AE44012A-65B3-2C1B-4593-48B2203F98A9}"/>
                </a:ext>
              </a:extLst>
            </p:cNvPr>
            <p:cNvSpPr/>
            <p:nvPr/>
          </p:nvSpPr>
          <p:spPr>
            <a:xfrm>
              <a:off x="4160734" y="1542965"/>
              <a:ext cx="59203" cy="47440"/>
            </a:xfrm>
            <a:custGeom>
              <a:avLst/>
              <a:gdLst/>
              <a:ahLst/>
              <a:cxnLst/>
              <a:rect l="l" t="t" r="r" b="b"/>
              <a:pathLst>
                <a:path w="614" h="492" extrusionOk="0">
                  <a:moveTo>
                    <a:pt x="100" y="1"/>
                  </a:moveTo>
                  <a:lnTo>
                    <a:pt x="1" y="123"/>
                  </a:lnTo>
                  <a:cubicBezTo>
                    <a:pt x="165" y="261"/>
                    <a:pt x="349" y="384"/>
                    <a:pt x="537" y="491"/>
                  </a:cubicBezTo>
                  <a:lnTo>
                    <a:pt x="613" y="350"/>
                  </a:lnTo>
                  <a:cubicBezTo>
                    <a:pt x="434" y="249"/>
                    <a:pt x="261" y="131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5" name="Google Shape;4995;p40">
              <a:extLst>
                <a:ext uri="{FF2B5EF4-FFF2-40B4-BE49-F238E27FC236}">
                  <a16:creationId xmlns:a16="http://schemas.microsoft.com/office/drawing/2014/main" id="{0AABB283-4C21-026A-CB92-213EC73C2961}"/>
                </a:ext>
              </a:extLst>
            </p:cNvPr>
            <p:cNvSpPr/>
            <p:nvPr/>
          </p:nvSpPr>
          <p:spPr>
            <a:xfrm>
              <a:off x="4080608" y="1450978"/>
              <a:ext cx="47343" cy="59589"/>
            </a:xfrm>
            <a:custGeom>
              <a:avLst/>
              <a:gdLst/>
              <a:ahLst/>
              <a:cxnLst/>
              <a:rect l="l" t="t" r="r" b="b"/>
              <a:pathLst>
                <a:path w="491" h="618" extrusionOk="0">
                  <a:moveTo>
                    <a:pt x="142" y="0"/>
                  </a:moveTo>
                  <a:lnTo>
                    <a:pt x="1" y="77"/>
                  </a:lnTo>
                  <a:cubicBezTo>
                    <a:pt x="107" y="269"/>
                    <a:pt x="230" y="449"/>
                    <a:pt x="368" y="617"/>
                  </a:cubicBezTo>
                  <a:lnTo>
                    <a:pt x="491" y="514"/>
                  </a:lnTo>
                  <a:cubicBezTo>
                    <a:pt x="360" y="357"/>
                    <a:pt x="241" y="184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6" name="Google Shape;4996;p40">
              <a:extLst>
                <a:ext uri="{FF2B5EF4-FFF2-40B4-BE49-F238E27FC236}">
                  <a16:creationId xmlns:a16="http://schemas.microsoft.com/office/drawing/2014/main" id="{90D1F2DB-2626-303A-6957-5C84D502E4F6}"/>
                </a:ext>
              </a:extLst>
            </p:cNvPr>
            <p:cNvSpPr/>
            <p:nvPr/>
          </p:nvSpPr>
          <p:spPr>
            <a:xfrm>
              <a:off x="4041750" y="1337587"/>
              <a:ext cx="28541" cy="63157"/>
            </a:xfrm>
            <a:custGeom>
              <a:avLst/>
              <a:gdLst/>
              <a:ahLst/>
              <a:cxnLst/>
              <a:rect l="l" t="t" r="r" b="b"/>
              <a:pathLst>
                <a:path w="296" h="655" extrusionOk="0">
                  <a:moveTo>
                    <a:pt x="158" y="0"/>
                  </a:moveTo>
                  <a:lnTo>
                    <a:pt x="1" y="19"/>
                  </a:lnTo>
                  <a:cubicBezTo>
                    <a:pt x="27" y="237"/>
                    <a:pt x="77" y="453"/>
                    <a:pt x="142" y="655"/>
                  </a:cubicBezTo>
                  <a:lnTo>
                    <a:pt x="296" y="605"/>
                  </a:lnTo>
                  <a:cubicBezTo>
                    <a:pt x="231" y="410"/>
                    <a:pt x="185" y="207"/>
                    <a:pt x="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7" name="Google Shape;4997;p40">
              <a:extLst>
                <a:ext uri="{FF2B5EF4-FFF2-40B4-BE49-F238E27FC236}">
                  <a16:creationId xmlns:a16="http://schemas.microsoft.com/office/drawing/2014/main" id="{039E006F-86C9-97B1-4C03-6FF9FA0E265E}"/>
                </a:ext>
              </a:extLst>
            </p:cNvPr>
            <p:cNvSpPr/>
            <p:nvPr/>
          </p:nvSpPr>
          <p:spPr>
            <a:xfrm>
              <a:off x="4039532" y="1214457"/>
              <a:ext cx="24877" cy="63350"/>
            </a:xfrm>
            <a:custGeom>
              <a:avLst/>
              <a:gdLst/>
              <a:ahLst/>
              <a:cxnLst/>
              <a:rect l="l" t="t" r="r" b="b"/>
              <a:pathLst>
                <a:path w="258" h="657" extrusionOk="0">
                  <a:moveTo>
                    <a:pt x="100" y="1"/>
                  </a:moveTo>
                  <a:cubicBezTo>
                    <a:pt x="47" y="212"/>
                    <a:pt x="16" y="430"/>
                    <a:pt x="1" y="644"/>
                  </a:cubicBezTo>
                  <a:lnTo>
                    <a:pt x="162" y="656"/>
                  </a:lnTo>
                  <a:cubicBezTo>
                    <a:pt x="174" y="449"/>
                    <a:pt x="204" y="243"/>
                    <a:pt x="257" y="39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8" name="Google Shape;4998;p40">
              <a:extLst>
                <a:ext uri="{FF2B5EF4-FFF2-40B4-BE49-F238E27FC236}">
                  <a16:creationId xmlns:a16="http://schemas.microsoft.com/office/drawing/2014/main" id="{639C3275-5B15-EE88-D4B6-D30F6D98F0F8}"/>
                </a:ext>
              </a:extLst>
            </p:cNvPr>
            <p:cNvSpPr/>
            <p:nvPr/>
          </p:nvSpPr>
          <p:spPr>
            <a:xfrm>
              <a:off x="4070194" y="1101065"/>
              <a:ext cx="44451" cy="60746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0"/>
                  </a:moveTo>
                  <a:cubicBezTo>
                    <a:pt x="204" y="177"/>
                    <a:pt x="93" y="368"/>
                    <a:pt x="1" y="564"/>
                  </a:cubicBezTo>
                  <a:lnTo>
                    <a:pt x="146" y="629"/>
                  </a:lnTo>
                  <a:cubicBezTo>
                    <a:pt x="234" y="446"/>
                    <a:pt x="342" y="262"/>
                    <a:pt x="461" y="9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9" name="Google Shape;4999;p40">
              <a:extLst>
                <a:ext uri="{FF2B5EF4-FFF2-40B4-BE49-F238E27FC236}">
                  <a16:creationId xmlns:a16="http://schemas.microsoft.com/office/drawing/2014/main" id="{8BBD06CC-0CA7-A5AA-C1B6-2F6891809955}"/>
                </a:ext>
              </a:extLst>
            </p:cNvPr>
            <p:cNvSpPr/>
            <p:nvPr/>
          </p:nvSpPr>
          <p:spPr>
            <a:xfrm>
              <a:off x="4143764" y="1014961"/>
              <a:ext cx="57757" cy="50043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3" y="0"/>
                  </a:moveTo>
                  <a:cubicBezTo>
                    <a:pt x="330" y="120"/>
                    <a:pt x="158" y="253"/>
                    <a:pt x="0" y="403"/>
                  </a:cubicBezTo>
                  <a:lnTo>
                    <a:pt x="108" y="518"/>
                  </a:lnTo>
                  <a:cubicBezTo>
                    <a:pt x="261" y="377"/>
                    <a:pt x="426" y="246"/>
                    <a:pt x="598" y="135"/>
                  </a:cubicBezTo>
                  <a:lnTo>
                    <a:pt x="5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0" name="Google Shape;5000;p40">
              <a:extLst>
                <a:ext uri="{FF2B5EF4-FFF2-40B4-BE49-F238E27FC236}">
                  <a16:creationId xmlns:a16="http://schemas.microsoft.com/office/drawing/2014/main" id="{985731DF-8288-15CD-176A-A29655BC0D3C}"/>
                </a:ext>
              </a:extLst>
            </p:cNvPr>
            <p:cNvSpPr/>
            <p:nvPr/>
          </p:nvSpPr>
          <p:spPr>
            <a:xfrm>
              <a:off x="4249056" y="968389"/>
              <a:ext cx="63253" cy="32302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1"/>
                  </a:moveTo>
                  <a:cubicBezTo>
                    <a:pt x="410" y="43"/>
                    <a:pt x="199" y="105"/>
                    <a:pt x="1" y="185"/>
                  </a:cubicBezTo>
                  <a:lnTo>
                    <a:pt x="58" y="334"/>
                  </a:lnTo>
                  <a:cubicBezTo>
                    <a:pt x="254" y="258"/>
                    <a:pt x="452" y="196"/>
                    <a:pt x="656" y="158"/>
                  </a:cubicBez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1" name="Google Shape;5001;p40">
              <a:extLst>
                <a:ext uri="{FF2B5EF4-FFF2-40B4-BE49-F238E27FC236}">
                  <a16:creationId xmlns:a16="http://schemas.microsoft.com/office/drawing/2014/main" id="{74CBE15F-3A1B-05FC-C110-ADB9480DD3DF}"/>
                </a:ext>
              </a:extLst>
            </p:cNvPr>
            <p:cNvSpPr/>
            <p:nvPr/>
          </p:nvSpPr>
          <p:spPr>
            <a:xfrm>
              <a:off x="5479488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2" name="Google Shape;5002;p40">
              <a:extLst>
                <a:ext uri="{FF2B5EF4-FFF2-40B4-BE49-F238E27FC236}">
                  <a16:creationId xmlns:a16="http://schemas.microsoft.com/office/drawing/2014/main" id="{B65EC3AE-6E73-10C3-0C43-1BC596E0CFAC}"/>
                </a:ext>
              </a:extLst>
            </p:cNvPr>
            <p:cNvSpPr/>
            <p:nvPr/>
          </p:nvSpPr>
          <p:spPr>
            <a:xfrm>
              <a:off x="5356358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3" name="Google Shape;5003;p40">
              <a:extLst>
                <a:ext uri="{FF2B5EF4-FFF2-40B4-BE49-F238E27FC236}">
                  <a16:creationId xmlns:a16="http://schemas.microsoft.com/office/drawing/2014/main" id="{DD675C59-E853-2C7C-3C79-4535186C8898}"/>
                </a:ext>
              </a:extLst>
            </p:cNvPr>
            <p:cNvSpPr/>
            <p:nvPr/>
          </p:nvSpPr>
          <p:spPr>
            <a:xfrm>
              <a:off x="5233421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4" name="Google Shape;5004;p40">
              <a:extLst>
                <a:ext uri="{FF2B5EF4-FFF2-40B4-BE49-F238E27FC236}">
                  <a16:creationId xmlns:a16="http://schemas.microsoft.com/office/drawing/2014/main" id="{65259425-8587-6732-542D-E3E47C6550CE}"/>
                </a:ext>
              </a:extLst>
            </p:cNvPr>
            <p:cNvSpPr/>
            <p:nvPr/>
          </p:nvSpPr>
          <p:spPr>
            <a:xfrm>
              <a:off x="5110291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5" name="Google Shape;5005;p40">
              <a:extLst>
                <a:ext uri="{FF2B5EF4-FFF2-40B4-BE49-F238E27FC236}">
                  <a16:creationId xmlns:a16="http://schemas.microsoft.com/office/drawing/2014/main" id="{28D684B1-A7FD-D20A-893A-FF3A5B9F6009}"/>
                </a:ext>
              </a:extLst>
            </p:cNvPr>
            <p:cNvSpPr/>
            <p:nvPr/>
          </p:nvSpPr>
          <p:spPr>
            <a:xfrm>
              <a:off x="4987258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6" name="Google Shape;5006;p40">
              <a:extLst>
                <a:ext uri="{FF2B5EF4-FFF2-40B4-BE49-F238E27FC236}">
                  <a16:creationId xmlns:a16="http://schemas.microsoft.com/office/drawing/2014/main" id="{C68CC592-88EE-3EC2-FE2D-5EC5F332597E}"/>
                </a:ext>
              </a:extLst>
            </p:cNvPr>
            <p:cNvSpPr/>
            <p:nvPr/>
          </p:nvSpPr>
          <p:spPr>
            <a:xfrm>
              <a:off x="4864224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7" name="Google Shape;5007;p40">
              <a:extLst>
                <a:ext uri="{FF2B5EF4-FFF2-40B4-BE49-F238E27FC236}">
                  <a16:creationId xmlns:a16="http://schemas.microsoft.com/office/drawing/2014/main" id="{837DB99A-E45C-884E-1FCB-1815CCFE2738}"/>
                </a:ext>
              </a:extLst>
            </p:cNvPr>
            <p:cNvSpPr/>
            <p:nvPr/>
          </p:nvSpPr>
          <p:spPr>
            <a:xfrm>
              <a:off x="4741190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8" name="Google Shape;5008;p40">
              <a:extLst>
                <a:ext uri="{FF2B5EF4-FFF2-40B4-BE49-F238E27FC236}">
                  <a16:creationId xmlns:a16="http://schemas.microsoft.com/office/drawing/2014/main" id="{0BD5A805-D1A3-1DF9-3B06-79352EBAC9AA}"/>
                </a:ext>
              </a:extLst>
            </p:cNvPr>
            <p:cNvSpPr/>
            <p:nvPr/>
          </p:nvSpPr>
          <p:spPr>
            <a:xfrm>
              <a:off x="4618157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9" name="Google Shape;5009;p40">
              <a:extLst>
                <a:ext uri="{FF2B5EF4-FFF2-40B4-BE49-F238E27FC236}">
                  <a16:creationId xmlns:a16="http://schemas.microsoft.com/office/drawing/2014/main" id="{8AC692C5-1DED-68C9-B1B7-F5835C7F7EFF}"/>
                </a:ext>
              </a:extLst>
            </p:cNvPr>
            <p:cNvSpPr/>
            <p:nvPr/>
          </p:nvSpPr>
          <p:spPr>
            <a:xfrm>
              <a:off x="4495123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10" name="Google Shape;5010;p40">
              <a:extLst>
                <a:ext uri="{FF2B5EF4-FFF2-40B4-BE49-F238E27FC236}">
                  <a16:creationId xmlns:a16="http://schemas.microsoft.com/office/drawing/2014/main" id="{8A8D4C48-B1CC-078A-969F-8A9B819B5C57}"/>
                </a:ext>
              </a:extLst>
            </p:cNvPr>
            <p:cNvSpPr/>
            <p:nvPr/>
          </p:nvSpPr>
          <p:spPr>
            <a:xfrm>
              <a:off x="4371704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4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sp>
        <p:nvSpPr>
          <p:cNvPr id="26" name="Google Shape;5516;p43">
            <a:extLst>
              <a:ext uri="{FF2B5EF4-FFF2-40B4-BE49-F238E27FC236}">
                <a16:creationId xmlns:a16="http://schemas.microsoft.com/office/drawing/2014/main" id="{56D3B9F6-70AF-5A98-1F47-A642BC2565B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74329" y="1342895"/>
            <a:ext cx="6900672" cy="27015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l"/>
            <a:r>
              <a:rPr lang="it-IT" sz="1600" noProof="0" dirty="0"/>
              <a:t>Le auto a guida autonoma devono "vedere" la scena come farebbe un umano;</a:t>
            </a:r>
          </a:p>
          <a:p>
            <a:pPr marL="0" indent="0" algn="l"/>
            <a:endParaRPr lang="it-IT" sz="1600" noProof="0" dirty="0"/>
          </a:p>
          <a:p>
            <a:pPr marL="0" indent="0" algn="l"/>
            <a:r>
              <a:rPr lang="it-IT" sz="1600" noProof="0" dirty="0"/>
              <a:t>Non basta rilevare oggetti: ogni pixel deve essere classificato;</a:t>
            </a:r>
          </a:p>
          <a:p>
            <a:pPr marL="0" indent="0" algn="l"/>
            <a:endParaRPr lang="it-IT" sz="1600" noProof="0" dirty="0"/>
          </a:p>
          <a:p>
            <a:pPr marL="0" indent="0" algn="l"/>
            <a:r>
              <a:rPr lang="it-IT" sz="1600" noProof="0" dirty="0"/>
              <a:t>La segmentazione abilita: frenata di emergenza, cambio corsia, rilevamento pedoni.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A69C909-E1C1-31D8-EB49-2FCD95AB8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303415" y="1877111"/>
            <a:ext cx="219913" cy="21991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E3D6F2E-C25C-1BFC-4D95-E8F245D07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303414" y="2583713"/>
            <a:ext cx="219913" cy="2199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F9B23A1-AE1E-34F3-AA11-0E73FABCB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303413" y="3094165"/>
            <a:ext cx="219913" cy="21991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89DB660-EEC8-3431-F0B3-BD833FE36205}"/>
              </a:ext>
            </a:extLst>
          </p:cNvPr>
          <p:cNvGrpSpPr/>
          <p:nvPr/>
        </p:nvGrpSpPr>
        <p:grpSpPr>
          <a:xfrm>
            <a:off x="8739332" y="4813236"/>
            <a:ext cx="274320" cy="274320"/>
            <a:chOff x="8739332" y="4813236"/>
            <a:chExt cx="274320" cy="2743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E28876-77AD-5197-D9CB-9CFD503BE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817E9D1-A16C-A77D-F821-9E6018FA4D9E}"/>
                </a:ext>
              </a:extLst>
            </p:cNvPr>
            <p:cNvSpPr txBox="1"/>
            <p:nvPr/>
          </p:nvSpPr>
          <p:spPr>
            <a:xfrm>
              <a:off x="8754503" y="4842674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0976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7" name="Google Shape;4887;p3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>
                <a:solidFill>
                  <a:schemeClr val="dk1"/>
                </a:solidFill>
              </a:rPr>
              <a:t>Il Dataset</a:t>
            </a:r>
          </a:p>
        </p:txBody>
      </p:sp>
      <p:graphicFrame>
        <p:nvGraphicFramePr>
          <p:cNvPr id="4888" name="Google Shape;4888;p39"/>
          <p:cNvGraphicFramePr/>
          <p:nvPr>
            <p:extLst>
              <p:ext uri="{D42A27DB-BD31-4B8C-83A1-F6EECF244321}">
                <p14:modId xmlns:p14="http://schemas.microsoft.com/office/powerpoint/2010/main" val="1695457140"/>
              </p:ext>
            </p:extLst>
          </p:nvPr>
        </p:nvGraphicFramePr>
        <p:xfrm>
          <a:off x="199697" y="1266067"/>
          <a:ext cx="8224303" cy="1584840"/>
        </p:xfrm>
        <a:graphic>
          <a:graphicData uri="http://schemas.openxmlformats.org/drawingml/2006/table">
            <a:tbl>
              <a:tblPr>
                <a:noFill/>
                <a:tableStyleId>{8E55BC96-9954-4E57-862E-3481F0B1CFB0}</a:tableStyleId>
              </a:tblPr>
              <a:tblGrid>
                <a:gridCol w="2112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2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9704">
                  <a:extLst>
                    <a:ext uri="{9D8B030D-6E8A-4147-A177-3AD203B41FA5}">
                      <a16:colId xmlns:a16="http://schemas.microsoft.com/office/drawing/2014/main" val="3026022363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it-IT" sz="1400" noProof="0" dirty="0">
                        <a:solidFill>
                          <a:schemeClr val="dk1"/>
                        </a:solidFill>
                        <a:latin typeface="Changa One"/>
                        <a:ea typeface="Changa One"/>
                        <a:cs typeface="Changa One"/>
                        <a:sym typeface="Chang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gtFine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grCoarse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Immegini Annotate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5 000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20 000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Qualità Annotazione</a:t>
                      </a:r>
                      <a:endParaRPr lang="it-IT" sz="1400" noProof="0" dirty="0">
                        <a:solidFill>
                          <a:schemeClr val="dk1"/>
                        </a:solidFill>
                        <a:latin typeface="Changa One"/>
                        <a:ea typeface="Changa One"/>
                        <a:cs typeface="Changa One"/>
                        <a:sym typeface="Chang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Pixel Perfect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Approssimativa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Split Usato</a:t>
                      </a:r>
                      <a:endParaRPr lang="it-IT" sz="1400" noProof="0" dirty="0">
                        <a:solidFill>
                          <a:schemeClr val="dk1"/>
                        </a:solidFill>
                        <a:latin typeface="Changa One"/>
                        <a:ea typeface="Changa One"/>
                        <a:cs typeface="Changa One"/>
                        <a:sym typeface="Chang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Train/val/Train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 only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341E943-583F-5579-879D-6EDABA0FE6FA}"/>
              </a:ext>
            </a:extLst>
          </p:cNvPr>
          <p:cNvSpPr txBox="1"/>
          <p:nvPr/>
        </p:nvSpPr>
        <p:spPr>
          <a:xfrm>
            <a:off x="2485698" y="3292657"/>
            <a:ext cx="459301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Acquisito in 50 città tedesche con telecamera frontale</a:t>
            </a:r>
          </a:p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Risoluzione originale: </a:t>
            </a:r>
            <a:r>
              <a:rPr lang="it-IT" b="1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2048 × 1024 </a:t>
            </a:r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px</a:t>
            </a:r>
          </a:p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Ridotta a </a:t>
            </a:r>
            <a:r>
              <a:rPr lang="it-IT" b="1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1024 × 512</a:t>
            </a:r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per il training (memoria GPU)</a:t>
            </a:r>
          </a:p>
          <a:p>
            <a:r>
              <a:rPr lang="it-IT" noProof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Normalizzazione ImageNet: mean=[0.485, 0.456, 0.406]</a:t>
            </a:r>
          </a:p>
          <a:p>
            <a:endParaRPr lang="it-IT" noProof="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2441B-7950-EEFB-21C1-2A368EF6A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371099" y="3583690"/>
            <a:ext cx="154520" cy="1545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96C1AC-CFBB-436E-3AC5-ED4D1E1EA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371099" y="3360914"/>
            <a:ext cx="154520" cy="154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ECFCFD-614C-27A1-AD7D-E610B11AB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371099" y="3800172"/>
            <a:ext cx="154520" cy="1545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2E2AC9-CCE8-2941-B5B0-A7BE5AC91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371099" y="4016654"/>
            <a:ext cx="154520" cy="15452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802D167-EBD0-EA5F-3046-93D62D7C7228}"/>
              </a:ext>
            </a:extLst>
          </p:cNvPr>
          <p:cNvGrpSpPr/>
          <p:nvPr/>
        </p:nvGrpSpPr>
        <p:grpSpPr>
          <a:xfrm>
            <a:off x="8739332" y="4813236"/>
            <a:ext cx="274320" cy="274320"/>
            <a:chOff x="8739332" y="4813236"/>
            <a:chExt cx="274320" cy="27432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CDAA314-1BD0-0834-78A9-2F7C43F89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C6128A-EE67-FEC6-2CB9-3819C03ED37D}"/>
                </a:ext>
              </a:extLst>
            </p:cNvPr>
            <p:cNvSpPr txBox="1"/>
            <p:nvPr/>
          </p:nvSpPr>
          <p:spPr>
            <a:xfrm>
              <a:off x="8754503" y="4842674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6" name="Google Shape;4896;p4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/>
              <a:t>Il Problema dello Sbilanciamento</a:t>
            </a:r>
          </a:p>
        </p:txBody>
      </p:sp>
      <p:grpSp>
        <p:nvGrpSpPr>
          <p:cNvPr id="4909" name="Google Shape;4909;p40"/>
          <p:cNvGrpSpPr/>
          <p:nvPr/>
        </p:nvGrpSpPr>
        <p:grpSpPr>
          <a:xfrm>
            <a:off x="382242" y="3965504"/>
            <a:ext cx="1609760" cy="788436"/>
            <a:chOff x="5302117" y="778706"/>
            <a:chExt cx="1609760" cy="788436"/>
          </a:xfrm>
        </p:grpSpPr>
        <p:sp>
          <p:nvSpPr>
            <p:cNvPr id="4910" name="Google Shape;4910;p40"/>
            <p:cNvSpPr/>
            <p:nvPr/>
          </p:nvSpPr>
          <p:spPr>
            <a:xfrm>
              <a:off x="5321668" y="1414545"/>
              <a:ext cx="241709" cy="71974"/>
            </a:xfrm>
            <a:custGeom>
              <a:avLst/>
              <a:gdLst/>
              <a:ahLst/>
              <a:cxnLst/>
              <a:rect l="l" t="t" r="r" b="b"/>
              <a:pathLst>
                <a:path w="2794" h="832" extrusionOk="0">
                  <a:moveTo>
                    <a:pt x="84" y="1"/>
                  </a:moveTo>
                  <a:cubicBezTo>
                    <a:pt x="0" y="169"/>
                    <a:pt x="84" y="257"/>
                    <a:pt x="84" y="257"/>
                  </a:cubicBezTo>
                  <a:lnTo>
                    <a:pt x="1939" y="257"/>
                  </a:lnTo>
                  <a:lnTo>
                    <a:pt x="2793" y="832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1" name="Google Shape;4911;p40"/>
            <p:cNvSpPr/>
            <p:nvPr/>
          </p:nvSpPr>
          <p:spPr>
            <a:xfrm>
              <a:off x="5319938" y="901044"/>
              <a:ext cx="1573098" cy="581244"/>
            </a:xfrm>
            <a:custGeom>
              <a:avLst/>
              <a:gdLst/>
              <a:ahLst/>
              <a:cxnLst/>
              <a:rect l="l" t="t" r="r" b="b"/>
              <a:pathLst>
                <a:path w="18184" h="6719" extrusionOk="0">
                  <a:moveTo>
                    <a:pt x="8354" y="0"/>
                  </a:moveTo>
                  <a:lnTo>
                    <a:pt x="8354" y="3035"/>
                  </a:lnTo>
                  <a:lnTo>
                    <a:pt x="208" y="3035"/>
                  </a:lnTo>
                  <a:cubicBezTo>
                    <a:pt x="8" y="3553"/>
                    <a:pt x="158" y="5560"/>
                    <a:pt x="158" y="5560"/>
                  </a:cubicBezTo>
                  <a:cubicBezTo>
                    <a:pt x="1" y="5679"/>
                    <a:pt x="104" y="6040"/>
                    <a:pt x="104" y="6040"/>
                  </a:cubicBezTo>
                  <a:lnTo>
                    <a:pt x="2035" y="6040"/>
                  </a:lnTo>
                  <a:lnTo>
                    <a:pt x="2346" y="6247"/>
                  </a:lnTo>
                  <a:lnTo>
                    <a:pt x="3039" y="6718"/>
                  </a:lnTo>
                  <a:lnTo>
                    <a:pt x="5415" y="6718"/>
                  </a:lnTo>
                  <a:lnTo>
                    <a:pt x="6101" y="6197"/>
                  </a:lnTo>
                  <a:lnTo>
                    <a:pt x="6308" y="6040"/>
                  </a:lnTo>
                  <a:lnTo>
                    <a:pt x="12711" y="6040"/>
                  </a:lnTo>
                  <a:lnTo>
                    <a:pt x="12853" y="6151"/>
                  </a:lnTo>
                  <a:lnTo>
                    <a:pt x="13386" y="6572"/>
                  </a:lnTo>
                  <a:lnTo>
                    <a:pt x="16122" y="6572"/>
                  </a:lnTo>
                  <a:lnTo>
                    <a:pt x="16684" y="6151"/>
                  </a:lnTo>
                  <a:lnTo>
                    <a:pt x="16811" y="6059"/>
                  </a:lnTo>
                  <a:lnTo>
                    <a:pt x="17885" y="6059"/>
                  </a:lnTo>
                  <a:cubicBezTo>
                    <a:pt x="18183" y="6059"/>
                    <a:pt x="18175" y="4465"/>
                    <a:pt x="17885" y="4465"/>
                  </a:cubicBezTo>
                  <a:lnTo>
                    <a:pt x="17678" y="3457"/>
                  </a:lnTo>
                  <a:cubicBezTo>
                    <a:pt x="17678" y="3457"/>
                    <a:pt x="16980" y="2859"/>
                    <a:pt x="16868" y="2813"/>
                  </a:cubicBezTo>
                  <a:cubicBezTo>
                    <a:pt x="16758" y="2767"/>
                    <a:pt x="13665" y="2434"/>
                    <a:pt x="13665" y="2434"/>
                  </a:cubicBezTo>
                  <a:cubicBezTo>
                    <a:pt x="13665" y="2434"/>
                    <a:pt x="12071" y="143"/>
                    <a:pt x="11856" y="100"/>
                  </a:cubicBezTo>
                  <a:cubicBezTo>
                    <a:pt x="11638" y="62"/>
                    <a:pt x="8354" y="0"/>
                    <a:pt x="83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2" name="Google Shape;4912;p40"/>
            <p:cNvSpPr/>
            <p:nvPr/>
          </p:nvSpPr>
          <p:spPr>
            <a:xfrm>
              <a:off x="5376342" y="1238154"/>
              <a:ext cx="1093054" cy="65746"/>
            </a:xfrm>
            <a:custGeom>
              <a:avLst/>
              <a:gdLst/>
              <a:ahLst/>
              <a:cxnLst/>
              <a:rect l="l" t="t" r="r" b="b"/>
              <a:pathLst>
                <a:path w="12635" h="760" extrusionOk="0">
                  <a:moveTo>
                    <a:pt x="0" y="1"/>
                  </a:moveTo>
                  <a:lnTo>
                    <a:pt x="88" y="759"/>
                  </a:lnTo>
                  <a:lnTo>
                    <a:pt x="12097" y="759"/>
                  </a:lnTo>
                  <a:cubicBezTo>
                    <a:pt x="12159" y="438"/>
                    <a:pt x="12339" y="151"/>
                    <a:pt x="126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3" name="Google Shape;4913;p40"/>
            <p:cNvSpPr/>
            <p:nvPr/>
          </p:nvSpPr>
          <p:spPr>
            <a:xfrm>
              <a:off x="6835228" y="1310215"/>
              <a:ext cx="45158" cy="76905"/>
            </a:xfrm>
            <a:custGeom>
              <a:avLst/>
              <a:gdLst/>
              <a:ahLst/>
              <a:cxnLst/>
              <a:rect l="l" t="t" r="r" b="b"/>
              <a:pathLst>
                <a:path w="522" h="889" extrusionOk="0">
                  <a:moveTo>
                    <a:pt x="406" y="0"/>
                  </a:moveTo>
                  <a:cubicBezTo>
                    <a:pt x="35" y="18"/>
                    <a:pt x="35" y="230"/>
                    <a:pt x="4" y="819"/>
                  </a:cubicBezTo>
                  <a:cubicBezTo>
                    <a:pt x="1" y="858"/>
                    <a:pt x="31" y="888"/>
                    <a:pt x="65" y="888"/>
                  </a:cubicBezTo>
                  <a:lnTo>
                    <a:pt x="387" y="888"/>
                  </a:lnTo>
                  <a:cubicBezTo>
                    <a:pt x="418" y="888"/>
                    <a:pt x="445" y="865"/>
                    <a:pt x="452" y="839"/>
                  </a:cubicBezTo>
                  <a:cubicBezTo>
                    <a:pt x="475" y="727"/>
                    <a:pt x="521" y="437"/>
                    <a:pt x="472" y="57"/>
                  </a:cubicBezTo>
                  <a:cubicBezTo>
                    <a:pt x="468" y="23"/>
                    <a:pt x="441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4" name="Google Shape;4914;p40"/>
            <p:cNvSpPr/>
            <p:nvPr/>
          </p:nvSpPr>
          <p:spPr>
            <a:xfrm>
              <a:off x="6846474" y="1376481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5" name="Google Shape;4915;p40"/>
            <p:cNvSpPr/>
            <p:nvPr/>
          </p:nvSpPr>
          <p:spPr>
            <a:xfrm>
              <a:off x="6847512" y="1368522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6" name="Google Shape;4916;p40"/>
            <p:cNvSpPr/>
            <p:nvPr/>
          </p:nvSpPr>
          <p:spPr>
            <a:xfrm>
              <a:off x="6848464" y="1360563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7" name="Google Shape;4917;p40"/>
            <p:cNvSpPr/>
            <p:nvPr/>
          </p:nvSpPr>
          <p:spPr>
            <a:xfrm>
              <a:off x="6750968" y="1307447"/>
              <a:ext cx="160909" cy="116785"/>
            </a:xfrm>
            <a:custGeom>
              <a:avLst/>
              <a:gdLst/>
              <a:ahLst/>
              <a:cxnLst/>
              <a:rect l="l" t="t" r="r" b="b"/>
              <a:pathLst>
                <a:path w="1860" h="1350" extrusionOk="0">
                  <a:moveTo>
                    <a:pt x="1660" y="1"/>
                  </a:moveTo>
                  <a:cubicBezTo>
                    <a:pt x="1618" y="1"/>
                    <a:pt x="1587" y="39"/>
                    <a:pt x="1591" y="78"/>
                  </a:cubicBezTo>
                  <a:cubicBezTo>
                    <a:pt x="1622" y="254"/>
                    <a:pt x="1675" y="676"/>
                    <a:pt x="1595" y="975"/>
                  </a:cubicBezTo>
                  <a:cubicBezTo>
                    <a:pt x="1587" y="1005"/>
                    <a:pt x="1561" y="1028"/>
                    <a:pt x="1526" y="1028"/>
                  </a:cubicBezTo>
                  <a:lnTo>
                    <a:pt x="66" y="1028"/>
                  </a:lnTo>
                  <a:cubicBezTo>
                    <a:pt x="32" y="1028"/>
                    <a:pt x="1" y="1055"/>
                    <a:pt x="1" y="1093"/>
                  </a:cubicBezTo>
                  <a:lnTo>
                    <a:pt x="1" y="1281"/>
                  </a:lnTo>
                  <a:cubicBezTo>
                    <a:pt x="1" y="1320"/>
                    <a:pt x="32" y="1350"/>
                    <a:pt x="66" y="1350"/>
                  </a:cubicBezTo>
                  <a:lnTo>
                    <a:pt x="1656" y="1350"/>
                  </a:lnTo>
                  <a:cubicBezTo>
                    <a:pt x="1691" y="1350"/>
                    <a:pt x="1718" y="1327"/>
                    <a:pt x="1725" y="1297"/>
                  </a:cubicBezTo>
                  <a:cubicBezTo>
                    <a:pt x="1760" y="1120"/>
                    <a:pt x="1859" y="553"/>
                    <a:pt x="1725" y="50"/>
                  </a:cubicBezTo>
                  <a:cubicBezTo>
                    <a:pt x="1718" y="20"/>
                    <a:pt x="1691" y="1"/>
                    <a:pt x="1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8" name="Google Shape;4918;p40"/>
            <p:cNvSpPr/>
            <p:nvPr/>
          </p:nvSpPr>
          <p:spPr>
            <a:xfrm>
              <a:off x="6431837" y="1271027"/>
              <a:ext cx="331506" cy="189711"/>
            </a:xfrm>
            <a:custGeom>
              <a:avLst/>
              <a:gdLst/>
              <a:ahLst/>
              <a:cxnLst/>
              <a:rect l="l" t="t" r="r" b="b"/>
              <a:pathLst>
                <a:path w="3832" h="2193" extrusionOk="0">
                  <a:moveTo>
                    <a:pt x="1900" y="1"/>
                  </a:moveTo>
                  <a:cubicBezTo>
                    <a:pt x="326" y="1"/>
                    <a:pt x="0" y="1771"/>
                    <a:pt x="0" y="1771"/>
                  </a:cubicBezTo>
                  <a:lnTo>
                    <a:pt x="533" y="2192"/>
                  </a:lnTo>
                  <a:lnTo>
                    <a:pt x="3269" y="2192"/>
                  </a:lnTo>
                  <a:lnTo>
                    <a:pt x="3831" y="1771"/>
                  </a:lnTo>
                  <a:cubicBezTo>
                    <a:pt x="3831" y="1771"/>
                    <a:pt x="3472" y="1"/>
                    <a:pt x="19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19" name="Google Shape;4919;p40"/>
            <p:cNvSpPr/>
            <p:nvPr/>
          </p:nvSpPr>
          <p:spPr>
            <a:xfrm>
              <a:off x="5519514" y="1271027"/>
              <a:ext cx="333929" cy="192393"/>
            </a:xfrm>
            <a:custGeom>
              <a:avLst/>
              <a:gdLst/>
              <a:ahLst/>
              <a:cxnLst/>
              <a:rect l="l" t="t" r="r" b="b"/>
              <a:pathLst>
                <a:path w="3860" h="2224" extrusionOk="0">
                  <a:moveTo>
                    <a:pt x="1928" y="1"/>
                  </a:moveTo>
                  <a:cubicBezTo>
                    <a:pt x="353" y="1"/>
                    <a:pt x="0" y="1844"/>
                    <a:pt x="0" y="1844"/>
                  </a:cubicBezTo>
                  <a:lnTo>
                    <a:pt x="560" y="2223"/>
                  </a:lnTo>
                  <a:lnTo>
                    <a:pt x="3296" y="2192"/>
                  </a:lnTo>
                  <a:lnTo>
                    <a:pt x="3859" y="1771"/>
                  </a:lnTo>
                  <a:cubicBezTo>
                    <a:pt x="3859" y="1771"/>
                    <a:pt x="3499" y="1"/>
                    <a:pt x="19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0" name="Google Shape;4920;p40"/>
            <p:cNvSpPr/>
            <p:nvPr/>
          </p:nvSpPr>
          <p:spPr>
            <a:xfrm>
              <a:off x="5516573" y="844799"/>
              <a:ext cx="334534" cy="202168"/>
            </a:xfrm>
            <a:custGeom>
              <a:avLst/>
              <a:gdLst/>
              <a:ahLst/>
              <a:cxnLst/>
              <a:rect l="l" t="t" r="r" b="b"/>
              <a:pathLst>
                <a:path w="3867" h="2337" extrusionOk="0">
                  <a:moveTo>
                    <a:pt x="1916" y="0"/>
                  </a:moveTo>
                  <a:cubicBezTo>
                    <a:pt x="341" y="0"/>
                    <a:pt x="0" y="1816"/>
                    <a:pt x="0" y="1816"/>
                  </a:cubicBezTo>
                  <a:lnTo>
                    <a:pt x="73" y="1866"/>
                  </a:lnTo>
                  <a:lnTo>
                    <a:pt x="766" y="2337"/>
                  </a:lnTo>
                  <a:lnTo>
                    <a:pt x="3142" y="2337"/>
                  </a:lnTo>
                  <a:lnTo>
                    <a:pt x="3828" y="1812"/>
                  </a:lnTo>
                  <a:lnTo>
                    <a:pt x="3867" y="1785"/>
                  </a:lnTo>
                  <a:cubicBezTo>
                    <a:pt x="3867" y="1785"/>
                    <a:pt x="3487" y="0"/>
                    <a:pt x="1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1" name="Google Shape;4921;p40"/>
            <p:cNvSpPr/>
            <p:nvPr/>
          </p:nvSpPr>
          <p:spPr>
            <a:xfrm>
              <a:off x="6063136" y="1151040"/>
              <a:ext cx="426148" cy="240750"/>
            </a:xfrm>
            <a:custGeom>
              <a:avLst/>
              <a:gdLst/>
              <a:ahLst/>
              <a:cxnLst/>
              <a:rect l="l" t="t" r="r" b="b"/>
              <a:pathLst>
                <a:path w="4926" h="2783" extrusionOk="0">
                  <a:moveTo>
                    <a:pt x="4576" y="1"/>
                  </a:moveTo>
                  <a:lnTo>
                    <a:pt x="4565" y="4"/>
                  </a:lnTo>
                  <a:cubicBezTo>
                    <a:pt x="4565" y="4"/>
                    <a:pt x="4565" y="8"/>
                    <a:pt x="4568" y="12"/>
                  </a:cubicBezTo>
                  <a:cubicBezTo>
                    <a:pt x="4599" y="73"/>
                    <a:pt x="4855" y="604"/>
                    <a:pt x="4909" y="1367"/>
                  </a:cubicBezTo>
                  <a:lnTo>
                    <a:pt x="4909" y="1367"/>
                  </a:lnTo>
                  <a:cubicBezTo>
                    <a:pt x="4862" y="1399"/>
                    <a:pt x="4401" y="1727"/>
                    <a:pt x="4183" y="2767"/>
                  </a:cubicBezTo>
                  <a:lnTo>
                    <a:pt x="85" y="2767"/>
                  </a:lnTo>
                  <a:cubicBezTo>
                    <a:pt x="85" y="2759"/>
                    <a:pt x="84" y="2743"/>
                    <a:pt x="81" y="2721"/>
                  </a:cubicBezTo>
                  <a:cubicBezTo>
                    <a:pt x="69" y="2472"/>
                    <a:pt x="23" y="1388"/>
                    <a:pt x="16" y="139"/>
                  </a:cubicBezTo>
                  <a:lnTo>
                    <a:pt x="0" y="139"/>
                  </a:lnTo>
                  <a:cubicBezTo>
                    <a:pt x="12" y="1568"/>
                    <a:pt x="69" y="2774"/>
                    <a:pt x="69" y="2778"/>
                  </a:cubicBezTo>
                  <a:lnTo>
                    <a:pt x="69" y="2783"/>
                  </a:lnTo>
                  <a:lnTo>
                    <a:pt x="4197" y="2783"/>
                  </a:lnTo>
                  <a:lnTo>
                    <a:pt x="4197" y="2778"/>
                  </a:lnTo>
                  <a:cubicBezTo>
                    <a:pt x="4312" y="2226"/>
                    <a:pt x="4492" y="1878"/>
                    <a:pt x="4645" y="1663"/>
                  </a:cubicBezTo>
                  <a:cubicBezTo>
                    <a:pt x="4722" y="1556"/>
                    <a:pt x="4791" y="1487"/>
                    <a:pt x="4841" y="1441"/>
                  </a:cubicBezTo>
                  <a:cubicBezTo>
                    <a:pt x="4867" y="1418"/>
                    <a:pt x="4887" y="1403"/>
                    <a:pt x="4902" y="1391"/>
                  </a:cubicBezTo>
                  <a:cubicBezTo>
                    <a:pt x="4910" y="1388"/>
                    <a:pt x="4913" y="1384"/>
                    <a:pt x="4917" y="1380"/>
                  </a:cubicBezTo>
                  <a:lnTo>
                    <a:pt x="4921" y="1376"/>
                  </a:lnTo>
                  <a:lnTo>
                    <a:pt x="4925" y="1372"/>
                  </a:lnTo>
                  <a:lnTo>
                    <a:pt x="4925" y="1368"/>
                  </a:lnTo>
                  <a:cubicBezTo>
                    <a:pt x="4867" y="553"/>
                    <a:pt x="4576" y="1"/>
                    <a:pt x="45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2" name="Google Shape;4922;p40"/>
            <p:cNvSpPr/>
            <p:nvPr/>
          </p:nvSpPr>
          <p:spPr>
            <a:xfrm>
              <a:off x="6096269" y="1195159"/>
              <a:ext cx="61163" cy="1298"/>
            </a:xfrm>
            <a:custGeom>
              <a:avLst/>
              <a:gdLst/>
              <a:ahLst/>
              <a:cxnLst/>
              <a:rect l="l" t="t" r="r" b="b"/>
              <a:pathLst>
                <a:path w="707" h="15" extrusionOk="0">
                  <a:moveTo>
                    <a:pt x="1" y="0"/>
                  </a:moveTo>
                  <a:lnTo>
                    <a:pt x="1" y="15"/>
                  </a:lnTo>
                  <a:lnTo>
                    <a:pt x="706" y="1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3" name="Google Shape;4923;p40"/>
            <p:cNvSpPr/>
            <p:nvPr/>
          </p:nvSpPr>
          <p:spPr>
            <a:xfrm>
              <a:off x="6495767" y="1116523"/>
              <a:ext cx="279514" cy="38928"/>
            </a:xfrm>
            <a:custGeom>
              <a:avLst/>
              <a:gdLst/>
              <a:ahLst/>
              <a:cxnLst/>
              <a:rect l="l" t="t" r="r" b="b"/>
              <a:pathLst>
                <a:path w="3231" h="450" extrusionOk="0">
                  <a:moveTo>
                    <a:pt x="1" y="1"/>
                  </a:moveTo>
                  <a:lnTo>
                    <a:pt x="1" y="16"/>
                  </a:lnTo>
                  <a:cubicBezTo>
                    <a:pt x="1" y="16"/>
                    <a:pt x="652" y="124"/>
                    <a:pt x="1318" y="230"/>
                  </a:cubicBezTo>
                  <a:cubicBezTo>
                    <a:pt x="1652" y="285"/>
                    <a:pt x="1993" y="338"/>
                    <a:pt x="2254" y="380"/>
                  </a:cubicBezTo>
                  <a:cubicBezTo>
                    <a:pt x="2384" y="400"/>
                    <a:pt x="2499" y="418"/>
                    <a:pt x="2583" y="430"/>
                  </a:cubicBezTo>
                  <a:cubicBezTo>
                    <a:pt x="2622" y="434"/>
                    <a:pt x="2656" y="441"/>
                    <a:pt x="2683" y="441"/>
                  </a:cubicBezTo>
                  <a:cubicBezTo>
                    <a:pt x="2710" y="446"/>
                    <a:pt x="2729" y="449"/>
                    <a:pt x="2737" y="449"/>
                  </a:cubicBezTo>
                  <a:cubicBezTo>
                    <a:pt x="2771" y="449"/>
                    <a:pt x="2817" y="441"/>
                    <a:pt x="2871" y="430"/>
                  </a:cubicBezTo>
                  <a:cubicBezTo>
                    <a:pt x="3028" y="395"/>
                    <a:pt x="3230" y="322"/>
                    <a:pt x="3230" y="322"/>
                  </a:cubicBezTo>
                  <a:lnTo>
                    <a:pt x="3227" y="311"/>
                  </a:lnTo>
                  <a:cubicBezTo>
                    <a:pt x="3227" y="311"/>
                    <a:pt x="3219" y="311"/>
                    <a:pt x="3212" y="315"/>
                  </a:cubicBezTo>
                  <a:cubicBezTo>
                    <a:pt x="3173" y="326"/>
                    <a:pt x="3085" y="357"/>
                    <a:pt x="2989" y="384"/>
                  </a:cubicBezTo>
                  <a:cubicBezTo>
                    <a:pt x="2894" y="411"/>
                    <a:pt x="2790" y="434"/>
                    <a:pt x="2737" y="434"/>
                  </a:cubicBezTo>
                  <a:cubicBezTo>
                    <a:pt x="2729" y="434"/>
                    <a:pt x="2714" y="430"/>
                    <a:pt x="2687" y="430"/>
                  </a:cubicBezTo>
                  <a:cubicBezTo>
                    <a:pt x="2491" y="403"/>
                    <a:pt x="1821" y="299"/>
                    <a:pt x="1196" y="196"/>
                  </a:cubicBezTo>
                  <a:cubicBezTo>
                    <a:pt x="885" y="147"/>
                    <a:pt x="586" y="96"/>
                    <a:pt x="368" y="62"/>
                  </a:cubicBezTo>
                  <a:cubicBezTo>
                    <a:pt x="257" y="43"/>
                    <a:pt x="165" y="27"/>
                    <a:pt x="100" y="16"/>
                  </a:cubicBezTo>
                  <a:cubicBezTo>
                    <a:pt x="70" y="13"/>
                    <a:pt x="47" y="9"/>
                    <a:pt x="27" y="4"/>
                  </a:cubicBezTo>
                  <a:cubicBezTo>
                    <a:pt x="12" y="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4" name="Google Shape;4924;p40"/>
            <p:cNvSpPr/>
            <p:nvPr/>
          </p:nvSpPr>
          <p:spPr>
            <a:xfrm>
              <a:off x="5340787" y="1372502"/>
              <a:ext cx="177865" cy="1384"/>
            </a:xfrm>
            <a:custGeom>
              <a:avLst/>
              <a:gdLst/>
              <a:ahLst/>
              <a:cxnLst/>
              <a:rect l="l" t="t" r="r" b="b"/>
              <a:pathLst>
                <a:path w="2056" h="16" extrusionOk="0">
                  <a:moveTo>
                    <a:pt x="1" y="0"/>
                  </a:moveTo>
                  <a:lnTo>
                    <a:pt x="1" y="16"/>
                  </a:lnTo>
                  <a:lnTo>
                    <a:pt x="2055" y="16"/>
                  </a:lnTo>
                  <a:lnTo>
                    <a:pt x="20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5" name="Google Shape;4925;p40"/>
            <p:cNvSpPr/>
            <p:nvPr/>
          </p:nvSpPr>
          <p:spPr>
            <a:xfrm>
              <a:off x="5342171" y="1175262"/>
              <a:ext cx="1122813" cy="1298"/>
            </a:xfrm>
            <a:custGeom>
              <a:avLst/>
              <a:gdLst/>
              <a:ahLst/>
              <a:cxnLst/>
              <a:rect l="l" t="t" r="r" b="b"/>
              <a:pathLst>
                <a:path w="12979" h="15" extrusionOk="0">
                  <a:moveTo>
                    <a:pt x="1" y="0"/>
                  </a:moveTo>
                  <a:lnTo>
                    <a:pt x="1" y="15"/>
                  </a:lnTo>
                  <a:lnTo>
                    <a:pt x="12979" y="15"/>
                  </a:lnTo>
                  <a:lnTo>
                    <a:pt x="129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6" name="Google Shape;4926;p40"/>
            <p:cNvSpPr/>
            <p:nvPr/>
          </p:nvSpPr>
          <p:spPr>
            <a:xfrm>
              <a:off x="6757716" y="1368782"/>
              <a:ext cx="69641" cy="1471"/>
            </a:xfrm>
            <a:custGeom>
              <a:avLst/>
              <a:gdLst/>
              <a:ahLst/>
              <a:cxnLst/>
              <a:rect l="l" t="t" r="r" b="b"/>
              <a:pathLst>
                <a:path w="805" h="17" extrusionOk="0">
                  <a:moveTo>
                    <a:pt x="0" y="1"/>
                  </a:moveTo>
                  <a:lnTo>
                    <a:pt x="0" y="16"/>
                  </a:lnTo>
                  <a:lnTo>
                    <a:pt x="805" y="16"/>
                  </a:lnTo>
                  <a:lnTo>
                    <a:pt x="8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7" name="Google Shape;4927;p40"/>
            <p:cNvSpPr/>
            <p:nvPr/>
          </p:nvSpPr>
          <p:spPr>
            <a:xfrm>
              <a:off x="6360554" y="926982"/>
              <a:ext cx="141617" cy="179417"/>
            </a:xfrm>
            <a:custGeom>
              <a:avLst/>
              <a:gdLst/>
              <a:ahLst/>
              <a:cxnLst/>
              <a:rect l="l" t="t" r="r" b="b"/>
              <a:pathLst>
                <a:path w="1637" h="2074" extrusionOk="0">
                  <a:moveTo>
                    <a:pt x="134" y="0"/>
                  </a:moveTo>
                  <a:lnTo>
                    <a:pt x="0" y="19"/>
                  </a:lnTo>
                  <a:cubicBezTo>
                    <a:pt x="73" y="475"/>
                    <a:pt x="1445" y="2069"/>
                    <a:pt x="1445" y="2069"/>
                  </a:cubicBezTo>
                  <a:cubicBezTo>
                    <a:pt x="1461" y="2072"/>
                    <a:pt x="1476" y="2073"/>
                    <a:pt x="1491" y="2073"/>
                  </a:cubicBezTo>
                  <a:cubicBezTo>
                    <a:pt x="1577" y="2073"/>
                    <a:pt x="1636" y="2031"/>
                    <a:pt x="1636" y="2031"/>
                  </a:cubicBezTo>
                  <a:cubicBezTo>
                    <a:pt x="1138" y="1307"/>
                    <a:pt x="637" y="628"/>
                    <a:pt x="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8" name="Google Shape;4928;p40"/>
            <p:cNvSpPr/>
            <p:nvPr/>
          </p:nvSpPr>
          <p:spPr>
            <a:xfrm>
              <a:off x="5498319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3" y="0"/>
                  </a:moveTo>
                  <a:cubicBezTo>
                    <a:pt x="907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7" y="2794"/>
                  </a:cubicBezTo>
                  <a:cubicBezTo>
                    <a:pt x="1403" y="3066"/>
                    <a:pt x="1788" y="3184"/>
                    <a:pt x="2145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1" y="391"/>
                  </a:cubicBezTo>
                  <a:cubicBezTo>
                    <a:pt x="2885" y="118"/>
                    <a:pt x="2501" y="0"/>
                    <a:pt x="2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29" name="Google Shape;4929;p40"/>
            <p:cNvSpPr/>
            <p:nvPr/>
          </p:nvSpPr>
          <p:spPr>
            <a:xfrm>
              <a:off x="5568651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0" y="0"/>
                  </a:moveTo>
                  <a:cubicBezTo>
                    <a:pt x="1188" y="0"/>
                    <a:pt x="1059" y="21"/>
                    <a:pt x="923" y="66"/>
                  </a:cubicBezTo>
                  <a:cubicBezTo>
                    <a:pt x="904" y="69"/>
                    <a:pt x="885" y="80"/>
                    <a:pt x="865" y="92"/>
                  </a:cubicBezTo>
                  <a:cubicBezTo>
                    <a:pt x="0" y="721"/>
                    <a:pt x="444" y="1866"/>
                    <a:pt x="1352" y="1866"/>
                  </a:cubicBezTo>
                  <a:cubicBezTo>
                    <a:pt x="1474" y="1866"/>
                    <a:pt x="1603" y="1846"/>
                    <a:pt x="1739" y="1801"/>
                  </a:cubicBezTo>
                  <a:cubicBezTo>
                    <a:pt x="1758" y="1797"/>
                    <a:pt x="1778" y="1786"/>
                    <a:pt x="1797" y="1774"/>
                  </a:cubicBezTo>
                  <a:cubicBezTo>
                    <a:pt x="2663" y="1145"/>
                    <a:pt x="2218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0" name="Google Shape;4930;p40"/>
            <p:cNvSpPr/>
            <p:nvPr/>
          </p:nvSpPr>
          <p:spPr>
            <a:xfrm>
              <a:off x="5574707" y="1352951"/>
              <a:ext cx="218178" cy="152772"/>
            </a:xfrm>
            <a:custGeom>
              <a:avLst/>
              <a:gdLst/>
              <a:ahLst/>
              <a:cxnLst/>
              <a:rect l="l" t="t" r="r" b="b"/>
              <a:pathLst>
                <a:path w="2522" h="1766" extrusionOk="0">
                  <a:moveTo>
                    <a:pt x="1240" y="1"/>
                  </a:moveTo>
                  <a:cubicBezTo>
                    <a:pt x="1126" y="1"/>
                    <a:pt x="1004" y="20"/>
                    <a:pt x="876" y="62"/>
                  </a:cubicBezTo>
                  <a:cubicBezTo>
                    <a:pt x="857" y="65"/>
                    <a:pt x="838" y="76"/>
                    <a:pt x="823" y="88"/>
                  </a:cubicBezTo>
                  <a:cubicBezTo>
                    <a:pt x="0" y="683"/>
                    <a:pt x="421" y="1766"/>
                    <a:pt x="1282" y="1766"/>
                  </a:cubicBezTo>
                  <a:cubicBezTo>
                    <a:pt x="1396" y="1766"/>
                    <a:pt x="1518" y="1747"/>
                    <a:pt x="1646" y="1705"/>
                  </a:cubicBezTo>
                  <a:cubicBezTo>
                    <a:pt x="1665" y="1701"/>
                    <a:pt x="1685" y="1690"/>
                    <a:pt x="1700" y="1678"/>
                  </a:cubicBezTo>
                  <a:cubicBezTo>
                    <a:pt x="2522" y="1083"/>
                    <a:pt x="2101" y="1"/>
                    <a:pt x="1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1" name="Google Shape;4931;p40"/>
            <p:cNvSpPr/>
            <p:nvPr/>
          </p:nvSpPr>
          <p:spPr>
            <a:xfrm>
              <a:off x="5602130" y="1371896"/>
              <a:ext cx="163331" cy="114882"/>
            </a:xfrm>
            <a:custGeom>
              <a:avLst/>
              <a:gdLst/>
              <a:ahLst/>
              <a:cxnLst/>
              <a:rect l="l" t="t" r="r" b="b"/>
              <a:pathLst>
                <a:path w="1888" h="1328" extrusionOk="0">
                  <a:moveTo>
                    <a:pt x="926" y="1"/>
                  </a:moveTo>
                  <a:cubicBezTo>
                    <a:pt x="841" y="1"/>
                    <a:pt x="750" y="15"/>
                    <a:pt x="655" y="46"/>
                  </a:cubicBezTo>
                  <a:cubicBezTo>
                    <a:pt x="639" y="53"/>
                    <a:pt x="628" y="57"/>
                    <a:pt x="616" y="69"/>
                  </a:cubicBezTo>
                  <a:cubicBezTo>
                    <a:pt x="0" y="516"/>
                    <a:pt x="315" y="1328"/>
                    <a:pt x="962" y="1328"/>
                  </a:cubicBezTo>
                  <a:cubicBezTo>
                    <a:pt x="1047" y="1328"/>
                    <a:pt x="1138" y="1313"/>
                    <a:pt x="1233" y="1283"/>
                  </a:cubicBezTo>
                  <a:cubicBezTo>
                    <a:pt x="1249" y="1275"/>
                    <a:pt x="1260" y="1268"/>
                    <a:pt x="1272" y="1260"/>
                  </a:cubicBezTo>
                  <a:cubicBezTo>
                    <a:pt x="1888" y="813"/>
                    <a:pt x="1574" y="1"/>
                    <a:pt x="9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2" name="Google Shape;4932;p40"/>
            <p:cNvSpPr/>
            <p:nvPr/>
          </p:nvSpPr>
          <p:spPr>
            <a:xfrm>
              <a:off x="5660956" y="1413161"/>
              <a:ext cx="45677" cy="32354"/>
            </a:xfrm>
            <a:custGeom>
              <a:avLst/>
              <a:gdLst/>
              <a:ahLst/>
              <a:cxnLst/>
              <a:rect l="l" t="t" r="r" b="b"/>
              <a:pathLst>
                <a:path w="528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4" y="17"/>
                    <a:pt x="171" y="20"/>
                  </a:cubicBezTo>
                  <a:cubicBezTo>
                    <a:pt x="0" y="146"/>
                    <a:pt x="89" y="374"/>
                    <a:pt x="269" y="374"/>
                  </a:cubicBezTo>
                  <a:cubicBezTo>
                    <a:pt x="292" y="374"/>
                    <a:pt x="317" y="370"/>
                    <a:pt x="343" y="361"/>
                  </a:cubicBezTo>
                  <a:cubicBezTo>
                    <a:pt x="350" y="358"/>
                    <a:pt x="355" y="358"/>
                    <a:pt x="358" y="354"/>
                  </a:cubicBezTo>
                  <a:cubicBezTo>
                    <a:pt x="528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3" name="Google Shape;4933;p40"/>
            <p:cNvSpPr/>
            <p:nvPr/>
          </p:nvSpPr>
          <p:spPr>
            <a:xfrm>
              <a:off x="5674019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7" y="625"/>
                  </a:lnTo>
                  <a:lnTo>
                    <a:pt x="169" y="62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4" name="Google Shape;4934;p40"/>
            <p:cNvSpPr/>
            <p:nvPr/>
          </p:nvSpPr>
          <p:spPr>
            <a:xfrm>
              <a:off x="562756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6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5" name="Google Shape;4935;p40"/>
            <p:cNvSpPr/>
            <p:nvPr/>
          </p:nvSpPr>
          <p:spPr>
            <a:xfrm>
              <a:off x="562756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6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6" name="Google Shape;4936;p40"/>
            <p:cNvSpPr/>
            <p:nvPr/>
          </p:nvSpPr>
          <p:spPr>
            <a:xfrm>
              <a:off x="5674019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7" y="1"/>
                  </a:moveTo>
                  <a:lnTo>
                    <a:pt x="0" y="625"/>
                  </a:lnTo>
                  <a:lnTo>
                    <a:pt x="227" y="62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7" name="Google Shape;4937;p40"/>
            <p:cNvSpPr/>
            <p:nvPr/>
          </p:nvSpPr>
          <p:spPr>
            <a:xfrm>
              <a:off x="5685957" y="1427521"/>
              <a:ext cx="54069" cy="40226"/>
            </a:xfrm>
            <a:custGeom>
              <a:avLst/>
              <a:gdLst/>
              <a:ahLst/>
              <a:cxnLst/>
              <a:rect l="l" t="t" r="r" b="b"/>
              <a:pathLst>
                <a:path w="625" h="465" extrusionOk="0">
                  <a:moveTo>
                    <a:pt x="54" y="1"/>
                  </a:moveTo>
                  <a:lnTo>
                    <a:pt x="27" y="50"/>
                  </a:lnTo>
                  <a:lnTo>
                    <a:pt x="0" y="100"/>
                  </a:lnTo>
                  <a:lnTo>
                    <a:pt x="510" y="464"/>
                  </a:lnTo>
                  <a:lnTo>
                    <a:pt x="567" y="364"/>
                  </a:lnTo>
                  <a:lnTo>
                    <a:pt x="625" y="264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8" name="Google Shape;4938;p40"/>
            <p:cNvSpPr/>
            <p:nvPr/>
          </p:nvSpPr>
          <p:spPr>
            <a:xfrm>
              <a:off x="5685957" y="1391014"/>
              <a:ext cx="54069" cy="40139"/>
            </a:xfrm>
            <a:custGeom>
              <a:avLst/>
              <a:gdLst/>
              <a:ahLst/>
              <a:cxnLst/>
              <a:rect l="l" t="t" r="r" b="b"/>
              <a:pathLst>
                <a:path w="625" h="464" extrusionOk="0">
                  <a:moveTo>
                    <a:pt x="510" y="0"/>
                  </a:moveTo>
                  <a:lnTo>
                    <a:pt x="0" y="365"/>
                  </a:lnTo>
                  <a:lnTo>
                    <a:pt x="27" y="414"/>
                  </a:lnTo>
                  <a:lnTo>
                    <a:pt x="54" y="464"/>
                  </a:lnTo>
                  <a:lnTo>
                    <a:pt x="625" y="200"/>
                  </a:lnTo>
                  <a:lnTo>
                    <a:pt x="567" y="101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39" name="Google Shape;4939;p40"/>
            <p:cNvSpPr/>
            <p:nvPr/>
          </p:nvSpPr>
          <p:spPr>
            <a:xfrm>
              <a:off x="5672894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4" y="1"/>
                    <a:pt x="102" y="3"/>
                    <a:pt x="90" y="7"/>
                  </a:cubicBezTo>
                  <a:cubicBezTo>
                    <a:pt x="86" y="7"/>
                    <a:pt x="82" y="11"/>
                    <a:pt x="82" y="11"/>
                  </a:cubicBezTo>
                  <a:cubicBezTo>
                    <a:pt x="1" y="68"/>
                    <a:pt x="43" y="177"/>
                    <a:pt x="127" y="177"/>
                  </a:cubicBezTo>
                  <a:cubicBezTo>
                    <a:pt x="138" y="177"/>
                    <a:pt x="150" y="176"/>
                    <a:pt x="162" y="172"/>
                  </a:cubicBezTo>
                  <a:cubicBezTo>
                    <a:pt x="166" y="172"/>
                    <a:pt x="171" y="168"/>
                    <a:pt x="171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0" name="Google Shape;4940;p40"/>
            <p:cNvSpPr/>
            <p:nvPr/>
          </p:nvSpPr>
          <p:spPr>
            <a:xfrm>
              <a:off x="6410556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4" y="0"/>
                  </a:moveTo>
                  <a:cubicBezTo>
                    <a:pt x="908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8" y="2794"/>
                  </a:cubicBezTo>
                  <a:cubicBezTo>
                    <a:pt x="1403" y="3066"/>
                    <a:pt x="1788" y="3184"/>
                    <a:pt x="2146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2" y="391"/>
                  </a:cubicBezTo>
                  <a:cubicBezTo>
                    <a:pt x="2886" y="118"/>
                    <a:pt x="2501" y="0"/>
                    <a:pt x="2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1" name="Google Shape;4941;p40"/>
            <p:cNvSpPr/>
            <p:nvPr/>
          </p:nvSpPr>
          <p:spPr>
            <a:xfrm>
              <a:off x="6480887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1" y="0"/>
                  </a:moveTo>
                  <a:cubicBezTo>
                    <a:pt x="1190" y="0"/>
                    <a:pt x="1060" y="21"/>
                    <a:pt x="924" y="66"/>
                  </a:cubicBezTo>
                  <a:cubicBezTo>
                    <a:pt x="905" y="69"/>
                    <a:pt x="885" y="80"/>
                    <a:pt x="870" y="92"/>
                  </a:cubicBezTo>
                  <a:cubicBezTo>
                    <a:pt x="1" y="721"/>
                    <a:pt x="445" y="1866"/>
                    <a:pt x="1353" y="1866"/>
                  </a:cubicBezTo>
                  <a:cubicBezTo>
                    <a:pt x="1474" y="1866"/>
                    <a:pt x="1604" y="1846"/>
                    <a:pt x="1740" y="1801"/>
                  </a:cubicBezTo>
                  <a:cubicBezTo>
                    <a:pt x="1759" y="1797"/>
                    <a:pt x="1778" y="1786"/>
                    <a:pt x="1798" y="1774"/>
                  </a:cubicBezTo>
                  <a:cubicBezTo>
                    <a:pt x="2663" y="1145"/>
                    <a:pt x="2222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2" name="Google Shape;4942;p40"/>
            <p:cNvSpPr/>
            <p:nvPr/>
          </p:nvSpPr>
          <p:spPr>
            <a:xfrm>
              <a:off x="6486943" y="1352951"/>
              <a:ext cx="218265" cy="152772"/>
            </a:xfrm>
            <a:custGeom>
              <a:avLst/>
              <a:gdLst/>
              <a:ahLst/>
              <a:cxnLst/>
              <a:rect l="l" t="t" r="r" b="b"/>
              <a:pathLst>
                <a:path w="2523" h="1766" extrusionOk="0">
                  <a:moveTo>
                    <a:pt x="1241" y="1"/>
                  </a:moveTo>
                  <a:cubicBezTo>
                    <a:pt x="1127" y="1"/>
                    <a:pt x="1005" y="20"/>
                    <a:pt x="877" y="62"/>
                  </a:cubicBezTo>
                  <a:cubicBezTo>
                    <a:pt x="858" y="65"/>
                    <a:pt x="838" y="76"/>
                    <a:pt x="823" y="88"/>
                  </a:cubicBezTo>
                  <a:cubicBezTo>
                    <a:pt x="1" y="683"/>
                    <a:pt x="421" y="1766"/>
                    <a:pt x="1282" y="1766"/>
                  </a:cubicBezTo>
                  <a:cubicBezTo>
                    <a:pt x="1397" y="1766"/>
                    <a:pt x="1519" y="1747"/>
                    <a:pt x="1647" y="1705"/>
                  </a:cubicBezTo>
                  <a:cubicBezTo>
                    <a:pt x="1666" y="1701"/>
                    <a:pt x="1685" y="1690"/>
                    <a:pt x="1700" y="1678"/>
                  </a:cubicBezTo>
                  <a:cubicBezTo>
                    <a:pt x="2522" y="1083"/>
                    <a:pt x="2102" y="1"/>
                    <a:pt x="12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3" name="Google Shape;4943;p40"/>
            <p:cNvSpPr/>
            <p:nvPr/>
          </p:nvSpPr>
          <p:spPr>
            <a:xfrm>
              <a:off x="6514366" y="1371896"/>
              <a:ext cx="163504" cy="114882"/>
            </a:xfrm>
            <a:custGeom>
              <a:avLst/>
              <a:gdLst/>
              <a:ahLst/>
              <a:cxnLst/>
              <a:rect l="l" t="t" r="r" b="b"/>
              <a:pathLst>
                <a:path w="1890" h="1328" extrusionOk="0">
                  <a:moveTo>
                    <a:pt x="927" y="1"/>
                  </a:moveTo>
                  <a:cubicBezTo>
                    <a:pt x="842" y="1"/>
                    <a:pt x="751" y="15"/>
                    <a:pt x="656" y="46"/>
                  </a:cubicBezTo>
                  <a:cubicBezTo>
                    <a:pt x="640" y="53"/>
                    <a:pt x="629" y="57"/>
                    <a:pt x="617" y="69"/>
                  </a:cubicBezTo>
                  <a:cubicBezTo>
                    <a:pt x="1" y="516"/>
                    <a:pt x="315" y="1328"/>
                    <a:pt x="962" y="1328"/>
                  </a:cubicBezTo>
                  <a:cubicBezTo>
                    <a:pt x="1048" y="1328"/>
                    <a:pt x="1139" y="1313"/>
                    <a:pt x="1234" y="1283"/>
                  </a:cubicBezTo>
                  <a:cubicBezTo>
                    <a:pt x="1250" y="1275"/>
                    <a:pt x="1261" y="1268"/>
                    <a:pt x="1276" y="1260"/>
                  </a:cubicBezTo>
                  <a:cubicBezTo>
                    <a:pt x="1889" y="813"/>
                    <a:pt x="1574" y="1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4" name="Google Shape;4944;p40"/>
            <p:cNvSpPr/>
            <p:nvPr/>
          </p:nvSpPr>
          <p:spPr>
            <a:xfrm>
              <a:off x="6573279" y="1413161"/>
              <a:ext cx="45937" cy="32354"/>
            </a:xfrm>
            <a:custGeom>
              <a:avLst/>
              <a:gdLst/>
              <a:ahLst/>
              <a:cxnLst/>
              <a:rect l="l" t="t" r="r" b="b"/>
              <a:pathLst>
                <a:path w="531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3" y="17"/>
                    <a:pt x="169" y="20"/>
                  </a:cubicBezTo>
                  <a:cubicBezTo>
                    <a:pt x="0" y="146"/>
                    <a:pt x="89" y="374"/>
                    <a:pt x="271" y="374"/>
                  </a:cubicBezTo>
                  <a:cubicBezTo>
                    <a:pt x="295" y="374"/>
                    <a:pt x="320" y="370"/>
                    <a:pt x="346" y="361"/>
                  </a:cubicBezTo>
                  <a:cubicBezTo>
                    <a:pt x="350" y="358"/>
                    <a:pt x="353" y="358"/>
                    <a:pt x="357" y="354"/>
                  </a:cubicBezTo>
                  <a:cubicBezTo>
                    <a:pt x="531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5" name="Google Shape;4945;p40"/>
            <p:cNvSpPr/>
            <p:nvPr/>
          </p:nvSpPr>
          <p:spPr>
            <a:xfrm>
              <a:off x="6586255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8" y="625"/>
                  </a:lnTo>
                  <a:lnTo>
                    <a:pt x="173" y="62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6" name="Google Shape;4946;p40"/>
            <p:cNvSpPr/>
            <p:nvPr/>
          </p:nvSpPr>
          <p:spPr>
            <a:xfrm>
              <a:off x="6539887" y="1391014"/>
              <a:ext cx="54415" cy="40139"/>
            </a:xfrm>
            <a:custGeom>
              <a:avLst/>
              <a:gdLst/>
              <a:ahLst/>
              <a:cxnLst/>
              <a:rect l="l" t="t" r="r" b="b"/>
              <a:pathLst>
                <a:path w="629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8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7" name="Google Shape;4947;p40"/>
            <p:cNvSpPr/>
            <p:nvPr/>
          </p:nvSpPr>
          <p:spPr>
            <a:xfrm>
              <a:off x="6539887" y="1427521"/>
              <a:ext cx="54415" cy="40226"/>
            </a:xfrm>
            <a:custGeom>
              <a:avLst/>
              <a:gdLst/>
              <a:ahLst/>
              <a:cxnLst/>
              <a:rect l="l" t="t" r="r" b="b"/>
              <a:pathLst>
                <a:path w="629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8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8" name="Google Shape;4948;p40"/>
            <p:cNvSpPr/>
            <p:nvPr/>
          </p:nvSpPr>
          <p:spPr>
            <a:xfrm>
              <a:off x="6586255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8" y="1"/>
                  </a:moveTo>
                  <a:lnTo>
                    <a:pt x="0" y="625"/>
                  </a:lnTo>
                  <a:lnTo>
                    <a:pt x="226" y="625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49" name="Google Shape;4949;p40"/>
            <p:cNvSpPr/>
            <p:nvPr/>
          </p:nvSpPr>
          <p:spPr>
            <a:xfrm>
              <a:off x="659819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8" y="1"/>
                  </a:moveTo>
                  <a:lnTo>
                    <a:pt x="28" y="50"/>
                  </a:lnTo>
                  <a:lnTo>
                    <a:pt x="0" y="100"/>
                  </a:lnTo>
                  <a:lnTo>
                    <a:pt x="511" y="464"/>
                  </a:lnTo>
                  <a:lnTo>
                    <a:pt x="568" y="364"/>
                  </a:lnTo>
                  <a:lnTo>
                    <a:pt x="625" y="264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0" name="Google Shape;4950;p40"/>
            <p:cNvSpPr/>
            <p:nvPr/>
          </p:nvSpPr>
          <p:spPr>
            <a:xfrm>
              <a:off x="659819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511" y="0"/>
                  </a:moveTo>
                  <a:lnTo>
                    <a:pt x="0" y="365"/>
                  </a:lnTo>
                  <a:lnTo>
                    <a:pt x="28" y="414"/>
                  </a:lnTo>
                  <a:lnTo>
                    <a:pt x="58" y="464"/>
                  </a:lnTo>
                  <a:lnTo>
                    <a:pt x="625" y="200"/>
                  </a:lnTo>
                  <a:lnTo>
                    <a:pt x="568" y="101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1" name="Google Shape;4951;p40"/>
            <p:cNvSpPr/>
            <p:nvPr/>
          </p:nvSpPr>
          <p:spPr>
            <a:xfrm>
              <a:off x="6585131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5" y="1"/>
                    <a:pt x="103" y="3"/>
                    <a:pt x="90" y="7"/>
                  </a:cubicBezTo>
                  <a:cubicBezTo>
                    <a:pt x="87" y="7"/>
                    <a:pt x="87" y="11"/>
                    <a:pt x="82" y="11"/>
                  </a:cubicBezTo>
                  <a:cubicBezTo>
                    <a:pt x="1" y="68"/>
                    <a:pt x="43" y="177"/>
                    <a:pt x="128" y="177"/>
                  </a:cubicBezTo>
                  <a:cubicBezTo>
                    <a:pt x="139" y="177"/>
                    <a:pt x="151" y="176"/>
                    <a:pt x="163" y="172"/>
                  </a:cubicBezTo>
                  <a:cubicBezTo>
                    <a:pt x="167" y="172"/>
                    <a:pt x="170" y="168"/>
                    <a:pt x="170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2" name="Google Shape;4952;p40"/>
            <p:cNvSpPr/>
            <p:nvPr/>
          </p:nvSpPr>
          <p:spPr>
            <a:xfrm>
              <a:off x="6078448" y="920667"/>
              <a:ext cx="377011" cy="234089"/>
            </a:xfrm>
            <a:custGeom>
              <a:avLst/>
              <a:gdLst/>
              <a:ahLst/>
              <a:cxnLst/>
              <a:rect l="l" t="t" r="r" b="b"/>
              <a:pathLst>
                <a:path w="4358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4307" y="2705"/>
                  </a:lnTo>
                  <a:lnTo>
                    <a:pt x="4357" y="2395"/>
                  </a:lnTo>
                  <a:cubicBezTo>
                    <a:pt x="4357" y="2395"/>
                    <a:pt x="2878" y="146"/>
                    <a:pt x="2809" y="100"/>
                  </a:cubicBezTo>
                  <a:cubicBezTo>
                    <a:pt x="2740" y="5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3" name="Google Shape;4953;p40"/>
            <p:cNvSpPr/>
            <p:nvPr/>
          </p:nvSpPr>
          <p:spPr>
            <a:xfrm>
              <a:off x="6080697" y="923003"/>
              <a:ext cx="372080" cy="229072"/>
            </a:xfrm>
            <a:custGeom>
              <a:avLst/>
              <a:gdLst/>
              <a:ahLst/>
              <a:cxnLst/>
              <a:rect l="l" t="t" r="r" b="b"/>
              <a:pathLst>
                <a:path w="4301" h="2648" extrusionOk="0">
                  <a:moveTo>
                    <a:pt x="1" y="0"/>
                  </a:moveTo>
                  <a:lnTo>
                    <a:pt x="1" y="2648"/>
                  </a:lnTo>
                  <a:lnTo>
                    <a:pt x="4258" y="2648"/>
                  </a:lnTo>
                  <a:lnTo>
                    <a:pt x="4300" y="2376"/>
                  </a:lnTo>
                  <a:cubicBezTo>
                    <a:pt x="3725" y="1502"/>
                    <a:pt x="2864" y="203"/>
                    <a:pt x="2772" y="99"/>
                  </a:cubicBezTo>
                  <a:cubicBezTo>
                    <a:pt x="2768" y="99"/>
                    <a:pt x="2768" y="96"/>
                    <a:pt x="2768" y="96"/>
                  </a:cubicBezTo>
                  <a:cubicBezTo>
                    <a:pt x="2710" y="80"/>
                    <a:pt x="2227" y="57"/>
                    <a:pt x="1629" y="42"/>
                  </a:cubicBezTo>
                  <a:cubicBezTo>
                    <a:pt x="1610" y="39"/>
                    <a:pt x="1595" y="39"/>
                    <a:pt x="1576" y="39"/>
                  </a:cubicBezTo>
                  <a:cubicBezTo>
                    <a:pt x="1526" y="39"/>
                    <a:pt x="1480" y="34"/>
                    <a:pt x="1430" y="34"/>
                  </a:cubicBezTo>
                  <a:cubicBezTo>
                    <a:pt x="959" y="23"/>
                    <a:pt x="438" y="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4" name="Google Shape;4954;p40"/>
            <p:cNvSpPr/>
            <p:nvPr/>
          </p:nvSpPr>
          <p:spPr>
            <a:xfrm>
              <a:off x="6291520" y="928626"/>
              <a:ext cx="35556" cy="224487"/>
            </a:xfrm>
            <a:custGeom>
              <a:avLst/>
              <a:gdLst/>
              <a:ahLst/>
              <a:cxnLst/>
              <a:rect l="l" t="t" r="r" b="b"/>
              <a:pathLst>
                <a:path w="411" h="2595" extrusionOk="0">
                  <a:moveTo>
                    <a:pt x="89" y="0"/>
                  </a:moveTo>
                  <a:lnTo>
                    <a:pt x="89" y="0"/>
                  </a:lnTo>
                  <a:cubicBezTo>
                    <a:pt x="151" y="54"/>
                    <a:pt x="112" y="2567"/>
                    <a:pt x="1" y="2595"/>
                  </a:cubicBezTo>
                  <a:lnTo>
                    <a:pt x="411" y="2595"/>
                  </a:lnTo>
                  <a:cubicBezTo>
                    <a:pt x="308" y="2483"/>
                    <a:pt x="269" y="172"/>
                    <a:pt x="312" y="15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5" name="Google Shape;4955;p40"/>
            <p:cNvSpPr/>
            <p:nvPr/>
          </p:nvSpPr>
          <p:spPr>
            <a:xfrm>
              <a:off x="6339618" y="1071538"/>
              <a:ext cx="136945" cy="91438"/>
            </a:xfrm>
            <a:custGeom>
              <a:avLst/>
              <a:gdLst/>
              <a:ahLst/>
              <a:cxnLst/>
              <a:rect l="l" t="t" r="r" b="b"/>
              <a:pathLst>
                <a:path w="1583" h="1057" extrusionOk="0">
                  <a:moveTo>
                    <a:pt x="562" y="1"/>
                  </a:moveTo>
                  <a:cubicBezTo>
                    <a:pt x="370" y="1"/>
                    <a:pt x="189" y="24"/>
                    <a:pt x="127" y="96"/>
                  </a:cubicBezTo>
                  <a:cubicBezTo>
                    <a:pt x="0" y="241"/>
                    <a:pt x="74" y="984"/>
                    <a:pt x="169" y="1035"/>
                  </a:cubicBezTo>
                  <a:cubicBezTo>
                    <a:pt x="200" y="1051"/>
                    <a:pt x="359" y="1057"/>
                    <a:pt x="557" y="1057"/>
                  </a:cubicBezTo>
                  <a:cubicBezTo>
                    <a:pt x="953" y="1057"/>
                    <a:pt x="1507" y="1035"/>
                    <a:pt x="1507" y="1035"/>
                  </a:cubicBezTo>
                  <a:cubicBezTo>
                    <a:pt x="1583" y="831"/>
                    <a:pt x="1530" y="547"/>
                    <a:pt x="1530" y="547"/>
                  </a:cubicBezTo>
                  <a:lnTo>
                    <a:pt x="1426" y="547"/>
                  </a:lnTo>
                  <a:cubicBezTo>
                    <a:pt x="1426" y="547"/>
                    <a:pt x="1261" y="103"/>
                    <a:pt x="1089" y="53"/>
                  </a:cubicBezTo>
                  <a:cubicBezTo>
                    <a:pt x="997" y="29"/>
                    <a:pt x="773" y="1"/>
                    <a:pt x="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6" name="Google Shape;4956;p40"/>
            <p:cNvSpPr/>
            <p:nvPr/>
          </p:nvSpPr>
          <p:spPr>
            <a:xfrm>
              <a:off x="6342906" y="1124135"/>
              <a:ext cx="51819" cy="28980"/>
            </a:xfrm>
            <a:custGeom>
              <a:avLst/>
              <a:gdLst/>
              <a:ahLst/>
              <a:cxnLst/>
              <a:rect l="l" t="t" r="r" b="b"/>
              <a:pathLst>
                <a:path w="599" h="335" extrusionOk="0">
                  <a:moveTo>
                    <a:pt x="1" y="1"/>
                  </a:moveTo>
                  <a:cubicBezTo>
                    <a:pt x="1" y="174"/>
                    <a:pt x="47" y="335"/>
                    <a:pt x="47" y="335"/>
                  </a:cubicBezTo>
                  <a:lnTo>
                    <a:pt x="545" y="335"/>
                  </a:lnTo>
                  <a:cubicBezTo>
                    <a:pt x="599" y="200"/>
                    <a:pt x="514" y="1"/>
                    <a:pt x="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7" name="Google Shape;4957;p40"/>
            <p:cNvSpPr/>
            <p:nvPr/>
          </p:nvSpPr>
          <p:spPr>
            <a:xfrm>
              <a:off x="5335164" y="1199830"/>
              <a:ext cx="59086" cy="113152"/>
            </a:xfrm>
            <a:custGeom>
              <a:avLst/>
              <a:gdLst/>
              <a:ahLst/>
              <a:cxnLst/>
              <a:rect l="l" t="t" r="r" b="b"/>
              <a:pathLst>
                <a:path w="683" h="1308" extrusionOk="0">
                  <a:moveTo>
                    <a:pt x="357" y="1"/>
                  </a:moveTo>
                  <a:cubicBezTo>
                    <a:pt x="259" y="1"/>
                    <a:pt x="154" y="9"/>
                    <a:pt x="43" y="26"/>
                  </a:cubicBezTo>
                  <a:cubicBezTo>
                    <a:pt x="1" y="521"/>
                    <a:pt x="43" y="1303"/>
                    <a:pt x="43" y="1303"/>
                  </a:cubicBezTo>
                  <a:cubicBezTo>
                    <a:pt x="112" y="1306"/>
                    <a:pt x="203" y="1308"/>
                    <a:pt x="294" y="1308"/>
                  </a:cubicBezTo>
                  <a:cubicBezTo>
                    <a:pt x="476" y="1308"/>
                    <a:pt x="656" y="1303"/>
                    <a:pt x="656" y="1303"/>
                  </a:cubicBezTo>
                  <a:cubicBezTo>
                    <a:pt x="683" y="835"/>
                    <a:pt x="633" y="26"/>
                    <a:pt x="633" y="26"/>
                  </a:cubicBezTo>
                  <a:cubicBezTo>
                    <a:pt x="547" y="9"/>
                    <a:pt x="455" y="1"/>
                    <a:pt x="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8" name="Google Shape;4958;p40"/>
            <p:cNvSpPr/>
            <p:nvPr/>
          </p:nvSpPr>
          <p:spPr>
            <a:xfrm>
              <a:off x="5349092" y="1296893"/>
              <a:ext cx="23012" cy="1471"/>
            </a:xfrm>
            <a:custGeom>
              <a:avLst/>
              <a:gdLst/>
              <a:ahLst/>
              <a:cxnLst/>
              <a:rect l="l" t="t" r="r" b="b"/>
              <a:pathLst>
                <a:path w="266" h="17" extrusionOk="0">
                  <a:moveTo>
                    <a:pt x="1" y="0"/>
                  </a:moveTo>
                  <a:lnTo>
                    <a:pt x="1" y="16"/>
                  </a:lnTo>
                  <a:lnTo>
                    <a:pt x="265" y="16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59" name="Google Shape;4959;p40"/>
            <p:cNvSpPr/>
            <p:nvPr/>
          </p:nvSpPr>
          <p:spPr>
            <a:xfrm>
              <a:off x="5349092" y="1285301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0" name="Google Shape;4960;p40"/>
            <p:cNvSpPr/>
            <p:nvPr/>
          </p:nvSpPr>
          <p:spPr>
            <a:xfrm>
              <a:off x="5349092" y="1273363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1" name="Google Shape;4961;p40"/>
            <p:cNvSpPr/>
            <p:nvPr/>
          </p:nvSpPr>
          <p:spPr>
            <a:xfrm>
              <a:off x="6805036" y="1198792"/>
              <a:ext cx="49830" cy="78722"/>
            </a:xfrm>
            <a:custGeom>
              <a:avLst/>
              <a:gdLst/>
              <a:ahLst/>
              <a:cxnLst/>
              <a:rect l="l" t="t" r="r" b="b"/>
              <a:pathLst>
                <a:path w="576" h="910" extrusionOk="0">
                  <a:moveTo>
                    <a:pt x="387" y="1"/>
                  </a:moveTo>
                  <a:cubicBezTo>
                    <a:pt x="387" y="1"/>
                    <a:pt x="28" y="50"/>
                    <a:pt x="0" y="119"/>
                  </a:cubicBezTo>
                  <a:cubicBezTo>
                    <a:pt x="0" y="119"/>
                    <a:pt x="46" y="613"/>
                    <a:pt x="97" y="882"/>
                  </a:cubicBezTo>
                  <a:cubicBezTo>
                    <a:pt x="97" y="882"/>
                    <a:pt x="356" y="910"/>
                    <a:pt x="499" y="910"/>
                  </a:cubicBezTo>
                  <a:cubicBezTo>
                    <a:pt x="532" y="910"/>
                    <a:pt x="559" y="908"/>
                    <a:pt x="575" y="905"/>
                  </a:cubicBezTo>
                  <a:cubicBezTo>
                    <a:pt x="575" y="905"/>
                    <a:pt x="456" y="307"/>
                    <a:pt x="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2" name="Google Shape;4962;p40"/>
            <p:cNvSpPr/>
            <p:nvPr/>
          </p:nvSpPr>
          <p:spPr>
            <a:xfrm>
              <a:off x="6814639" y="1247497"/>
              <a:ext cx="19378" cy="25606"/>
            </a:xfrm>
            <a:custGeom>
              <a:avLst/>
              <a:gdLst/>
              <a:ahLst/>
              <a:cxnLst/>
              <a:rect l="l" t="t" r="r" b="b"/>
              <a:pathLst>
                <a:path w="224" h="296" extrusionOk="0">
                  <a:moveTo>
                    <a:pt x="24" y="0"/>
                  </a:moveTo>
                  <a:cubicBezTo>
                    <a:pt x="12" y="0"/>
                    <a:pt x="1" y="12"/>
                    <a:pt x="1" y="27"/>
                  </a:cubicBezTo>
                  <a:lnTo>
                    <a:pt x="20" y="261"/>
                  </a:lnTo>
                  <a:cubicBezTo>
                    <a:pt x="24" y="273"/>
                    <a:pt x="32" y="280"/>
                    <a:pt x="43" y="284"/>
                  </a:cubicBezTo>
                  <a:cubicBezTo>
                    <a:pt x="92" y="288"/>
                    <a:pt x="158" y="292"/>
                    <a:pt x="196" y="296"/>
                  </a:cubicBezTo>
                  <a:cubicBezTo>
                    <a:pt x="211" y="296"/>
                    <a:pt x="223" y="280"/>
                    <a:pt x="223" y="265"/>
                  </a:cubicBezTo>
                  <a:cubicBezTo>
                    <a:pt x="211" y="161"/>
                    <a:pt x="193" y="62"/>
                    <a:pt x="184" y="20"/>
                  </a:cubicBezTo>
                  <a:cubicBezTo>
                    <a:pt x="181" y="8"/>
                    <a:pt x="173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3" name="Google Shape;4963;p40"/>
            <p:cNvSpPr/>
            <p:nvPr/>
          </p:nvSpPr>
          <p:spPr>
            <a:xfrm>
              <a:off x="5302117" y="974995"/>
              <a:ext cx="32528" cy="98619"/>
            </a:xfrm>
            <a:custGeom>
              <a:avLst/>
              <a:gdLst/>
              <a:ahLst/>
              <a:cxnLst/>
              <a:rect l="l" t="t" r="r" b="b"/>
              <a:pathLst>
                <a:path w="376" h="1140" extrusionOk="0">
                  <a:moveTo>
                    <a:pt x="88" y="1"/>
                  </a:moveTo>
                  <a:cubicBezTo>
                    <a:pt x="76" y="1"/>
                    <a:pt x="65" y="8"/>
                    <a:pt x="61" y="23"/>
                  </a:cubicBezTo>
                  <a:cubicBezTo>
                    <a:pt x="0" y="591"/>
                    <a:pt x="65" y="1019"/>
                    <a:pt x="84" y="1120"/>
                  </a:cubicBezTo>
                  <a:cubicBezTo>
                    <a:pt x="84" y="1131"/>
                    <a:pt x="96" y="1139"/>
                    <a:pt x="111" y="1139"/>
                  </a:cubicBezTo>
                  <a:lnTo>
                    <a:pt x="349" y="1139"/>
                  </a:lnTo>
                  <a:cubicBezTo>
                    <a:pt x="364" y="1139"/>
                    <a:pt x="375" y="1127"/>
                    <a:pt x="375" y="1111"/>
                  </a:cubicBezTo>
                  <a:cubicBezTo>
                    <a:pt x="375" y="1097"/>
                    <a:pt x="364" y="1085"/>
                    <a:pt x="349" y="1085"/>
                  </a:cubicBezTo>
                  <a:lnTo>
                    <a:pt x="276" y="1085"/>
                  </a:lnTo>
                  <a:cubicBezTo>
                    <a:pt x="260" y="1085"/>
                    <a:pt x="249" y="1074"/>
                    <a:pt x="249" y="1062"/>
                  </a:cubicBezTo>
                  <a:cubicBezTo>
                    <a:pt x="211" y="633"/>
                    <a:pt x="222" y="196"/>
                    <a:pt x="226" y="85"/>
                  </a:cubicBezTo>
                  <a:cubicBezTo>
                    <a:pt x="226" y="73"/>
                    <a:pt x="237" y="62"/>
                    <a:pt x="253" y="62"/>
                  </a:cubicBezTo>
                  <a:lnTo>
                    <a:pt x="322" y="62"/>
                  </a:lnTo>
                  <a:cubicBezTo>
                    <a:pt x="333" y="62"/>
                    <a:pt x="345" y="50"/>
                    <a:pt x="349" y="39"/>
                  </a:cubicBezTo>
                  <a:lnTo>
                    <a:pt x="349" y="31"/>
                  </a:lnTo>
                  <a:cubicBezTo>
                    <a:pt x="352" y="16"/>
                    <a:pt x="341" y="1"/>
                    <a:pt x="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4" name="Google Shape;4964;p40"/>
            <p:cNvSpPr/>
            <p:nvPr/>
          </p:nvSpPr>
          <p:spPr>
            <a:xfrm>
              <a:off x="5315959" y="786060"/>
              <a:ext cx="726771" cy="368695"/>
            </a:xfrm>
            <a:custGeom>
              <a:avLst/>
              <a:gdLst/>
              <a:ahLst/>
              <a:cxnLst/>
              <a:rect l="l" t="t" r="r" b="b"/>
              <a:pathLst>
                <a:path w="8401" h="4262" extrusionOk="0">
                  <a:moveTo>
                    <a:pt x="5323" y="0"/>
                  </a:moveTo>
                  <a:cubicBezTo>
                    <a:pt x="4963" y="0"/>
                    <a:pt x="4596" y="4"/>
                    <a:pt x="4231" y="4"/>
                  </a:cubicBezTo>
                  <a:lnTo>
                    <a:pt x="4074" y="4"/>
                  </a:lnTo>
                  <a:cubicBezTo>
                    <a:pt x="3809" y="8"/>
                    <a:pt x="3549" y="8"/>
                    <a:pt x="3292" y="12"/>
                  </a:cubicBezTo>
                  <a:cubicBezTo>
                    <a:pt x="1644" y="23"/>
                    <a:pt x="254" y="50"/>
                    <a:pt x="254" y="50"/>
                  </a:cubicBezTo>
                  <a:cubicBezTo>
                    <a:pt x="1" y="1364"/>
                    <a:pt x="181" y="3518"/>
                    <a:pt x="238" y="4108"/>
                  </a:cubicBezTo>
                  <a:cubicBezTo>
                    <a:pt x="250" y="4208"/>
                    <a:pt x="254" y="4261"/>
                    <a:pt x="254" y="4261"/>
                  </a:cubicBezTo>
                  <a:lnTo>
                    <a:pt x="8400" y="4261"/>
                  </a:lnTo>
                  <a:lnTo>
                    <a:pt x="8400" y="69"/>
                  </a:lnTo>
                  <a:cubicBezTo>
                    <a:pt x="7887" y="20"/>
                    <a:pt x="6665" y="4"/>
                    <a:pt x="53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5" name="Google Shape;4965;p40"/>
            <p:cNvSpPr/>
            <p:nvPr/>
          </p:nvSpPr>
          <p:spPr>
            <a:xfrm>
              <a:off x="5328589" y="1147060"/>
              <a:ext cx="714140" cy="18340"/>
            </a:xfrm>
            <a:custGeom>
              <a:avLst/>
              <a:gdLst/>
              <a:ahLst/>
              <a:cxnLst/>
              <a:rect l="l" t="t" r="r" b="b"/>
              <a:pathLst>
                <a:path w="8255" h="212" extrusionOk="0">
                  <a:moveTo>
                    <a:pt x="100" y="1"/>
                  </a:moveTo>
                  <a:cubicBezTo>
                    <a:pt x="0" y="27"/>
                    <a:pt x="73" y="211"/>
                    <a:pt x="73" y="211"/>
                  </a:cubicBezTo>
                  <a:lnTo>
                    <a:pt x="8254" y="211"/>
                  </a:lnTo>
                  <a:lnTo>
                    <a:pt x="8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6" name="Google Shape;4966;p40"/>
            <p:cNvSpPr/>
            <p:nvPr/>
          </p:nvSpPr>
          <p:spPr>
            <a:xfrm>
              <a:off x="5325648" y="778706"/>
              <a:ext cx="730058" cy="20416"/>
            </a:xfrm>
            <a:custGeom>
              <a:avLst/>
              <a:gdLst/>
              <a:ahLst/>
              <a:cxnLst/>
              <a:rect l="l" t="t" r="r" b="b"/>
              <a:pathLst>
                <a:path w="8439" h="236" extrusionOk="0">
                  <a:moveTo>
                    <a:pt x="130" y="1"/>
                  </a:moveTo>
                  <a:cubicBezTo>
                    <a:pt x="0" y="1"/>
                    <a:pt x="0" y="200"/>
                    <a:pt x="130" y="204"/>
                  </a:cubicBezTo>
                  <a:cubicBezTo>
                    <a:pt x="2253" y="212"/>
                    <a:pt x="4372" y="220"/>
                    <a:pt x="6495" y="227"/>
                  </a:cubicBezTo>
                  <a:cubicBezTo>
                    <a:pt x="7096" y="231"/>
                    <a:pt x="7702" y="231"/>
                    <a:pt x="8307" y="235"/>
                  </a:cubicBezTo>
                  <a:cubicBezTo>
                    <a:pt x="8438" y="235"/>
                    <a:pt x="8438" y="32"/>
                    <a:pt x="8307" y="32"/>
                  </a:cubicBezTo>
                  <a:cubicBezTo>
                    <a:pt x="6185" y="24"/>
                    <a:pt x="4065" y="16"/>
                    <a:pt x="1943" y="9"/>
                  </a:cubicBezTo>
                  <a:cubicBezTo>
                    <a:pt x="1341" y="5"/>
                    <a:pt x="736" y="1"/>
                    <a:pt x="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7" name="Google Shape;4967;p40"/>
            <p:cNvSpPr/>
            <p:nvPr/>
          </p:nvSpPr>
          <p:spPr>
            <a:xfrm>
              <a:off x="5353071" y="818500"/>
              <a:ext cx="667425" cy="6748"/>
            </a:xfrm>
            <a:custGeom>
              <a:avLst/>
              <a:gdLst/>
              <a:ahLst/>
              <a:cxnLst/>
              <a:rect l="l" t="t" r="r" b="b"/>
              <a:pathLst>
                <a:path w="7715" h="78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8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8" name="Google Shape;4968;p40"/>
            <p:cNvSpPr/>
            <p:nvPr/>
          </p:nvSpPr>
          <p:spPr>
            <a:xfrm>
              <a:off x="5353071" y="85993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3"/>
                  </a:lnTo>
                  <a:lnTo>
                    <a:pt x="7715" y="73"/>
                  </a:lnTo>
                  <a:lnTo>
                    <a:pt x="7715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69" name="Google Shape;4969;p40"/>
            <p:cNvSpPr/>
            <p:nvPr/>
          </p:nvSpPr>
          <p:spPr>
            <a:xfrm>
              <a:off x="5353071" y="901116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0" name="Google Shape;4970;p40"/>
            <p:cNvSpPr/>
            <p:nvPr/>
          </p:nvSpPr>
          <p:spPr>
            <a:xfrm>
              <a:off x="5353071" y="94220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5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1" name="Google Shape;4971;p40"/>
            <p:cNvSpPr/>
            <p:nvPr/>
          </p:nvSpPr>
          <p:spPr>
            <a:xfrm>
              <a:off x="5353071" y="983299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2" name="Google Shape;4972;p40"/>
            <p:cNvSpPr/>
            <p:nvPr/>
          </p:nvSpPr>
          <p:spPr>
            <a:xfrm>
              <a:off x="5353071" y="1024391"/>
              <a:ext cx="667425" cy="6661"/>
            </a:xfrm>
            <a:custGeom>
              <a:avLst/>
              <a:gdLst/>
              <a:ahLst/>
              <a:cxnLst/>
              <a:rect l="l" t="t" r="r" b="b"/>
              <a:pathLst>
                <a:path w="7715" h="77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7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3" name="Google Shape;4973;p40"/>
            <p:cNvSpPr/>
            <p:nvPr/>
          </p:nvSpPr>
          <p:spPr>
            <a:xfrm>
              <a:off x="5353071" y="1065829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2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4" name="Google Shape;4974;p40"/>
            <p:cNvSpPr/>
            <p:nvPr/>
          </p:nvSpPr>
          <p:spPr>
            <a:xfrm>
              <a:off x="5353071" y="1106920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4"/>
                  </a:lnTo>
                  <a:lnTo>
                    <a:pt x="7715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975" name="Google Shape;4975;p40"/>
          <p:cNvGrpSpPr/>
          <p:nvPr/>
        </p:nvGrpSpPr>
        <p:grpSpPr>
          <a:xfrm>
            <a:off x="8268025" y="4015998"/>
            <a:ext cx="282810" cy="637787"/>
            <a:chOff x="6229555" y="157796"/>
            <a:chExt cx="240321" cy="541967"/>
          </a:xfrm>
        </p:grpSpPr>
        <p:sp>
          <p:nvSpPr>
            <p:cNvPr id="4976" name="Google Shape;4976;p40"/>
            <p:cNvSpPr/>
            <p:nvPr/>
          </p:nvSpPr>
          <p:spPr>
            <a:xfrm>
              <a:off x="6229555" y="157796"/>
              <a:ext cx="240321" cy="410833"/>
            </a:xfrm>
            <a:custGeom>
              <a:avLst/>
              <a:gdLst/>
              <a:ahLst/>
              <a:cxnLst/>
              <a:rect l="l" t="t" r="r" b="b"/>
              <a:pathLst>
                <a:path w="427" h="730" extrusionOk="0">
                  <a:moveTo>
                    <a:pt x="212" y="1"/>
                  </a:moveTo>
                  <a:cubicBezTo>
                    <a:pt x="212" y="1"/>
                    <a:pt x="1" y="399"/>
                    <a:pt x="1" y="519"/>
                  </a:cubicBezTo>
                  <a:cubicBezTo>
                    <a:pt x="1" y="634"/>
                    <a:pt x="97" y="729"/>
                    <a:pt x="212" y="729"/>
                  </a:cubicBezTo>
                  <a:cubicBezTo>
                    <a:pt x="331" y="729"/>
                    <a:pt x="427" y="634"/>
                    <a:pt x="427" y="519"/>
                  </a:cubicBezTo>
                  <a:cubicBezTo>
                    <a:pt x="427" y="399"/>
                    <a:pt x="212" y="1"/>
                    <a:pt x="2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77" name="Google Shape;4977;p40"/>
            <p:cNvSpPr/>
            <p:nvPr/>
          </p:nvSpPr>
          <p:spPr>
            <a:xfrm>
              <a:off x="6281332" y="402049"/>
              <a:ext cx="153648" cy="297713"/>
            </a:xfrm>
            <a:custGeom>
              <a:avLst/>
              <a:gdLst/>
              <a:ahLst/>
              <a:cxnLst/>
              <a:rect l="l" t="t" r="r" b="b"/>
              <a:pathLst>
                <a:path w="273" h="529" extrusionOk="0">
                  <a:moveTo>
                    <a:pt x="112" y="0"/>
                  </a:moveTo>
                  <a:lnTo>
                    <a:pt x="93" y="184"/>
                  </a:lnTo>
                  <a:lnTo>
                    <a:pt x="1" y="149"/>
                  </a:lnTo>
                  <a:lnTo>
                    <a:pt x="93" y="234"/>
                  </a:lnTo>
                  <a:lnTo>
                    <a:pt x="93" y="529"/>
                  </a:lnTo>
                  <a:lnTo>
                    <a:pt x="154" y="529"/>
                  </a:lnTo>
                  <a:lnTo>
                    <a:pt x="147" y="249"/>
                  </a:lnTo>
                  <a:lnTo>
                    <a:pt x="273" y="145"/>
                  </a:lnTo>
                  <a:lnTo>
                    <a:pt x="143" y="1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978" name="Google Shape;4978;p40"/>
          <p:cNvGrpSpPr/>
          <p:nvPr/>
        </p:nvGrpSpPr>
        <p:grpSpPr>
          <a:xfrm>
            <a:off x="7996773" y="4018645"/>
            <a:ext cx="348379" cy="632488"/>
            <a:chOff x="9013159" y="960258"/>
            <a:chExt cx="296039" cy="537464"/>
          </a:xfrm>
        </p:grpSpPr>
        <p:sp>
          <p:nvSpPr>
            <p:cNvPr id="4979" name="Google Shape;4979;p40"/>
            <p:cNvSpPr/>
            <p:nvPr/>
          </p:nvSpPr>
          <p:spPr>
            <a:xfrm>
              <a:off x="9013159" y="960258"/>
              <a:ext cx="296039" cy="420963"/>
            </a:xfrm>
            <a:custGeom>
              <a:avLst/>
              <a:gdLst/>
              <a:ahLst/>
              <a:cxnLst/>
              <a:rect l="l" t="t" r="r" b="b"/>
              <a:pathLst>
                <a:path w="526" h="748" extrusionOk="0">
                  <a:moveTo>
                    <a:pt x="261" y="0"/>
                  </a:moveTo>
                  <a:cubicBezTo>
                    <a:pt x="261" y="0"/>
                    <a:pt x="0" y="407"/>
                    <a:pt x="0" y="529"/>
                  </a:cubicBezTo>
                  <a:cubicBezTo>
                    <a:pt x="0" y="649"/>
                    <a:pt x="115" y="748"/>
                    <a:pt x="261" y="748"/>
                  </a:cubicBezTo>
                  <a:cubicBezTo>
                    <a:pt x="407" y="748"/>
                    <a:pt x="525" y="649"/>
                    <a:pt x="525" y="529"/>
                  </a:cubicBezTo>
                  <a:cubicBezTo>
                    <a:pt x="525" y="407"/>
                    <a:pt x="261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0" name="Google Shape;4980;p40"/>
            <p:cNvSpPr/>
            <p:nvPr/>
          </p:nvSpPr>
          <p:spPr>
            <a:xfrm>
              <a:off x="9099267" y="120169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3" y="181"/>
                  </a:lnTo>
                  <a:lnTo>
                    <a:pt x="1" y="146"/>
                  </a:lnTo>
                  <a:lnTo>
                    <a:pt x="93" y="231"/>
                  </a:lnTo>
                  <a:lnTo>
                    <a:pt x="93" y="526"/>
                  </a:lnTo>
                  <a:lnTo>
                    <a:pt x="154" y="526"/>
                  </a:lnTo>
                  <a:lnTo>
                    <a:pt x="146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4981" name="Google Shape;4981;p40"/>
          <p:cNvGrpSpPr/>
          <p:nvPr/>
        </p:nvGrpSpPr>
        <p:grpSpPr>
          <a:xfrm>
            <a:off x="8063115" y="1991363"/>
            <a:ext cx="1936841" cy="1205022"/>
            <a:chOff x="3846690" y="770050"/>
            <a:chExt cx="1788734" cy="1053802"/>
          </a:xfrm>
        </p:grpSpPr>
        <p:sp>
          <p:nvSpPr>
            <p:cNvPr id="4982" name="Google Shape;4982;p40"/>
            <p:cNvSpPr/>
            <p:nvPr/>
          </p:nvSpPr>
          <p:spPr>
            <a:xfrm>
              <a:off x="3846690" y="770050"/>
              <a:ext cx="1788734" cy="1053802"/>
            </a:xfrm>
            <a:custGeom>
              <a:avLst/>
              <a:gdLst/>
              <a:ahLst/>
              <a:cxnLst/>
              <a:rect l="l" t="t" r="r" b="b"/>
              <a:pathLst>
                <a:path w="18551" h="10929" extrusionOk="0">
                  <a:moveTo>
                    <a:pt x="5465" y="0"/>
                  </a:moveTo>
                  <a:cubicBezTo>
                    <a:pt x="2453" y="0"/>
                    <a:pt x="0" y="2448"/>
                    <a:pt x="0" y="5465"/>
                  </a:cubicBezTo>
                  <a:cubicBezTo>
                    <a:pt x="0" y="8477"/>
                    <a:pt x="2453" y="10929"/>
                    <a:pt x="5465" y="10929"/>
                  </a:cubicBezTo>
                  <a:lnTo>
                    <a:pt x="18497" y="10929"/>
                  </a:lnTo>
                  <a:lnTo>
                    <a:pt x="18551" y="6767"/>
                  </a:lnTo>
                  <a:lnTo>
                    <a:pt x="5465" y="6779"/>
                  </a:lnTo>
                  <a:cubicBezTo>
                    <a:pt x="4740" y="6779"/>
                    <a:pt x="4151" y="6189"/>
                    <a:pt x="4151" y="5465"/>
                  </a:cubicBezTo>
                  <a:cubicBezTo>
                    <a:pt x="4151" y="4737"/>
                    <a:pt x="4740" y="4146"/>
                    <a:pt x="5465" y="4146"/>
                  </a:cubicBezTo>
                  <a:lnTo>
                    <a:pt x="18497" y="4150"/>
                  </a:lnTo>
                  <a:lnTo>
                    <a:pt x="18497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3" name="Google Shape;4983;p40"/>
            <p:cNvSpPr/>
            <p:nvPr/>
          </p:nvSpPr>
          <p:spPr>
            <a:xfrm>
              <a:off x="5501569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4" name="Google Shape;4984;p40"/>
            <p:cNvSpPr/>
            <p:nvPr/>
          </p:nvSpPr>
          <p:spPr>
            <a:xfrm>
              <a:off x="5378535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5" name="Google Shape;4985;p40"/>
            <p:cNvSpPr/>
            <p:nvPr/>
          </p:nvSpPr>
          <p:spPr>
            <a:xfrm>
              <a:off x="5255502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6" name="Google Shape;4986;p40"/>
            <p:cNvSpPr/>
            <p:nvPr/>
          </p:nvSpPr>
          <p:spPr>
            <a:xfrm>
              <a:off x="5132468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7" name="Google Shape;4987;p40"/>
            <p:cNvSpPr/>
            <p:nvPr/>
          </p:nvSpPr>
          <p:spPr>
            <a:xfrm>
              <a:off x="50094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8" name="Google Shape;4988;p40"/>
            <p:cNvSpPr/>
            <p:nvPr/>
          </p:nvSpPr>
          <p:spPr>
            <a:xfrm>
              <a:off x="4886401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89" name="Google Shape;4989;p40"/>
            <p:cNvSpPr/>
            <p:nvPr/>
          </p:nvSpPr>
          <p:spPr>
            <a:xfrm>
              <a:off x="4763367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0" name="Google Shape;4990;p40"/>
            <p:cNvSpPr/>
            <p:nvPr/>
          </p:nvSpPr>
          <p:spPr>
            <a:xfrm>
              <a:off x="46403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1" name="Google Shape;4991;p40"/>
            <p:cNvSpPr/>
            <p:nvPr/>
          </p:nvSpPr>
          <p:spPr>
            <a:xfrm>
              <a:off x="4517300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2" name="Google Shape;4992;p40"/>
            <p:cNvSpPr/>
            <p:nvPr/>
          </p:nvSpPr>
          <p:spPr>
            <a:xfrm>
              <a:off x="4393881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3" name="Google Shape;4993;p40"/>
            <p:cNvSpPr/>
            <p:nvPr/>
          </p:nvSpPr>
          <p:spPr>
            <a:xfrm>
              <a:off x="4270461" y="1600625"/>
              <a:ext cx="63350" cy="28155"/>
            </a:xfrm>
            <a:custGeom>
              <a:avLst/>
              <a:gdLst/>
              <a:ahLst/>
              <a:cxnLst/>
              <a:rect l="l" t="t" r="r" b="b"/>
              <a:pathLst>
                <a:path w="657" h="292" extrusionOk="0">
                  <a:moveTo>
                    <a:pt x="46" y="1"/>
                  </a:moveTo>
                  <a:lnTo>
                    <a:pt x="0" y="150"/>
                  </a:lnTo>
                  <a:cubicBezTo>
                    <a:pt x="204" y="219"/>
                    <a:pt x="418" y="265"/>
                    <a:pt x="637" y="291"/>
                  </a:cubicBezTo>
                  <a:lnTo>
                    <a:pt x="656" y="134"/>
                  </a:lnTo>
                  <a:cubicBezTo>
                    <a:pt x="449" y="107"/>
                    <a:pt x="246" y="61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4" name="Google Shape;4994;p40"/>
            <p:cNvSpPr/>
            <p:nvPr/>
          </p:nvSpPr>
          <p:spPr>
            <a:xfrm>
              <a:off x="4160734" y="1542965"/>
              <a:ext cx="59203" cy="47440"/>
            </a:xfrm>
            <a:custGeom>
              <a:avLst/>
              <a:gdLst/>
              <a:ahLst/>
              <a:cxnLst/>
              <a:rect l="l" t="t" r="r" b="b"/>
              <a:pathLst>
                <a:path w="614" h="492" extrusionOk="0">
                  <a:moveTo>
                    <a:pt x="100" y="1"/>
                  </a:moveTo>
                  <a:lnTo>
                    <a:pt x="1" y="123"/>
                  </a:lnTo>
                  <a:cubicBezTo>
                    <a:pt x="165" y="261"/>
                    <a:pt x="349" y="384"/>
                    <a:pt x="537" y="491"/>
                  </a:cubicBezTo>
                  <a:lnTo>
                    <a:pt x="613" y="350"/>
                  </a:lnTo>
                  <a:cubicBezTo>
                    <a:pt x="434" y="249"/>
                    <a:pt x="261" y="131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5" name="Google Shape;4995;p40"/>
            <p:cNvSpPr/>
            <p:nvPr/>
          </p:nvSpPr>
          <p:spPr>
            <a:xfrm>
              <a:off x="4080608" y="1450978"/>
              <a:ext cx="47343" cy="59589"/>
            </a:xfrm>
            <a:custGeom>
              <a:avLst/>
              <a:gdLst/>
              <a:ahLst/>
              <a:cxnLst/>
              <a:rect l="l" t="t" r="r" b="b"/>
              <a:pathLst>
                <a:path w="491" h="618" extrusionOk="0">
                  <a:moveTo>
                    <a:pt x="142" y="0"/>
                  </a:moveTo>
                  <a:lnTo>
                    <a:pt x="1" y="77"/>
                  </a:lnTo>
                  <a:cubicBezTo>
                    <a:pt x="107" y="269"/>
                    <a:pt x="230" y="449"/>
                    <a:pt x="368" y="617"/>
                  </a:cubicBezTo>
                  <a:lnTo>
                    <a:pt x="491" y="514"/>
                  </a:lnTo>
                  <a:cubicBezTo>
                    <a:pt x="360" y="357"/>
                    <a:pt x="241" y="184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6" name="Google Shape;4996;p40"/>
            <p:cNvSpPr/>
            <p:nvPr/>
          </p:nvSpPr>
          <p:spPr>
            <a:xfrm>
              <a:off x="4041750" y="1337587"/>
              <a:ext cx="28541" cy="63157"/>
            </a:xfrm>
            <a:custGeom>
              <a:avLst/>
              <a:gdLst/>
              <a:ahLst/>
              <a:cxnLst/>
              <a:rect l="l" t="t" r="r" b="b"/>
              <a:pathLst>
                <a:path w="296" h="655" extrusionOk="0">
                  <a:moveTo>
                    <a:pt x="158" y="0"/>
                  </a:moveTo>
                  <a:lnTo>
                    <a:pt x="1" y="19"/>
                  </a:lnTo>
                  <a:cubicBezTo>
                    <a:pt x="27" y="237"/>
                    <a:pt x="77" y="453"/>
                    <a:pt x="142" y="655"/>
                  </a:cubicBezTo>
                  <a:lnTo>
                    <a:pt x="296" y="605"/>
                  </a:lnTo>
                  <a:cubicBezTo>
                    <a:pt x="231" y="410"/>
                    <a:pt x="185" y="207"/>
                    <a:pt x="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7" name="Google Shape;4997;p40"/>
            <p:cNvSpPr/>
            <p:nvPr/>
          </p:nvSpPr>
          <p:spPr>
            <a:xfrm>
              <a:off x="4039532" y="1214457"/>
              <a:ext cx="24877" cy="63350"/>
            </a:xfrm>
            <a:custGeom>
              <a:avLst/>
              <a:gdLst/>
              <a:ahLst/>
              <a:cxnLst/>
              <a:rect l="l" t="t" r="r" b="b"/>
              <a:pathLst>
                <a:path w="258" h="657" extrusionOk="0">
                  <a:moveTo>
                    <a:pt x="100" y="1"/>
                  </a:moveTo>
                  <a:cubicBezTo>
                    <a:pt x="47" y="212"/>
                    <a:pt x="16" y="430"/>
                    <a:pt x="1" y="644"/>
                  </a:cubicBezTo>
                  <a:lnTo>
                    <a:pt x="162" y="656"/>
                  </a:lnTo>
                  <a:cubicBezTo>
                    <a:pt x="174" y="449"/>
                    <a:pt x="204" y="243"/>
                    <a:pt x="257" y="39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8" name="Google Shape;4998;p40"/>
            <p:cNvSpPr/>
            <p:nvPr/>
          </p:nvSpPr>
          <p:spPr>
            <a:xfrm>
              <a:off x="4070194" y="1101065"/>
              <a:ext cx="44451" cy="60746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0"/>
                  </a:moveTo>
                  <a:cubicBezTo>
                    <a:pt x="204" y="177"/>
                    <a:pt x="93" y="368"/>
                    <a:pt x="1" y="564"/>
                  </a:cubicBezTo>
                  <a:lnTo>
                    <a:pt x="146" y="629"/>
                  </a:lnTo>
                  <a:cubicBezTo>
                    <a:pt x="234" y="446"/>
                    <a:pt x="342" y="262"/>
                    <a:pt x="461" y="9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4999" name="Google Shape;4999;p40"/>
            <p:cNvSpPr/>
            <p:nvPr/>
          </p:nvSpPr>
          <p:spPr>
            <a:xfrm>
              <a:off x="4143764" y="1014961"/>
              <a:ext cx="57757" cy="50043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3" y="0"/>
                  </a:moveTo>
                  <a:cubicBezTo>
                    <a:pt x="330" y="120"/>
                    <a:pt x="158" y="253"/>
                    <a:pt x="0" y="403"/>
                  </a:cubicBezTo>
                  <a:lnTo>
                    <a:pt x="108" y="518"/>
                  </a:lnTo>
                  <a:cubicBezTo>
                    <a:pt x="261" y="377"/>
                    <a:pt x="426" y="246"/>
                    <a:pt x="598" y="135"/>
                  </a:cubicBezTo>
                  <a:lnTo>
                    <a:pt x="5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0" name="Google Shape;5000;p40"/>
            <p:cNvSpPr/>
            <p:nvPr/>
          </p:nvSpPr>
          <p:spPr>
            <a:xfrm>
              <a:off x="4249056" y="968389"/>
              <a:ext cx="63253" cy="32302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1"/>
                  </a:moveTo>
                  <a:cubicBezTo>
                    <a:pt x="410" y="43"/>
                    <a:pt x="199" y="105"/>
                    <a:pt x="1" y="185"/>
                  </a:cubicBezTo>
                  <a:lnTo>
                    <a:pt x="58" y="334"/>
                  </a:lnTo>
                  <a:cubicBezTo>
                    <a:pt x="254" y="258"/>
                    <a:pt x="452" y="196"/>
                    <a:pt x="656" y="158"/>
                  </a:cubicBez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1" name="Google Shape;5001;p40"/>
            <p:cNvSpPr/>
            <p:nvPr/>
          </p:nvSpPr>
          <p:spPr>
            <a:xfrm>
              <a:off x="5479488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2" name="Google Shape;5002;p40"/>
            <p:cNvSpPr/>
            <p:nvPr/>
          </p:nvSpPr>
          <p:spPr>
            <a:xfrm>
              <a:off x="5356358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3" name="Google Shape;5003;p40"/>
            <p:cNvSpPr/>
            <p:nvPr/>
          </p:nvSpPr>
          <p:spPr>
            <a:xfrm>
              <a:off x="5233421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4" name="Google Shape;5004;p40"/>
            <p:cNvSpPr/>
            <p:nvPr/>
          </p:nvSpPr>
          <p:spPr>
            <a:xfrm>
              <a:off x="5110291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5" name="Google Shape;5005;p40"/>
            <p:cNvSpPr/>
            <p:nvPr/>
          </p:nvSpPr>
          <p:spPr>
            <a:xfrm>
              <a:off x="4987258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6" name="Google Shape;5006;p40"/>
            <p:cNvSpPr/>
            <p:nvPr/>
          </p:nvSpPr>
          <p:spPr>
            <a:xfrm>
              <a:off x="4864224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7" name="Google Shape;5007;p40"/>
            <p:cNvSpPr/>
            <p:nvPr/>
          </p:nvSpPr>
          <p:spPr>
            <a:xfrm>
              <a:off x="4741190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8" name="Google Shape;5008;p40"/>
            <p:cNvSpPr/>
            <p:nvPr/>
          </p:nvSpPr>
          <p:spPr>
            <a:xfrm>
              <a:off x="4618157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09" name="Google Shape;5009;p40"/>
            <p:cNvSpPr/>
            <p:nvPr/>
          </p:nvSpPr>
          <p:spPr>
            <a:xfrm>
              <a:off x="4495123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010" name="Google Shape;5010;p40"/>
            <p:cNvSpPr/>
            <p:nvPr/>
          </p:nvSpPr>
          <p:spPr>
            <a:xfrm>
              <a:off x="4371704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4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49455BD-8D44-0DD4-2325-80D294886B1F}"/>
              </a:ext>
            </a:extLst>
          </p:cNvPr>
          <p:cNvSpPr txBox="1"/>
          <p:nvPr/>
        </p:nvSpPr>
        <p:spPr>
          <a:xfrm>
            <a:off x="2114086" y="1617643"/>
            <a:ext cx="56363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Road e vegetation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coprono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~50%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dei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pixel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totali</a:t>
            </a:r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Rider, train, motorcycle: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meno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dell'1%</a:t>
            </a:r>
          </a:p>
          <a:p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Senza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correttivi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la rete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ignora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le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classi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rare.</a:t>
            </a:r>
          </a:p>
          <a:p>
            <a:endParaRPr lang="en-US" dirty="0">
              <a:solidFill>
                <a:schemeClr val="tx1"/>
              </a:solidFill>
              <a:latin typeface="Changa One" panose="020B060402020202020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Changa One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Soluzione</a:t>
            </a:r>
            <a:r>
              <a:rPr lang="en-US" dirty="0">
                <a:solidFill>
                  <a:schemeClr val="tx1"/>
                </a:solidFill>
                <a:latin typeface="Changa One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hanga One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Adottata</a:t>
            </a:r>
            <a:r>
              <a:rPr lang="en-US" dirty="0">
                <a:solidFill>
                  <a:schemeClr val="tx1"/>
                </a:solidFill>
                <a:latin typeface="Changa One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r>
              <a:rPr lang="en-US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Class weights ENet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nella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CrossEntropyLoss</a:t>
            </a:r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Es: road weight = 2.8 | motorcycle weight = 10.5</a:t>
            </a:r>
          </a:p>
          <a:p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classi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rare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sono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più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penalizzate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durante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il training.</a:t>
            </a:r>
          </a:p>
          <a:p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48522DF-E803-E90B-A1CE-BF9A96B65712}"/>
              </a:ext>
            </a:extLst>
          </p:cNvPr>
          <p:cNvGrpSpPr/>
          <p:nvPr/>
        </p:nvGrpSpPr>
        <p:grpSpPr>
          <a:xfrm>
            <a:off x="8723964" y="4813236"/>
            <a:ext cx="274320" cy="274320"/>
            <a:chOff x="8739332" y="4813236"/>
            <a:chExt cx="274320" cy="27432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8252AED-1189-CD8A-7EBC-4F142FCD5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BBE754F-4E24-7096-26F5-D548925943AE}"/>
                </a:ext>
              </a:extLst>
            </p:cNvPr>
            <p:cNvSpPr txBox="1"/>
            <p:nvPr/>
          </p:nvSpPr>
          <p:spPr>
            <a:xfrm>
              <a:off x="8754503" y="4842674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7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7E98833-9D76-11C0-C0A3-A5A73E97D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814" y="2522465"/>
            <a:ext cx="218562" cy="2185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CFBAD9-C5D0-4CC2-B646-B9C1E2547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942814" y="2113163"/>
            <a:ext cx="218562" cy="2185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1">
          <a:extLst>
            <a:ext uri="{FF2B5EF4-FFF2-40B4-BE49-F238E27FC236}">
              <a16:creationId xmlns:a16="http://schemas.microsoft.com/office/drawing/2014/main" id="{7CA9F0A7-82A8-D6EF-0DE6-26FECE0EA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5" name="Google Shape;5425;p42">
            <a:extLst>
              <a:ext uri="{FF2B5EF4-FFF2-40B4-BE49-F238E27FC236}">
                <a16:creationId xmlns:a16="http://schemas.microsoft.com/office/drawing/2014/main" id="{F95AF6D9-C5F1-73A8-871D-216FEF22476F}"/>
              </a:ext>
            </a:extLst>
          </p:cNvPr>
          <p:cNvGrpSpPr/>
          <p:nvPr/>
        </p:nvGrpSpPr>
        <p:grpSpPr>
          <a:xfrm flipH="1">
            <a:off x="6940953" y="-35943"/>
            <a:ext cx="2244135" cy="1945438"/>
            <a:chOff x="-1189075" y="1978163"/>
            <a:chExt cx="2079250" cy="1802500"/>
          </a:xfrm>
        </p:grpSpPr>
        <p:sp>
          <p:nvSpPr>
            <p:cNvPr id="5426" name="Google Shape;5426;p42">
              <a:extLst>
                <a:ext uri="{FF2B5EF4-FFF2-40B4-BE49-F238E27FC236}">
                  <a16:creationId xmlns:a16="http://schemas.microsoft.com/office/drawing/2014/main" id="{173FA473-E215-7206-6BB3-B1F7F8E1892D}"/>
                </a:ext>
              </a:extLst>
            </p:cNvPr>
            <p:cNvSpPr/>
            <p:nvPr/>
          </p:nvSpPr>
          <p:spPr>
            <a:xfrm>
              <a:off x="-1189075" y="1978163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27" name="Google Shape;5427;p42">
              <a:extLst>
                <a:ext uri="{FF2B5EF4-FFF2-40B4-BE49-F238E27FC236}">
                  <a16:creationId xmlns:a16="http://schemas.microsoft.com/office/drawing/2014/main" id="{5B546204-BA4E-B502-22B3-D81FD919BC43}"/>
                </a:ext>
              </a:extLst>
            </p:cNvPr>
            <p:cNvSpPr/>
            <p:nvPr/>
          </p:nvSpPr>
          <p:spPr>
            <a:xfrm>
              <a:off x="-1095400" y="2085688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500" name="Google Shape;5500;p42">
            <a:extLst>
              <a:ext uri="{FF2B5EF4-FFF2-40B4-BE49-F238E27FC236}">
                <a16:creationId xmlns:a16="http://schemas.microsoft.com/office/drawing/2014/main" id="{66A3267A-135F-5CE4-6593-DF31FF06FA80}"/>
              </a:ext>
            </a:extLst>
          </p:cNvPr>
          <p:cNvGrpSpPr/>
          <p:nvPr/>
        </p:nvGrpSpPr>
        <p:grpSpPr>
          <a:xfrm>
            <a:off x="-5334" y="4018849"/>
            <a:ext cx="419247" cy="637784"/>
            <a:chOff x="8742442" y="252908"/>
            <a:chExt cx="356260" cy="541964"/>
          </a:xfrm>
        </p:grpSpPr>
        <p:sp>
          <p:nvSpPr>
            <p:cNvPr id="5501" name="Google Shape;5501;p42">
              <a:extLst>
                <a:ext uri="{FF2B5EF4-FFF2-40B4-BE49-F238E27FC236}">
                  <a16:creationId xmlns:a16="http://schemas.microsoft.com/office/drawing/2014/main" id="{7C7923EF-587A-E415-367C-1C8E4BC7D42E}"/>
                </a:ext>
              </a:extLst>
            </p:cNvPr>
            <p:cNvSpPr/>
            <p:nvPr/>
          </p:nvSpPr>
          <p:spPr>
            <a:xfrm>
              <a:off x="8742442" y="252908"/>
              <a:ext cx="356260" cy="354555"/>
            </a:xfrm>
            <a:custGeom>
              <a:avLst/>
              <a:gdLst/>
              <a:ahLst/>
              <a:cxnLst/>
              <a:rect l="l" t="t" r="r" b="b"/>
              <a:pathLst>
                <a:path w="633" h="630" extrusionOk="0">
                  <a:moveTo>
                    <a:pt x="314" y="0"/>
                  </a:moveTo>
                  <a:cubicBezTo>
                    <a:pt x="142" y="0"/>
                    <a:pt x="1" y="138"/>
                    <a:pt x="1" y="315"/>
                  </a:cubicBezTo>
                  <a:cubicBezTo>
                    <a:pt x="1" y="488"/>
                    <a:pt x="142" y="629"/>
                    <a:pt x="314" y="629"/>
                  </a:cubicBezTo>
                  <a:cubicBezTo>
                    <a:pt x="491" y="629"/>
                    <a:pt x="633" y="488"/>
                    <a:pt x="633" y="315"/>
                  </a:cubicBezTo>
                  <a:cubicBezTo>
                    <a:pt x="633" y="138"/>
                    <a:pt x="491" y="0"/>
                    <a:pt x="3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02" name="Google Shape;5502;p42">
              <a:extLst>
                <a:ext uri="{FF2B5EF4-FFF2-40B4-BE49-F238E27FC236}">
                  <a16:creationId xmlns:a16="http://schemas.microsoft.com/office/drawing/2014/main" id="{0BBF55C9-AFEE-8F27-F7DA-B4D958E14444}"/>
                </a:ext>
              </a:extLst>
            </p:cNvPr>
            <p:cNvSpPr/>
            <p:nvPr/>
          </p:nvSpPr>
          <p:spPr>
            <a:xfrm>
              <a:off x="8826299" y="377849"/>
              <a:ext cx="214432" cy="417024"/>
            </a:xfrm>
            <a:custGeom>
              <a:avLst/>
              <a:gdLst/>
              <a:ahLst/>
              <a:cxnLst/>
              <a:rect l="l" t="t" r="r" b="b"/>
              <a:pathLst>
                <a:path w="381" h="741" extrusionOk="0">
                  <a:moveTo>
                    <a:pt x="158" y="1"/>
                  </a:moveTo>
                  <a:lnTo>
                    <a:pt x="131" y="254"/>
                  </a:lnTo>
                  <a:lnTo>
                    <a:pt x="1" y="208"/>
                  </a:lnTo>
                  <a:lnTo>
                    <a:pt x="131" y="323"/>
                  </a:lnTo>
                  <a:lnTo>
                    <a:pt x="131" y="740"/>
                  </a:lnTo>
                  <a:lnTo>
                    <a:pt x="215" y="740"/>
                  </a:lnTo>
                  <a:lnTo>
                    <a:pt x="208" y="346"/>
                  </a:lnTo>
                  <a:lnTo>
                    <a:pt x="381" y="204"/>
                  </a:lnTo>
                  <a:lnTo>
                    <a:pt x="204" y="273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503" name="Google Shape;5503;p42">
            <a:extLst>
              <a:ext uri="{FF2B5EF4-FFF2-40B4-BE49-F238E27FC236}">
                <a16:creationId xmlns:a16="http://schemas.microsoft.com/office/drawing/2014/main" id="{55C5073A-1C77-FF45-EA5F-2F1460B3CD6D}"/>
              </a:ext>
            </a:extLst>
          </p:cNvPr>
          <p:cNvGrpSpPr/>
          <p:nvPr/>
        </p:nvGrpSpPr>
        <p:grpSpPr>
          <a:xfrm>
            <a:off x="-174190" y="4018849"/>
            <a:ext cx="348379" cy="632488"/>
            <a:chOff x="7920759" y="252908"/>
            <a:chExt cx="296039" cy="537464"/>
          </a:xfrm>
        </p:grpSpPr>
        <p:sp>
          <p:nvSpPr>
            <p:cNvPr id="5504" name="Google Shape;5504;p42">
              <a:extLst>
                <a:ext uri="{FF2B5EF4-FFF2-40B4-BE49-F238E27FC236}">
                  <a16:creationId xmlns:a16="http://schemas.microsoft.com/office/drawing/2014/main" id="{6821CF08-C199-6025-D85C-AD58848D2874}"/>
                </a:ext>
              </a:extLst>
            </p:cNvPr>
            <p:cNvSpPr/>
            <p:nvPr/>
          </p:nvSpPr>
          <p:spPr>
            <a:xfrm>
              <a:off x="7920759" y="252908"/>
              <a:ext cx="296039" cy="420963"/>
            </a:xfrm>
            <a:custGeom>
              <a:avLst/>
              <a:gdLst/>
              <a:ahLst/>
              <a:cxnLst/>
              <a:rect l="l" t="t" r="r" b="b"/>
              <a:pathLst>
                <a:path w="526" h="748" extrusionOk="0">
                  <a:moveTo>
                    <a:pt x="261" y="0"/>
                  </a:moveTo>
                  <a:cubicBezTo>
                    <a:pt x="261" y="0"/>
                    <a:pt x="0" y="407"/>
                    <a:pt x="0" y="529"/>
                  </a:cubicBezTo>
                  <a:cubicBezTo>
                    <a:pt x="0" y="649"/>
                    <a:pt x="115" y="748"/>
                    <a:pt x="261" y="748"/>
                  </a:cubicBezTo>
                  <a:cubicBezTo>
                    <a:pt x="407" y="748"/>
                    <a:pt x="525" y="649"/>
                    <a:pt x="525" y="529"/>
                  </a:cubicBezTo>
                  <a:cubicBezTo>
                    <a:pt x="525" y="407"/>
                    <a:pt x="261" y="0"/>
                    <a:pt x="2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05" name="Google Shape;5505;p42">
              <a:extLst>
                <a:ext uri="{FF2B5EF4-FFF2-40B4-BE49-F238E27FC236}">
                  <a16:creationId xmlns:a16="http://schemas.microsoft.com/office/drawing/2014/main" id="{7587AABA-3DAF-E1CD-EAF6-48A29900FFDB}"/>
                </a:ext>
              </a:extLst>
            </p:cNvPr>
            <p:cNvSpPr/>
            <p:nvPr/>
          </p:nvSpPr>
          <p:spPr>
            <a:xfrm>
              <a:off x="8006867" y="49434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3" y="181"/>
                  </a:lnTo>
                  <a:lnTo>
                    <a:pt x="1" y="146"/>
                  </a:lnTo>
                  <a:lnTo>
                    <a:pt x="93" y="231"/>
                  </a:lnTo>
                  <a:lnTo>
                    <a:pt x="93" y="526"/>
                  </a:lnTo>
                  <a:lnTo>
                    <a:pt x="154" y="526"/>
                  </a:lnTo>
                  <a:lnTo>
                    <a:pt x="146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506" name="Google Shape;5506;p42">
            <a:extLst>
              <a:ext uri="{FF2B5EF4-FFF2-40B4-BE49-F238E27FC236}">
                <a16:creationId xmlns:a16="http://schemas.microsoft.com/office/drawing/2014/main" id="{6242E794-C8E2-32E1-6FD9-3B0B0276799F}"/>
              </a:ext>
            </a:extLst>
          </p:cNvPr>
          <p:cNvGrpSpPr/>
          <p:nvPr/>
        </p:nvGrpSpPr>
        <p:grpSpPr>
          <a:xfrm>
            <a:off x="33223" y="4537093"/>
            <a:ext cx="549061" cy="233787"/>
            <a:chOff x="6498881" y="1318079"/>
            <a:chExt cx="466572" cy="198664"/>
          </a:xfrm>
        </p:grpSpPr>
        <p:sp>
          <p:nvSpPr>
            <p:cNvPr id="5507" name="Google Shape;5507;p42">
              <a:extLst>
                <a:ext uri="{FF2B5EF4-FFF2-40B4-BE49-F238E27FC236}">
                  <a16:creationId xmlns:a16="http://schemas.microsoft.com/office/drawing/2014/main" id="{B853DB76-4D6D-4545-3C10-04CDCC888AF7}"/>
                </a:ext>
              </a:extLst>
            </p:cNvPr>
            <p:cNvSpPr/>
            <p:nvPr/>
          </p:nvSpPr>
          <p:spPr>
            <a:xfrm>
              <a:off x="6550658" y="1343967"/>
              <a:ext cx="35457" cy="172775"/>
            </a:xfrm>
            <a:custGeom>
              <a:avLst/>
              <a:gdLst/>
              <a:ahLst/>
              <a:cxnLst/>
              <a:rect l="l" t="t" r="r" b="b"/>
              <a:pathLst>
                <a:path w="63" h="307" extrusionOk="0">
                  <a:moveTo>
                    <a:pt x="1" y="1"/>
                  </a:moveTo>
                  <a:lnTo>
                    <a:pt x="1" y="307"/>
                  </a:lnTo>
                  <a:lnTo>
                    <a:pt x="62" y="307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08" name="Google Shape;5508;p42">
              <a:extLst>
                <a:ext uri="{FF2B5EF4-FFF2-40B4-BE49-F238E27FC236}">
                  <a16:creationId xmlns:a16="http://schemas.microsoft.com/office/drawing/2014/main" id="{432DF5ED-35D9-4919-AA8D-E8303B007CB7}"/>
                </a:ext>
              </a:extLst>
            </p:cNvPr>
            <p:cNvSpPr/>
            <p:nvPr/>
          </p:nvSpPr>
          <p:spPr>
            <a:xfrm>
              <a:off x="6870327" y="1343967"/>
              <a:ext cx="34332" cy="172775"/>
            </a:xfrm>
            <a:custGeom>
              <a:avLst/>
              <a:gdLst/>
              <a:ahLst/>
              <a:cxnLst/>
              <a:rect l="l" t="t" r="r" b="b"/>
              <a:pathLst>
                <a:path w="61" h="307" extrusionOk="0">
                  <a:moveTo>
                    <a:pt x="0" y="1"/>
                  </a:moveTo>
                  <a:lnTo>
                    <a:pt x="0" y="307"/>
                  </a:lnTo>
                  <a:lnTo>
                    <a:pt x="61" y="307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09" name="Google Shape;5509;p42">
              <a:extLst>
                <a:ext uri="{FF2B5EF4-FFF2-40B4-BE49-F238E27FC236}">
                  <a16:creationId xmlns:a16="http://schemas.microsoft.com/office/drawing/2014/main" id="{6C599370-BE46-4553-D49B-30298BC2104F}"/>
                </a:ext>
              </a:extLst>
            </p:cNvPr>
            <p:cNvSpPr/>
            <p:nvPr/>
          </p:nvSpPr>
          <p:spPr>
            <a:xfrm>
              <a:off x="6498881" y="1318079"/>
              <a:ext cx="466572" cy="78227"/>
            </a:xfrm>
            <a:custGeom>
              <a:avLst/>
              <a:gdLst/>
              <a:ahLst/>
              <a:cxnLst/>
              <a:rect l="l" t="t" r="r" b="b"/>
              <a:pathLst>
                <a:path w="829" h="139" extrusionOk="0">
                  <a:moveTo>
                    <a:pt x="1" y="1"/>
                  </a:moveTo>
                  <a:lnTo>
                    <a:pt x="1" y="139"/>
                  </a:lnTo>
                  <a:lnTo>
                    <a:pt x="829" y="139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10" name="Google Shape;5510;p42">
              <a:extLst>
                <a:ext uri="{FF2B5EF4-FFF2-40B4-BE49-F238E27FC236}">
                  <a16:creationId xmlns:a16="http://schemas.microsoft.com/office/drawing/2014/main" id="{66A77EFF-94AB-D2C9-612C-35D26F4E99A4}"/>
                </a:ext>
              </a:extLst>
            </p:cNvPr>
            <p:cNvSpPr/>
            <p:nvPr/>
          </p:nvSpPr>
          <p:spPr>
            <a:xfrm>
              <a:off x="6498881" y="1421633"/>
              <a:ext cx="466572" cy="43334"/>
            </a:xfrm>
            <a:custGeom>
              <a:avLst/>
              <a:gdLst/>
              <a:ahLst/>
              <a:cxnLst/>
              <a:rect l="l" t="t" r="r" b="b"/>
              <a:pathLst>
                <a:path w="829" h="77" extrusionOk="0">
                  <a:moveTo>
                    <a:pt x="1" y="1"/>
                  </a:moveTo>
                  <a:lnTo>
                    <a:pt x="1" y="77"/>
                  </a:lnTo>
                  <a:lnTo>
                    <a:pt x="829" y="77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3A3D008-237F-ED35-93D2-8EB46E914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39" y="1232328"/>
            <a:ext cx="4554966" cy="30706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B95799-752A-64F0-43F3-9B896771B3B2}"/>
              </a:ext>
            </a:extLst>
          </p:cNvPr>
          <p:cNvSpPr txBox="1"/>
          <p:nvPr/>
        </p:nvSpPr>
        <p:spPr>
          <a:xfrm>
            <a:off x="4973444" y="2487094"/>
            <a:ext cx="45549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Encoder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MaxPool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2×2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dimezza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spazio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raddoppia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	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canali</a:t>
            </a:r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Skip connections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concatenazione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preserva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dettagli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locali</a:t>
            </a:r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DoubleConv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     	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Conv→BN→ReLU→Conv→BN→ReLU</a:t>
            </a:r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ConvTranspose2d per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upsampling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trainabile</a:t>
            </a:r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~31M </a:t>
            </a:r>
            <a:r>
              <a:rPr lang="en-US" b="1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parametri</a:t>
            </a:r>
            <a:r>
              <a:rPr lang="en-US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| ~124 MB</a:t>
            </a:r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Google Shape;5422;p42">
            <a:extLst>
              <a:ext uri="{FF2B5EF4-FFF2-40B4-BE49-F238E27FC236}">
                <a16:creationId xmlns:a16="http://schemas.microsoft.com/office/drawing/2014/main" id="{9371385C-5BF3-32AB-A2A3-758E43225B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842" y="331302"/>
            <a:ext cx="6402316" cy="8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noProof="0" dirty="0"/>
              <a:t>Architettura U-Net from Scratch</a:t>
            </a:r>
          </a:p>
        </p:txBody>
      </p:sp>
      <p:sp>
        <p:nvSpPr>
          <p:cNvPr id="10" name="Google Shape;5423;p42"/>
          <p:cNvSpPr txBox="1">
            <a:spLocks noGrp="1"/>
          </p:cNvSpPr>
          <p:nvPr>
            <p:ph type="title" idx="2"/>
          </p:nvPr>
        </p:nvSpPr>
        <p:spPr>
          <a:xfrm>
            <a:off x="345693" y="568177"/>
            <a:ext cx="744269" cy="369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noProof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C0A360-2CB7-E889-B2FE-1D063B1BF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906112" y="2571750"/>
            <a:ext cx="134664" cy="1346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CB9B4D-7817-04F7-1E90-4157FB0D9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906112" y="2989396"/>
            <a:ext cx="134664" cy="1346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D79197-AB60-2E69-1409-9480F956E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906112" y="3407042"/>
            <a:ext cx="134664" cy="1346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4D4568-2227-18DC-0F03-502F88D44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906112" y="3855009"/>
            <a:ext cx="134664" cy="1346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755FDF-0492-2400-D817-307CD0599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906112" y="4051973"/>
            <a:ext cx="134664" cy="1346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4071CFF-A4B5-F10E-83A9-0AD48647B196}"/>
              </a:ext>
            </a:extLst>
          </p:cNvPr>
          <p:cNvSpPr txBox="1"/>
          <p:nvPr/>
        </p:nvSpPr>
        <p:spPr>
          <a:xfrm>
            <a:off x="8754503" y="484267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38B9C3D-5B26-ADE4-AE6B-2354042BBB6A}"/>
              </a:ext>
            </a:extLst>
          </p:cNvPr>
          <p:cNvGrpSpPr/>
          <p:nvPr/>
        </p:nvGrpSpPr>
        <p:grpSpPr>
          <a:xfrm>
            <a:off x="8723964" y="4813236"/>
            <a:ext cx="274320" cy="274320"/>
            <a:chOff x="8739332" y="4813236"/>
            <a:chExt cx="274320" cy="27432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17B31A1-B877-4124-BC33-F54152F00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FC5726-3101-9A09-B0E9-A612A7F02218}"/>
                </a:ext>
              </a:extLst>
            </p:cNvPr>
            <p:cNvSpPr txBox="1"/>
            <p:nvPr/>
          </p:nvSpPr>
          <p:spPr>
            <a:xfrm>
              <a:off x="8754503" y="4842674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5188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1">
          <a:extLst>
            <a:ext uri="{FF2B5EF4-FFF2-40B4-BE49-F238E27FC236}">
              <a16:creationId xmlns:a16="http://schemas.microsoft.com/office/drawing/2014/main" id="{4A1CAFD9-6F1E-09E2-CF69-02A03B30F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5" name="Google Shape;5425;p42">
            <a:extLst>
              <a:ext uri="{FF2B5EF4-FFF2-40B4-BE49-F238E27FC236}">
                <a16:creationId xmlns:a16="http://schemas.microsoft.com/office/drawing/2014/main" id="{E8952ACC-15B3-7737-96F0-52010E7F716B}"/>
              </a:ext>
            </a:extLst>
          </p:cNvPr>
          <p:cNvGrpSpPr/>
          <p:nvPr/>
        </p:nvGrpSpPr>
        <p:grpSpPr>
          <a:xfrm flipH="1">
            <a:off x="6940953" y="-35943"/>
            <a:ext cx="2244135" cy="1945438"/>
            <a:chOff x="-1189075" y="1978163"/>
            <a:chExt cx="2079250" cy="1802500"/>
          </a:xfrm>
        </p:grpSpPr>
        <p:sp>
          <p:nvSpPr>
            <p:cNvPr id="5426" name="Google Shape;5426;p42">
              <a:extLst>
                <a:ext uri="{FF2B5EF4-FFF2-40B4-BE49-F238E27FC236}">
                  <a16:creationId xmlns:a16="http://schemas.microsoft.com/office/drawing/2014/main" id="{BD32683F-8240-4A4E-2DDD-B5CDAD5439BC}"/>
                </a:ext>
              </a:extLst>
            </p:cNvPr>
            <p:cNvSpPr/>
            <p:nvPr/>
          </p:nvSpPr>
          <p:spPr>
            <a:xfrm>
              <a:off x="-1189075" y="1978163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427" name="Google Shape;5427;p42">
              <a:extLst>
                <a:ext uri="{FF2B5EF4-FFF2-40B4-BE49-F238E27FC236}">
                  <a16:creationId xmlns:a16="http://schemas.microsoft.com/office/drawing/2014/main" id="{0AD957AC-97EF-A005-1BD5-BCF6F382B6E9}"/>
                </a:ext>
              </a:extLst>
            </p:cNvPr>
            <p:cNvSpPr/>
            <p:nvPr/>
          </p:nvSpPr>
          <p:spPr>
            <a:xfrm>
              <a:off x="-1095400" y="2085688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500" name="Google Shape;5500;p42">
            <a:extLst>
              <a:ext uri="{FF2B5EF4-FFF2-40B4-BE49-F238E27FC236}">
                <a16:creationId xmlns:a16="http://schemas.microsoft.com/office/drawing/2014/main" id="{C2AFD26D-B1BD-FC7C-EAB5-68C33F3238F9}"/>
              </a:ext>
            </a:extLst>
          </p:cNvPr>
          <p:cNvGrpSpPr/>
          <p:nvPr/>
        </p:nvGrpSpPr>
        <p:grpSpPr>
          <a:xfrm>
            <a:off x="-5334" y="4018849"/>
            <a:ext cx="419247" cy="637784"/>
            <a:chOff x="8742442" y="252908"/>
            <a:chExt cx="356260" cy="541964"/>
          </a:xfrm>
        </p:grpSpPr>
        <p:sp>
          <p:nvSpPr>
            <p:cNvPr id="5501" name="Google Shape;5501;p42">
              <a:extLst>
                <a:ext uri="{FF2B5EF4-FFF2-40B4-BE49-F238E27FC236}">
                  <a16:creationId xmlns:a16="http://schemas.microsoft.com/office/drawing/2014/main" id="{98F2E7C0-68B7-A66B-2EAC-A98291584152}"/>
                </a:ext>
              </a:extLst>
            </p:cNvPr>
            <p:cNvSpPr/>
            <p:nvPr/>
          </p:nvSpPr>
          <p:spPr>
            <a:xfrm>
              <a:off x="8742442" y="252908"/>
              <a:ext cx="356260" cy="354555"/>
            </a:xfrm>
            <a:custGeom>
              <a:avLst/>
              <a:gdLst/>
              <a:ahLst/>
              <a:cxnLst/>
              <a:rect l="l" t="t" r="r" b="b"/>
              <a:pathLst>
                <a:path w="633" h="630" extrusionOk="0">
                  <a:moveTo>
                    <a:pt x="314" y="0"/>
                  </a:moveTo>
                  <a:cubicBezTo>
                    <a:pt x="142" y="0"/>
                    <a:pt x="1" y="138"/>
                    <a:pt x="1" y="315"/>
                  </a:cubicBezTo>
                  <a:cubicBezTo>
                    <a:pt x="1" y="488"/>
                    <a:pt x="142" y="629"/>
                    <a:pt x="314" y="629"/>
                  </a:cubicBezTo>
                  <a:cubicBezTo>
                    <a:pt x="491" y="629"/>
                    <a:pt x="633" y="488"/>
                    <a:pt x="633" y="315"/>
                  </a:cubicBezTo>
                  <a:cubicBezTo>
                    <a:pt x="633" y="138"/>
                    <a:pt x="491" y="0"/>
                    <a:pt x="3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02" name="Google Shape;5502;p42">
              <a:extLst>
                <a:ext uri="{FF2B5EF4-FFF2-40B4-BE49-F238E27FC236}">
                  <a16:creationId xmlns:a16="http://schemas.microsoft.com/office/drawing/2014/main" id="{117621AF-8C49-0DC6-AA61-33164A5ED98C}"/>
                </a:ext>
              </a:extLst>
            </p:cNvPr>
            <p:cNvSpPr/>
            <p:nvPr/>
          </p:nvSpPr>
          <p:spPr>
            <a:xfrm>
              <a:off x="8826299" y="377849"/>
              <a:ext cx="214432" cy="417024"/>
            </a:xfrm>
            <a:custGeom>
              <a:avLst/>
              <a:gdLst/>
              <a:ahLst/>
              <a:cxnLst/>
              <a:rect l="l" t="t" r="r" b="b"/>
              <a:pathLst>
                <a:path w="381" h="741" extrusionOk="0">
                  <a:moveTo>
                    <a:pt x="158" y="1"/>
                  </a:moveTo>
                  <a:lnTo>
                    <a:pt x="131" y="254"/>
                  </a:lnTo>
                  <a:lnTo>
                    <a:pt x="1" y="208"/>
                  </a:lnTo>
                  <a:lnTo>
                    <a:pt x="131" y="323"/>
                  </a:lnTo>
                  <a:lnTo>
                    <a:pt x="131" y="740"/>
                  </a:lnTo>
                  <a:lnTo>
                    <a:pt x="215" y="740"/>
                  </a:lnTo>
                  <a:lnTo>
                    <a:pt x="208" y="346"/>
                  </a:lnTo>
                  <a:lnTo>
                    <a:pt x="381" y="204"/>
                  </a:lnTo>
                  <a:lnTo>
                    <a:pt x="204" y="273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503" name="Google Shape;5503;p42">
            <a:extLst>
              <a:ext uri="{FF2B5EF4-FFF2-40B4-BE49-F238E27FC236}">
                <a16:creationId xmlns:a16="http://schemas.microsoft.com/office/drawing/2014/main" id="{4BDF94E5-75F7-9CB4-BBFF-81A5CD2CB976}"/>
              </a:ext>
            </a:extLst>
          </p:cNvPr>
          <p:cNvGrpSpPr/>
          <p:nvPr/>
        </p:nvGrpSpPr>
        <p:grpSpPr>
          <a:xfrm>
            <a:off x="-174190" y="4018849"/>
            <a:ext cx="348379" cy="632488"/>
            <a:chOff x="7920759" y="252908"/>
            <a:chExt cx="296039" cy="537464"/>
          </a:xfrm>
        </p:grpSpPr>
        <p:sp>
          <p:nvSpPr>
            <p:cNvPr id="5504" name="Google Shape;5504;p42">
              <a:extLst>
                <a:ext uri="{FF2B5EF4-FFF2-40B4-BE49-F238E27FC236}">
                  <a16:creationId xmlns:a16="http://schemas.microsoft.com/office/drawing/2014/main" id="{3DF47E68-A9A0-058A-257F-0E0267C2A74E}"/>
                </a:ext>
              </a:extLst>
            </p:cNvPr>
            <p:cNvSpPr/>
            <p:nvPr/>
          </p:nvSpPr>
          <p:spPr>
            <a:xfrm>
              <a:off x="7920759" y="252908"/>
              <a:ext cx="296039" cy="420963"/>
            </a:xfrm>
            <a:custGeom>
              <a:avLst/>
              <a:gdLst/>
              <a:ahLst/>
              <a:cxnLst/>
              <a:rect l="l" t="t" r="r" b="b"/>
              <a:pathLst>
                <a:path w="526" h="748" extrusionOk="0">
                  <a:moveTo>
                    <a:pt x="261" y="0"/>
                  </a:moveTo>
                  <a:cubicBezTo>
                    <a:pt x="261" y="0"/>
                    <a:pt x="0" y="407"/>
                    <a:pt x="0" y="529"/>
                  </a:cubicBezTo>
                  <a:cubicBezTo>
                    <a:pt x="0" y="649"/>
                    <a:pt x="115" y="748"/>
                    <a:pt x="261" y="748"/>
                  </a:cubicBezTo>
                  <a:cubicBezTo>
                    <a:pt x="407" y="748"/>
                    <a:pt x="525" y="649"/>
                    <a:pt x="525" y="529"/>
                  </a:cubicBezTo>
                  <a:cubicBezTo>
                    <a:pt x="525" y="407"/>
                    <a:pt x="261" y="0"/>
                    <a:pt x="2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05" name="Google Shape;5505;p42">
              <a:extLst>
                <a:ext uri="{FF2B5EF4-FFF2-40B4-BE49-F238E27FC236}">
                  <a16:creationId xmlns:a16="http://schemas.microsoft.com/office/drawing/2014/main" id="{F639CAB2-4CD3-AE3A-292F-4FEA29EA7815}"/>
                </a:ext>
              </a:extLst>
            </p:cNvPr>
            <p:cNvSpPr/>
            <p:nvPr/>
          </p:nvSpPr>
          <p:spPr>
            <a:xfrm>
              <a:off x="8006867" y="49434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3" y="181"/>
                  </a:lnTo>
                  <a:lnTo>
                    <a:pt x="1" y="146"/>
                  </a:lnTo>
                  <a:lnTo>
                    <a:pt x="93" y="231"/>
                  </a:lnTo>
                  <a:lnTo>
                    <a:pt x="93" y="526"/>
                  </a:lnTo>
                  <a:lnTo>
                    <a:pt x="154" y="526"/>
                  </a:lnTo>
                  <a:lnTo>
                    <a:pt x="146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506" name="Google Shape;5506;p42">
            <a:extLst>
              <a:ext uri="{FF2B5EF4-FFF2-40B4-BE49-F238E27FC236}">
                <a16:creationId xmlns:a16="http://schemas.microsoft.com/office/drawing/2014/main" id="{F466A2B5-32EF-C369-6B85-769168BD5FF8}"/>
              </a:ext>
            </a:extLst>
          </p:cNvPr>
          <p:cNvGrpSpPr/>
          <p:nvPr/>
        </p:nvGrpSpPr>
        <p:grpSpPr>
          <a:xfrm>
            <a:off x="33223" y="4537093"/>
            <a:ext cx="549061" cy="233787"/>
            <a:chOff x="6498881" y="1318079"/>
            <a:chExt cx="466572" cy="198664"/>
          </a:xfrm>
        </p:grpSpPr>
        <p:sp>
          <p:nvSpPr>
            <p:cNvPr id="5507" name="Google Shape;5507;p42">
              <a:extLst>
                <a:ext uri="{FF2B5EF4-FFF2-40B4-BE49-F238E27FC236}">
                  <a16:creationId xmlns:a16="http://schemas.microsoft.com/office/drawing/2014/main" id="{40CE9357-5459-F882-FCC4-84D1CE485393}"/>
                </a:ext>
              </a:extLst>
            </p:cNvPr>
            <p:cNvSpPr/>
            <p:nvPr/>
          </p:nvSpPr>
          <p:spPr>
            <a:xfrm>
              <a:off x="6550658" y="1343967"/>
              <a:ext cx="35457" cy="172775"/>
            </a:xfrm>
            <a:custGeom>
              <a:avLst/>
              <a:gdLst/>
              <a:ahLst/>
              <a:cxnLst/>
              <a:rect l="l" t="t" r="r" b="b"/>
              <a:pathLst>
                <a:path w="63" h="307" extrusionOk="0">
                  <a:moveTo>
                    <a:pt x="1" y="1"/>
                  </a:moveTo>
                  <a:lnTo>
                    <a:pt x="1" y="307"/>
                  </a:lnTo>
                  <a:lnTo>
                    <a:pt x="62" y="307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08" name="Google Shape;5508;p42">
              <a:extLst>
                <a:ext uri="{FF2B5EF4-FFF2-40B4-BE49-F238E27FC236}">
                  <a16:creationId xmlns:a16="http://schemas.microsoft.com/office/drawing/2014/main" id="{87DE4BE5-26A5-425F-3D74-F6EB32E4DD2D}"/>
                </a:ext>
              </a:extLst>
            </p:cNvPr>
            <p:cNvSpPr/>
            <p:nvPr/>
          </p:nvSpPr>
          <p:spPr>
            <a:xfrm>
              <a:off x="6870327" y="1343967"/>
              <a:ext cx="34332" cy="172775"/>
            </a:xfrm>
            <a:custGeom>
              <a:avLst/>
              <a:gdLst/>
              <a:ahLst/>
              <a:cxnLst/>
              <a:rect l="l" t="t" r="r" b="b"/>
              <a:pathLst>
                <a:path w="61" h="307" extrusionOk="0">
                  <a:moveTo>
                    <a:pt x="0" y="1"/>
                  </a:moveTo>
                  <a:lnTo>
                    <a:pt x="0" y="307"/>
                  </a:lnTo>
                  <a:lnTo>
                    <a:pt x="61" y="307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09" name="Google Shape;5509;p42">
              <a:extLst>
                <a:ext uri="{FF2B5EF4-FFF2-40B4-BE49-F238E27FC236}">
                  <a16:creationId xmlns:a16="http://schemas.microsoft.com/office/drawing/2014/main" id="{6BA40A0A-7552-7CD7-187D-2460C0411132}"/>
                </a:ext>
              </a:extLst>
            </p:cNvPr>
            <p:cNvSpPr/>
            <p:nvPr/>
          </p:nvSpPr>
          <p:spPr>
            <a:xfrm>
              <a:off x="6498881" y="1318079"/>
              <a:ext cx="466572" cy="78227"/>
            </a:xfrm>
            <a:custGeom>
              <a:avLst/>
              <a:gdLst/>
              <a:ahLst/>
              <a:cxnLst/>
              <a:rect l="l" t="t" r="r" b="b"/>
              <a:pathLst>
                <a:path w="829" h="139" extrusionOk="0">
                  <a:moveTo>
                    <a:pt x="1" y="1"/>
                  </a:moveTo>
                  <a:lnTo>
                    <a:pt x="1" y="139"/>
                  </a:lnTo>
                  <a:lnTo>
                    <a:pt x="829" y="139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10" name="Google Shape;5510;p42">
              <a:extLst>
                <a:ext uri="{FF2B5EF4-FFF2-40B4-BE49-F238E27FC236}">
                  <a16:creationId xmlns:a16="http://schemas.microsoft.com/office/drawing/2014/main" id="{D0CCE0C5-5B14-EC91-54A1-7B1553F8487F}"/>
                </a:ext>
              </a:extLst>
            </p:cNvPr>
            <p:cNvSpPr/>
            <p:nvPr/>
          </p:nvSpPr>
          <p:spPr>
            <a:xfrm>
              <a:off x="6498881" y="1421633"/>
              <a:ext cx="466572" cy="43334"/>
            </a:xfrm>
            <a:custGeom>
              <a:avLst/>
              <a:gdLst/>
              <a:ahLst/>
              <a:cxnLst/>
              <a:rect l="l" t="t" r="r" b="b"/>
              <a:pathLst>
                <a:path w="829" h="77" extrusionOk="0">
                  <a:moveTo>
                    <a:pt x="1" y="1"/>
                  </a:moveTo>
                  <a:lnTo>
                    <a:pt x="1" y="77"/>
                  </a:lnTo>
                  <a:lnTo>
                    <a:pt x="829" y="77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6D9E7B3-30AB-6DE2-8995-8ED6DA5F0924}"/>
              </a:ext>
            </a:extLst>
          </p:cNvPr>
          <p:cNvSpPr txBox="1"/>
          <p:nvPr/>
        </p:nvSpPr>
        <p:spPr>
          <a:xfrm>
            <a:off x="1522526" y="3241637"/>
            <a:ext cx="69217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Convoluzione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dilatata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atrous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):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aumenta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il campo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recettivo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senza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perdere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risoluzione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Tassi di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dilatazione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multipli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(6, 12, 18):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cattura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oggetti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scale diverse</a:t>
            </a:r>
          </a:p>
          <a:p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Global Average Pooling: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contesto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globale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dell'immagine</a:t>
            </a:r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b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ResNet50: 50 layer, batch normalization, residual connections</a:t>
            </a:r>
          </a:p>
          <a:p>
            <a:r>
              <a:rPr lang="en-US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~63M </a:t>
            </a:r>
            <a:r>
              <a:rPr lang="en-US" b="1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parametri</a:t>
            </a:r>
            <a:r>
              <a:rPr lang="en-US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| ~159 MB</a:t>
            </a:r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Google Shape;5422;p42">
            <a:extLst>
              <a:ext uri="{FF2B5EF4-FFF2-40B4-BE49-F238E27FC236}">
                <a16:creationId xmlns:a16="http://schemas.microsoft.com/office/drawing/2014/main" id="{F2C014CF-7551-7164-2373-C4D220964F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1381" y="88651"/>
            <a:ext cx="6865738" cy="8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2400" dirty="0"/>
              <a:t>Architettura </a:t>
            </a:r>
            <a:br>
              <a:rPr lang="it-IT" sz="2400" dirty="0"/>
            </a:br>
            <a:r>
              <a:rPr lang="it-IT" sz="2400" dirty="0"/>
              <a:t>DeepLabV3+ (ResNet50)</a:t>
            </a:r>
            <a:endParaRPr lang="it-IT" sz="2400" noProof="0" dirty="0"/>
          </a:p>
        </p:txBody>
      </p:sp>
      <p:sp>
        <p:nvSpPr>
          <p:cNvPr id="10" name="Google Shape;5423;p42">
            <a:extLst>
              <a:ext uri="{FF2B5EF4-FFF2-40B4-BE49-F238E27FC236}">
                <a16:creationId xmlns:a16="http://schemas.microsoft.com/office/drawing/2014/main" id="{E9ECD533-610C-7860-D21E-82E02A0151A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45693" y="568177"/>
            <a:ext cx="744269" cy="369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noProof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0B0C5-9A56-2B6C-87FD-89D331A1E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508" y="891621"/>
            <a:ext cx="4333484" cy="23176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2DFE85-AD42-CA08-2375-028BD5CEE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465375" y="3357889"/>
            <a:ext cx="114302" cy="114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C3D449-012A-86DF-DEA2-601132C56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465375" y="3563614"/>
            <a:ext cx="114302" cy="1143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B9838E-9E85-20FC-D6C1-C95FDECD7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465375" y="3758902"/>
            <a:ext cx="114302" cy="1143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9491A8-C114-8794-4887-EA07B5C60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476444" y="4209393"/>
            <a:ext cx="114302" cy="1143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ECFE1D-CC32-00D4-348A-11EC290A6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476444" y="4411257"/>
            <a:ext cx="114302" cy="11430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1F3B1E3-BE72-5793-F40F-E18801DFEE19}"/>
              </a:ext>
            </a:extLst>
          </p:cNvPr>
          <p:cNvGrpSpPr/>
          <p:nvPr/>
        </p:nvGrpSpPr>
        <p:grpSpPr>
          <a:xfrm>
            <a:off x="8723964" y="4813236"/>
            <a:ext cx="274320" cy="274320"/>
            <a:chOff x="8739332" y="4813236"/>
            <a:chExt cx="274320" cy="27432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5B43C01-757E-4863-170C-F3B9F1FAD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084852-0A83-958D-0F18-C39835FC4DBE}"/>
                </a:ext>
              </a:extLst>
            </p:cNvPr>
            <p:cNvSpPr txBox="1"/>
            <p:nvPr/>
          </p:nvSpPr>
          <p:spPr>
            <a:xfrm>
              <a:off x="8754503" y="4842674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9830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3">
          <a:extLst>
            <a:ext uri="{FF2B5EF4-FFF2-40B4-BE49-F238E27FC236}">
              <a16:creationId xmlns:a16="http://schemas.microsoft.com/office/drawing/2014/main" id="{B39396EE-7933-44E5-16B0-E14A2F28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4" name="Google Shape;5884;p45">
            <a:extLst>
              <a:ext uri="{FF2B5EF4-FFF2-40B4-BE49-F238E27FC236}">
                <a16:creationId xmlns:a16="http://schemas.microsoft.com/office/drawing/2014/main" id="{33B4DB20-1046-E3B6-4009-9D36168686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/>
              <a:t>Tre Strategie a Confronto</a:t>
            </a:r>
          </a:p>
        </p:txBody>
      </p:sp>
      <p:grpSp>
        <p:nvGrpSpPr>
          <p:cNvPr id="5896" name="Google Shape;5896;p45">
            <a:extLst>
              <a:ext uri="{FF2B5EF4-FFF2-40B4-BE49-F238E27FC236}">
                <a16:creationId xmlns:a16="http://schemas.microsoft.com/office/drawing/2014/main" id="{44FF0593-DFE1-5D07-3E99-98E9C4141344}"/>
              </a:ext>
            </a:extLst>
          </p:cNvPr>
          <p:cNvGrpSpPr/>
          <p:nvPr/>
        </p:nvGrpSpPr>
        <p:grpSpPr>
          <a:xfrm>
            <a:off x="667410" y="4046344"/>
            <a:ext cx="419247" cy="637784"/>
            <a:chOff x="8742442" y="252908"/>
            <a:chExt cx="356260" cy="541964"/>
          </a:xfrm>
        </p:grpSpPr>
        <p:sp>
          <p:nvSpPr>
            <p:cNvPr id="5897" name="Google Shape;5897;p45">
              <a:extLst>
                <a:ext uri="{FF2B5EF4-FFF2-40B4-BE49-F238E27FC236}">
                  <a16:creationId xmlns:a16="http://schemas.microsoft.com/office/drawing/2014/main" id="{47050438-EA8D-3801-6A9F-C578C95FBED0}"/>
                </a:ext>
              </a:extLst>
            </p:cNvPr>
            <p:cNvSpPr/>
            <p:nvPr/>
          </p:nvSpPr>
          <p:spPr>
            <a:xfrm>
              <a:off x="8742442" y="252908"/>
              <a:ext cx="356260" cy="354555"/>
            </a:xfrm>
            <a:custGeom>
              <a:avLst/>
              <a:gdLst/>
              <a:ahLst/>
              <a:cxnLst/>
              <a:rect l="l" t="t" r="r" b="b"/>
              <a:pathLst>
                <a:path w="633" h="630" extrusionOk="0">
                  <a:moveTo>
                    <a:pt x="314" y="0"/>
                  </a:moveTo>
                  <a:cubicBezTo>
                    <a:pt x="142" y="0"/>
                    <a:pt x="1" y="138"/>
                    <a:pt x="1" y="315"/>
                  </a:cubicBezTo>
                  <a:cubicBezTo>
                    <a:pt x="1" y="488"/>
                    <a:pt x="142" y="629"/>
                    <a:pt x="314" y="629"/>
                  </a:cubicBezTo>
                  <a:cubicBezTo>
                    <a:pt x="491" y="629"/>
                    <a:pt x="633" y="488"/>
                    <a:pt x="633" y="315"/>
                  </a:cubicBezTo>
                  <a:cubicBezTo>
                    <a:pt x="633" y="138"/>
                    <a:pt x="491" y="0"/>
                    <a:pt x="3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898" name="Google Shape;5898;p45">
              <a:extLst>
                <a:ext uri="{FF2B5EF4-FFF2-40B4-BE49-F238E27FC236}">
                  <a16:creationId xmlns:a16="http://schemas.microsoft.com/office/drawing/2014/main" id="{8027C041-4F28-B1EA-B3DE-1EA1D329BC10}"/>
                </a:ext>
              </a:extLst>
            </p:cNvPr>
            <p:cNvSpPr/>
            <p:nvPr/>
          </p:nvSpPr>
          <p:spPr>
            <a:xfrm>
              <a:off x="8826299" y="377849"/>
              <a:ext cx="214432" cy="417024"/>
            </a:xfrm>
            <a:custGeom>
              <a:avLst/>
              <a:gdLst/>
              <a:ahLst/>
              <a:cxnLst/>
              <a:rect l="l" t="t" r="r" b="b"/>
              <a:pathLst>
                <a:path w="381" h="741" extrusionOk="0">
                  <a:moveTo>
                    <a:pt x="158" y="1"/>
                  </a:moveTo>
                  <a:lnTo>
                    <a:pt x="131" y="254"/>
                  </a:lnTo>
                  <a:lnTo>
                    <a:pt x="1" y="208"/>
                  </a:lnTo>
                  <a:lnTo>
                    <a:pt x="131" y="323"/>
                  </a:lnTo>
                  <a:lnTo>
                    <a:pt x="131" y="740"/>
                  </a:lnTo>
                  <a:lnTo>
                    <a:pt x="215" y="740"/>
                  </a:lnTo>
                  <a:lnTo>
                    <a:pt x="208" y="346"/>
                  </a:lnTo>
                  <a:lnTo>
                    <a:pt x="381" y="204"/>
                  </a:lnTo>
                  <a:lnTo>
                    <a:pt x="204" y="273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899" name="Google Shape;5899;p45">
            <a:extLst>
              <a:ext uri="{FF2B5EF4-FFF2-40B4-BE49-F238E27FC236}">
                <a16:creationId xmlns:a16="http://schemas.microsoft.com/office/drawing/2014/main" id="{D38AA3AD-C187-EC4F-FC40-1A5D4636485E}"/>
              </a:ext>
            </a:extLst>
          </p:cNvPr>
          <p:cNvGrpSpPr/>
          <p:nvPr/>
        </p:nvGrpSpPr>
        <p:grpSpPr>
          <a:xfrm>
            <a:off x="-9062" y="3610091"/>
            <a:ext cx="895256" cy="1059981"/>
            <a:chOff x="6638805" y="2345339"/>
            <a:chExt cx="895256" cy="1059981"/>
          </a:xfrm>
        </p:grpSpPr>
        <p:sp>
          <p:nvSpPr>
            <p:cNvPr id="5900" name="Google Shape;5900;p45">
              <a:extLst>
                <a:ext uri="{FF2B5EF4-FFF2-40B4-BE49-F238E27FC236}">
                  <a16:creationId xmlns:a16="http://schemas.microsoft.com/office/drawing/2014/main" id="{9C3914C9-DFB4-08BF-5B92-2AA61E370E28}"/>
                </a:ext>
              </a:extLst>
            </p:cNvPr>
            <p:cNvSpPr/>
            <p:nvPr/>
          </p:nvSpPr>
          <p:spPr>
            <a:xfrm>
              <a:off x="6723315" y="2439164"/>
              <a:ext cx="154700" cy="285765"/>
            </a:xfrm>
            <a:custGeom>
              <a:avLst/>
              <a:gdLst/>
              <a:ahLst/>
              <a:cxnLst/>
              <a:rect l="l" t="t" r="r" b="b"/>
              <a:pathLst>
                <a:path w="216" h="399" extrusionOk="0">
                  <a:moveTo>
                    <a:pt x="1" y="0"/>
                  </a:moveTo>
                  <a:lnTo>
                    <a:pt x="1" y="399"/>
                  </a:lnTo>
                  <a:lnTo>
                    <a:pt x="216" y="39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1" name="Google Shape;5901;p45">
              <a:extLst>
                <a:ext uri="{FF2B5EF4-FFF2-40B4-BE49-F238E27FC236}">
                  <a16:creationId xmlns:a16="http://schemas.microsoft.com/office/drawing/2014/main" id="{C7939CA9-E77E-D3CA-EAAE-28AA85285FED}"/>
                </a:ext>
              </a:extLst>
            </p:cNvPr>
            <p:cNvSpPr/>
            <p:nvPr/>
          </p:nvSpPr>
          <p:spPr>
            <a:xfrm>
              <a:off x="6723315" y="2439164"/>
              <a:ext cx="154700" cy="66607"/>
            </a:xfrm>
            <a:custGeom>
              <a:avLst/>
              <a:gdLst/>
              <a:ahLst/>
              <a:cxnLst/>
              <a:rect l="l" t="t" r="r" b="b"/>
              <a:pathLst>
                <a:path w="216" h="93" extrusionOk="0">
                  <a:moveTo>
                    <a:pt x="1" y="0"/>
                  </a:moveTo>
                  <a:lnTo>
                    <a:pt x="1" y="92"/>
                  </a:lnTo>
                  <a:lnTo>
                    <a:pt x="216" y="92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2" name="Google Shape;5902;p45">
              <a:extLst>
                <a:ext uri="{FF2B5EF4-FFF2-40B4-BE49-F238E27FC236}">
                  <a16:creationId xmlns:a16="http://schemas.microsoft.com/office/drawing/2014/main" id="{EA6E219E-ABA5-1BE4-6CCF-F86152455D02}"/>
                </a:ext>
              </a:extLst>
            </p:cNvPr>
            <p:cNvSpPr/>
            <p:nvPr/>
          </p:nvSpPr>
          <p:spPr>
            <a:xfrm>
              <a:off x="6690370" y="2394759"/>
              <a:ext cx="791407" cy="1010562"/>
            </a:xfrm>
            <a:custGeom>
              <a:avLst/>
              <a:gdLst/>
              <a:ahLst/>
              <a:cxnLst/>
              <a:rect l="l" t="t" r="r" b="b"/>
              <a:pathLst>
                <a:path w="1105" h="1411" extrusionOk="0">
                  <a:moveTo>
                    <a:pt x="553" y="1"/>
                  </a:moveTo>
                  <a:lnTo>
                    <a:pt x="1" y="549"/>
                  </a:lnTo>
                  <a:lnTo>
                    <a:pt x="1" y="1411"/>
                  </a:lnTo>
                  <a:lnTo>
                    <a:pt x="1104" y="1411"/>
                  </a:lnTo>
                  <a:lnTo>
                    <a:pt x="1104" y="549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3" name="Google Shape;5903;p45">
              <a:extLst>
                <a:ext uri="{FF2B5EF4-FFF2-40B4-BE49-F238E27FC236}">
                  <a16:creationId xmlns:a16="http://schemas.microsoft.com/office/drawing/2014/main" id="{B5DE2DFE-10CB-EA75-A607-CCAF8D9CAB4E}"/>
                </a:ext>
              </a:extLst>
            </p:cNvPr>
            <p:cNvSpPr/>
            <p:nvPr/>
          </p:nvSpPr>
          <p:spPr>
            <a:xfrm>
              <a:off x="6693235" y="2886088"/>
              <a:ext cx="783528" cy="77350"/>
            </a:xfrm>
            <a:custGeom>
              <a:avLst/>
              <a:gdLst/>
              <a:ahLst/>
              <a:cxnLst/>
              <a:rect l="l" t="t" r="r" b="b"/>
              <a:pathLst>
                <a:path w="1094" h="108" extrusionOk="0">
                  <a:moveTo>
                    <a:pt x="0" y="1"/>
                  </a:moveTo>
                  <a:lnTo>
                    <a:pt x="0" y="107"/>
                  </a:lnTo>
                  <a:lnTo>
                    <a:pt x="1093" y="107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4" name="Google Shape;5904;p45">
              <a:extLst>
                <a:ext uri="{FF2B5EF4-FFF2-40B4-BE49-F238E27FC236}">
                  <a16:creationId xmlns:a16="http://schemas.microsoft.com/office/drawing/2014/main" id="{D6E352D0-4867-0F02-D86F-032A4054256F}"/>
                </a:ext>
              </a:extLst>
            </p:cNvPr>
            <p:cNvSpPr/>
            <p:nvPr/>
          </p:nvSpPr>
          <p:spPr>
            <a:xfrm>
              <a:off x="6693235" y="2669788"/>
              <a:ext cx="780663" cy="74485"/>
            </a:xfrm>
            <a:custGeom>
              <a:avLst/>
              <a:gdLst/>
              <a:ahLst/>
              <a:cxnLst/>
              <a:rect l="l" t="t" r="r" b="b"/>
              <a:pathLst>
                <a:path w="1090" h="104" extrusionOk="0">
                  <a:moveTo>
                    <a:pt x="131" y="0"/>
                  </a:moveTo>
                  <a:cubicBezTo>
                    <a:pt x="92" y="42"/>
                    <a:pt x="55" y="84"/>
                    <a:pt x="0" y="100"/>
                  </a:cubicBezTo>
                  <a:lnTo>
                    <a:pt x="0" y="103"/>
                  </a:lnTo>
                  <a:lnTo>
                    <a:pt x="1089" y="103"/>
                  </a:lnTo>
                  <a:lnTo>
                    <a:pt x="1089" y="96"/>
                  </a:lnTo>
                  <a:cubicBezTo>
                    <a:pt x="1074" y="84"/>
                    <a:pt x="1058" y="69"/>
                    <a:pt x="1047" y="57"/>
                  </a:cubicBezTo>
                  <a:cubicBezTo>
                    <a:pt x="1043" y="54"/>
                    <a:pt x="1040" y="50"/>
                    <a:pt x="1035" y="46"/>
                  </a:cubicBezTo>
                  <a:cubicBezTo>
                    <a:pt x="1017" y="34"/>
                    <a:pt x="1001" y="27"/>
                    <a:pt x="985" y="15"/>
                  </a:cubicBezTo>
                  <a:cubicBezTo>
                    <a:pt x="978" y="11"/>
                    <a:pt x="971" y="4"/>
                    <a:pt x="962" y="0"/>
                  </a:cubicBezTo>
                  <a:close/>
                </a:path>
              </a:pathLst>
            </a:custGeom>
            <a:solidFill>
              <a:srgbClr val="D1C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5" name="Google Shape;5905;p45">
              <a:extLst>
                <a:ext uri="{FF2B5EF4-FFF2-40B4-BE49-F238E27FC236}">
                  <a16:creationId xmlns:a16="http://schemas.microsoft.com/office/drawing/2014/main" id="{F4DB7A1E-F03F-660F-E27B-B1EF5C4E9852}"/>
                </a:ext>
              </a:extLst>
            </p:cNvPr>
            <p:cNvSpPr/>
            <p:nvPr/>
          </p:nvSpPr>
          <p:spPr>
            <a:xfrm>
              <a:off x="6693235" y="3232024"/>
              <a:ext cx="783528" cy="170456"/>
            </a:xfrm>
            <a:custGeom>
              <a:avLst/>
              <a:gdLst/>
              <a:ahLst/>
              <a:cxnLst/>
              <a:rect l="l" t="t" r="r" b="b"/>
              <a:pathLst>
                <a:path w="1094" h="238" extrusionOk="0">
                  <a:moveTo>
                    <a:pt x="0" y="1"/>
                  </a:moveTo>
                  <a:lnTo>
                    <a:pt x="0" y="238"/>
                  </a:lnTo>
                  <a:lnTo>
                    <a:pt x="1093" y="238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6" name="Google Shape;5906;p45">
              <a:extLst>
                <a:ext uri="{FF2B5EF4-FFF2-40B4-BE49-F238E27FC236}">
                  <a16:creationId xmlns:a16="http://schemas.microsoft.com/office/drawing/2014/main" id="{723D6129-1BE4-6B69-0282-EC04B552677A}"/>
                </a:ext>
              </a:extLst>
            </p:cNvPr>
            <p:cNvSpPr/>
            <p:nvPr/>
          </p:nvSpPr>
          <p:spPr>
            <a:xfrm>
              <a:off x="6676763" y="2381150"/>
              <a:ext cx="818622" cy="426140"/>
            </a:xfrm>
            <a:custGeom>
              <a:avLst/>
              <a:gdLst/>
              <a:ahLst/>
              <a:cxnLst/>
              <a:rect l="l" t="t" r="r" b="b"/>
              <a:pathLst>
                <a:path w="1143" h="595" extrusionOk="0">
                  <a:moveTo>
                    <a:pt x="568" y="0"/>
                  </a:moveTo>
                  <a:lnTo>
                    <a:pt x="0" y="579"/>
                  </a:lnTo>
                  <a:lnTo>
                    <a:pt x="1143" y="595"/>
                  </a:lnTo>
                  <a:lnTo>
                    <a:pt x="1143" y="595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7" name="Google Shape;5907;p45">
              <a:extLst>
                <a:ext uri="{FF2B5EF4-FFF2-40B4-BE49-F238E27FC236}">
                  <a16:creationId xmlns:a16="http://schemas.microsoft.com/office/drawing/2014/main" id="{CD9149DC-BBB3-5300-E57C-130E8680C0DB}"/>
                </a:ext>
              </a:extLst>
            </p:cNvPr>
            <p:cNvSpPr/>
            <p:nvPr/>
          </p:nvSpPr>
          <p:spPr>
            <a:xfrm>
              <a:off x="6638805" y="2345339"/>
              <a:ext cx="895256" cy="497045"/>
            </a:xfrm>
            <a:custGeom>
              <a:avLst/>
              <a:gdLst/>
              <a:ahLst/>
              <a:cxnLst/>
              <a:rect l="l" t="t" r="r" b="b"/>
              <a:pathLst>
                <a:path w="1250" h="694" extrusionOk="0">
                  <a:moveTo>
                    <a:pt x="621" y="1"/>
                  </a:moveTo>
                  <a:cubicBezTo>
                    <a:pt x="610" y="1"/>
                    <a:pt x="594" y="8"/>
                    <a:pt x="587" y="16"/>
                  </a:cubicBezTo>
                  <a:lnTo>
                    <a:pt x="19" y="595"/>
                  </a:lnTo>
                  <a:cubicBezTo>
                    <a:pt x="0" y="614"/>
                    <a:pt x="0" y="645"/>
                    <a:pt x="19" y="664"/>
                  </a:cubicBezTo>
                  <a:cubicBezTo>
                    <a:pt x="31" y="673"/>
                    <a:pt x="44" y="678"/>
                    <a:pt x="57" y="678"/>
                  </a:cubicBezTo>
                  <a:cubicBezTo>
                    <a:pt x="70" y="678"/>
                    <a:pt x="82" y="673"/>
                    <a:pt x="92" y="664"/>
                  </a:cubicBezTo>
                  <a:lnTo>
                    <a:pt x="621" y="123"/>
                  </a:lnTo>
                  <a:lnTo>
                    <a:pt x="1157" y="679"/>
                  </a:lnTo>
                  <a:cubicBezTo>
                    <a:pt x="1167" y="688"/>
                    <a:pt x="1179" y="693"/>
                    <a:pt x="1192" y="693"/>
                  </a:cubicBezTo>
                  <a:cubicBezTo>
                    <a:pt x="1204" y="693"/>
                    <a:pt x="1217" y="688"/>
                    <a:pt x="1226" y="679"/>
                  </a:cubicBezTo>
                  <a:cubicBezTo>
                    <a:pt x="1249" y="664"/>
                    <a:pt x="1249" y="629"/>
                    <a:pt x="1231" y="610"/>
                  </a:cubicBezTo>
                  <a:lnTo>
                    <a:pt x="656" y="16"/>
                  </a:lnTo>
                  <a:cubicBezTo>
                    <a:pt x="648" y="8"/>
                    <a:pt x="637" y="4"/>
                    <a:pt x="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8" name="Google Shape;5908;p45">
              <a:extLst>
                <a:ext uri="{FF2B5EF4-FFF2-40B4-BE49-F238E27FC236}">
                  <a16:creationId xmlns:a16="http://schemas.microsoft.com/office/drawing/2014/main" id="{74C014E8-116A-CEE5-3355-AC7835516FCF}"/>
                </a:ext>
              </a:extLst>
            </p:cNvPr>
            <p:cNvSpPr/>
            <p:nvPr/>
          </p:nvSpPr>
          <p:spPr>
            <a:xfrm>
              <a:off x="6932441" y="3110982"/>
              <a:ext cx="302239" cy="291494"/>
            </a:xfrm>
            <a:custGeom>
              <a:avLst/>
              <a:gdLst/>
              <a:ahLst/>
              <a:cxnLst/>
              <a:rect l="l" t="t" r="r" b="b"/>
              <a:pathLst>
                <a:path w="422" h="407" extrusionOk="0">
                  <a:moveTo>
                    <a:pt x="211" y="0"/>
                  </a:moveTo>
                  <a:cubicBezTo>
                    <a:pt x="96" y="0"/>
                    <a:pt x="0" y="92"/>
                    <a:pt x="0" y="212"/>
                  </a:cubicBezTo>
                  <a:lnTo>
                    <a:pt x="0" y="407"/>
                  </a:lnTo>
                  <a:lnTo>
                    <a:pt x="422" y="407"/>
                  </a:lnTo>
                  <a:lnTo>
                    <a:pt x="422" y="212"/>
                  </a:lnTo>
                  <a:cubicBezTo>
                    <a:pt x="422" y="92"/>
                    <a:pt x="326" y="0"/>
                    <a:pt x="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9" name="Google Shape;5909;p45">
              <a:extLst>
                <a:ext uri="{FF2B5EF4-FFF2-40B4-BE49-F238E27FC236}">
                  <a16:creationId xmlns:a16="http://schemas.microsoft.com/office/drawing/2014/main" id="{481A2CAD-8931-EEB7-10CD-7762C16303A3}"/>
                </a:ext>
              </a:extLst>
            </p:cNvPr>
            <p:cNvSpPr/>
            <p:nvPr/>
          </p:nvSpPr>
          <p:spPr>
            <a:xfrm>
              <a:off x="6932441" y="3110982"/>
              <a:ext cx="140376" cy="291494"/>
            </a:xfrm>
            <a:custGeom>
              <a:avLst/>
              <a:gdLst/>
              <a:ahLst/>
              <a:cxnLst/>
              <a:rect l="l" t="t" r="r" b="b"/>
              <a:pathLst>
                <a:path w="196" h="407" extrusionOk="0">
                  <a:moveTo>
                    <a:pt x="195" y="0"/>
                  </a:moveTo>
                  <a:cubicBezTo>
                    <a:pt x="89" y="9"/>
                    <a:pt x="0" y="101"/>
                    <a:pt x="0" y="212"/>
                  </a:cubicBezTo>
                  <a:lnTo>
                    <a:pt x="0" y="407"/>
                  </a:lnTo>
                  <a:lnTo>
                    <a:pt x="195" y="407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0" name="Google Shape;5910;p45">
              <a:extLst>
                <a:ext uri="{FF2B5EF4-FFF2-40B4-BE49-F238E27FC236}">
                  <a16:creationId xmlns:a16="http://schemas.microsoft.com/office/drawing/2014/main" id="{2634ACDC-1420-8BA2-2A06-2BC7F3583225}"/>
                </a:ext>
              </a:extLst>
            </p:cNvPr>
            <p:cNvSpPr/>
            <p:nvPr/>
          </p:nvSpPr>
          <p:spPr>
            <a:xfrm>
              <a:off x="6775597" y="3015724"/>
              <a:ext cx="96688" cy="172605"/>
            </a:xfrm>
            <a:custGeom>
              <a:avLst/>
              <a:gdLst/>
              <a:ahLst/>
              <a:cxnLst/>
              <a:rect l="l" t="t" r="r" b="b"/>
              <a:pathLst>
                <a:path w="135" h="241" extrusionOk="0">
                  <a:moveTo>
                    <a:pt x="69" y="0"/>
                  </a:moveTo>
                  <a:cubicBezTo>
                    <a:pt x="32" y="0"/>
                    <a:pt x="0" y="27"/>
                    <a:pt x="0" y="64"/>
                  </a:cubicBezTo>
                  <a:lnTo>
                    <a:pt x="0" y="241"/>
                  </a:lnTo>
                  <a:lnTo>
                    <a:pt x="135" y="241"/>
                  </a:lnTo>
                  <a:lnTo>
                    <a:pt x="135" y="64"/>
                  </a:lnTo>
                  <a:cubicBezTo>
                    <a:pt x="135" y="27"/>
                    <a:pt x="104" y="0"/>
                    <a:pt x="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1" name="Google Shape;5911;p45">
              <a:extLst>
                <a:ext uri="{FF2B5EF4-FFF2-40B4-BE49-F238E27FC236}">
                  <a16:creationId xmlns:a16="http://schemas.microsoft.com/office/drawing/2014/main" id="{CCF1720F-4804-E005-5771-EF53C6F4CDCF}"/>
                </a:ext>
              </a:extLst>
            </p:cNvPr>
            <p:cNvSpPr/>
            <p:nvPr/>
          </p:nvSpPr>
          <p:spPr>
            <a:xfrm>
              <a:off x="6751246" y="2990656"/>
              <a:ext cx="146106" cy="222739"/>
            </a:xfrm>
            <a:custGeom>
              <a:avLst/>
              <a:gdLst/>
              <a:ahLst/>
              <a:cxnLst/>
              <a:rect l="l" t="t" r="r" b="b"/>
              <a:pathLst>
                <a:path w="204" h="311" extrusionOk="0">
                  <a:moveTo>
                    <a:pt x="103" y="65"/>
                  </a:moveTo>
                  <a:cubicBezTo>
                    <a:pt x="112" y="65"/>
                    <a:pt x="119" y="69"/>
                    <a:pt x="126" y="76"/>
                  </a:cubicBezTo>
                  <a:cubicBezTo>
                    <a:pt x="135" y="81"/>
                    <a:pt x="138" y="92"/>
                    <a:pt x="138" y="99"/>
                  </a:cubicBezTo>
                  <a:lnTo>
                    <a:pt x="138" y="246"/>
                  </a:lnTo>
                  <a:lnTo>
                    <a:pt x="66" y="246"/>
                  </a:lnTo>
                  <a:lnTo>
                    <a:pt x="66" y="99"/>
                  </a:lnTo>
                  <a:cubicBezTo>
                    <a:pt x="66" y="92"/>
                    <a:pt x="69" y="81"/>
                    <a:pt x="77" y="76"/>
                  </a:cubicBezTo>
                  <a:cubicBezTo>
                    <a:pt x="85" y="69"/>
                    <a:pt x="92" y="65"/>
                    <a:pt x="103" y="65"/>
                  </a:cubicBezTo>
                  <a:close/>
                  <a:moveTo>
                    <a:pt x="103" y="0"/>
                  </a:moveTo>
                  <a:cubicBezTo>
                    <a:pt x="46" y="0"/>
                    <a:pt x="0" y="46"/>
                    <a:pt x="0" y="99"/>
                  </a:cubicBezTo>
                  <a:lnTo>
                    <a:pt x="0" y="311"/>
                  </a:lnTo>
                  <a:lnTo>
                    <a:pt x="204" y="311"/>
                  </a:lnTo>
                  <a:lnTo>
                    <a:pt x="204" y="276"/>
                  </a:lnTo>
                  <a:lnTo>
                    <a:pt x="204" y="99"/>
                  </a:lnTo>
                  <a:cubicBezTo>
                    <a:pt x="204" y="46"/>
                    <a:pt x="158" y="0"/>
                    <a:pt x="1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2" name="Google Shape;5912;p45">
              <a:extLst>
                <a:ext uri="{FF2B5EF4-FFF2-40B4-BE49-F238E27FC236}">
                  <a16:creationId xmlns:a16="http://schemas.microsoft.com/office/drawing/2014/main" id="{398082EC-C6F7-4FE8-2D23-27988ACCBE10}"/>
                </a:ext>
              </a:extLst>
            </p:cNvPr>
            <p:cNvSpPr/>
            <p:nvPr/>
          </p:nvSpPr>
          <p:spPr>
            <a:xfrm>
              <a:off x="7305574" y="3015724"/>
              <a:ext cx="96688" cy="172605"/>
            </a:xfrm>
            <a:custGeom>
              <a:avLst/>
              <a:gdLst/>
              <a:ahLst/>
              <a:cxnLst/>
              <a:rect l="l" t="t" r="r" b="b"/>
              <a:pathLst>
                <a:path w="135" h="241" extrusionOk="0">
                  <a:moveTo>
                    <a:pt x="65" y="0"/>
                  </a:moveTo>
                  <a:cubicBezTo>
                    <a:pt x="31" y="0"/>
                    <a:pt x="1" y="27"/>
                    <a:pt x="1" y="64"/>
                  </a:cubicBezTo>
                  <a:lnTo>
                    <a:pt x="1" y="241"/>
                  </a:lnTo>
                  <a:lnTo>
                    <a:pt x="134" y="241"/>
                  </a:lnTo>
                  <a:lnTo>
                    <a:pt x="134" y="64"/>
                  </a:lnTo>
                  <a:cubicBezTo>
                    <a:pt x="134" y="27"/>
                    <a:pt x="104" y="0"/>
                    <a:pt x="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3" name="Google Shape;5913;p45">
              <a:extLst>
                <a:ext uri="{FF2B5EF4-FFF2-40B4-BE49-F238E27FC236}">
                  <a16:creationId xmlns:a16="http://schemas.microsoft.com/office/drawing/2014/main" id="{7A11C0CB-8F54-4806-535B-A30C6790F308}"/>
                </a:ext>
              </a:extLst>
            </p:cNvPr>
            <p:cNvSpPr/>
            <p:nvPr/>
          </p:nvSpPr>
          <p:spPr>
            <a:xfrm>
              <a:off x="7280507" y="2990656"/>
              <a:ext cx="146822" cy="222739"/>
            </a:xfrm>
            <a:custGeom>
              <a:avLst/>
              <a:gdLst/>
              <a:ahLst/>
              <a:cxnLst/>
              <a:rect l="l" t="t" r="r" b="b"/>
              <a:pathLst>
                <a:path w="205" h="311" extrusionOk="0">
                  <a:moveTo>
                    <a:pt x="100" y="65"/>
                  </a:moveTo>
                  <a:cubicBezTo>
                    <a:pt x="112" y="65"/>
                    <a:pt x="119" y="69"/>
                    <a:pt x="128" y="76"/>
                  </a:cubicBezTo>
                  <a:cubicBezTo>
                    <a:pt x="135" y="81"/>
                    <a:pt x="139" y="92"/>
                    <a:pt x="139" y="99"/>
                  </a:cubicBezTo>
                  <a:lnTo>
                    <a:pt x="139" y="246"/>
                  </a:lnTo>
                  <a:lnTo>
                    <a:pt x="66" y="246"/>
                  </a:lnTo>
                  <a:lnTo>
                    <a:pt x="66" y="99"/>
                  </a:lnTo>
                  <a:cubicBezTo>
                    <a:pt x="66" y="92"/>
                    <a:pt x="70" y="81"/>
                    <a:pt x="77" y="76"/>
                  </a:cubicBezTo>
                  <a:cubicBezTo>
                    <a:pt x="85" y="69"/>
                    <a:pt x="93" y="65"/>
                    <a:pt x="100" y="65"/>
                  </a:cubicBezTo>
                  <a:close/>
                  <a:moveTo>
                    <a:pt x="100" y="0"/>
                  </a:moveTo>
                  <a:cubicBezTo>
                    <a:pt x="47" y="0"/>
                    <a:pt x="1" y="46"/>
                    <a:pt x="1" y="99"/>
                  </a:cubicBezTo>
                  <a:lnTo>
                    <a:pt x="1" y="311"/>
                  </a:lnTo>
                  <a:lnTo>
                    <a:pt x="204" y="311"/>
                  </a:lnTo>
                  <a:lnTo>
                    <a:pt x="204" y="276"/>
                  </a:lnTo>
                  <a:lnTo>
                    <a:pt x="204" y="99"/>
                  </a:lnTo>
                  <a:cubicBezTo>
                    <a:pt x="204" y="46"/>
                    <a:pt x="158" y="0"/>
                    <a:pt x="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4" name="Google Shape;5914;p45">
              <a:extLst>
                <a:ext uri="{FF2B5EF4-FFF2-40B4-BE49-F238E27FC236}">
                  <a16:creationId xmlns:a16="http://schemas.microsoft.com/office/drawing/2014/main" id="{331D3DD6-B81E-4F2D-E91B-C6929DE41148}"/>
                </a:ext>
              </a:extLst>
            </p:cNvPr>
            <p:cNvSpPr/>
            <p:nvPr/>
          </p:nvSpPr>
          <p:spPr>
            <a:xfrm>
              <a:off x="7033423" y="2625382"/>
              <a:ext cx="99552" cy="176902"/>
            </a:xfrm>
            <a:custGeom>
              <a:avLst/>
              <a:gdLst/>
              <a:ahLst/>
              <a:cxnLst/>
              <a:rect l="l" t="t" r="r" b="b"/>
              <a:pathLst>
                <a:path w="139" h="247" extrusionOk="0">
                  <a:moveTo>
                    <a:pt x="70" y="1"/>
                  </a:moveTo>
                  <a:cubicBezTo>
                    <a:pt x="31" y="1"/>
                    <a:pt x="1" y="31"/>
                    <a:pt x="1" y="70"/>
                  </a:cubicBezTo>
                  <a:lnTo>
                    <a:pt x="1" y="246"/>
                  </a:lnTo>
                  <a:lnTo>
                    <a:pt x="139" y="246"/>
                  </a:lnTo>
                  <a:lnTo>
                    <a:pt x="139" y="70"/>
                  </a:lnTo>
                  <a:cubicBezTo>
                    <a:pt x="139" y="31"/>
                    <a:pt x="109" y="1"/>
                    <a:pt x="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5" name="Google Shape;5915;p45">
              <a:extLst>
                <a:ext uri="{FF2B5EF4-FFF2-40B4-BE49-F238E27FC236}">
                  <a16:creationId xmlns:a16="http://schemas.microsoft.com/office/drawing/2014/main" id="{1D8D56A3-12F0-EC60-13A9-12E7FD4DDBEB}"/>
                </a:ext>
              </a:extLst>
            </p:cNvPr>
            <p:cNvSpPr/>
            <p:nvPr/>
          </p:nvSpPr>
          <p:spPr>
            <a:xfrm>
              <a:off x="7011938" y="2603896"/>
              <a:ext cx="143241" cy="222739"/>
            </a:xfrm>
            <a:custGeom>
              <a:avLst/>
              <a:gdLst/>
              <a:ahLst/>
              <a:cxnLst/>
              <a:rect l="l" t="t" r="r" b="b"/>
              <a:pathLst>
                <a:path w="200" h="311" extrusionOk="0">
                  <a:moveTo>
                    <a:pt x="100" y="65"/>
                  </a:moveTo>
                  <a:cubicBezTo>
                    <a:pt x="112" y="65"/>
                    <a:pt x="119" y="69"/>
                    <a:pt x="127" y="77"/>
                  </a:cubicBezTo>
                  <a:cubicBezTo>
                    <a:pt x="130" y="80"/>
                    <a:pt x="135" y="88"/>
                    <a:pt x="135" y="100"/>
                  </a:cubicBezTo>
                  <a:lnTo>
                    <a:pt x="135" y="245"/>
                  </a:lnTo>
                  <a:lnTo>
                    <a:pt x="66" y="245"/>
                  </a:lnTo>
                  <a:lnTo>
                    <a:pt x="66" y="100"/>
                  </a:lnTo>
                  <a:cubicBezTo>
                    <a:pt x="66" y="88"/>
                    <a:pt x="70" y="80"/>
                    <a:pt x="77" y="77"/>
                  </a:cubicBezTo>
                  <a:cubicBezTo>
                    <a:pt x="81" y="69"/>
                    <a:pt x="89" y="65"/>
                    <a:pt x="100" y="65"/>
                  </a:cubicBezTo>
                  <a:close/>
                  <a:moveTo>
                    <a:pt x="100" y="0"/>
                  </a:moveTo>
                  <a:cubicBezTo>
                    <a:pt x="47" y="0"/>
                    <a:pt x="1" y="46"/>
                    <a:pt x="1" y="100"/>
                  </a:cubicBezTo>
                  <a:lnTo>
                    <a:pt x="1" y="310"/>
                  </a:lnTo>
                  <a:lnTo>
                    <a:pt x="199" y="310"/>
                  </a:lnTo>
                  <a:lnTo>
                    <a:pt x="199" y="276"/>
                  </a:lnTo>
                  <a:lnTo>
                    <a:pt x="199" y="100"/>
                  </a:lnTo>
                  <a:cubicBezTo>
                    <a:pt x="199" y="46"/>
                    <a:pt x="158" y="0"/>
                    <a:pt x="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916" name="Google Shape;5916;p45">
            <a:extLst>
              <a:ext uri="{FF2B5EF4-FFF2-40B4-BE49-F238E27FC236}">
                <a16:creationId xmlns:a16="http://schemas.microsoft.com/office/drawing/2014/main" id="{57B7361D-F48D-5DB6-A1AE-F7BE355419D8}"/>
              </a:ext>
            </a:extLst>
          </p:cNvPr>
          <p:cNvGrpSpPr/>
          <p:nvPr/>
        </p:nvGrpSpPr>
        <p:grpSpPr>
          <a:xfrm>
            <a:off x="8795621" y="4055971"/>
            <a:ext cx="348379" cy="632488"/>
            <a:chOff x="9013159" y="960258"/>
            <a:chExt cx="296039" cy="537464"/>
          </a:xfrm>
        </p:grpSpPr>
        <p:sp>
          <p:nvSpPr>
            <p:cNvPr id="5917" name="Google Shape;5917;p45">
              <a:extLst>
                <a:ext uri="{FF2B5EF4-FFF2-40B4-BE49-F238E27FC236}">
                  <a16:creationId xmlns:a16="http://schemas.microsoft.com/office/drawing/2014/main" id="{826ACC7A-3DF0-12F3-5A52-4351E35D9737}"/>
                </a:ext>
              </a:extLst>
            </p:cNvPr>
            <p:cNvSpPr/>
            <p:nvPr/>
          </p:nvSpPr>
          <p:spPr>
            <a:xfrm>
              <a:off x="9013159" y="960258"/>
              <a:ext cx="296039" cy="420963"/>
            </a:xfrm>
            <a:custGeom>
              <a:avLst/>
              <a:gdLst/>
              <a:ahLst/>
              <a:cxnLst/>
              <a:rect l="l" t="t" r="r" b="b"/>
              <a:pathLst>
                <a:path w="526" h="748" extrusionOk="0">
                  <a:moveTo>
                    <a:pt x="261" y="0"/>
                  </a:moveTo>
                  <a:cubicBezTo>
                    <a:pt x="261" y="0"/>
                    <a:pt x="0" y="407"/>
                    <a:pt x="0" y="529"/>
                  </a:cubicBezTo>
                  <a:cubicBezTo>
                    <a:pt x="0" y="649"/>
                    <a:pt x="115" y="748"/>
                    <a:pt x="261" y="748"/>
                  </a:cubicBezTo>
                  <a:cubicBezTo>
                    <a:pt x="407" y="748"/>
                    <a:pt x="525" y="649"/>
                    <a:pt x="525" y="529"/>
                  </a:cubicBezTo>
                  <a:cubicBezTo>
                    <a:pt x="525" y="407"/>
                    <a:pt x="261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8" name="Google Shape;5918;p45">
              <a:extLst>
                <a:ext uri="{FF2B5EF4-FFF2-40B4-BE49-F238E27FC236}">
                  <a16:creationId xmlns:a16="http://schemas.microsoft.com/office/drawing/2014/main" id="{9A362295-7A27-8D3C-005C-2F9DAD15A458}"/>
                </a:ext>
              </a:extLst>
            </p:cNvPr>
            <p:cNvSpPr/>
            <p:nvPr/>
          </p:nvSpPr>
          <p:spPr>
            <a:xfrm>
              <a:off x="9099267" y="120169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3" y="181"/>
                  </a:lnTo>
                  <a:lnTo>
                    <a:pt x="1" y="146"/>
                  </a:lnTo>
                  <a:lnTo>
                    <a:pt x="93" y="231"/>
                  </a:lnTo>
                  <a:lnTo>
                    <a:pt x="93" y="526"/>
                  </a:lnTo>
                  <a:lnTo>
                    <a:pt x="154" y="526"/>
                  </a:lnTo>
                  <a:lnTo>
                    <a:pt x="146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919" name="Google Shape;5919;p45">
            <a:extLst>
              <a:ext uri="{FF2B5EF4-FFF2-40B4-BE49-F238E27FC236}">
                <a16:creationId xmlns:a16="http://schemas.microsoft.com/office/drawing/2014/main" id="{373441BE-9162-D081-396D-F2F4793F67FF}"/>
              </a:ext>
            </a:extLst>
          </p:cNvPr>
          <p:cNvGrpSpPr/>
          <p:nvPr/>
        </p:nvGrpSpPr>
        <p:grpSpPr>
          <a:xfrm>
            <a:off x="994008" y="4375734"/>
            <a:ext cx="1707861" cy="740164"/>
            <a:chOff x="3718065" y="3595878"/>
            <a:chExt cx="1707861" cy="740164"/>
          </a:xfrm>
        </p:grpSpPr>
        <p:sp>
          <p:nvSpPr>
            <p:cNvPr id="5920" name="Google Shape;5920;p45">
              <a:extLst>
                <a:ext uri="{FF2B5EF4-FFF2-40B4-BE49-F238E27FC236}">
                  <a16:creationId xmlns:a16="http://schemas.microsoft.com/office/drawing/2014/main" id="{072BF783-22C3-FB6D-845A-4A0395A9CEA9}"/>
                </a:ext>
              </a:extLst>
            </p:cNvPr>
            <p:cNvSpPr/>
            <p:nvPr/>
          </p:nvSpPr>
          <p:spPr>
            <a:xfrm>
              <a:off x="4124743" y="3652887"/>
              <a:ext cx="217573" cy="215750"/>
            </a:xfrm>
            <a:custGeom>
              <a:avLst/>
              <a:gdLst/>
              <a:ahLst/>
              <a:cxnLst/>
              <a:rect l="l" t="t" r="r" b="b"/>
              <a:pathLst>
                <a:path w="2515" h="2494" extrusionOk="0">
                  <a:moveTo>
                    <a:pt x="1580" y="1"/>
                  </a:moveTo>
                  <a:cubicBezTo>
                    <a:pt x="1387" y="1"/>
                    <a:pt x="1236" y="4"/>
                    <a:pt x="1216" y="14"/>
                  </a:cubicBezTo>
                  <a:cubicBezTo>
                    <a:pt x="1159" y="45"/>
                    <a:pt x="1" y="2451"/>
                    <a:pt x="1" y="2451"/>
                  </a:cubicBezTo>
                  <a:lnTo>
                    <a:pt x="315" y="2494"/>
                  </a:lnTo>
                  <a:cubicBezTo>
                    <a:pt x="315" y="2494"/>
                    <a:pt x="1254" y="651"/>
                    <a:pt x="1334" y="593"/>
                  </a:cubicBezTo>
                  <a:cubicBezTo>
                    <a:pt x="1373" y="566"/>
                    <a:pt x="1611" y="559"/>
                    <a:pt x="1839" y="559"/>
                  </a:cubicBezTo>
                  <a:cubicBezTo>
                    <a:pt x="2067" y="559"/>
                    <a:pt x="2285" y="566"/>
                    <a:pt x="2285" y="566"/>
                  </a:cubicBezTo>
                  <a:lnTo>
                    <a:pt x="2515" y="14"/>
                  </a:lnTo>
                  <a:cubicBezTo>
                    <a:pt x="2515" y="14"/>
                    <a:pt x="1965" y="1"/>
                    <a:pt x="15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1" name="Google Shape;5921;p45">
              <a:extLst>
                <a:ext uri="{FF2B5EF4-FFF2-40B4-BE49-F238E27FC236}">
                  <a16:creationId xmlns:a16="http://schemas.microsoft.com/office/drawing/2014/main" id="{6074FD64-9C30-8C1F-1621-25571CA7F8C7}"/>
                </a:ext>
              </a:extLst>
            </p:cNvPr>
            <p:cNvSpPr/>
            <p:nvPr/>
          </p:nvSpPr>
          <p:spPr>
            <a:xfrm>
              <a:off x="4352521" y="3595878"/>
              <a:ext cx="427446" cy="50347"/>
            </a:xfrm>
            <a:custGeom>
              <a:avLst/>
              <a:gdLst/>
              <a:ahLst/>
              <a:cxnLst/>
              <a:rect l="l" t="t" r="r" b="b"/>
              <a:pathLst>
                <a:path w="4941" h="582" extrusionOk="0">
                  <a:moveTo>
                    <a:pt x="608" y="1"/>
                  </a:moveTo>
                  <a:cubicBezTo>
                    <a:pt x="464" y="1"/>
                    <a:pt x="373" y="2"/>
                    <a:pt x="357" y="7"/>
                  </a:cubicBezTo>
                  <a:cubicBezTo>
                    <a:pt x="234" y="42"/>
                    <a:pt x="1" y="509"/>
                    <a:pt x="1" y="509"/>
                  </a:cubicBezTo>
                  <a:lnTo>
                    <a:pt x="460" y="509"/>
                  </a:lnTo>
                  <a:cubicBezTo>
                    <a:pt x="460" y="509"/>
                    <a:pt x="567" y="137"/>
                    <a:pt x="606" y="118"/>
                  </a:cubicBezTo>
                  <a:cubicBezTo>
                    <a:pt x="611" y="115"/>
                    <a:pt x="670" y="114"/>
                    <a:pt x="770" y="114"/>
                  </a:cubicBezTo>
                  <a:cubicBezTo>
                    <a:pt x="1489" y="114"/>
                    <a:pt x="4314" y="179"/>
                    <a:pt x="4338" y="206"/>
                  </a:cubicBezTo>
                  <a:cubicBezTo>
                    <a:pt x="4369" y="237"/>
                    <a:pt x="4445" y="581"/>
                    <a:pt x="4445" y="581"/>
                  </a:cubicBezTo>
                  <a:lnTo>
                    <a:pt x="4940" y="581"/>
                  </a:lnTo>
                  <a:cubicBezTo>
                    <a:pt x="4940" y="581"/>
                    <a:pt x="4810" y="191"/>
                    <a:pt x="4710" y="129"/>
                  </a:cubicBezTo>
                  <a:cubicBezTo>
                    <a:pt x="4624" y="76"/>
                    <a:pt x="1526" y="1"/>
                    <a:pt x="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2" name="Google Shape;5922;p45">
              <a:extLst>
                <a:ext uri="{FF2B5EF4-FFF2-40B4-BE49-F238E27FC236}">
                  <a16:creationId xmlns:a16="http://schemas.microsoft.com/office/drawing/2014/main" id="{C94953B1-6825-A20A-C529-393F9C40EFB9}"/>
                </a:ext>
              </a:extLst>
            </p:cNvPr>
            <p:cNvSpPr/>
            <p:nvPr/>
          </p:nvSpPr>
          <p:spPr>
            <a:xfrm>
              <a:off x="3725678" y="3630395"/>
              <a:ext cx="1677775" cy="618788"/>
            </a:xfrm>
            <a:custGeom>
              <a:avLst/>
              <a:gdLst/>
              <a:ahLst/>
              <a:cxnLst/>
              <a:rect l="l" t="t" r="r" b="b"/>
              <a:pathLst>
                <a:path w="19394" h="7153" extrusionOk="0">
                  <a:moveTo>
                    <a:pt x="7739" y="1"/>
                  </a:moveTo>
                  <a:cubicBezTo>
                    <a:pt x="7374" y="1"/>
                    <a:pt x="7146" y="2"/>
                    <a:pt x="7146" y="2"/>
                  </a:cubicBezTo>
                  <a:cubicBezTo>
                    <a:pt x="6859" y="405"/>
                    <a:pt x="6239" y="2669"/>
                    <a:pt x="6239" y="2669"/>
                  </a:cubicBezTo>
                  <a:lnTo>
                    <a:pt x="483" y="2669"/>
                  </a:lnTo>
                  <a:cubicBezTo>
                    <a:pt x="111" y="2926"/>
                    <a:pt x="376" y="3156"/>
                    <a:pt x="376" y="3156"/>
                  </a:cubicBezTo>
                  <a:cubicBezTo>
                    <a:pt x="1" y="4160"/>
                    <a:pt x="199" y="6417"/>
                    <a:pt x="199" y="6417"/>
                  </a:cubicBezTo>
                  <a:lnTo>
                    <a:pt x="3112" y="7152"/>
                  </a:lnTo>
                  <a:lnTo>
                    <a:pt x="5802" y="7152"/>
                  </a:lnTo>
                  <a:lnTo>
                    <a:pt x="6997" y="6532"/>
                  </a:lnTo>
                  <a:lnTo>
                    <a:pt x="12917" y="6532"/>
                  </a:lnTo>
                  <a:lnTo>
                    <a:pt x="14619" y="6992"/>
                  </a:lnTo>
                  <a:lnTo>
                    <a:pt x="17091" y="6992"/>
                  </a:lnTo>
                  <a:lnTo>
                    <a:pt x="19072" y="6344"/>
                  </a:lnTo>
                  <a:cubicBezTo>
                    <a:pt x="19393" y="6344"/>
                    <a:pt x="19317" y="4876"/>
                    <a:pt x="19072" y="4876"/>
                  </a:cubicBezTo>
                  <a:lnTo>
                    <a:pt x="18872" y="3719"/>
                  </a:lnTo>
                  <a:lnTo>
                    <a:pt x="18156" y="3095"/>
                  </a:lnTo>
                  <a:cubicBezTo>
                    <a:pt x="17393" y="2842"/>
                    <a:pt x="14516" y="2669"/>
                    <a:pt x="14516" y="2669"/>
                  </a:cubicBezTo>
                  <a:cubicBezTo>
                    <a:pt x="13776" y="1451"/>
                    <a:pt x="12416" y="121"/>
                    <a:pt x="12416" y="121"/>
                  </a:cubicBezTo>
                  <a:cubicBezTo>
                    <a:pt x="11293" y="14"/>
                    <a:pt x="8863" y="1"/>
                    <a:pt x="77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3" name="Google Shape;5923;p45">
              <a:extLst>
                <a:ext uri="{FF2B5EF4-FFF2-40B4-BE49-F238E27FC236}">
                  <a16:creationId xmlns:a16="http://schemas.microsoft.com/office/drawing/2014/main" id="{657AED62-F567-13A3-DE32-6072B9991E2E}"/>
                </a:ext>
              </a:extLst>
            </p:cNvPr>
            <p:cNvSpPr/>
            <p:nvPr/>
          </p:nvSpPr>
          <p:spPr>
            <a:xfrm>
              <a:off x="5339069" y="4084046"/>
              <a:ext cx="45504" cy="61247"/>
            </a:xfrm>
            <a:custGeom>
              <a:avLst/>
              <a:gdLst/>
              <a:ahLst/>
              <a:cxnLst/>
              <a:rect l="l" t="t" r="r" b="b"/>
              <a:pathLst>
                <a:path w="526" h="708" extrusionOk="0">
                  <a:moveTo>
                    <a:pt x="389" y="0"/>
                  </a:moveTo>
                  <a:cubicBezTo>
                    <a:pt x="381" y="0"/>
                    <a:pt x="372" y="2"/>
                    <a:pt x="365" y="4"/>
                  </a:cubicBezTo>
                  <a:cubicBezTo>
                    <a:pt x="43" y="104"/>
                    <a:pt x="0" y="575"/>
                    <a:pt x="356" y="702"/>
                  </a:cubicBezTo>
                  <a:cubicBezTo>
                    <a:pt x="367" y="706"/>
                    <a:pt x="377" y="707"/>
                    <a:pt x="387" y="707"/>
                  </a:cubicBezTo>
                  <a:cubicBezTo>
                    <a:pt x="430" y="707"/>
                    <a:pt x="470" y="676"/>
                    <a:pt x="480" y="629"/>
                  </a:cubicBezTo>
                  <a:cubicBezTo>
                    <a:pt x="498" y="502"/>
                    <a:pt x="525" y="272"/>
                    <a:pt x="483" y="73"/>
                  </a:cubicBezTo>
                  <a:cubicBezTo>
                    <a:pt x="473" y="31"/>
                    <a:pt x="431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4" name="Google Shape;5924;p45">
              <a:extLst>
                <a:ext uri="{FF2B5EF4-FFF2-40B4-BE49-F238E27FC236}">
                  <a16:creationId xmlns:a16="http://schemas.microsoft.com/office/drawing/2014/main" id="{8C55D2C8-1071-F8B2-BE80-3CFBFDC4A378}"/>
                </a:ext>
              </a:extLst>
            </p:cNvPr>
            <p:cNvSpPr/>
            <p:nvPr/>
          </p:nvSpPr>
          <p:spPr>
            <a:xfrm>
              <a:off x="5296593" y="3950477"/>
              <a:ext cx="67045" cy="100349"/>
            </a:xfrm>
            <a:custGeom>
              <a:avLst/>
              <a:gdLst/>
              <a:ahLst/>
              <a:cxnLst/>
              <a:rect l="l" t="t" r="r" b="b"/>
              <a:pathLst>
                <a:path w="775" h="1160" extrusionOk="0">
                  <a:moveTo>
                    <a:pt x="266" y="1"/>
                  </a:moveTo>
                  <a:cubicBezTo>
                    <a:pt x="147" y="1"/>
                    <a:pt x="45" y="11"/>
                    <a:pt x="32" y="30"/>
                  </a:cubicBezTo>
                  <a:cubicBezTo>
                    <a:pt x="0" y="69"/>
                    <a:pt x="181" y="1153"/>
                    <a:pt x="219" y="1157"/>
                  </a:cubicBezTo>
                  <a:cubicBezTo>
                    <a:pt x="233" y="1159"/>
                    <a:pt x="300" y="1159"/>
                    <a:pt x="382" y="1159"/>
                  </a:cubicBezTo>
                  <a:cubicBezTo>
                    <a:pt x="547" y="1159"/>
                    <a:pt x="775" y="1157"/>
                    <a:pt x="775" y="1157"/>
                  </a:cubicBezTo>
                  <a:lnTo>
                    <a:pt x="591" y="30"/>
                  </a:lnTo>
                  <a:cubicBezTo>
                    <a:pt x="508" y="10"/>
                    <a:pt x="380" y="1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5" name="Google Shape;5925;p45">
              <a:extLst>
                <a:ext uri="{FF2B5EF4-FFF2-40B4-BE49-F238E27FC236}">
                  <a16:creationId xmlns:a16="http://schemas.microsoft.com/office/drawing/2014/main" id="{F68CE3DB-67E3-85AB-F8C8-F1361A692148}"/>
                </a:ext>
              </a:extLst>
            </p:cNvPr>
            <p:cNvSpPr/>
            <p:nvPr/>
          </p:nvSpPr>
          <p:spPr>
            <a:xfrm>
              <a:off x="5311559" y="4006794"/>
              <a:ext cx="25953" cy="39966"/>
            </a:xfrm>
            <a:custGeom>
              <a:avLst/>
              <a:gdLst/>
              <a:ahLst/>
              <a:cxnLst/>
              <a:rect l="l" t="t" r="r" b="b"/>
              <a:pathLst>
                <a:path w="300" h="462" extrusionOk="0">
                  <a:moveTo>
                    <a:pt x="23" y="0"/>
                  </a:moveTo>
                  <a:cubicBezTo>
                    <a:pt x="11" y="0"/>
                    <a:pt x="0" y="12"/>
                    <a:pt x="4" y="23"/>
                  </a:cubicBezTo>
                  <a:cubicBezTo>
                    <a:pt x="16" y="115"/>
                    <a:pt x="69" y="453"/>
                    <a:pt x="80" y="460"/>
                  </a:cubicBezTo>
                  <a:cubicBezTo>
                    <a:pt x="83" y="461"/>
                    <a:pt x="91" y="461"/>
                    <a:pt x="103" y="461"/>
                  </a:cubicBezTo>
                  <a:cubicBezTo>
                    <a:pt x="147" y="461"/>
                    <a:pt x="238" y="456"/>
                    <a:pt x="280" y="456"/>
                  </a:cubicBezTo>
                  <a:cubicBezTo>
                    <a:pt x="292" y="456"/>
                    <a:pt x="299" y="445"/>
                    <a:pt x="299" y="433"/>
                  </a:cubicBezTo>
                  <a:lnTo>
                    <a:pt x="226" y="16"/>
                  </a:lnTo>
                  <a:cubicBezTo>
                    <a:pt x="223" y="8"/>
                    <a:pt x="214" y="0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6" name="Google Shape;5926;p45">
              <a:extLst>
                <a:ext uri="{FF2B5EF4-FFF2-40B4-BE49-F238E27FC236}">
                  <a16:creationId xmlns:a16="http://schemas.microsoft.com/office/drawing/2014/main" id="{485E8F57-4F7B-C3A9-7D69-6E8C251BA492}"/>
                </a:ext>
              </a:extLst>
            </p:cNvPr>
            <p:cNvSpPr/>
            <p:nvPr/>
          </p:nvSpPr>
          <p:spPr>
            <a:xfrm>
              <a:off x="5218043" y="4032660"/>
              <a:ext cx="207884" cy="214193"/>
            </a:xfrm>
            <a:custGeom>
              <a:avLst/>
              <a:gdLst/>
              <a:ahLst/>
              <a:cxnLst/>
              <a:rect l="l" t="t" r="r" b="b"/>
              <a:pathLst>
                <a:path w="2403" h="2476" extrusionOk="0">
                  <a:moveTo>
                    <a:pt x="2116" y="203"/>
                  </a:moveTo>
                  <a:cubicBezTo>
                    <a:pt x="2131" y="479"/>
                    <a:pt x="2165" y="1311"/>
                    <a:pt x="2043" y="1721"/>
                  </a:cubicBezTo>
                  <a:lnTo>
                    <a:pt x="1568" y="1871"/>
                  </a:lnTo>
                  <a:cubicBezTo>
                    <a:pt x="1548" y="1598"/>
                    <a:pt x="1499" y="656"/>
                    <a:pt x="1603" y="203"/>
                  </a:cubicBezTo>
                  <a:close/>
                  <a:moveTo>
                    <a:pt x="1522" y="0"/>
                  </a:moveTo>
                  <a:cubicBezTo>
                    <a:pt x="1479" y="0"/>
                    <a:pt x="1442" y="31"/>
                    <a:pt x="1426" y="74"/>
                  </a:cubicBezTo>
                  <a:cubicBezTo>
                    <a:pt x="1281" y="560"/>
                    <a:pt x="1353" y="1733"/>
                    <a:pt x="1368" y="1936"/>
                  </a:cubicBezTo>
                  <a:lnTo>
                    <a:pt x="310" y="2276"/>
                  </a:lnTo>
                  <a:lnTo>
                    <a:pt x="100" y="2276"/>
                  </a:lnTo>
                  <a:cubicBezTo>
                    <a:pt x="47" y="2276"/>
                    <a:pt x="1" y="2319"/>
                    <a:pt x="1" y="2376"/>
                  </a:cubicBezTo>
                  <a:cubicBezTo>
                    <a:pt x="1" y="2430"/>
                    <a:pt x="47" y="2476"/>
                    <a:pt x="100" y="2476"/>
                  </a:cubicBezTo>
                  <a:lnTo>
                    <a:pt x="326" y="2476"/>
                  </a:lnTo>
                  <a:cubicBezTo>
                    <a:pt x="338" y="2476"/>
                    <a:pt x="345" y="2476"/>
                    <a:pt x="356" y="2472"/>
                  </a:cubicBezTo>
                  <a:lnTo>
                    <a:pt x="2154" y="1897"/>
                  </a:lnTo>
                  <a:cubicBezTo>
                    <a:pt x="2181" y="1885"/>
                    <a:pt x="2204" y="1862"/>
                    <a:pt x="2215" y="1836"/>
                  </a:cubicBezTo>
                  <a:cubicBezTo>
                    <a:pt x="2403" y="1326"/>
                    <a:pt x="2315" y="146"/>
                    <a:pt x="2311" y="92"/>
                  </a:cubicBezTo>
                  <a:cubicBezTo>
                    <a:pt x="2307" y="42"/>
                    <a:pt x="2265" y="0"/>
                    <a:pt x="2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7" name="Google Shape;5927;p45">
              <a:extLst>
                <a:ext uri="{FF2B5EF4-FFF2-40B4-BE49-F238E27FC236}">
                  <a16:creationId xmlns:a16="http://schemas.microsoft.com/office/drawing/2014/main" id="{224AC4D6-8722-6B6E-DFB2-F11C6EFEC125}"/>
                </a:ext>
              </a:extLst>
            </p:cNvPr>
            <p:cNvSpPr/>
            <p:nvPr/>
          </p:nvSpPr>
          <p:spPr>
            <a:xfrm>
              <a:off x="3723342" y="3929974"/>
              <a:ext cx="89192" cy="154156"/>
            </a:xfrm>
            <a:custGeom>
              <a:avLst/>
              <a:gdLst/>
              <a:ahLst/>
              <a:cxnLst/>
              <a:rect l="l" t="t" r="r" b="b"/>
              <a:pathLst>
                <a:path w="1031" h="1782" extrusionOk="0">
                  <a:moveTo>
                    <a:pt x="489" y="1"/>
                  </a:moveTo>
                  <a:cubicBezTo>
                    <a:pt x="343" y="1"/>
                    <a:pt x="226" y="3"/>
                    <a:pt x="226" y="3"/>
                  </a:cubicBezTo>
                  <a:cubicBezTo>
                    <a:pt x="0" y="896"/>
                    <a:pt x="104" y="1755"/>
                    <a:pt x="104" y="1755"/>
                  </a:cubicBezTo>
                  <a:cubicBezTo>
                    <a:pt x="202" y="1775"/>
                    <a:pt x="329" y="1782"/>
                    <a:pt x="454" y="1782"/>
                  </a:cubicBezTo>
                  <a:cubicBezTo>
                    <a:pt x="704" y="1782"/>
                    <a:pt x="947" y="1755"/>
                    <a:pt x="947" y="1755"/>
                  </a:cubicBezTo>
                  <a:cubicBezTo>
                    <a:pt x="997" y="1341"/>
                    <a:pt x="1031" y="30"/>
                    <a:pt x="1031" y="30"/>
                  </a:cubicBezTo>
                  <a:cubicBezTo>
                    <a:pt x="938" y="6"/>
                    <a:pt x="686" y="1"/>
                    <a:pt x="4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8" name="Google Shape;5928;p45">
              <a:extLst>
                <a:ext uri="{FF2B5EF4-FFF2-40B4-BE49-F238E27FC236}">
                  <a16:creationId xmlns:a16="http://schemas.microsoft.com/office/drawing/2014/main" id="{C34345EB-7C2C-D8D2-0359-681CC87E9C9C}"/>
                </a:ext>
              </a:extLst>
            </p:cNvPr>
            <p:cNvSpPr/>
            <p:nvPr/>
          </p:nvSpPr>
          <p:spPr>
            <a:xfrm>
              <a:off x="3746180" y="4045550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6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9" name="Google Shape;5929;p45">
              <a:extLst>
                <a:ext uri="{FF2B5EF4-FFF2-40B4-BE49-F238E27FC236}">
                  <a16:creationId xmlns:a16="http://schemas.microsoft.com/office/drawing/2014/main" id="{4E59A850-23ED-90E5-AC5C-386754F8F26C}"/>
                </a:ext>
              </a:extLst>
            </p:cNvPr>
            <p:cNvSpPr/>
            <p:nvPr/>
          </p:nvSpPr>
          <p:spPr>
            <a:xfrm>
              <a:off x="3746180" y="4025999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4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0" name="Google Shape;5930;p45">
              <a:extLst>
                <a:ext uri="{FF2B5EF4-FFF2-40B4-BE49-F238E27FC236}">
                  <a16:creationId xmlns:a16="http://schemas.microsoft.com/office/drawing/2014/main" id="{4A313B5E-31CA-68F5-1977-E285875A01B5}"/>
                </a:ext>
              </a:extLst>
            </p:cNvPr>
            <p:cNvSpPr/>
            <p:nvPr/>
          </p:nvSpPr>
          <p:spPr>
            <a:xfrm>
              <a:off x="3746180" y="4006102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1" name="Google Shape;5931;p45">
              <a:extLst>
                <a:ext uri="{FF2B5EF4-FFF2-40B4-BE49-F238E27FC236}">
                  <a16:creationId xmlns:a16="http://schemas.microsoft.com/office/drawing/2014/main" id="{B3FAD52B-5E9A-E448-E27B-0469C80CEF65}"/>
                </a:ext>
              </a:extLst>
            </p:cNvPr>
            <p:cNvSpPr/>
            <p:nvPr/>
          </p:nvSpPr>
          <p:spPr>
            <a:xfrm>
              <a:off x="4256756" y="3883432"/>
              <a:ext cx="687235" cy="292482"/>
            </a:xfrm>
            <a:custGeom>
              <a:avLst/>
              <a:gdLst/>
              <a:ahLst/>
              <a:cxnLst/>
              <a:rect l="l" t="t" r="r" b="b"/>
              <a:pathLst>
                <a:path w="7944" h="3381" extrusionOk="0">
                  <a:moveTo>
                    <a:pt x="337" y="1"/>
                  </a:moveTo>
                  <a:lnTo>
                    <a:pt x="0" y="1507"/>
                  </a:lnTo>
                  <a:lnTo>
                    <a:pt x="8" y="1518"/>
                  </a:lnTo>
                  <a:cubicBezTo>
                    <a:pt x="364" y="1948"/>
                    <a:pt x="552" y="2407"/>
                    <a:pt x="651" y="2760"/>
                  </a:cubicBezTo>
                  <a:cubicBezTo>
                    <a:pt x="701" y="2936"/>
                    <a:pt x="728" y="3086"/>
                    <a:pt x="743" y="3189"/>
                  </a:cubicBezTo>
                  <a:cubicBezTo>
                    <a:pt x="751" y="3243"/>
                    <a:pt x="754" y="3285"/>
                    <a:pt x="759" y="3311"/>
                  </a:cubicBezTo>
                  <a:cubicBezTo>
                    <a:pt x="759" y="3327"/>
                    <a:pt x="763" y="3334"/>
                    <a:pt x="763" y="3343"/>
                  </a:cubicBezTo>
                  <a:lnTo>
                    <a:pt x="763" y="3350"/>
                  </a:lnTo>
                  <a:lnTo>
                    <a:pt x="763" y="3354"/>
                  </a:lnTo>
                  <a:lnTo>
                    <a:pt x="763" y="3380"/>
                  </a:lnTo>
                  <a:lnTo>
                    <a:pt x="6993" y="3380"/>
                  </a:lnTo>
                  <a:lnTo>
                    <a:pt x="7001" y="3362"/>
                  </a:lnTo>
                  <a:cubicBezTo>
                    <a:pt x="7154" y="2833"/>
                    <a:pt x="7388" y="2434"/>
                    <a:pt x="7583" y="2174"/>
                  </a:cubicBezTo>
                  <a:cubicBezTo>
                    <a:pt x="7679" y="2040"/>
                    <a:pt x="7767" y="1944"/>
                    <a:pt x="7828" y="1879"/>
                  </a:cubicBezTo>
                  <a:cubicBezTo>
                    <a:pt x="7863" y="1845"/>
                    <a:pt x="7886" y="1822"/>
                    <a:pt x="7905" y="1806"/>
                  </a:cubicBezTo>
                  <a:cubicBezTo>
                    <a:pt x="7913" y="1794"/>
                    <a:pt x="7920" y="1790"/>
                    <a:pt x="7924" y="1787"/>
                  </a:cubicBezTo>
                  <a:lnTo>
                    <a:pt x="7928" y="1783"/>
                  </a:lnTo>
                  <a:lnTo>
                    <a:pt x="7932" y="1779"/>
                  </a:lnTo>
                  <a:lnTo>
                    <a:pt x="7940" y="1771"/>
                  </a:lnTo>
                  <a:lnTo>
                    <a:pt x="7940" y="1760"/>
                  </a:lnTo>
                  <a:cubicBezTo>
                    <a:pt x="7943" y="1725"/>
                    <a:pt x="7943" y="1687"/>
                    <a:pt x="7943" y="1652"/>
                  </a:cubicBezTo>
                  <a:cubicBezTo>
                    <a:pt x="7943" y="1350"/>
                    <a:pt x="7890" y="963"/>
                    <a:pt x="7836" y="649"/>
                  </a:cubicBezTo>
                  <a:cubicBezTo>
                    <a:pt x="7782" y="338"/>
                    <a:pt x="7729" y="101"/>
                    <a:pt x="7729" y="101"/>
                  </a:cubicBezTo>
                  <a:lnTo>
                    <a:pt x="7671" y="116"/>
                  </a:lnTo>
                  <a:lnTo>
                    <a:pt x="7671" y="124"/>
                  </a:lnTo>
                  <a:cubicBezTo>
                    <a:pt x="7687" y="177"/>
                    <a:pt x="7737" y="419"/>
                    <a:pt x="7786" y="718"/>
                  </a:cubicBezTo>
                  <a:cubicBezTo>
                    <a:pt x="7840" y="1017"/>
                    <a:pt x="7886" y="1373"/>
                    <a:pt x="7886" y="1652"/>
                  </a:cubicBezTo>
                  <a:cubicBezTo>
                    <a:pt x="7886" y="1684"/>
                    <a:pt x="7886" y="1714"/>
                    <a:pt x="7883" y="1746"/>
                  </a:cubicBezTo>
                  <a:lnTo>
                    <a:pt x="7883" y="1746"/>
                  </a:lnTo>
                  <a:cubicBezTo>
                    <a:pt x="7799" y="1818"/>
                    <a:pt x="7240" y="2341"/>
                    <a:pt x="6950" y="3323"/>
                  </a:cubicBezTo>
                  <a:lnTo>
                    <a:pt x="818" y="3323"/>
                  </a:lnTo>
                  <a:cubicBezTo>
                    <a:pt x="812" y="3250"/>
                    <a:pt x="789" y="3032"/>
                    <a:pt x="709" y="2745"/>
                  </a:cubicBezTo>
                  <a:cubicBezTo>
                    <a:pt x="607" y="2388"/>
                    <a:pt x="418" y="1930"/>
                    <a:pt x="64" y="1493"/>
                  </a:cubicBezTo>
                  <a:lnTo>
                    <a:pt x="64" y="1493"/>
                  </a:lnTo>
                  <a:lnTo>
                    <a:pt x="395" y="13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2" name="Google Shape;5932;p45">
              <a:extLst>
                <a:ext uri="{FF2B5EF4-FFF2-40B4-BE49-F238E27FC236}">
                  <a16:creationId xmlns:a16="http://schemas.microsoft.com/office/drawing/2014/main" id="{91F3E099-E2F3-9B45-8B3C-ED674CF95012}"/>
                </a:ext>
              </a:extLst>
            </p:cNvPr>
            <p:cNvSpPr/>
            <p:nvPr/>
          </p:nvSpPr>
          <p:spPr>
            <a:xfrm>
              <a:off x="4485053" y="3883865"/>
              <a:ext cx="13755" cy="290060"/>
            </a:xfrm>
            <a:custGeom>
              <a:avLst/>
              <a:gdLst/>
              <a:ahLst/>
              <a:cxnLst/>
              <a:rect l="l" t="t" r="r" b="b"/>
              <a:pathLst>
                <a:path w="159" h="3353" extrusionOk="0">
                  <a:moveTo>
                    <a:pt x="47" y="0"/>
                  </a:moveTo>
                  <a:cubicBezTo>
                    <a:pt x="13" y="387"/>
                    <a:pt x="1" y="805"/>
                    <a:pt x="1" y="1207"/>
                  </a:cubicBezTo>
                  <a:cubicBezTo>
                    <a:pt x="1" y="2333"/>
                    <a:pt x="101" y="3349"/>
                    <a:pt x="101" y="3352"/>
                  </a:cubicBezTo>
                  <a:lnTo>
                    <a:pt x="158" y="3345"/>
                  </a:lnTo>
                  <a:lnTo>
                    <a:pt x="158" y="3334"/>
                  </a:lnTo>
                  <a:cubicBezTo>
                    <a:pt x="147" y="3219"/>
                    <a:pt x="59" y="2261"/>
                    <a:pt x="59" y="1207"/>
                  </a:cubicBezTo>
                  <a:cubicBezTo>
                    <a:pt x="59" y="805"/>
                    <a:pt x="74" y="391"/>
                    <a:pt x="105" y="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3" name="Google Shape;5933;p45">
              <a:extLst>
                <a:ext uri="{FF2B5EF4-FFF2-40B4-BE49-F238E27FC236}">
                  <a16:creationId xmlns:a16="http://schemas.microsoft.com/office/drawing/2014/main" id="{B7FD3E17-33AC-C982-4A28-806331BE270A}"/>
                </a:ext>
              </a:extLst>
            </p:cNvPr>
            <p:cNvSpPr/>
            <p:nvPr/>
          </p:nvSpPr>
          <p:spPr>
            <a:xfrm>
              <a:off x="4548378" y="3926600"/>
              <a:ext cx="55193" cy="5363"/>
            </a:xfrm>
            <a:custGeom>
              <a:avLst/>
              <a:gdLst/>
              <a:ahLst/>
              <a:cxnLst/>
              <a:rect l="l" t="t" r="r" b="b"/>
              <a:pathLst>
                <a:path w="638" h="62" extrusionOk="0">
                  <a:moveTo>
                    <a:pt x="1" y="0"/>
                  </a:moveTo>
                  <a:lnTo>
                    <a:pt x="1" y="62"/>
                  </a:lnTo>
                  <a:lnTo>
                    <a:pt x="637" y="62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4" name="Google Shape;5934;p45">
              <a:extLst>
                <a:ext uri="{FF2B5EF4-FFF2-40B4-BE49-F238E27FC236}">
                  <a16:creationId xmlns:a16="http://schemas.microsoft.com/office/drawing/2014/main" id="{14FE43B1-F528-D3CE-3B67-7BCA128EFA8D}"/>
                </a:ext>
              </a:extLst>
            </p:cNvPr>
            <p:cNvSpPr/>
            <p:nvPr/>
          </p:nvSpPr>
          <p:spPr>
            <a:xfrm>
              <a:off x="4311430" y="3926600"/>
              <a:ext cx="54761" cy="5363"/>
            </a:xfrm>
            <a:custGeom>
              <a:avLst/>
              <a:gdLst/>
              <a:ahLst/>
              <a:cxnLst/>
              <a:rect l="l" t="t" r="r" b="b"/>
              <a:pathLst>
                <a:path w="633" h="62" extrusionOk="0">
                  <a:moveTo>
                    <a:pt x="0" y="0"/>
                  </a:moveTo>
                  <a:lnTo>
                    <a:pt x="0" y="62"/>
                  </a:lnTo>
                  <a:lnTo>
                    <a:pt x="633" y="62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5" name="Google Shape;5935;p45">
              <a:extLst>
                <a:ext uri="{FF2B5EF4-FFF2-40B4-BE49-F238E27FC236}">
                  <a16:creationId xmlns:a16="http://schemas.microsoft.com/office/drawing/2014/main" id="{0EC8D136-C18C-E4F4-3555-D1ACA81E8297}"/>
                </a:ext>
              </a:extLst>
            </p:cNvPr>
            <p:cNvSpPr/>
            <p:nvPr/>
          </p:nvSpPr>
          <p:spPr>
            <a:xfrm>
              <a:off x="4977375" y="3874263"/>
              <a:ext cx="312042" cy="56403"/>
            </a:xfrm>
            <a:custGeom>
              <a:avLst/>
              <a:gdLst/>
              <a:ahLst/>
              <a:cxnLst/>
              <a:rect l="l" t="t" r="r" b="b"/>
              <a:pathLst>
                <a:path w="3607" h="652" extrusionOk="0">
                  <a:moveTo>
                    <a:pt x="12" y="0"/>
                  </a:moveTo>
                  <a:lnTo>
                    <a:pt x="1" y="57"/>
                  </a:lnTo>
                  <a:cubicBezTo>
                    <a:pt x="1" y="57"/>
                    <a:pt x="759" y="207"/>
                    <a:pt x="1534" y="352"/>
                  </a:cubicBezTo>
                  <a:cubicBezTo>
                    <a:pt x="1925" y="429"/>
                    <a:pt x="2315" y="502"/>
                    <a:pt x="2614" y="556"/>
                  </a:cubicBezTo>
                  <a:cubicBezTo>
                    <a:pt x="2763" y="586"/>
                    <a:pt x="2894" y="609"/>
                    <a:pt x="2986" y="624"/>
                  </a:cubicBezTo>
                  <a:cubicBezTo>
                    <a:pt x="3035" y="632"/>
                    <a:pt x="3074" y="640"/>
                    <a:pt x="3101" y="644"/>
                  </a:cubicBezTo>
                  <a:cubicBezTo>
                    <a:pt x="3115" y="644"/>
                    <a:pt x="3127" y="647"/>
                    <a:pt x="3135" y="647"/>
                  </a:cubicBezTo>
                  <a:cubicBezTo>
                    <a:pt x="3147" y="651"/>
                    <a:pt x="3150" y="651"/>
                    <a:pt x="3158" y="651"/>
                  </a:cubicBezTo>
                  <a:cubicBezTo>
                    <a:pt x="3177" y="651"/>
                    <a:pt x="3196" y="647"/>
                    <a:pt x="3219" y="640"/>
                  </a:cubicBezTo>
                  <a:cubicBezTo>
                    <a:pt x="3253" y="628"/>
                    <a:pt x="3296" y="605"/>
                    <a:pt x="3338" y="582"/>
                  </a:cubicBezTo>
                  <a:cubicBezTo>
                    <a:pt x="3469" y="513"/>
                    <a:pt x="3607" y="414"/>
                    <a:pt x="3607" y="414"/>
                  </a:cubicBezTo>
                  <a:lnTo>
                    <a:pt x="3572" y="364"/>
                  </a:lnTo>
                  <a:cubicBezTo>
                    <a:pt x="3572" y="364"/>
                    <a:pt x="3572" y="368"/>
                    <a:pt x="3568" y="368"/>
                  </a:cubicBezTo>
                  <a:cubicBezTo>
                    <a:pt x="3552" y="379"/>
                    <a:pt x="3472" y="437"/>
                    <a:pt x="3384" y="490"/>
                  </a:cubicBezTo>
                  <a:cubicBezTo>
                    <a:pt x="3338" y="517"/>
                    <a:pt x="3292" y="544"/>
                    <a:pt x="3250" y="563"/>
                  </a:cubicBezTo>
                  <a:cubicBezTo>
                    <a:pt x="3230" y="571"/>
                    <a:pt x="3212" y="579"/>
                    <a:pt x="3196" y="582"/>
                  </a:cubicBezTo>
                  <a:cubicBezTo>
                    <a:pt x="3181" y="590"/>
                    <a:pt x="3166" y="590"/>
                    <a:pt x="3158" y="590"/>
                  </a:cubicBezTo>
                  <a:lnTo>
                    <a:pt x="3143" y="590"/>
                  </a:lnTo>
                  <a:cubicBezTo>
                    <a:pt x="3108" y="586"/>
                    <a:pt x="3035" y="575"/>
                    <a:pt x="2932" y="556"/>
                  </a:cubicBezTo>
                  <a:cubicBezTo>
                    <a:pt x="2564" y="490"/>
                    <a:pt x="1833" y="352"/>
                    <a:pt x="1196" y="230"/>
                  </a:cubicBezTo>
                  <a:cubicBezTo>
                    <a:pt x="878" y="168"/>
                    <a:pt x="579" y="111"/>
                    <a:pt x="365" y="69"/>
                  </a:cubicBezTo>
                  <a:cubicBezTo>
                    <a:pt x="254" y="50"/>
                    <a:pt x="165" y="30"/>
                    <a:pt x="104" y="19"/>
                  </a:cubicBezTo>
                  <a:cubicBezTo>
                    <a:pt x="73" y="15"/>
                    <a:pt x="50" y="7"/>
                    <a:pt x="35" y="7"/>
                  </a:cubicBezTo>
                  <a:cubicBezTo>
                    <a:pt x="20" y="4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6" name="Google Shape;5936;p45">
              <a:extLst>
                <a:ext uri="{FF2B5EF4-FFF2-40B4-BE49-F238E27FC236}">
                  <a16:creationId xmlns:a16="http://schemas.microsoft.com/office/drawing/2014/main" id="{2996A3B6-0E5A-FC47-EA7B-14D63DBA35E7}"/>
                </a:ext>
              </a:extLst>
            </p:cNvPr>
            <p:cNvSpPr/>
            <p:nvPr/>
          </p:nvSpPr>
          <p:spPr>
            <a:xfrm>
              <a:off x="3718065" y="4144688"/>
              <a:ext cx="208230" cy="88930"/>
            </a:xfrm>
            <a:custGeom>
              <a:avLst/>
              <a:gdLst/>
              <a:ahLst/>
              <a:cxnLst/>
              <a:rect l="l" t="t" r="r" b="b"/>
              <a:pathLst>
                <a:path w="2407" h="1028" extrusionOk="0">
                  <a:moveTo>
                    <a:pt x="176" y="1"/>
                  </a:moveTo>
                  <a:cubicBezTo>
                    <a:pt x="0" y="291"/>
                    <a:pt x="135" y="668"/>
                    <a:pt x="135" y="668"/>
                  </a:cubicBezTo>
                  <a:lnTo>
                    <a:pt x="713" y="668"/>
                  </a:lnTo>
                  <a:lnTo>
                    <a:pt x="2268" y="1027"/>
                  </a:lnTo>
                  <a:lnTo>
                    <a:pt x="2406" y="429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7" name="Google Shape;5937;p45">
              <a:extLst>
                <a:ext uri="{FF2B5EF4-FFF2-40B4-BE49-F238E27FC236}">
                  <a16:creationId xmlns:a16="http://schemas.microsoft.com/office/drawing/2014/main" id="{B9AC1B5D-669D-3689-3205-83CF0DA16AC2}"/>
                </a:ext>
              </a:extLst>
            </p:cNvPr>
            <p:cNvSpPr/>
            <p:nvPr/>
          </p:nvSpPr>
          <p:spPr>
            <a:xfrm>
              <a:off x="3913316" y="4014753"/>
              <a:ext cx="369657" cy="234435"/>
            </a:xfrm>
            <a:custGeom>
              <a:avLst/>
              <a:gdLst/>
              <a:ahLst/>
              <a:cxnLst/>
              <a:rect l="l" t="t" r="r" b="b"/>
              <a:pathLst>
                <a:path w="4273" h="2710" extrusionOk="0">
                  <a:moveTo>
                    <a:pt x="2204" y="0"/>
                  </a:moveTo>
                  <a:cubicBezTo>
                    <a:pt x="476" y="0"/>
                    <a:pt x="0" y="2472"/>
                    <a:pt x="0" y="2472"/>
                  </a:cubicBezTo>
                  <a:lnTo>
                    <a:pt x="943" y="2709"/>
                  </a:lnTo>
                  <a:lnTo>
                    <a:pt x="3633" y="2709"/>
                  </a:lnTo>
                  <a:lnTo>
                    <a:pt x="4273" y="2377"/>
                  </a:lnTo>
                  <a:cubicBezTo>
                    <a:pt x="4273" y="2377"/>
                    <a:pt x="3932" y="0"/>
                    <a:pt x="2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8" name="Google Shape;5938;p45">
              <a:extLst>
                <a:ext uri="{FF2B5EF4-FFF2-40B4-BE49-F238E27FC236}">
                  <a16:creationId xmlns:a16="http://schemas.microsoft.com/office/drawing/2014/main" id="{6B4B2CBB-FB4D-762B-EB3D-44DD2717E1E8}"/>
                </a:ext>
              </a:extLst>
            </p:cNvPr>
            <p:cNvSpPr/>
            <p:nvPr/>
          </p:nvSpPr>
          <p:spPr>
            <a:xfrm>
              <a:off x="4900123" y="4013109"/>
              <a:ext cx="371733" cy="222151"/>
            </a:xfrm>
            <a:custGeom>
              <a:avLst/>
              <a:gdLst/>
              <a:ahLst/>
              <a:cxnLst/>
              <a:rect l="l" t="t" r="r" b="b"/>
              <a:pathLst>
                <a:path w="4297" h="2568" extrusionOk="0">
                  <a:moveTo>
                    <a:pt x="2197" y="1"/>
                  </a:moveTo>
                  <a:cubicBezTo>
                    <a:pt x="1449" y="1"/>
                    <a:pt x="449" y="510"/>
                    <a:pt x="1" y="2288"/>
                  </a:cubicBezTo>
                  <a:lnTo>
                    <a:pt x="1043" y="2568"/>
                  </a:lnTo>
                  <a:lnTo>
                    <a:pt x="3515" y="2568"/>
                  </a:lnTo>
                  <a:lnTo>
                    <a:pt x="4296" y="2315"/>
                  </a:lnTo>
                  <a:cubicBezTo>
                    <a:pt x="3844" y="449"/>
                    <a:pt x="2940" y="1"/>
                    <a:pt x="2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9" name="Google Shape;5939;p45">
              <a:extLst>
                <a:ext uri="{FF2B5EF4-FFF2-40B4-BE49-F238E27FC236}">
                  <a16:creationId xmlns:a16="http://schemas.microsoft.com/office/drawing/2014/main" id="{732D4DA8-3BB4-9CE6-E5C9-B2C8370C62CD}"/>
                </a:ext>
              </a:extLst>
            </p:cNvPr>
            <p:cNvSpPr/>
            <p:nvPr/>
          </p:nvSpPr>
          <p:spPr>
            <a:xfrm>
              <a:off x="4941301" y="4038629"/>
              <a:ext cx="297335" cy="297413"/>
            </a:xfrm>
            <a:custGeom>
              <a:avLst/>
              <a:gdLst/>
              <a:ahLst/>
              <a:cxnLst/>
              <a:rect l="l" t="t" r="r" b="b"/>
              <a:pathLst>
                <a:path w="3437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67" y="3438"/>
                    <a:pt x="3437" y="2672"/>
                    <a:pt x="3437" y="1721"/>
                  </a:cubicBezTo>
                  <a:cubicBezTo>
                    <a:pt x="3437" y="771"/>
                    <a:pt x="2667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0" name="Google Shape;5940;p45">
              <a:extLst>
                <a:ext uri="{FF2B5EF4-FFF2-40B4-BE49-F238E27FC236}">
                  <a16:creationId xmlns:a16="http://schemas.microsoft.com/office/drawing/2014/main" id="{5393CFBA-9E6B-B203-F04C-DAE6CE12E228}"/>
                </a:ext>
              </a:extLst>
            </p:cNvPr>
            <p:cNvSpPr/>
            <p:nvPr/>
          </p:nvSpPr>
          <p:spPr>
            <a:xfrm>
              <a:off x="4992255" y="4100310"/>
              <a:ext cx="195426" cy="174140"/>
            </a:xfrm>
            <a:custGeom>
              <a:avLst/>
              <a:gdLst/>
              <a:ahLst/>
              <a:cxnLst/>
              <a:rect l="l" t="t" r="r" b="b"/>
              <a:pathLst>
                <a:path w="2259" h="2013" extrusionOk="0">
                  <a:moveTo>
                    <a:pt x="1130" y="1"/>
                  </a:moveTo>
                  <a:cubicBezTo>
                    <a:pt x="706" y="1"/>
                    <a:pt x="312" y="272"/>
                    <a:pt x="173" y="698"/>
                  </a:cubicBezTo>
                  <a:cubicBezTo>
                    <a:pt x="1" y="1223"/>
                    <a:pt x="292" y="1793"/>
                    <a:pt x="817" y="1962"/>
                  </a:cubicBezTo>
                  <a:cubicBezTo>
                    <a:pt x="921" y="1996"/>
                    <a:pt x="1027" y="2012"/>
                    <a:pt x="1130" y="2012"/>
                  </a:cubicBezTo>
                  <a:cubicBezTo>
                    <a:pt x="1554" y="2012"/>
                    <a:pt x="1947" y="1743"/>
                    <a:pt x="2085" y="1319"/>
                  </a:cubicBezTo>
                  <a:cubicBezTo>
                    <a:pt x="2258" y="790"/>
                    <a:pt x="1967" y="222"/>
                    <a:pt x="1442" y="50"/>
                  </a:cubicBezTo>
                  <a:cubicBezTo>
                    <a:pt x="1338" y="17"/>
                    <a:pt x="1233" y="1"/>
                    <a:pt x="1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1" name="Google Shape;5941;p45">
              <a:extLst>
                <a:ext uri="{FF2B5EF4-FFF2-40B4-BE49-F238E27FC236}">
                  <a16:creationId xmlns:a16="http://schemas.microsoft.com/office/drawing/2014/main" id="{8D5DA58A-33C5-E54C-9C47-146A27C383EC}"/>
                </a:ext>
              </a:extLst>
            </p:cNvPr>
            <p:cNvSpPr/>
            <p:nvPr/>
          </p:nvSpPr>
          <p:spPr>
            <a:xfrm>
              <a:off x="4997618" y="4104895"/>
              <a:ext cx="184699" cy="165056"/>
            </a:xfrm>
            <a:custGeom>
              <a:avLst/>
              <a:gdLst/>
              <a:ahLst/>
              <a:cxnLst/>
              <a:rect l="l" t="t" r="r" b="b"/>
              <a:pathLst>
                <a:path w="2135" h="1908" extrusionOk="0">
                  <a:moveTo>
                    <a:pt x="1068" y="1"/>
                  </a:moveTo>
                  <a:cubicBezTo>
                    <a:pt x="668" y="1"/>
                    <a:pt x="294" y="256"/>
                    <a:pt x="161" y="660"/>
                  </a:cubicBezTo>
                  <a:cubicBezTo>
                    <a:pt x="0" y="1158"/>
                    <a:pt x="272" y="1699"/>
                    <a:pt x="775" y="1860"/>
                  </a:cubicBezTo>
                  <a:cubicBezTo>
                    <a:pt x="872" y="1892"/>
                    <a:pt x="972" y="1907"/>
                    <a:pt x="1069" y="1907"/>
                  </a:cubicBezTo>
                  <a:cubicBezTo>
                    <a:pt x="1469" y="1907"/>
                    <a:pt x="1841" y="1651"/>
                    <a:pt x="1974" y="1250"/>
                  </a:cubicBezTo>
                  <a:cubicBezTo>
                    <a:pt x="2135" y="748"/>
                    <a:pt x="1863" y="212"/>
                    <a:pt x="1360" y="47"/>
                  </a:cubicBezTo>
                  <a:cubicBezTo>
                    <a:pt x="1264" y="16"/>
                    <a:pt x="1165" y="1"/>
                    <a:pt x="1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2" name="Google Shape;5942;p45">
              <a:extLst>
                <a:ext uri="{FF2B5EF4-FFF2-40B4-BE49-F238E27FC236}">
                  <a16:creationId xmlns:a16="http://schemas.microsoft.com/office/drawing/2014/main" id="{5FD7681B-83B4-5F95-9FEE-E129A734619F}"/>
                </a:ext>
              </a:extLst>
            </p:cNvPr>
            <p:cNvSpPr/>
            <p:nvPr/>
          </p:nvSpPr>
          <p:spPr>
            <a:xfrm>
              <a:off x="5020803" y="4125657"/>
              <a:ext cx="138329" cy="123619"/>
            </a:xfrm>
            <a:custGeom>
              <a:avLst/>
              <a:gdLst/>
              <a:ahLst/>
              <a:cxnLst/>
              <a:rect l="l" t="t" r="r" b="b"/>
              <a:pathLst>
                <a:path w="1599" h="1429" extrusionOk="0">
                  <a:moveTo>
                    <a:pt x="796" y="1"/>
                  </a:moveTo>
                  <a:cubicBezTo>
                    <a:pt x="496" y="1"/>
                    <a:pt x="217" y="191"/>
                    <a:pt x="119" y="493"/>
                  </a:cubicBezTo>
                  <a:cubicBezTo>
                    <a:pt x="1" y="868"/>
                    <a:pt x="204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80" y="934"/>
                  </a:cubicBezTo>
                  <a:cubicBezTo>
                    <a:pt x="1598" y="557"/>
                    <a:pt x="1395" y="156"/>
                    <a:pt x="1020" y="37"/>
                  </a:cubicBezTo>
                  <a:cubicBezTo>
                    <a:pt x="945" y="13"/>
                    <a:pt x="870" y="1"/>
                    <a:pt x="7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3" name="Google Shape;5943;p45">
              <a:extLst>
                <a:ext uri="{FF2B5EF4-FFF2-40B4-BE49-F238E27FC236}">
                  <a16:creationId xmlns:a16="http://schemas.microsoft.com/office/drawing/2014/main" id="{493B4E08-C67D-A760-2D90-78157C68520C}"/>
                </a:ext>
              </a:extLst>
            </p:cNvPr>
            <p:cNvSpPr/>
            <p:nvPr/>
          </p:nvSpPr>
          <p:spPr>
            <a:xfrm>
              <a:off x="5070545" y="4170036"/>
              <a:ext cx="38843" cy="34603"/>
            </a:xfrm>
            <a:custGeom>
              <a:avLst/>
              <a:gdLst/>
              <a:ahLst/>
              <a:cxnLst/>
              <a:rect l="l" t="t" r="r" b="b"/>
              <a:pathLst>
                <a:path w="449" h="400" extrusionOk="0">
                  <a:moveTo>
                    <a:pt x="224" y="0"/>
                  </a:moveTo>
                  <a:cubicBezTo>
                    <a:pt x="140" y="0"/>
                    <a:pt x="63" y="55"/>
                    <a:pt x="35" y="141"/>
                  </a:cubicBezTo>
                  <a:cubicBezTo>
                    <a:pt x="1" y="244"/>
                    <a:pt x="58" y="355"/>
                    <a:pt x="161" y="389"/>
                  </a:cubicBezTo>
                  <a:cubicBezTo>
                    <a:pt x="183" y="396"/>
                    <a:pt x="204" y="400"/>
                    <a:pt x="225" y="400"/>
                  </a:cubicBezTo>
                  <a:cubicBezTo>
                    <a:pt x="309" y="400"/>
                    <a:pt x="386" y="346"/>
                    <a:pt x="414" y="263"/>
                  </a:cubicBezTo>
                  <a:cubicBezTo>
                    <a:pt x="448" y="156"/>
                    <a:pt x="391" y="44"/>
                    <a:pt x="287" y="10"/>
                  </a:cubicBezTo>
                  <a:cubicBezTo>
                    <a:pt x="266" y="4"/>
                    <a:pt x="245" y="0"/>
                    <a:pt x="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4" name="Google Shape;5944;p45">
              <a:extLst>
                <a:ext uri="{FF2B5EF4-FFF2-40B4-BE49-F238E27FC236}">
                  <a16:creationId xmlns:a16="http://schemas.microsoft.com/office/drawing/2014/main" id="{925D193E-BF34-BE2A-E588-6DF7E3B30CE7}"/>
                </a:ext>
              </a:extLst>
            </p:cNvPr>
            <p:cNvSpPr/>
            <p:nvPr/>
          </p:nvSpPr>
          <p:spPr>
            <a:xfrm>
              <a:off x="5079110" y="4123494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1" y="0"/>
                  </a:moveTo>
                  <a:lnTo>
                    <a:pt x="62" y="674"/>
                  </a:lnTo>
                  <a:lnTo>
                    <a:pt x="188" y="674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5" name="Google Shape;5945;p45">
              <a:extLst>
                <a:ext uri="{FF2B5EF4-FFF2-40B4-BE49-F238E27FC236}">
                  <a16:creationId xmlns:a16="http://schemas.microsoft.com/office/drawing/2014/main" id="{BDE2B19C-9CD6-36E5-BE52-EA23AAC83E73}"/>
                </a:ext>
              </a:extLst>
            </p:cNvPr>
            <p:cNvSpPr/>
            <p:nvPr/>
          </p:nvSpPr>
          <p:spPr>
            <a:xfrm>
              <a:off x="5029107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126" y="1"/>
                  </a:moveTo>
                  <a:lnTo>
                    <a:pt x="66" y="108"/>
                  </a:lnTo>
                  <a:lnTo>
                    <a:pt x="0" y="216"/>
                  </a:lnTo>
                  <a:lnTo>
                    <a:pt x="617" y="499"/>
                  </a:lnTo>
                  <a:lnTo>
                    <a:pt x="648" y="446"/>
                  </a:lnTo>
                  <a:lnTo>
                    <a:pt x="678" y="39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6" name="Google Shape;5946;p45">
              <a:extLst>
                <a:ext uri="{FF2B5EF4-FFF2-40B4-BE49-F238E27FC236}">
                  <a16:creationId xmlns:a16="http://schemas.microsoft.com/office/drawing/2014/main" id="{55531C9D-AD06-4DAE-AFDF-F3009E9817CE}"/>
                </a:ext>
              </a:extLst>
            </p:cNvPr>
            <p:cNvSpPr/>
            <p:nvPr/>
          </p:nvSpPr>
          <p:spPr>
            <a:xfrm>
              <a:off x="5029107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7" y="1"/>
                  </a:moveTo>
                  <a:lnTo>
                    <a:pt x="0" y="285"/>
                  </a:lnTo>
                  <a:lnTo>
                    <a:pt x="66" y="392"/>
                  </a:lnTo>
                  <a:lnTo>
                    <a:pt x="126" y="499"/>
                  </a:lnTo>
                  <a:lnTo>
                    <a:pt x="678" y="108"/>
                  </a:lnTo>
                  <a:lnTo>
                    <a:pt x="648" y="55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7" name="Google Shape;5947;p45">
              <a:extLst>
                <a:ext uri="{FF2B5EF4-FFF2-40B4-BE49-F238E27FC236}">
                  <a16:creationId xmlns:a16="http://schemas.microsoft.com/office/drawing/2014/main" id="{0EDE74A1-84A6-F36F-2D1A-7283BDACB1D4}"/>
                </a:ext>
              </a:extLst>
            </p:cNvPr>
            <p:cNvSpPr/>
            <p:nvPr/>
          </p:nvSpPr>
          <p:spPr>
            <a:xfrm>
              <a:off x="5079110" y="4193133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62" y="0"/>
                  </a:moveTo>
                  <a:lnTo>
                    <a:pt x="1" y="674"/>
                  </a:lnTo>
                  <a:lnTo>
                    <a:pt x="250" y="674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8" name="Google Shape;5948;p45">
              <a:extLst>
                <a:ext uri="{FF2B5EF4-FFF2-40B4-BE49-F238E27FC236}">
                  <a16:creationId xmlns:a16="http://schemas.microsoft.com/office/drawing/2014/main" id="{334698D9-4C1E-7B72-1F08-BEA77CCE11F5}"/>
                </a:ext>
              </a:extLst>
            </p:cNvPr>
            <p:cNvSpPr/>
            <p:nvPr/>
          </p:nvSpPr>
          <p:spPr>
            <a:xfrm>
              <a:off x="5092086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" y="1"/>
                  </a:moveTo>
                  <a:lnTo>
                    <a:pt x="31" y="55"/>
                  </a:lnTo>
                  <a:lnTo>
                    <a:pt x="1" y="108"/>
                  </a:lnTo>
                  <a:lnTo>
                    <a:pt x="553" y="499"/>
                  </a:lnTo>
                  <a:lnTo>
                    <a:pt x="617" y="392"/>
                  </a:lnTo>
                  <a:lnTo>
                    <a:pt x="679" y="285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9" name="Google Shape;5949;p45">
              <a:extLst>
                <a:ext uri="{FF2B5EF4-FFF2-40B4-BE49-F238E27FC236}">
                  <a16:creationId xmlns:a16="http://schemas.microsoft.com/office/drawing/2014/main" id="{BC0CF781-9D8C-071C-4590-A95D45622EFE}"/>
                </a:ext>
              </a:extLst>
            </p:cNvPr>
            <p:cNvSpPr/>
            <p:nvPr/>
          </p:nvSpPr>
          <p:spPr>
            <a:xfrm>
              <a:off x="5092086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553" y="1"/>
                  </a:moveTo>
                  <a:lnTo>
                    <a:pt x="1" y="391"/>
                  </a:lnTo>
                  <a:lnTo>
                    <a:pt x="31" y="446"/>
                  </a:lnTo>
                  <a:lnTo>
                    <a:pt x="61" y="499"/>
                  </a:lnTo>
                  <a:lnTo>
                    <a:pt x="679" y="216"/>
                  </a:lnTo>
                  <a:lnTo>
                    <a:pt x="617" y="108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0" name="Google Shape;5950;p45">
              <a:extLst>
                <a:ext uri="{FF2B5EF4-FFF2-40B4-BE49-F238E27FC236}">
                  <a16:creationId xmlns:a16="http://schemas.microsoft.com/office/drawing/2014/main" id="{991DAAA2-6D42-45E9-6485-83B1658352A3}"/>
                </a:ext>
              </a:extLst>
            </p:cNvPr>
            <p:cNvSpPr/>
            <p:nvPr/>
          </p:nvSpPr>
          <p:spPr>
            <a:xfrm>
              <a:off x="5080840" y="4179119"/>
              <a:ext cx="18254" cy="16436"/>
            </a:xfrm>
            <a:custGeom>
              <a:avLst/>
              <a:gdLst/>
              <a:ahLst/>
              <a:cxnLst/>
              <a:rect l="l" t="t" r="r" b="b"/>
              <a:pathLst>
                <a:path w="211" h="190" extrusionOk="0">
                  <a:moveTo>
                    <a:pt x="107" y="1"/>
                  </a:moveTo>
                  <a:cubicBezTo>
                    <a:pt x="66" y="1"/>
                    <a:pt x="28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5" y="189"/>
                  </a:cubicBezTo>
                  <a:cubicBezTo>
                    <a:pt x="146" y="189"/>
                    <a:pt x="183" y="164"/>
                    <a:pt x="195" y="123"/>
                  </a:cubicBezTo>
                  <a:cubicBezTo>
                    <a:pt x="211" y="74"/>
                    <a:pt x="184" y="20"/>
                    <a:pt x="134" y="5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1" name="Google Shape;5951;p45">
              <a:extLst>
                <a:ext uri="{FF2B5EF4-FFF2-40B4-BE49-F238E27FC236}">
                  <a16:creationId xmlns:a16="http://schemas.microsoft.com/office/drawing/2014/main" id="{6B5269EF-1AB3-E33D-C39E-DB7079BE5772}"/>
                </a:ext>
              </a:extLst>
            </p:cNvPr>
            <p:cNvSpPr/>
            <p:nvPr/>
          </p:nvSpPr>
          <p:spPr>
            <a:xfrm>
              <a:off x="3955099" y="4038629"/>
              <a:ext cx="297767" cy="297413"/>
            </a:xfrm>
            <a:custGeom>
              <a:avLst/>
              <a:gdLst/>
              <a:ahLst/>
              <a:cxnLst/>
              <a:rect l="l" t="t" r="r" b="b"/>
              <a:pathLst>
                <a:path w="3442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71" y="3438"/>
                    <a:pt x="3441" y="2672"/>
                    <a:pt x="3441" y="1721"/>
                  </a:cubicBezTo>
                  <a:cubicBezTo>
                    <a:pt x="3441" y="771"/>
                    <a:pt x="2671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2" name="Google Shape;5952;p45">
              <a:extLst>
                <a:ext uri="{FF2B5EF4-FFF2-40B4-BE49-F238E27FC236}">
                  <a16:creationId xmlns:a16="http://schemas.microsoft.com/office/drawing/2014/main" id="{DE562CF7-A1EE-6C7A-B676-30A6A5114F4E}"/>
                </a:ext>
              </a:extLst>
            </p:cNvPr>
            <p:cNvSpPr/>
            <p:nvPr/>
          </p:nvSpPr>
          <p:spPr>
            <a:xfrm>
              <a:off x="4006486" y="4100310"/>
              <a:ext cx="194994" cy="174140"/>
            </a:xfrm>
            <a:custGeom>
              <a:avLst/>
              <a:gdLst/>
              <a:ahLst/>
              <a:cxnLst/>
              <a:rect l="l" t="t" r="r" b="b"/>
              <a:pathLst>
                <a:path w="2254" h="2013" extrusionOk="0">
                  <a:moveTo>
                    <a:pt x="1125" y="1"/>
                  </a:moveTo>
                  <a:cubicBezTo>
                    <a:pt x="701" y="1"/>
                    <a:pt x="308" y="272"/>
                    <a:pt x="168" y="698"/>
                  </a:cubicBezTo>
                  <a:cubicBezTo>
                    <a:pt x="0" y="1223"/>
                    <a:pt x="287" y="1793"/>
                    <a:pt x="816" y="1962"/>
                  </a:cubicBezTo>
                  <a:cubicBezTo>
                    <a:pt x="920" y="1996"/>
                    <a:pt x="1025" y="2012"/>
                    <a:pt x="1129" y="2012"/>
                  </a:cubicBezTo>
                  <a:cubicBezTo>
                    <a:pt x="1552" y="2012"/>
                    <a:pt x="1946" y="1743"/>
                    <a:pt x="2084" y="1319"/>
                  </a:cubicBezTo>
                  <a:cubicBezTo>
                    <a:pt x="2253" y="790"/>
                    <a:pt x="1965" y="222"/>
                    <a:pt x="1437" y="50"/>
                  </a:cubicBezTo>
                  <a:cubicBezTo>
                    <a:pt x="1333" y="17"/>
                    <a:pt x="1228" y="1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3" name="Google Shape;5953;p45">
              <a:extLst>
                <a:ext uri="{FF2B5EF4-FFF2-40B4-BE49-F238E27FC236}">
                  <a16:creationId xmlns:a16="http://schemas.microsoft.com/office/drawing/2014/main" id="{A8992937-E9F7-2122-EADD-BAEEBB246B3C}"/>
                </a:ext>
              </a:extLst>
            </p:cNvPr>
            <p:cNvSpPr/>
            <p:nvPr/>
          </p:nvSpPr>
          <p:spPr>
            <a:xfrm>
              <a:off x="4011417" y="4104895"/>
              <a:ext cx="185045" cy="165056"/>
            </a:xfrm>
            <a:custGeom>
              <a:avLst/>
              <a:gdLst/>
              <a:ahLst/>
              <a:cxnLst/>
              <a:rect l="l" t="t" r="r" b="b"/>
              <a:pathLst>
                <a:path w="2139" h="1908" extrusionOk="0">
                  <a:moveTo>
                    <a:pt x="1071" y="1"/>
                  </a:moveTo>
                  <a:cubicBezTo>
                    <a:pt x="668" y="1"/>
                    <a:pt x="294" y="256"/>
                    <a:pt x="165" y="660"/>
                  </a:cubicBezTo>
                  <a:cubicBezTo>
                    <a:pt x="0" y="1158"/>
                    <a:pt x="276" y="1699"/>
                    <a:pt x="774" y="1860"/>
                  </a:cubicBezTo>
                  <a:cubicBezTo>
                    <a:pt x="873" y="1892"/>
                    <a:pt x="973" y="1907"/>
                    <a:pt x="1071" y="1907"/>
                  </a:cubicBezTo>
                  <a:cubicBezTo>
                    <a:pt x="1473" y="1907"/>
                    <a:pt x="1844" y="1651"/>
                    <a:pt x="1974" y="1250"/>
                  </a:cubicBezTo>
                  <a:cubicBezTo>
                    <a:pt x="2138" y="748"/>
                    <a:pt x="1862" y="212"/>
                    <a:pt x="1365" y="47"/>
                  </a:cubicBezTo>
                  <a:cubicBezTo>
                    <a:pt x="1267" y="16"/>
                    <a:pt x="1168" y="1"/>
                    <a:pt x="10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4" name="Google Shape;5954;p45">
              <a:extLst>
                <a:ext uri="{FF2B5EF4-FFF2-40B4-BE49-F238E27FC236}">
                  <a16:creationId xmlns:a16="http://schemas.microsoft.com/office/drawing/2014/main" id="{2FA54D78-0D1D-2F0A-E5E0-FCF4B86C8D6C}"/>
                </a:ext>
              </a:extLst>
            </p:cNvPr>
            <p:cNvSpPr/>
            <p:nvPr/>
          </p:nvSpPr>
          <p:spPr>
            <a:xfrm>
              <a:off x="4034601" y="4125657"/>
              <a:ext cx="138676" cy="123619"/>
            </a:xfrm>
            <a:custGeom>
              <a:avLst/>
              <a:gdLst/>
              <a:ahLst/>
              <a:cxnLst/>
              <a:rect l="l" t="t" r="r" b="b"/>
              <a:pathLst>
                <a:path w="1603" h="1429" extrusionOk="0">
                  <a:moveTo>
                    <a:pt x="800" y="1"/>
                  </a:moveTo>
                  <a:cubicBezTo>
                    <a:pt x="500" y="1"/>
                    <a:pt x="222" y="191"/>
                    <a:pt x="123" y="493"/>
                  </a:cubicBezTo>
                  <a:cubicBezTo>
                    <a:pt x="1" y="868"/>
                    <a:pt x="208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79" y="934"/>
                  </a:cubicBezTo>
                  <a:cubicBezTo>
                    <a:pt x="1603" y="557"/>
                    <a:pt x="1396" y="156"/>
                    <a:pt x="1023" y="37"/>
                  </a:cubicBezTo>
                  <a:cubicBezTo>
                    <a:pt x="949" y="13"/>
                    <a:pt x="874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5" name="Google Shape;5955;p45">
              <a:extLst>
                <a:ext uri="{FF2B5EF4-FFF2-40B4-BE49-F238E27FC236}">
                  <a16:creationId xmlns:a16="http://schemas.microsoft.com/office/drawing/2014/main" id="{E68A6975-56EB-021E-3E49-63219D18C09A}"/>
                </a:ext>
              </a:extLst>
            </p:cNvPr>
            <p:cNvSpPr/>
            <p:nvPr/>
          </p:nvSpPr>
          <p:spPr>
            <a:xfrm>
              <a:off x="4084344" y="4170036"/>
              <a:ext cx="39189" cy="34603"/>
            </a:xfrm>
            <a:custGeom>
              <a:avLst/>
              <a:gdLst/>
              <a:ahLst/>
              <a:cxnLst/>
              <a:rect l="l" t="t" r="r" b="b"/>
              <a:pathLst>
                <a:path w="453" h="400" extrusionOk="0">
                  <a:moveTo>
                    <a:pt x="226" y="0"/>
                  </a:moveTo>
                  <a:cubicBezTo>
                    <a:pt x="142" y="0"/>
                    <a:pt x="63" y="55"/>
                    <a:pt x="35" y="141"/>
                  </a:cubicBezTo>
                  <a:cubicBezTo>
                    <a:pt x="0" y="244"/>
                    <a:pt x="57" y="355"/>
                    <a:pt x="165" y="389"/>
                  </a:cubicBezTo>
                  <a:cubicBezTo>
                    <a:pt x="186" y="396"/>
                    <a:pt x="207" y="400"/>
                    <a:pt x="227" y="400"/>
                  </a:cubicBezTo>
                  <a:cubicBezTo>
                    <a:pt x="311" y="400"/>
                    <a:pt x="391" y="346"/>
                    <a:pt x="418" y="263"/>
                  </a:cubicBezTo>
                  <a:cubicBezTo>
                    <a:pt x="453" y="156"/>
                    <a:pt x="395" y="44"/>
                    <a:pt x="287" y="10"/>
                  </a:cubicBezTo>
                  <a:cubicBezTo>
                    <a:pt x="267" y="4"/>
                    <a:pt x="246" y="0"/>
                    <a:pt x="2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6" name="Google Shape;5956;p45">
              <a:extLst>
                <a:ext uri="{FF2B5EF4-FFF2-40B4-BE49-F238E27FC236}">
                  <a16:creationId xmlns:a16="http://schemas.microsoft.com/office/drawing/2014/main" id="{4C55DD14-8F0B-A774-2B8F-08A32D162850}"/>
                </a:ext>
              </a:extLst>
            </p:cNvPr>
            <p:cNvSpPr/>
            <p:nvPr/>
          </p:nvSpPr>
          <p:spPr>
            <a:xfrm>
              <a:off x="4093254" y="4123494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0" y="0"/>
                  </a:moveTo>
                  <a:lnTo>
                    <a:pt x="62" y="674"/>
                  </a:lnTo>
                  <a:lnTo>
                    <a:pt x="184" y="674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7" name="Google Shape;5957;p45">
              <a:extLst>
                <a:ext uri="{FF2B5EF4-FFF2-40B4-BE49-F238E27FC236}">
                  <a16:creationId xmlns:a16="http://schemas.microsoft.com/office/drawing/2014/main" id="{6EFCC53D-1ADA-BD06-5B2D-C8E378D551D8}"/>
                </a:ext>
              </a:extLst>
            </p:cNvPr>
            <p:cNvSpPr/>
            <p:nvPr/>
          </p:nvSpPr>
          <p:spPr>
            <a:xfrm>
              <a:off x="4043252" y="4145986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123" y="1"/>
                  </a:moveTo>
                  <a:lnTo>
                    <a:pt x="62" y="108"/>
                  </a:lnTo>
                  <a:lnTo>
                    <a:pt x="0" y="216"/>
                  </a:lnTo>
                  <a:lnTo>
                    <a:pt x="613" y="499"/>
                  </a:lnTo>
                  <a:lnTo>
                    <a:pt x="644" y="446"/>
                  </a:lnTo>
                  <a:lnTo>
                    <a:pt x="675" y="391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8" name="Google Shape;5958;p45">
              <a:extLst>
                <a:ext uri="{FF2B5EF4-FFF2-40B4-BE49-F238E27FC236}">
                  <a16:creationId xmlns:a16="http://schemas.microsoft.com/office/drawing/2014/main" id="{BBE38309-4040-B176-5FD2-19AAD35869B0}"/>
                </a:ext>
              </a:extLst>
            </p:cNvPr>
            <p:cNvSpPr/>
            <p:nvPr/>
          </p:nvSpPr>
          <p:spPr>
            <a:xfrm>
              <a:off x="4043252" y="4185434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613" y="1"/>
                  </a:moveTo>
                  <a:lnTo>
                    <a:pt x="0" y="285"/>
                  </a:lnTo>
                  <a:lnTo>
                    <a:pt x="62" y="392"/>
                  </a:lnTo>
                  <a:lnTo>
                    <a:pt x="123" y="499"/>
                  </a:lnTo>
                  <a:lnTo>
                    <a:pt x="675" y="108"/>
                  </a:lnTo>
                  <a:lnTo>
                    <a:pt x="644" y="55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9" name="Google Shape;5959;p45">
              <a:extLst>
                <a:ext uri="{FF2B5EF4-FFF2-40B4-BE49-F238E27FC236}">
                  <a16:creationId xmlns:a16="http://schemas.microsoft.com/office/drawing/2014/main" id="{4D2976D6-5536-3558-9040-9D3A680E4F35}"/>
                </a:ext>
              </a:extLst>
            </p:cNvPr>
            <p:cNvSpPr/>
            <p:nvPr/>
          </p:nvSpPr>
          <p:spPr>
            <a:xfrm>
              <a:off x="4093254" y="4193133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62" y="0"/>
                  </a:moveTo>
                  <a:lnTo>
                    <a:pt x="0" y="674"/>
                  </a:lnTo>
                  <a:lnTo>
                    <a:pt x="246" y="674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0" name="Google Shape;5960;p45">
              <a:extLst>
                <a:ext uri="{FF2B5EF4-FFF2-40B4-BE49-F238E27FC236}">
                  <a16:creationId xmlns:a16="http://schemas.microsoft.com/office/drawing/2014/main" id="{6777C39C-E1C4-EF7C-0AA0-86ADC42DC564}"/>
                </a:ext>
              </a:extLst>
            </p:cNvPr>
            <p:cNvSpPr/>
            <p:nvPr/>
          </p:nvSpPr>
          <p:spPr>
            <a:xfrm>
              <a:off x="4106231" y="4185434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62" y="1"/>
                  </a:moveTo>
                  <a:lnTo>
                    <a:pt x="31" y="55"/>
                  </a:lnTo>
                  <a:lnTo>
                    <a:pt x="0" y="108"/>
                  </a:lnTo>
                  <a:lnTo>
                    <a:pt x="552" y="499"/>
                  </a:lnTo>
                  <a:lnTo>
                    <a:pt x="614" y="392"/>
                  </a:lnTo>
                  <a:lnTo>
                    <a:pt x="674" y="285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1" name="Google Shape;5961;p45">
              <a:extLst>
                <a:ext uri="{FF2B5EF4-FFF2-40B4-BE49-F238E27FC236}">
                  <a16:creationId xmlns:a16="http://schemas.microsoft.com/office/drawing/2014/main" id="{AC726019-B707-DDDE-A3A2-6B93A2732790}"/>
                </a:ext>
              </a:extLst>
            </p:cNvPr>
            <p:cNvSpPr/>
            <p:nvPr/>
          </p:nvSpPr>
          <p:spPr>
            <a:xfrm>
              <a:off x="4106231" y="4145986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552" y="1"/>
                  </a:moveTo>
                  <a:lnTo>
                    <a:pt x="0" y="391"/>
                  </a:lnTo>
                  <a:lnTo>
                    <a:pt x="31" y="446"/>
                  </a:lnTo>
                  <a:lnTo>
                    <a:pt x="62" y="499"/>
                  </a:lnTo>
                  <a:lnTo>
                    <a:pt x="674" y="216"/>
                  </a:lnTo>
                  <a:lnTo>
                    <a:pt x="614" y="108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2" name="Google Shape;5962;p45">
              <a:extLst>
                <a:ext uri="{FF2B5EF4-FFF2-40B4-BE49-F238E27FC236}">
                  <a16:creationId xmlns:a16="http://schemas.microsoft.com/office/drawing/2014/main" id="{9357A6F5-D793-5017-1E44-FFBB7FAB5B30}"/>
                </a:ext>
              </a:extLst>
            </p:cNvPr>
            <p:cNvSpPr/>
            <p:nvPr/>
          </p:nvSpPr>
          <p:spPr>
            <a:xfrm>
              <a:off x="4094638" y="4179119"/>
              <a:ext cx="18600" cy="16436"/>
            </a:xfrm>
            <a:custGeom>
              <a:avLst/>
              <a:gdLst/>
              <a:ahLst/>
              <a:cxnLst/>
              <a:rect l="l" t="t" r="r" b="b"/>
              <a:pathLst>
                <a:path w="215" h="190" extrusionOk="0">
                  <a:moveTo>
                    <a:pt x="110" y="1"/>
                  </a:moveTo>
                  <a:cubicBezTo>
                    <a:pt x="70" y="1"/>
                    <a:pt x="31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6" y="189"/>
                  </a:cubicBezTo>
                  <a:cubicBezTo>
                    <a:pt x="146" y="189"/>
                    <a:pt x="184" y="164"/>
                    <a:pt x="200" y="123"/>
                  </a:cubicBezTo>
                  <a:cubicBezTo>
                    <a:pt x="214" y="74"/>
                    <a:pt x="188" y="20"/>
                    <a:pt x="138" y="5"/>
                  </a:cubicBezTo>
                  <a:cubicBezTo>
                    <a:pt x="129" y="2"/>
                    <a:pt x="120" y="1"/>
                    <a:pt x="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3" name="Google Shape;5963;p45">
              <a:extLst>
                <a:ext uri="{FF2B5EF4-FFF2-40B4-BE49-F238E27FC236}">
                  <a16:creationId xmlns:a16="http://schemas.microsoft.com/office/drawing/2014/main" id="{87259907-69FE-0FD2-556C-F1E7BE095A77}"/>
                </a:ext>
              </a:extLst>
            </p:cNvPr>
            <p:cNvSpPr/>
            <p:nvPr/>
          </p:nvSpPr>
          <p:spPr>
            <a:xfrm>
              <a:off x="4519916" y="3646485"/>
              <a:ext cx="375972" cy="226477"/>
            </a:xfrm>
            <a:custGeom>
              <a:avLst/>
              <a:gdLst/>
              <a:ahLst/>
              <a:cxnLst/>
              <a:rect l="l" t="t" r="r" b="b"/>
              <a:pathLst>
                <a:path w="4346" h="2618" extrusionOk="0">
                  <a:moveTo>
                    <a:pt x="1" y="0"/>
                  </a:moveTo>
                  <a:lnTo>
                    <a:pt x="1" y="2617"/>
                  </a:lnTo>
                  <a:lnTo>
                    <a:pt x="4227" y="2617"/>
                  </a:lnTo>
                  <a:lnTo>
                    <a:pt x="4346" y="2131"/>
                  </a:lnTo>
                  <a:lnTo>
                    <a:pt x="2928" y="146"/>
                  </a:lnTo>
                  <a:lnTo>
                    <a:pt x="2905" y="146"/>
                  </a:lnTo>
                  <a:cubicBezTo>
                    <a:pt x="1989" y="62"/>
                    <a:pt x="73" y="4"/>
                    <a:pt x="54" y="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4" name="Google Shape;5964;p45">
              <a:extLst>
                <a:ext uri="{FF2B5EF4-FFF2-40B4-BE49-F238E27FC236}">
                  <a16:creationId xmlns:a16="http://schemas.microsoft.com/office/drawing/2014/main" id="{3EA8E197-6723-6006-5D63-6A384D8B4A83}"/>
                </a:ext>
              </a:extLst>
            </p:cNvPr>
            <p:cNvSpPr/>
            <p:nvPr/>
          </p:nvSpPr>
          <p:spPr>
            <a:xfrm>
              <a:off x="4524242" y="3651416"/>
              <a:ext cx="366370" cy="217220"/>
            </a:xfrm>
            <a:custGeom>
              <a:avLst/>
              <a:gdLst/>
              <a:ahLst/>
              <a:cxnLst/>
              <a:rect l="l" t="t" r="r" b="b"/>
              <a:pathLst>
                <a:path w="4235" h="2511" extrusionOk="0">
                  <a:moveTo>
                    <a:pt x="144" y="1"/>
                  </a:moveTo>
                  <a:cubicBezTo>
                    <a:pt x="66" y="1"/>
                    <a:pt x="0" y="64"/>
                    <a:pt x="0" y="146"/>
                  </a:cubicBezTo>
                  <a:lnTo>
                    <a:pt x="0" y="2369"/>
                  </a:lnTo>
                  <a:cubicBezTo>
                    <a:pt x="0" y="2445"/>
                    <a:pt x="66" y="2511"/>
                    <a:pt x="146" y="2511"/>
                  </a:cubicBezTo>
                  <a:lnTo>
                    <a:pt x="4024" y="2511"/>
                  </a:lnTo>
                  <a:cubicBezTo>
                    <a:pt x="4093" y="2511"/>
                    <a:pt x="4151" y="2465"/>
                    <a:pt x="4165" y="2403"/>
                  </a:cubicBezTo>
                  <a:lnTo>
                    <a:pt x="4227" y="2150"/>
                  </a:lnTo>
                  <a:cubicBezTo>
                    <a:pt x="4234" y="2108"/>
                    <a:pt x="4227" y="2067"/>
                    <a:pt x="4204" y="2032"/>
                  </a:cubicBezTo>
                  <a:lnTo>
                    <a:pt x="2890" y="192"/>
                  </a:lnTo>
                  <a:cubicBezTo>
                    <a:pt x="2867" y="158"/>
                    <a:pt x="2828" y="135"/>
                    <a:pt x="2786" y="135"/>
                  </a:cubicBezTo>
                  <a:cubicBezTo>
                    <a:pt x="2671" y="123"/>
                    <a:pt x="2549" y="116"/>
                    <a:pt x="2418" y="104"/>
                  </a:cubicBezTo>
                  <a:cubicBezTo>
                    <a:pt x="2077" y="81"/>
                    <a:pt x="1686" y="62"/>
                    <a:pt x="1314" y="47"/>
                  </a:cubicBezTo>
                  <a:cubicBezTo>
                    <a:pt x="1277" y="43"/>
                    <a:pt x="1234" y="43"/>
                    <a:pt x="1192" y="43"/>
                  </a:cubicBezTo>
                  <a:cubicBezTo>
                    <a:pt x="1058" y="35"/>
                    <a:pt x="927" y="31"/>
                    <a:pt x="801" y="24"/>
                  </a:cubicBezTo>
                  <a:cubicBezTo>
                    <a:pt x="525" y="16"/>
                    <a:pt x="292" y="5"/>
                    <a:pt x="150" y="1"/>
                  </a:cubicBezTo>
                  <a:cubicBezTo>
                    <a:pt x="148" y="1"/>
                    <a:pt x="146" y="1"/>
                    <a:pt x="1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5" name="Google Shape;5965;p45">
              <a:extLst>
                <a:ext uri="{FF2B5EF4-FFF2-40B4-BE49-F238E27FC236}">
                  <a16:creationId xmlns:a16="http://schemas.microsoft.com/office/drawing/2014/main" id="{B223D798-2D4A-1DED-989D-3585D6B92A12}"/>
                </a:ext>
              </a:extLst>
            </p:cNvPr>
            <p:cNvSpPr/>
            <p:nvPr/>
          </p:nvSpPr>
          <p:spPr>
            <a:xfrm>
              <a:off x="4739389" y="3661105"/>
              <a:ext cx="84261" cy="207531"/>
            </a:xfrm>
            <a:custGeom>
              <a:avLst/>
              <a:gdLst/>
              <a:ahLst/>
              <a:cxnLst/>
              <a:rect l="l" t="t" r="r" b="b"/>
              <a:pathLst>
                <a:path w="974" h="2399" extrusionOk="0">
                  <a:moveTo>
                    <a:pt x="0" y="0"/>
                  </a:moveTo>
                  <a:lnTo>
                    <a:pt x="0" y="0"/>
                  </a:lnTo>
                  <a:cubicBezTo>
                    <a:pt x="180" y="226"/>
                    <a:pt x="345" y="2249"/>
                    <a:pt x="345" y="2299"/>
                  </a:cubicBezTo>
                  <a:cubicBezTo>
                    <a:pt x="345" y="2353"/>
                    <a:pt x="230" y="2399"/>
                    <a:pt x="230" y="2399"/>
                  </a:cubicBezTo>
                  <a:lnTo>
                    <a:pt x="974" y="2399"/>
                  </a:lnTo>
                  <a:cubicBezTo>
                    <a:pt x="974" y="2399"/>
                    <a:pt x="877" y="2387"/>
                    <a:pt x="836" y="2318"/>
                  </a:cubicBezTo>
                  <a:cubicBezTo>
                    <a:pt x="790" y="2249"/>
                    <a:pt x="184" y="61"/>
                    <a:pt x="226" y="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6" name="Google Shape;5966;p45">
              <a:extLst>
                <a:ext uri="{FF2B5EF4-FFF2-40B4-BE49-F238E27FC236}">
                  <a16:creationId xmlns:a16="http://schemas.microsoft.com/office/drawing/2014/main" id="{FFDA2A9C-A732-1C8D-3B48-AF64BF786471}"/>
                </a:ext>
              </a:extLst>
            </p:cNvPr>
            <p:cNvSpPr/>
            <p:nvPr/>
          </p:nvSpPr>
          <p:spPr>
            <a:xfrm>
              <a:off x="4311430" y="3646139"/>
              <a:ext cx="154853" cy="226823"/>
            </a:xfrm>
            <a:custGeom>
              <a:avLst/>
              <a:gdLst/>
              <a:ahLst/>
              <a:cxnLst/>
              <a:rect l="l" t="t" r="r" b="b"/>
              <a:pathLst>
                <a:path w="1790" h="2622" extrusionOk="0">
                  <a:moveTo>
                    <a:pt x="1330" y="0"/>
                  </a:moveTo>
                  <a:cubicBezTo>
                    <a:pt x="1035" y="0"/>
                    <a:pt x="743" y="8"/>
                    <a:pt x="740" y="8"/>
                  </a:cubicBezTo>
                  <a:lnTo>
                    <a:pt x="709" y="8"/>
                  </a:lnTo>
                  <a:lnTo>
                    <a:pt x="694" y="39"/>
                  </a:lnTo>
                  <a:cubicBezTo>
                    <a:pt x="303" y="959"/>
                    <a:pt x="12" y="2549"/>
                    <a:pt x="8" y="2564"/>
                  </a:cubicBezTo>
                  <a:lnTo>
                    <a:pt x="0" y="2621"/>
                  </a:lnTo>
                  <a:lnTo>
                    <a:pt x="1790" y="2621"/>
                  </a:lnTo>
                  <a:lnTo>
                    <a:pt x="1790" y="8"/>
                  </a:lnTo>
                  <a:lnTo>
                    <a:pt x="1740" y="8"/>
                  </a:lnTo>
                  <a:cubicBezTo>
                    <a:pt x="1640" y="0"/>
                    <a:pt x="1502" y="0"/>
                    <a:pt x="1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7" name="Google Shape;5967;p45">
              <a:extLst>
                <a:ext uri="{FF2B5EF4-FFF2-40B4-BE49-F238E27FC236}">
                  <a16:creationId xmlns:a16="http://schemas.microsoft.com/office/drawing/2014/main" id="{9E3C1C2F-5818-6BCA-5CF4-C797EBF3FB1B}"/>
                </a:ext>
              </a:extLst>
            </p:cNvPr>
            <p:cNvSpPr/>
            <p:nvPr/>
          </p:nvSpPr>
          <p:spPr>
            <a:xfrm>
              <a:off x="4316447" y="3650205"/>
              <a:ext cx="145596" cy="218431"/>
            </a:xfrm>
            <a:custGeom>
              <a:avLst/>
              <a:gdLst/>
              <a:ahLst/>
              <a:cxnLst/>
              <a:rect l="l" t="t" r="r" b="b"/>
              <a:pathLst>
                <a:path w="1683" h="2525" extrusionOk="0">
                  <a:moveTo>
                    <a:pt x="1283" y="1"/>
                  </a:moveTo>
                  <a:cubicBezTo>
                    <a:pt x="1203" y="1"/>
                    <a:pt x="1123" y="2"/>
                    <a:pt x="1049" y="3"/>
                  </a:cubicBezTo>
                  <a:cubicBezTo>
                    <a:pt x="1000" y="3"/>
                    <a:pt x="957" y="3"/>
                    <a:pt x="915" y="7"/>
                  </a:cubicBezTo>
                  <a:cubicBezTo>
                    <a:pt x="777" y="7"/>
                    <a:pt x="682" y="11"/>
                    <a:pt x="682" y="11"/>
                  </a:cubicBezTo>
                  <a:cubicBezTo>
                    <a:pt x="575" y="268"/>
                    <a:pt x="475" y="570"/>
                    <a:pt x="386" y="880"/>
                  </a:cubicBezTo>
                  <a:cubicBezTo>
                    <a:pt x="352" y="1000"/>
                    <a:pt x="322" y="1119"/>
                    <a:pt x="291" y="1234"/>
                  </a:cubicBezTo>
                  <a:cubicBezTo>
                    <a:pt x="110" y="1915"/>
                    <a:pt x="0" y="2525"/>
                    <a:pt x="0" y="2525"/>
                  </a:cubicBezTo>
                  <a:lnTo>
                    <a:pt x="1306" y="2525"/>
                  </a:lnTo>
                  <a:cubicBezTo>
                    <a:pt x="1513" y="2525"/>
                    <a:pt x="1682" y="2356"/>
                    <a:pt x="1682" y="2150"/>
                  </a:cubicBezTo>
                  <a:lnTo>
                    <a:pt x="1682" y="11"/>
                  </a:lnTo>
                  <a:cubicBezTo>
                    <a:pt x="1571" y="4"/>
                    <a:pt x="1427" y="1"/>
                    <a:pt x="12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8" name="Google Shape;5968;p45">
              <a:extLst>
                <a:ext uri="{FF2B5EF4-FFF2-40B4-BE49-F238E27FC236}">
                  <a16:creationId xmlns:a16="http://schemas.microsoft.com/office/drawing/2014/main" id="{55DB9646-F032-08E8-1D97-CE0AF05A0E53}"/>
                </a:ext>
              </a:extLst>
            </p:cNvPr>
            <p:cNvSpPr/>
            <p:nvPr/>
          </p:nvSpPr>
          <p:spPr>
            <a:xfrm>
              <a:off x="4763525" y="3782304"/>
              <a:ext cx="164888" cy="94639"/>
            </a:xfrm>
            <a:custGeom>
              <a:avLst/>
              <a:gdLst/>
              <a:ahLst/>
              <a:cxnLst/>
              <a:rect l="l" t="t" r="r" b="b"/>
              <a:pathLst>
                <a:path w="1906" h="1094" extrusionOk="0">
                  <a:moveTo>
                    <a:pt x="838" y="0"/>
                  </a:moveTo>
                  <a:cubicBezTo>
                    <a:pt x="668" y="0"/>
                    <a:pt x="512" y="11"/>
                    <a:pt x="434" y="36"/>
                  </a:cubicBezTo>
                  <a:cubicBezTo>
                    <a:pt x="219" y="105"/>
                    <a:pt x="1" y="925"/>
                    <a:pt x="308" y="1093"/>
                  </a:cubicBezTo>
                  <a:lnTo>
                    <a:pt x="1741" y="1093"/>
                  </a:lnTo>
                  <a:cubicBezTo>
                    <a:pt x="1741" y="1093"/>
                    <a:pt x="1905" y="833"/>
                    <a:pt x="1813" y="699"/>
                  </a:cubicBezTo>
                  <a:lnTo>
                    <a:pt x="1661" y="660"/>
                  </a:lnTo>
                  <a:cubicBezTo>
                    <a:pt x="1661" y="660"/>
                    <a:pt x="1599" y="143"/>
                    <a:pt x="1530" y="74"/>
                  </a:cubicBezTo>
                  <a:cubicBezTo>
                    <a:pt x="1486" y="33"/>
                    <a:pt x="1139" y="0"/>
                    <a:pt x="8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9" name="Google Shape;5969;p45">
              <a:extLst>
                <a:ext uri="{FF2B5EF4-FFF2-40B4-BE49-F238E27FC236}">
                  <a16:creationId xmlns:a16="http://schemas.microsoft.com/office/drawing/2014/main" id="{66DF8D70-F41D-8BB9-E06A-BC2C37C6ED0D}"/>
                </a:ext>
              </a:extLst>
            </p:cNvPr>
            <p:cNvSpPr/>
            <p:nvPr/>
          </p:nvSpPr>
          <p:spPr>
            <a:xfrm>
              <a:off x="3746180" y="3834728"/>
              <a:ext cx="526586" cy="38236"/>
            </a:xfrm>
            <a:custGeom>
              <a:avLst/>
              <a:gdLst/>
              <a:ahLst/>
              <a:cxnLst/>
              <a:rect l="l" t="t" r="r" b="b"/>
              <a:pathLst>
                <a:path w="6087" h="442" extrusionOk="0">
                  <a:moveTo>
                    <a:pt x="901" y="0"/>
                  </a:moveTo>
                  <a:cubicBezTo>
                    <a:pt x="519" y="0"/>
                    <a:pt x="271" y="1"/>
                    <a:pt x="246" y="5"/>
                  </a:cubicBezTo>
                  <a:cubicBezTo>
                    <a:pt x="123" y="17"/>
                    <a:pt x="1" y="254"/>
                    <a:pt x="100" y="441"/>
                  </a:cubicBezTo>
                  <a:lnTo>
                    <a:pt x="5975" y="441"/>
                  </a:lnTo>
                  <a:lnTo>
                    <a:pt x="6086" y="20"/>
                  </a:lnTo>
                  <a:cubicBezTo>
                    <a:pt x="6086" y="20"/>
                    <a:pt x="2427" y="0"/>
                    <a:pt x="9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0" name="Google Shape;5970;p45">
              <a:extLst>
                <a:ext uri="{FF2B5EF4-FFF2-40B4-BE49-F238E27FC236}">
                  <a16:creationId xmlns:a16="http://schemas.microsoft.com/office/drawing/2014/main" id="{33B53AF1-BA4A-ABCC-CE0D-AC9BD80F0218}"/>
                </a:ext>
              </a:extLst>
            </p:cNvPr>
            <p:cNvSpPr/>
            <p:nvPr/>
          </p:nvSpPr>
          <p:spPr>
            <a:xfrm>
              <a:off x="3773777" y="3899783"/>
              <a:ext cx="1153351" cy="5017"/>
            </a:xfrm>
            <a:custGeom>
              <a:avLst/>
              <a:gdLst/>
              <a:ahLst/>
              <a:cxnLst/>
              <a:rect l="l" t="t" r="r" b="b"/>
              <a:pathLst>
                <a:path w="13332" h="58" extrusionOk="0">
                  <a:moveTo>
                    <a:pt x="0" y="0"/>
                  </a:moveTo>
                  <a:lnTo>
                    <a:pt x="0" y="57"/>
                  </a:lnTo>
                  <a:lnTo>
                    <a:pt x="13331" y="57"/>
                  </a:lnTo>
                  <a:lnTo>
                    <a:pt x="133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1" name="Google Shape;5971;p45">
              <a:extLst>
                <a:ext uri="{FF2B5EF4-FFF2-40B4-BE49-F238E27FC236}">
                  <a16:creationId xmlns:a16="http://schemas.microsoft.com/office/drawing/2014/main" id="{902047D6-3D3B-FC51-AA73-71C7AD0E32D7}"/>
                </a:ext>
              </a:extLst>
            </p:cNvPr>
            <p:cNvSpPr/>
            <p:nvPr/>
          </p:nvSpPr>
          <p:spPr>
            <a:xfrm>
              <a:off x="3794885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8" y="1"/>
                  </a:moveTo>
                  <a:cubicBezTo>
                    <a:pt x="59" y="1"/>
                    <a:pt x="39" y="8"/>
                    <a:pt x="24" y="20"/>
                  </a:cubicBezTo>
                  <a:cubicBezTo>
                    <a:pt x="13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9" y="215"/>
                    <a:pt x="24" y="231"/>
                  </a:cubicBezTo>
                  <a:cubicBezTo>
                    <a:pt x="32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5" y="251"/>
                    <a:pt x="78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7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7" y="35"/>
                    <a:pt x="131" y="20"/>
                  </a:cubicBezTo>
                  <a:cubicBezTo>
                    <a:pt x="124" y="16"/>
                    <a:pt x="116" y="8"/>
                    <a:pt x="108" y="4"/>
                  </a:cubicBezTo>
                  <a:cubicBezTo>
                    <a:pt x="97" y="1"/>
                    <a:pt x="89" y="1"/>
                    <a:pt x="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2" name="Google Shape;5972;p45">
              <a:extLst>
                <a:ext uri="{FF2B5EF4-FFF2-40B4-BE49-F238E27FC236}">
                  <a16:creationId xmlns:a16="http://schemas.microsoft.com/office/drawing/2014/main" id="{1A018965-7D1D-F599-5BE2-E8469C1525B0}"/>
                </a:ext>
              </a:extLst>
            </p:cNvPr>
            <p:cNvSpPr/>
            <p:nvPr/>
          </p:nvSpPr>
          <p:spPr>
            <a:xfrm>
              <a:off x="3902675" y="3860594"/>
              <a:ext cx="12976" cy="21800"/>
            </a:xfrm>
            <a:custGeom>
              <a:avLst/>
              <a:gdLst/>
              <a:ahLst/>
              <a:cxnLst/>
              <a:rect l="l" t="t" r="r" b="b"/>
              <a:pathLst>
                <a:path w="150" h="252" extrusionOk="0">
                  <a:moveTo>
                    <a:pt x="77" y="1"/>
                  </a:moveTo>
                  <a:cubicBezTo>
                    <a:pt x="58" y="1"/>
                    <a:pt x="35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2" y="249"/>
                    <a:pt x="59" y="252"/>
                    <a:pt x="67" y="252"/>
                  </a:cubicBezTo>
                  <a:cubicBezTo>
                    <a:pt x="70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3" y="215"/>
                    <a:pt x="150" y="196"/>
                    <a:pt x="150" y="177"/>
                  </a:cubicBezTo>
                  <a:lnTo>
                    <a:pt x="150" y="73"/>
                  </a:lnTo>
                  <a:cubicBezTo>
                    <a:pt x="150" y="54"/>
                    <a:pt x="143" y="35"/>
                    <a:pt x="131" y="20"/>
                  </a:cubicBezTo>
                  <a:cubicBezTo>
                    <a:pt x="123" y="16"/>
                    <a:pt x="116" y="8"/>
                    <a:pt x="104" y="4"/>
                  </a:cubicBezTo>
                  <a:cubicBezTo>
                    <a:pt x="97" y="1"/>
                    <a:pt x="85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3" name="Google Shape;5973;p45">
              <a:extLst>
                <a:ext uri="{FF2B5EF4-FFF2-40B4-BE49-F238E27FC236}">
                  <a16:creationId xmlns:a16="http://schemas.microsoft.com/office/drawing/2014/main" id="{8E16BF11-3489-B8F9-C384-AF165E76F701}"/>
                </a:ext>
              </a:extLst>
            </p:cNvPr>
            <p:cNvSpPr/>
            <p:nvPr/>
          </p:nvSpPr>
          <p:spPr>
            <a:xfrm>
              <a:off x="4024999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5" y="8"/>
                    <a:pt x="23" y="20"/>
                  </a:cubicBezTo>
                  <a:cubicBezTo>
                    <a:pt x="8" y="35"/>
                    <a:pt x="0" y="54"/>
                    <a:pt x="0" y="73"/>
                  </a:cubicBezTo>
                  <a:lnTo>
                    <a:pt x="0" y="177"/>
                  </a:lnTo>
                  <a:cubicBezTo>
                    <a:pt x="0" y="196"/>
                    <a:pt x="8" y="215"/>
                    <a:pt x="23" y="231"/>
                  </a:cubicBezTo>
                  <a:cubicBezTo>
                    <a:pt x="31" y="238"/>
                    <a:pt x="39" y="242"/>
                    <a:pt x="46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5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5" y="8"/>
                    <a:pt x="104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4" name="Google Shape;5974;p45">
              <a:extLst>
                <a:ext uri="{FF2B5EF4-FFF2-40B4-BE49-F238E27FC236}">
                  <a16:creationId xmlns:a16="http://schemas.microsoft.com/office/drawing/2014/main" id="{9CC0AE4E-EEB7-9C5A-5813-F81B5289918E}"/>
                </a:ext>
              </a:extLst>
            </p:cNvPr>
            <p:cNvSpPr/>
            <p:nvPr/>
          </p:nvSpPr>
          <p:spPr>
            <a:xfrm>
              <a:off x="4117823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8" y="8"/>
                    <a:pt x="24" y="20"/>
                  </a:cubicBezTo>
                  <a:cubicBezTo>
                    <a:pt x="12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12" y="215"/>
                    <a:pt x="24" y="231"/>
                  </a:cubicBezTo>
                  <a:cubicBezTo>
                    <a:pt x="31" y="238"/>
                    <a:pt x="38" y="242"/>
                    <a:pt x="50" y="246"/>
                  </a:cubicBezTo>
                  <a:cubicBezTo>
                    <a:pt x="56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9" y="246"/>
                    <a:pt x="130" y="231"/>
                  </a:cubicBezTo>
                  <a:cubicBezTo>
                    <a:pt x="146" y="215"/>
                    <a:pt x="153" y="196"/>
                    <a:pt x="153" y="177"/>
                  </a:cubicBezTo>
                  <a:lnTo>
                    <a:pt x="153" y="73"/>
                  </a:lnTo>
                  <a:cubicBezTo>
                    <a:pt x="153" y="54"/>
                    <a:pt x="146" y="35"/>
                    <a:pt x="130" y="20"/>
                  </a:cubicBezTo>
                  <a:cubicBezTo>
                    <a:pt x="123" y="16"/>
                    <a:pt x="116" y="8"/>
                    <a:pt x="107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5" name="Google Shape;5975;p45">
              <a:extLst>
                <a:ext uri="{FF2B5EF4-FFF2-40B4-BE49-F238E27FC236}">
                  <a16:creationId xmlns:a16="http://schemas.microsoft.com/office/drawing/2014/main" id="{93AB2464-9C84-5A0F-DFD3-DEA7E28ED285}"/>
                </a:ext>
              </a:extLst>
            </p:cNvPr>
            <p:cNvSpPr/>
            <p:nvPr/>
          </p:nvSpPr>
          <p:spPr>
            <a:xfrm>
              <a:off x="4225526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7" y="1"/>
                  </a:moveTo>
                  <a:cubicBezTo>
                    <a:pt x="58" y="1"/>
                    <a:pt x="39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6" y="8"/>
                    <a:pt x="108" y="4"/>
                  </a:cubicBezTo>
                  <a:cubicBezTo>
                    <a:pt x="97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5F5C953-640A-A6DD-A5E8-632CAB4022EE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C4A9327-2A6F-ACB3-36E6-6ABBCA2F0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EC0DA3-08E1-2761-A9DF-BFFFC1E30588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10</a:t>
              </a:r>
            </a:p>
          </p:txBody>
        </p:sp>
      </p:grpSp>
      <p:graphicFrame>
        <p:nvGraphicFramePr>
          <p:cNvPr id="22" name="Google Shape;4888;p39">
            <a:extLst>
              <a:ext uri="{FF2B5EF4-FFF2-40B4-BE49-F238E27FC236}">
                <a16:creationId xmlns:a16="http://schemas.microsoft.com/office/drawing/2014/main" id="{C80616AA-9518-87EE-3F54-24302DBE3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7318710"/>
              </p:ext>
            </p:extLst>
          </p:nvPr>
        </p:nvGraphicFramePr>
        <p:xfrm>
          <a:off x="216907" y="1523421"/>
          <a:ext cx="8145316" cy="1462920"/>
        </p:xfrm>
        <a:graphic>
          <a:graphicData uri="http://schemas.openxmlformats.org/drawingml/2006/table">
            <a:tbl>
              <a:tblPr>
                <a:noFill/>
                <a:tableStyleId>{8E55BC96-9954-4E57-862E-3481F0B1CFB0}</a:tableStyleId>
              </a:tblPr>
              <a:tblGrid>
                <a:gridCol w="2307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7740">
                  <a:extLst>
                    <a:ext uri="{9D8B030D-6E8A-4147-A177-3AD203B41FA5}">
                      <a16:colId xmlns:a16="http://schemas.microsoft.com/office/drawing/2014/main" val="3026022363"/>
                    </a:ext>
                  </a:extLst>
                </a:gridCol>
                <a:gridCol w="1355073">
                  <a:extLst>
                    <a:ext uri="{9D8B030D-6E8A-4147-A177-3AD203B41FA5}">
                      <a16:colId xmlns:a16="http://schemas.microsoft.com/office/drawing/2014/main" val="3613420960"/>
                    </a:ext>
                  </a:extLst>
                </a:gridCol>
              </a:tblGrid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Strategia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DataSet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Punto di Partenza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Epoche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Scratch (U-Net &amp; DeepLab)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gtFine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Pesi randomi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Coarse-&gt; 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gtCoarse -&gt; gtFine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-&gt; Transfer interno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 + 30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Pretrained (DeepLab)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gtFine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Backbone ImageNet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9D2A17E8-E848-97B1-089D-793E15728DBC}"/>
              </a:ext>
            </a:extLst>
          </p:cNvPr>
          <p:cNvSpPr txBox="1"/>
          <p:nvPr/>
        </p:nvSpPr>
        <p:spPr>
          <a:xfrm>
            <a:off x="2462154" y="3287524"/>
            <a:ext cx="7351941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it-IT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Coarse→Fine</a:t>
            </a:r>
            <a:r>
              <a:rPr lang="it-IT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strategia ufficiale del Cityscapes benchmark paper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it-IT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Pretrained</a:t>
            </a: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vero fine-tuning — backbone frozen-free, classifier sostituito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it-IT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LR differenziato</a:t>
            </a: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backbone 1e-5 | classifier 1e-4</a:t>
            </a:r>
          </a:p>
          <a:p>
            <a:endParaRPr lang="it-IT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4D67F32-504A-67A2-DCE1-D003F0A0E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409670" y="3352397"/>
            <a:ext cx="129208" cy="1292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2DA00A8-3621-23C2-4F99-4AAE6FD4E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409670" y="3527062"/>
            <a:ext cx="129208" cy="12920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3EEF6E9-8C52-A27C-34CB-ADF7844D6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409670" y="3701727"/>
            <a:ext cx="129208" cy="12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648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6" name="Google Shape;5896;p45"/>
          <p:cNvGrpSpPr/>
          <p:nvPr/>
        </p:nvGrpSpPr>
        <p:grpSpPr>
          <a:xfrm>
            <a:off x="6893706" y="4018423"/>
            <a:ext cx="419247" cy="637784"/>
            <a:chOff x="8742442" y="252908"/>
            <a:chExt cx="356260" cy="541964"/>
          </a:xfrm>
        </p:grpSpPr>
        <p:sp>
          <p:nvSpPr>
            <p:cNvPr id="5897" name="Google Shape;5897;p45"/>
            <p:cNvSpPr/>
            <p:nvPr/>
          </p:nvSpPr>
          <p:spPr>
            <a:xfrm>
              <a:off x="8742442" y="252908"/>
              <a:ext cx="356260" cy="354555"/>
            </a:xfrm>
            <a:custGeom>
              <a:avLst/>
              <a:gdLst/>
              <a:ahLst/>
              <a:cxnLst/>
              <a:rect l="l" t="t" r="r" b="b"/>
              <a:pathLst>
                <a:path w="633" h="630" extrusionOk="0">
                  <a:moveTo>
                    <a:pt x="314" y="0"/>
                  </a:moveTo>
                  <a:cubicBezTo>
                    <a:pt x="142" y="0"/>
                    <a:pt x="1" y="138"/>
                    <a:pt x="1" y="315"/>
                  </a:cubicBezTo>
                  <a:cubicBezTo>
                    <a:pt x="1" y="488"/>
                    <a:pt x="142" y="629"/>
                    <a:pt x="314" y="629"/>
                  </a:cubicBezTo>
                  <a:cubicBezTo>
                    <a:pt x="491" y="629"/>
                    <a:pt x="633" y="488"/>
                    <a:pt x="633" y="315"/>
                  </a:cubicBezTo>
                  <a:cubicBezTo>
                    <a:pt x="633" y="138"/>
                    <a:pt x="491" y="0"/>
                    <a:pt x="3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898" name="Google Shape;5898;p45"/>
            <p:cNvSpPr/>
            <p:nvPr/>
          </p:nvSpPr>
          <p:spPr>
            <a:xfrm>
              <a:off x="8826299" y="377849"/>
              <a:ext cx="214432" cy="417024"/>
            </a:xfrm>
            <a:custGeom>
              <a:avLst/>
              <a:gdLst/>
              <a:ahLst/>
              <a:cxnLst/>
              <a:rect l="l" t="t" r="r" b="b"/>
              <a:pathLst>
                <a:path w="381" h="741" extrusionOk="0">
                  <a:moveTo>
                    <a:pt x="158" y="1"/>
                  </a:moveTo>
                  <a:lnTo>
                    <a:pt x="131" y="254"/>
                  </a:lnTo>
                  <a:lnTo>
                    <a:pt x="1" y="208"/>
                  </a:lnTo>
                  <a:lnTo>
                    <a:pt x="131" y="323"/>
                  </a:lnTo>
                  <a:lnTo>
                    <a:pt x="131" y="740"/>
                  </a:lnTo>
                  <a:lnTo>
                    <a:pt x="215" y="740"/>
                  </a:lnTo>
                  <a:lnTo>
                    <a:pt x="208" y="346"/>
                  </a:lnTo>
                  <a:lnTo>
                    <a:pt x="381" y="204"/>
                  </a:lnTo>
                  <a:lnTo>
                    <a:pt x="204" y="273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899" name="Google Shape;5899;p45"/>
          <p:cNvGrpSpPr/>
          <p:nvPr/>
        </p:nvGrpSpPr>
        <p:grpSpPr>
          <a:xfrm>
            <a:off x="7399205" y="3593563"/>
            <a:ext cx="895256" cy="1059981"/>
            <a:chOff x="6638805" y="2345339"/>
            <a:chExt cx="895256" cy="1059981"/>
          </a:xfrm>
        </p:grpSpPr>
        <p:sp>
          <p:nvSpPr>
            <p:cNvPr id="5900" name="Google Shape;5900;p45"/>
            <p:cNvSpPr/>
            <p:nvPr/>
          </p:nvSpPr>
          <p:spPr>
            <a:xfrm>
              <a:off x="6723315" y="2439164"/>
              <a:ext cx="154700" cy="285765"/>
            </a:xfrm>
            <a:custGeom>
              <a:avLst/>
              <a:gdLst/>
              <a:ahLst/>
              <a:cxnLst/>
              <a:rect l="l" t="t" r="r" b="b"/>
              <a:pathLst>
                <a:path w="216" h="399" extrusionOk="0">
                  <a:moveTo>
                    <a:pt x="1" y="0"/>
                  </a:moveTo>
                  <a:lnTo>
                    <a:pt x="1" y="399"/>
                  </a:lnTo>
                  <a:lnTo>
                    <a:pt x="216" y="39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1" name="Google Shape;5901;p45"/>
            <p:cNvSpPr/>
            <p:nvPr/>
          </p:nvSpPr>
          <p:spPr>
            <a:xfrm>
              <a:off x="6723315" y="2439164"/>
              <a:ext cx="154700" cy="66607"/>
            </a:xfrm>
            <a:custGeom>
              <a:avLst/>
              <a:gdLst/>
              <a:ahLst/>
              <a:cxnLst/>
              <a:rect l="l" t="t" r="r" b="b"/>
              <a:pathLst>
                <a:path w="216" h="93" extrusionOk="0">
                  <a:moveTo>
                    <a:pt x="1" y="0"/>
                  </a:moveTo>
                  <a:lnTo>
                    <a:pt x="1" y="92"/>
                  </a:lnTo>
                  <a:lnTo>
                    <a:pt x="216" y="92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2" name="Google Shape;5902;p45"/>
            <p:cNvSpPr/>
            <p:nvPr/>
          </p:nvSpPr>
          <p:spPr>
            <a:xfrm>
              <a:off x="6690370" y="2394759"/>
              <a:ext cx="791407" cy="1010562"/>
            </a:xfrm>
            <a:custGeom>
              <a:avLst/>
              <a:gdLst/>
              <a:ahLst/>
              <a:cxnLst/>
              <a:rect l="l" t="t" r="r" b="b"/>
              <a:pathLst>
                <a:path w="1105" h="1411" extrusionOk="0">
                  <a:moveTo>
                    <a:pt x="553" y="1"/>
                  </a:moveTo>
                  <a:lnTo>
                    <a:pt x="1" y="549"/>
                  </a:lnTo>
                  <a:lnTo>
                    <a:pt x="1" y="1411"/>
                  </a:lnTo>
                  <a:lnTo>
                    <a:pt x="1104" y="1411"/>
                  </a:lnTo>
                  <a:lnTo>
                    <a:pt x="1104" y="549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3" name="Google Shape;5903;p45"/>
            <p:cNvSpPr/>
            <p:nvPr/>
          </p:nvSpPr>
          <p:spPr>
            <a:xfrm>
              <a:off x="6693235" y="2886088"/>
              <a:ext cx="783528" cy="77350"/>
            </a:xfrm>
            <a:custGeom>
              <a:avLst/>
              <a:gdLst/>
              <a:ahLst/>
              <a:cxnLst/>
              <a:rect l="l" t="t" r="r" b="b"/>
              <a:pathLst>
                <a:path w="1094" h="108" extrusionOk="0">
                  <a:moveTo>
                    <a:pt x="0" y="1"/>
                  </a:moveTo>
                  <a:lnTo>
                    <a:pt x="0" y="107"/>
                  </a:lnTo>
                  <a:lnTo>
                    <a:pt x="1093" y="107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4" name="Google Shape;5904;p45"/>
            <p:cNvSpPr/>
            <p:nvPr/>
          </p:nvSpPr>
          <p:spPr>
            <a:xfrm>
              <a:off x="6693235" y="2669788"/>
              <a:ext cx="780663" cy="74485"/>
            </a:xfrm>
            <a:custGeom>
              <a:avLst/>
              <a:gdLst/>
              <a:ahLst/>
              <a:cxnLst/>
              <a:rect l="l" t="t" r="r" b="b"/>
              <a:pathLst>
                <a:path w="1090" h="104" extrusionOk="0">
                  <a:moveTo>
                    <a:pt x="131" y="0"/>
                  </a:moveTo>
                  <a:cubicBezTo>
                    <a:pt x="92" y="42"/>
                    <a:pt x="55" y="84"/>
                    <a:pt x="0" y="100"/>
                  </a:cubicBezTo>
                  <a:lnTo>
                    <a:pt x="0" y="103"/>
                  </a:lnTo>
                  <a:lnTo>
                    <a:pt x="1089" y="103"/>
                  </a:lnTo>
                  <a:lnTo>
                    <a:pt x="1089" y="96"/>
                  </a:lnTo>
                  <a:cubicBezTo>
                    <a:pt x="1074" y="84"/>
                    <a:pt x="1058" y="69"/>
                    <a:pt x="1047" y="57"/>
                  </a:cubicBezTo>
                  <a:cubicBezTo>
                    <a:pt x="1043" y="54"/>
                    <a:pt x="1040" y="50"/>
                    <a:pt x="1035" y="46"/>
                  </a:cubicBezTo>
                  <a:cubicBezTo>
                    <a:pt x="1017" y="34"/>
                    <a:pt x="1001" y="27"/>
                    <a:pt x="985" y="15"/>
                  </a:cubicBezTo>
                  <a:cubicBezTo>
                    <a:pt x="978" y="11"/>
                    <a:pt x="971" y="4"/>
                    <a:pt x="962" y="0"/>
                  </a:cubicBezTo>
                  <a:close/>
                </a:path>
              </a:pathLst>
            </a:custGeom>
            <a:solidFill>
              <a:srgbClr val="D1C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5" name="Google Shape;5905;p45"/>
            <p:cNvSpPr/>
            <p:nvPr/>
          </p:nvSpPr>
          <p:spPr>
            <a:xfrm>
              <a:off x="6693235" y="3232024"/>
              <a:ext cx="783528" cy="170456"/>
            </a:xfrm>
            <a:custGeom>
              <a:avLst/>
              <a:gdLst/>
              <a:ahLst/>
              <a:cxnLst/>
              <a:rect l="l" t="t" r="r" b="b"/>
              <a:pathLst>
                <a:path w="1094" h="238" extrusionOk="0">
                  <a:moveTo>
                    <a:pt x="0" y="1"/>
                  </a:moveTo>
                  <a:lnTo>
                    <a:pt x="0" y="238"/>
                  </a:lnTo>
                  <a:lnTo>
                    <a:pt x="1093" y="238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6" name="Google Shape;5906;p45"/>
            <p:cNvSpPr/>
            <p:nvPr/>
          </p:nvSpPr>
          <p:spPr>
            <a:xfrm>
              <a:off x="6676763" y="2381150"/>
              <a:ext cx="818622" cy="426140"/>
            </a:xfrm>
            <a:custGeom>
              <a:avLst/>
              <a:gdLst/>
              <a:ahLst/>
              <a:cxnLst/>
              <a:rect l="l" t="t" r="r" b="b"/>
              <a:pathLst>
                <a:path w="1143" h="595" extrusionOk="0">
                  <a:moveTo>
                    <a:pt x="568" y="0"/>
                  </a:moveTo>
                  <a:lnTo>
                    <a:pt x="0" y="579"/>
                  </a:lnTo>
                  <a:lnTo>
                    <a:pt x="1143" y="595"/>
                  </a:lnTo>
                  <a:lnTo>
                    <a:pt x="1143" y="595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7" name="Google Shape;5907;p45"/>
            <p:cNvSpPr/>
            <p:nvPr/>
          </p:nvSpPr>
          <p:spPr>
            <a:xfrm>
              <a:off x="6638805" y="2345339"/>
              <a:ext cx="895256" cy="497045"/>
            </a:xfrm>
            <a:custGeom>
              <a:avLst/>
              <a:gdLst/>
              <a:ahLst/>
              <a:cxnLst/>
              <a:rect l="l" t="t" r="r" b="b"/>
              <a:pathLst>
                <a:path w="1250" h="694" extrusionOk="0">
                  <a:moveTo>
                    <a:pt x="621" y="1"/>
                  </a:moveTo>
                  <a:cubicBezTo>
                    <a:pt x="610" y="1"/>
                    <a:pt x="594" y="8"/>
                    <a:pt x="587" y="16"/>
                  </a:cubicBezTo>
                  <a:lnTo>
                    <a:pt x="19" y="595"/>
                  </a:lnTo>
                  <a:cubicBezTo>
                    <a:pt x="0" y="614"/>
                    <a:pt x="0" y="645"/>
                    <a:pt x="19" y="664"/>
                  </a:cubicBezTo>
                  <a:cubicBezTo>
                    <a:pt x="31" y="673"/>
                    <a:pt x="44" y="678"/>
                    <a:pt x="57" y="678"/>
                  </a:cubicBezTo>
                  <a:cubicBezTo>
                    <a:pt x="70" y="678"/>
                    <a:pt x="82" y="673"/>
                    <a:pt x="92" y="664"/>
                  </a:cubicBezTo>
                  <a:lnTo>
                    <a:pt x="621" y="123"/>
                  </a:lnTo>
                  <a:lnTo>
                    <a:pt x="1157" y="679"/>
                  </a:lnTo>
                  <a:cubicBezTo>
                    <a:pt x="1167" y="688"/>
                    <a:pt x="1179" y="693"/>
                    <a:pt x="1192" y="693"/>
                  </a:cubicBezTo>
                  <a:cubicBezTo>
                    <a:pt x="1204" y="693"/>
                    <a:pt x="1217" y="688"/>
                    <a:pt x="1226" y="679"/>
                  </a:cubicBezTo>
                  <a:cubicBezTo>
                    <a:pt x="1249" y="664"/>
                    <a:pt x="1249" y="629"/>
                    <a:pt x="1231" y="610"/>
                  </a:cubicBezTo>
                  <a:lnTo>
                    <a:pt x="656" y="16"/>
                  </a:lnTo>
                  <a:cubicBezTo>
                    <a:pt x="648" y="8"/>
                    <a:pt x="637" y="4"/>
                    <a:pt x="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8" name="Google Shape;5908;p45"/>
            <p:cNvSpPr/>
            <p:nvPr/>
          </p:nvSpPr>
          <p:spPr>
            <a:xfrm>
              <a:off x="6932441" y="3110982"/>
              <a:ext cx="302239" cy="291494"/>
            </a:xfrm>
            <a:custGeom>
              <a:avLst/>
              <a:gdLst/>
              <a:ahLst/>
              <a:cxnLst/>
              <a:rect l="l" t="t" r="r" b="b"/>
              <a:pathLst>
                <a:path w="422" h="407" extrusionOk="0">
                  <a:moveTo>
                    <a:pt x="211" y="0"/>
                  </a:moveTo>
                  <a:cubicBezTo>
                    <a:pt x="96" y="0"/>
                    <a:pt x="0" y="92"/>
                    <a:pt x="0" y="212"/>
                  </a:cubicBezTo>
                  <a:lnTo>
                    <a:pt x="0" y="407"/>
                  </a:lnTo>
                  <a:lnTo>
                    <a:pt x="422" y="407"/>
                  </a:lnTo>
                  <a:lnTo>
                    <a:pt x="422" y="212"/>
                  </a:lnTo>
                  <a:cubicBezTo>
                    <a:pt x="422" y="92"/>
                    <a:pt x="326" y="0"/>
                    <a:pt x="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9" name="Google Shape;5909;p45"/>
            <p:cNvSpPr/>
            <p:nvPr/>
          </p:nvSpPr>
          <p:spPr>
            <a:xfrm>
              <a:off x="6932441" y="3110982"/>
              <a:ext cx="140376" cy="291494"/>
            </a:xfrm>
            <a:custGeom>
              <a:avLst/>
              <a:gdLst/>
              <a:ahLst/>
              <a:cxnLst/>
              <a:rect l="l" t="t" r="r" b="b"/>
              <a:pathLst>
                <a:path w="196" h="407" extrusionOk="0">
                  <a:moveTo>
                    <a:pt x="195" y="0"/>
                  </a:moveTo>
                  <a:cubicBezTo>
                    <a:pt x="89" y="9"/>
                    <a:pt x="0" y="101"/>
                    <a:pt x="0" y="212"/>
                  </a:cubicBezTo>
                  <a:lnTo>
                    <a:pt x="0" y="407"/>
                  </a:lnTo>
                  <a:lnTo>
                    <a:pt x="195" y="407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0" name="Google Shape;5910;p45"/>
            <p:cNvSpPr/>
            <p:nvPr/>
          </p:nvSpPr>
          <p:spPr>
            <a:xfrm>
              <a:off x="6775597" y="3015724"/>
              <a:ext cx="96688" cy="172605"/>
            </a:xfrm>
            <a:custGeom>
              <a:avLst/>
              <a:gdLst/>
              <a:ahLst/>
              <a:cxnLst/>
              <a:rect l="l" t="t" r="r" b="b"/>
              <a:pathLst>
                <a:path w="135" h="241" extrusionOk="0">
                  <a:moveTo>
                    <a:pt x="69" y="0"/>
                  </a:moveTo>
                  <a:cubicBezTo>
                    <a:pt x="32" y="0"/>
                    <a:pt x="0" y="27"/>
                    <a:pt x="0" y="64"/>
                  </a:cubicBezTo>
                  <a:lnTo>
                    <a:pt x="0" y="241"/>
                  </a:lnTo>
                  <a:lnTo>
                    <a:pt x="135" y="241"/>
                  </a:lnTo>
                  <a:lnTo>
                    <a:pt x="135" y="64"/>
                  </a:lnTo>
                  <a:cubicBezTo>
                    <a:pt x="135" y="27"/>
                    <a:pt x="104" y="0"/>
                    <a:pt x="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1" name="Google Shape;5911;p45"/>
            <p:cNvSpPr/>
            <p:nvPr/>
          </p:nvSpPr>
          <p:spPr>
            <a:xfrm>
              <a:off x="6751246" y="2990656"/>
              <a:ext cx="146106" cy="222739"/>
            </a:xfrm>
            <a:custGeom>
              <a:avLst/>
              <a:gdLst/>
              <a:ahLst/>
              <a:cxnLst/>
              <a:rect l="l" t="t" r="r" b="b"/>
              <a:pathLst>
                <a:path w="204" h="311" extrusionOk="0">
                  <a:moveTo>
                    <a:pt x="103" y="65"/>
                  </a:moveTo>
                  <a:cubicBezTo>
                    <a:pt x="112" y="65"/>
                    <a:pt x="119" y="69"/>
                    <a:pt x="126" y="76"/>
                  </a:cubicBezTo>
                  <a:cubicBezTo>
                    <a:pt x="135" y="81"/>
                    <a:pt x="138" y="92"/>
                    <a:pt x="138" y="99"/>
                  </a:cubicBezTo>
                  <a:lnTo>
                    <a:pt x="138" y="246"/>
                  </a:lnTo>
                  <a:lnTo>
                    <a:pt x="66" y="246"/>
                  </a:lnTo>
                  <a:lnTo>
                    <a:pt x="66" y="99"/>
                  </a:lnTo>
                  <a:cubicBezTo>
                    <a:pt x="66" y="92"/>
                    <a:pt x="69" y="81"/>
                    <a:pt x="77" y="76"/>
                  </a:cubicBezTo>
                  <a:cubicBezTo>
                    <a:pt x="85" y="69"/>
                    <a:pt x="92" y="65"/>
                    <a:pt x="103" y="65"/>
                  </a:cubicBezTo>
                  <a:close/>
                  <a:moveTo>
                    <a:pt x="103" y="0"/>
                  </a:moveTo>
                  <a:cubicBezTo>
                    <a:pt x="46" y="0"/>
                    <a:pt x="0" y="46"/>
                    <a:pt x="0" y="99"/>
                  </a:cubicBezTo>
                  <a:lnTo>
                    <a:pt x="0" y="311"/>
                  </a:lnTo>
                  <a:lnTo>
                    <a:pt x="204" y="311"/>
                  </a:lnTo>
                  <a:lnTo>
                    <a:pt x="204" y="276"/>
                  </a:lnTo>
                  <a:lnTo>
                    <a:pt x="204" y="99"/>
                  </a:lnTo>
                  <a:cubicBezTo>
                    <a:pt x="204" y="46"/>
                    <a:pt x="158" y="0"/>
                    <a:pt x="1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2" name="Google Shape;5912;p45"/>
            <p:cNvSpPr/>
            <p:nvPr/>
          </p:nvSpPr>
          <p:spPr>
            <a:xfrm>
              <a:off x="7305574" y="3015724"/>
              <a:ext cx="96688" cy="172605"/>
            </a:xfrm>
            <a:custGeom>
              <a:avLst/>
              <a:gdLst/>
              <a:ahLst/>
              <a:cxnLst/>
              <a:rect l="l" t="t" r="r" b="b"/>
              <a:pathLst>
                <a:path w="135" h="241" extrusionOk="0">
                  <a:moveTo>
                    <a:pt x="65" y="0"/>
                  </a:moveTo>
                  <a:cubicBezTo>
                    <a:pt x="31" y="0"/>
                    <a:pt x="1" y="27"/>
                    <a:pt x="1" y="64"/>
                  </a:cubicBezTo>
                  <a:lnTo>
                    <a:pt x="1" y="241"/>
                  </a:lnTo>
                  <a:lnTo>
                    <a:pt x="134" y="241"/>
                  </a:lnTo>
                  <a:lnTo>
                    <a:pt x="134" y="64"/>
                  </a:lnTo>
                  <a:cubicBezTo>
                    <a:pt x="134" y="27"/>
                    <a:pt x="104" y="0"/>
                    <a:pt x="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3" name="Google Shape;5913;p45"/>
            <p:cNvSpPr/>
            <p:nvPr/>
          </p:nvSpPr>
          <p:spPr>
            <a:xfrm>
              <a:off x="7280507" y="2990656"/>
              <a:ext cx="146822" cy="222739"/>
            </a:xfrm>
            <a:custGeom>
              <a:avLst/>
              <a:gdLst/>
              <a:ahLst/>
              <a:cxnLst/>
              <a:rect l="l" t="t" r="r" b="b"/>
              <a:pathLst>
                <a:path w="205" h="311" extrusionOk="0">
                  <a:moveTo>
                    <a:pt x="100" y="65"/>
                  </a:moveTo>
                  <a:cubicBezTo>
                    <a:pt x="112" y="65"/>
                    <a:pt x="119" y="69"/>
                    <a:pt x="128" y="76"/>
                  </a:cubicBezTo>
                  <a:cubicBezTo>
                    <a:pt x="135" y="81"/>
                    <a:pt x="139" y="92"/>
                    <a:pt x="139" y="99"/>
                  </a:cubicBezTo>
                  <a:lnTo>
                    <a:pt x="139" y="246"/>
                  </a:lnTo>
                  <a:lnTo>
                    <a:pt x="66" y="246"/>
                  </a:lnTo>
                  <a:lnTo>
                    <a:pt x="66" y="99"/>
                  </a:lnTo>
                  <a:cubicBezTo>
                    <a:pt x="66" y="92"/>
                    <a:pt x="70" y="81"/>
                    <a:pt x="77" y="76"/>
                  </a:cubicBezTo>
                  <a:cubicBezTo>
                    <a:pt x="85" y="69"/>
                    <a:pt x="93" y="65"/>
                    <a:pt x="100" y="65"/>
                  </a:cubicBezTo>
                  <a:close/>
                  <a:moveTo>
                    <a:pt x="100" y="0"/>
                  </a:moveTo>
                  <a:cubicBezTo>
                    <a:pt x="47" y="0"/>
                    <a:pt x="1" y="46"/>
                    <a:pt x="1" y="99"/>
                  </a:cubicBezTo>
                  <a:lnTo>
                    <a:pt x="1" y="311"/>
                  </a:lnTo>
                  <a:lnTo>
                    <a:pt x="204" y="311"/>
                  </a:lnTo>
                  <a:lnTo>
                    <a:pt x="204" y="276"/>
                  </a:lnTo>
                  <a:lnTo>
                    <a:pt x="204" y="99"/>
                  </a:lnTo>
                  <a:cubicBezTo>
                    <a:pt x="204" y="46"/>
                    <a:pt x="158" y="0"/>
                    <a:pt x="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4" name="Google Shape;5914;p45"/>
            <p:cNvSpPr/>
            <p:nvPr/>
          </p:nvSpPr>
          <p:spPr>
            <a:xfrm>
              <a:off x="7033423" y="2625382"/>
              <a:ext cx="99552" cy="176902"/>
            </a:xfrm>
            <a:custGeom>
              <a:avLst/>
              <a:gdLst/>
              <a:ahLst/>
              <a:cxnLst/>
              <a:rect l="l" t="t" r="r" b="b"/>
              <a:pathLst>
                <a:path w="139" h="247" extrusionOk="0">
                  <a:moveTo>
                    <a:pt x="70" y="1"/>
                  </a:moveTo>
                  <a:cubicBezTo>
                    <a:pt x="31" y="1"/>
                    <a:pt x="1" y="31"/>
                    <a:pt x="1" y="70"/>
                  </a:cubicBezTo>
                  <a:lnTo>
                    <a:pt x="1" y="246"/>
                  </a:lnTo>
                  <a:lnTo>
                    <a:pt x="139" y="246"/>
                  </a:lnTo>
                  <a:lnTo>
                    <a:pt x="139" y="70"/>
                  </a:lnTo>
                  <a:cubicBezTo>
                    <a:pt x="139" y="31"/>
                    <a:pt x="109" y="1"/>
                    <a:pt x="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5" name="Google Shape;5915;p45"/>
            <p:cNvSpPr/>
            <p:nvPr/>
          </p:nvSpPr>
          <p:spPr>
            <a:xfrm>
              <a:off x="7011938" y="2603896"/>
              <a:ext cx="143241" cy="222739"/>
            </a:xfrm>
            <a:custGeom>
              <a:avLst/>
              <a:gdLst/>
              <a:ahLst/>
              <a:cxnLst/>
              <a:rect l="l" t="t" r="r" b="b"/>
              <a:pathLst>
                <a:path w="200" h="311" extrusionOk="0">
                  <a:moveTo>
                    <a:pt x="100" y="65"/>
                  </a:moveTo>
                  <a:cubicBezTo>
                    <a:pt x="112" y="65"/>
                    <a:pt x="119" y="69"/>
                    <a:pt x="127" y="77"/>
                  </a:cubicBezTo>
                  <a:cubicBezTo>
                    <a:pt x="130" y="80"/>
                    <a:pt x="135" y="88"/>
                    <a:pt x="135" y="100"/>
                  </a:cubicBezTo>
                  <a:lnTo>
                    <a:pt x="135" y="245"/>
                  </a:lnTo>
                  <a:lnTo>
                    <a:pt x="66" y="245"/>
                  </a:lnTo>
                  <a:lnTo>
                    <a:pt x="66" y="100"/>
                  </a:lnTo>
                  <a:cubicBezTo>
                    <a:pt x="66" y="88"/>
                    <a:pt x="70" y="80"/>
                    <a:pt x="77" y="77"/>
                  </a:cubicBezTo>
                  <a:cubicBezTo>
                    <a:pt x="81" y="69"/>
                    <a:pt x="89" y="65"/>
                    <a:pt x="100" y="65"/>
                  </a:cubicBezTo>
                  <a:close/>
                  <a:moveTo>
                    <a:pt x="100" y="0"/>
                  </a:moveTo>
                  <a:cubicBezTo>
                    <a:pt x="47" y="0"/>
                    <a:pt x="1" y="46"/>
                    <a:pt x="1" y="100"/>
                  </a:cubicBezTo>
                  <a:lnTo>
                    <a:pt x="1" y="310"/>
                  </a:lnTo>
                  <a:lnTo>
                    <a:pt x="199" y="310"/>
                  </a:lnTo>
                  <a:lnTo>
                    <a:pt x="199" y="276"/>
                  </a:lnTo>
                  <a:lnTo>
                    <a:pt x="199" y="100"/>
                  </a:lnTo>
                  <a:cubicBezTo>
                    <a:pt x="199" y="46"/>
                    <a:pt x="158" y="0"/>
                    <a:pt x="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916" name="Google Shape;5916;p45"/>
          <p:cNvGrpSpPr/>
          <p:nvPr/>
        </p:nvGrpSpPr>
        <p:grpSpPr>
          <a:xfrm>
            <a:off x="8380710" y="4021070"/>
            <a:ext cx="348379" cy="632488"/>
            <a:chOff x="9013159" y="960258"/>
            <a:chExt cx="296039" cy="537464"/>
          </a:xfrm>
        </p:grpSpPr>
        <p:sp>
          <p:nvSpPr>
            <p:cNvPr id="5917" name="Google Shape;5917;p45"/>
            <p:cNvSpPr/>
            <p:nvPr/>
          </p:nvSpPr>
          <p:spPr>
            <a:xfrm>
              <a:off x="9013159" y="960258"/>
              <a:ext cx="296039" cy="420963"/>
            </a:xfrm>
            <a:custGeom>
              <a:avLst/>
              <a:gdLst/>
              <a:ahLst/>
              <a:cxnLst/>
              <a:rect l="l" t="t" r="r" b="b"/>
              <a:pathLst>
                <a:path w="526" h="748" extrusionOk="0">
                  <a:moveTo>
                    <a:pt x="261" y="0"/>
                  </a:moveTo>
                  <a:cubicBezTo>
                    <a:pt x="261" y="0"/>
                    <a:pt x="0" y="407"/>
                    <a:pt x="0" y="529"/>
                  </a:cubicBezTo>
                  <a:cubicBezTo>
                    <a:pt x="0" y="649"/>
                    <a:pt x="115" y="748"/>
                    <a:pt x="261" y="748"/>
                  </a:cubicBezTo>
                  <a:cubicBezTo>
                    <a:pt x="407" y="748"/>
                    <a:pt x="525" y="649"/>
                    <a:pt x="525" y="529"/>
                  </a:cubicBezTo>
                  <a:cubicBezTo>
                    <a:pt x="525" y="407"/>
                    <a:pt x="261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8" name="Google Shape;5918;p45"/>
            <p:cNvSpPr/>
            <p:nvPr/>
          </p:nvSpPr>
          <p:spPr>
            <a:xfrm>
              <a:off x="9099267" y="120169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3" y="181"/>
                  </a:lnTo>
                  <a:lnTo>
                    <a:pt x="1" y="146"/>
                  </a:lnTo>
                  <a:lnTo>
                    <a:pt x="93" y="231"/>
                  </a:lnTo>
                  <a:lnTo>
                    <a:pt x="93" y="526"/>
                  </a:lnTo>
                  <a:lnTo>
                    <a:pt x="154" y="526"/>
                  </a:lnTo>
                  <a:lnTo>
                    <a:pt x="146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919" name="Google Shape;5919;p45"/>
          <p:cNvGrpSpPr/>
          <p:nvPr/>
        </p:nvGrpSpPr>
        <p:grpSpPr>
          <a:xfrm>
            <a:off x="2358815" y="4233290"/>
            <a:ext cx="1707861" cy="740164"/>
            <a:chOff x="3718065" y="3595878"/>
            <a:chExt cx="1707861" cy="740164"/>
          </a:xfrm>
        </p:grpSpPr>
        <p:sp>
          <p:nvSpPr>
            <p:cNvPr id="5920" name="Google Shape;5920;p45"/>
            <p:cNvSpPr/>
            <p:nvPr/>
          </p:nvSpPr>
          <p:spPr>
            <a:xfrm>
              <a:off x="4124743" y="3652887"/>
              <a:ext cx="217573" cy="215750"/>
            </a:xfrm>
            <a:custGeom>
              <a:avLst/>
              <a:gdLst/>
              <a:ahLst/>
              <a:cxnLst/>
              <a:rect l="l" t="t" r="r" b="b"/>
              <a:pathLst>
                <a:path w="2515" h="2494" extrusionOk="0">
                  <a:moveTo>
                    <a:pt x="1580" y="1"/>
                  </a:moveTo>
                  <a:cubicBezTo>
                    <a:pt x="1387" y="1"/>
                    <a:pt x="1236" y="4"/>
                    <a:pt x="1216" y="14"/>
                  </a:cubicBezTo>
                  <a:cubicBezTo>
                    <a:pt x="1159" y="45"/>
                    <a:pt x="1" y="2451"/>
                    <a:pt x="1" y="2451"/>
                  </a:cubicBezTo>
                  <a:lnTo>
                    <a:pt x="315" y="2494"/>
                  </a:lnTo>
                  <a:cubicBezTo>
                    <a:pt x="315" y="2494"/>
                    <a:pt x="1254" y="651"/>
                    <a:pt x="1334" y="593"/>
                  </a:cubicBezTo>
                  <a:cubicBezTo>
                    <a:pt x="1373" y="566"/>
                    <a:pt x="1611" y="559"/>
                    <a:pt x="1839" y="559"/>
                  </a:cubicBezTo>
                  <a:cubicBezTo>
                    <a:pt x="2067" y="559"/>
                    <a:pt x="2285" y="566"/>
                    <a:pt x="2285" y="566"/>
                  </a:cubicBezTo>
                  <a:lnTo>
                    <a:pt x="2515" y="14"/>
                  </a:lnTo>
                  <a:cubicBezTo>
                    <a:pt x="2515" y="14"/>
                    <a:pt x="1965" y="1"/>
                    <a:pt x="15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1" name="Google Shape;5921;p45"/>
            <p:cNvSpPr/>
            <p:nvPr/>
          </p:nvSpPr>
          <p:spPr>
            <a:xfrm>
              <a:off x="4352521" y="3595878"/>
              <a:ext cx="427446" cy="50347"/>
            </a:xfrm>
            <a:custGeom>
              <a:avLst/>
              <a:gdLst/>
              <a:ahLst/>
              <a:cxnLst/>
              <a:rect l="l" t="t" r="r" b="b"/>
              <a:pathLst>
                <a:path w="4941" h="582" extrusionOk="0">
                  <a:moveTo>
                    <a:pt x="608" y="1"/>
                  </a:moveTo>
                  <a:cubicBezTo>
                    <a:pt x="464" y="1"/>
                    <a:pt x="373" y="2"/>
                    <a:pt x="357" y="7"/>
                  </a:cubicBezTo>
                  <a:cubicBezTo>
                    <a:pt x="234" y="42"/>
                    <a:pt x="1" y="509"/>
                    <a:pt x="1" y="509"/>
                  </a:cubicBezTo>
                  <a:lnTo>
                    <a:pt x="460" y="509"/>
                  </a:lnTo>
                  <a:cubicBezTo>
                    <a:pt x="460" y="509"/>
                    <a:pt x="567" y="137"/>
                    <a:pt x="606" y="118"/>
                  </a:cubicBezTo>
                  <a:cubicBezTo>
                    <a:pt x="611" y="115"/>
                    <a:pt x="670" y="114"/>
                    <a:pt x="770" y="114"/>
                  </a:cubicBezTo>
                  <a:cubicBezTo>
                    <a:pt x="1489" y="114"/>
                    <a:pt x="4314" y="179"/>
                    <a:pt x="4338" y="206"/>
                  </a:cubicBezTo>
                  <a:cubicBezTo>
                    <a:pt x="4369" y="237"/>
                    <a:pt x="4445" y="581"/>
                    <a:pt x="4445" y="581"/>
                  </a:cubicBezTo>
                  <a:lnTo>
                    <a:pt x="4940" y="581"/>
                  </a:lnTo>
                  <a:cubicBezTo>
                    <a:pt x="4940" y="581"/>
                    <a:pt x="4810" y="191"/>
                    <a:pt x="4710" y="129"/>
                  </a:cubicBezTo>
                  <a:cubicBezTo>
                    <a:pt x="4624" y="76"/>
                    <a:pt x="1526" y="1"/>
                    <a:pt x="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2" name="Google Shape;5922;p45"/>
            <p:cNvSpPr/>
            <p:nvPr/>
          </p:nvSpPr>
          <p:spPr>
            <a:xfrm>
              <a:off x="3725678" y="3630395"/>
              <a:ext cx="1677775" cy="618788"/>
            </a:xfrm>
            <a:custGeom>
              <a:avLst/>
              <a:gdLst/>
              <a:ahLst/>
              <a:cxnLst/>
              <a:rect l="l" t="t" r="r" b="b"/>
              <a:pathLst>
                <a:path w="19394" h="7153" extrusionOk="0">
                  <a:moveTo>
                    <a:pt x="7739" y="1"/>
                  </a:moveTo>
                  <a:cubicBezTo>
                    <a:pt x="7374" y="1"/>
                    <a:pt x="7146" y="2"/>
                    <a:pt x="7146" y="2"/>
                  </a:cubicBezTo>
                  <a:cubicBezTo>
                    <a:pt x="6859" y="405"/>
                    <a:pt x="6239" y="2669"/>
                    <a:pt x="6239" y="2669"/>
                  </a:cubicBezTo>
                  <a:lnTo>
                    <a:pt x="483" y="2669"/>
                  </a:lnTo>
                  <a:cubicBezTo>
                    <a:pt x="111" y="2926"/>
                    <a:pt x="376" y="3156"/>
                    <a:pt x="376" y="3156"/>
                  </a:cubicBezTo>
                  <a:cubicBezTo>
                    <a:pt x="1" y="4160"/>
                    <a:pt x="199" y="6417"/>
                    <a:pt x="199" y="6417"/>
                  </a:cubicBezTo>
                  <a:lnTo>
                    <a:pt x="3112" y="7152"/>
                  </a:lnTo>
                  <a:lnTo>
                    <a:pt x="5802" y="7152"/>
                  </a:lnTo>
                  <a:lnTo>
                    <a:pt x="6997" y="6532"/>
                  </a:lnTo>
                  <a:lnTo>
                    <a:pt x="12917" y="6532"/>
                  </a:lnTo>
                  <a:lnTo>
                    <a:pt x="14619" y="6992"/>
                  </a:lnTo>
                  <a:lnTo>
                    <a:pt x="17091" y="6992"/>
                  </a:lnTo>
                  <a:lnTo>
                    <a:pt x="19072" y="6344"/>
                  </a:lnTo>
                  <a:cubicBezTo>
                    <a:pt x="19393" y="6344"/>
                    <a:pt x="19317" y="4876"/>
                    <a:pt x="19072" y="4876"/>
                  </a:cubicBezTo>
                  <a:lnTo>
                    <a:pt x="18872" y="3719"/>
                  </a:lnTo>
                  <a:lnTo>
                    <a:pt x="18156" y="3095"/>
                  </a:lnTo>
                  <a:cubicBezTo>
                    <a:pt x="17393" y="2842"/>
                    <a:pt x="14516" y="2669"/>
                    <a:pt x="14516" y="2669"/>
                  </a:cubicBezTo>
                  <a:cubicBezTo>
                    <a:pt x="13776" y="1451"/>
                    <a:pt x="12416" y="121"/>
                    <a:pt x="12416" y="121"/>
                  </a:cubicBezTo>
                  <a:cubicBezTo>
                    <a:pt x="11293" y="14"/>
                    <a:pt x="8863" y="1"/>
                    <a:pt x="77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3" name="Google Shape;5923;p45"/>
            <p:cNvSpPr/>
            <p:nvPr/>
          </p:nvSpPr>
          <p:spPr>
            <a:xfrm>
              <a:off x="5339069" y="4084046"/>
              <a:ext cx="45504" cy="61247"/>
            </a:xfrm>
            <a:custGeom>
              <a:avLst/>
              <a:gdLst/>
              <a:ahLst/>
              <a:cxnLst/>
              <a:rect l="l" t="t" r="r" b="b"/>
              <a:pathLst>
                <a:path w="526" h="708" extrusionOk="0">
                  <a:moveTo>
                    <a:pt x="389" y="0"/>
                  </a:moveTo>
                  <a:cubicBezTo>
                    <a:pt x="381" y="0"/>
                    <a:pt x="372" y="2"/>
                    <a:pt x="365" y="4"/>
                  </a:cubicBezTo>
                  <a:cubicBezTo>
                    <a:pt x="43" y="104"/>
                    <a:pt x="0" y="575"/>
                    <a:pt x="356" y="702"/>
                  </a:cubicBezTo>
                  <a:cubicBezTo>
                    <a:pt x="367" y="706"/>
                    <a:pt x="377" y="707"/>
                    <a:pt x="387" y="707"/>
                  </a:cubicBezTo>
                  <a:cubicBezTo>
                    <a:pt x="430" y="707"/>
                    <a:pt x="470" y="676"/>
                    <a:pt x="480" y="629"/>
                  </a:cubicBezTo>
                  <a:cubicBezTo>
                    <a:pt x="498" y="502"/>
                    <a:pt x="525" y="272"/>
                    <a:pt x="483" y="73"/>
                  </a:cubicBezTo>
                  <a:cubicBezTo>
                    <a:pt x="473" y="31"/>
                    <a:pt x="431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4" name="Google Shape;5924;p45"/>
            <p:cNvSpPr/>
            <p:nvPr/>
          </p:nvSpPr>
          <p:spPr>
            <a:xfrm>
              <a:off x="5296593" y="3950477"/>
              <a:ext cx="67045" cy="100349"/>
            </a:xfrm>
            <a:custGeom>
              <a:avLst/>
              <a:gdLst/>
              <a:ahLst/>
              <a:cxnLst/>
              <a:rect l="l" t="t" r="r" b="b"/>
              <a:pathLst>
                <a:path w="775" h="1160" extrusionOk="0">
                  <a:moveTo>
                    <a:pt x="266" y="1"/>
                  </a:moveTo>
                  <a:cubicBezTo>
                    <a:pt x="147" y="1"/>
                    <a:pt x="45" y="11"/>
                    <a:pt x="32" y="30"/>
                  </a:cubicBezTo>
                  <a:cubicBezTo>
                    <a:pt x="0" y="69"/>
                    <a:pt x="181" y="1153"/>
                    <a:pt x="219" y="1157"/>
                  </a:cubicBezTo>
                  <a:cubicBezTo>
                    <a:pt x="233" y="1159"/>
                    <a:pt x="300" y="1159"/>
                    <a:pt x="382" y="1159"/>
                  </a:cubicBezTo>
                  <a:cubicBezTo>
                    <a:pt x="547" y="1159"/>
                    <a:pt x="775" y="1157"/>
                    <a:pt x="775" y="1157"/>
                  </a:cubicBezTo>
                  <a:lnTo>
                    <a:pt x="591" y="30"/>
                  </a:lnTo>
                  <a:cubicBezTo>
                    <a:pt x="508" y="10"/>
                    <a:pt x="380" y="1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5" name="Google Shape;5925;p45"/>
            <p:cNvSpPr/>
            <p:nvPr/>
          </p:nvSpPr>
          <p:spPr>
            <a:xfrm>
              <a:off x="5311559" y="4006794"/>
              <a:ext cx="25953" cy="39966"/>
            </a:xfrm>
            <a:custGeom>
              <a:avLst/>
              <a:gdLst/>
              <a:ahLst/>
              <a:cxnLst/>
              <a:rect l="l" t="t" r="r" b="b"/>
              <a:pathLst>
                <a:path w="300" h="462" extrusionOk="0">
                  <a:moveTo>
                    <a:pt x="23" y="0"/>
                  </a:moveTo>
                  <a:cubicBezTo>
                    <a:pt x="11" y="0"/>
                    <a:pt x="0" y="12"/>
                    <a:pt x="4" y="23"/>
                  </a:cubicBezTo>
                  <a:cubicBezTo>
                    <a:pt x="16" y="115"/>
                    <a:pt x="69" y="453"/>
                    <a:pt x="80" y="460"/>
                  </a:cubicBezTo>
                  <a:cubicBezTo>
                    <a:pt x="83" y="461"/>
                    <a:pt x="91" y="461"/>
                    <a:pt x="103" y="461"/>
                  </a:cubicBezTo>
                  <a:cubicBezTo>
                    <a:pt x="147" y="461"/>
                    <a:pt x="238" y="456"/>
                    <a:pt x="280" y="456"/>
                  </a:cubicBezTo>
                  <a:cubicBezTo>
                    <a:pt x="292" y="456"/>
                    <a:pt x="299" y="445"/>
                    <a:pt x="299" y="433"/>
                  </a:cubicBezTo>
                  <a:lnTo>
                    <a:pt x="226" y="16"/>
                  </a:lnTo>
                  <a:cubicBezTo>
                    <a:pt x="223" y="8"/>
                    <a:pt x="214" y="0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6" name="Google Shape;5926;p45"/>
            <p:cNvSpPr/>
            <p:nvPr/>
          </p:nvSpPr>
          <p:spPr>
            <a:xfrm>
              <a:off x="5218043" y="4032660"/>
              <a:ext cx="207884" cy="214193"/>
            </a:xfrm>
            <a:custGeom>
              <a:avLst/>
              <a:gdLst/>
              <a:ahLst/>
              <a:cxnLst/>
              <a:rect l="l" t="t" r="r" b="b"/>
              <a:pathLst>
                <a:path w="2403" h="2476" extrusionOk="0">
                  <a:moveTo>
                    <a:pt x="2116" y="203"/>
                  </a:moveTo>
                  <a:cubicBezTo>
                    <a:pt x="2131" y="479"/>
                    <a:pt x="2165" y="1311"/>
                    <a:pt x="2043" y="1721"/>
                  </a:cubicBezTo>
                  <a:lnTo>
                    <a:pt x="1568" y="1871"/>
                  </a:lnTo>
                  <a:cubicBezTo>
                    <a:pt x="1548" y="1598"/>
                    <a:pt x="1499" y="656"/>
                    <a:pt x="1603" y="203"/>
                  </a:cubicBezTo>
                  <a:close/>
                  <a:moveTo>
                    <a:pt x="1522" y="0"/>
                  </a:moveTo>
                  <a:cubicBezTo>
                    <a:pt x="1479" y="0"/>
                    <a:pt x="1442" y="31"/>
                    <a:pt x="1426" y="74"/>
                  </a:cubicBezTo>
                  <a:cubicBezTo>
                    <a:pt x="1281" y="560"/>
                    <a:pt x="1353" y="1733"/>
                    <a:pt x="1368" y="1936"/>
                  </a:cubicBezTo>
                  <a:lnTo>
                    <a:pt x="310" y="2276"/>
                  </a:lnTo>
                  <a:lnTo>
                    <a:pt x="100" y="2276"/>
                  </a:lnTo>
                  <a:cubicBezTo>
                    <a:pt x="47" y="2276"/>
                    <a:pt x="1" y="2319"/>
                    <a:pt x="1" y="2376"/>
                  </a:cubicBezTo>
                  <a:cubicBezTo>
                    <a:pt x="1" y="2430"/>
                    <a:pt x="47" y="2476"/>
                    <a:pt x="100" y="2476"/>
                  </a:cubicBezTo>
                  <a:lnTo>
                    <a:pt x="326" y="2476"/>
                  </a:lnTo>
                  <a:cubicBezTo>
                    <a:pt x="338" y="2476"/>
                    <a:pt x="345" y="2476"/>
                    <a:pt x="356" y="2472"/>
                  </a:cubicBezTo>
                  <a:lnTo>
                    <a:pt x="2154" y="1897"/>
                  </a:lnTo>
                  <a:cubicBezTo>
                    <a:pt x="2181" y="1885"/>
                    <a:pt x="2204" y="1862"/>
                    <a:pt x="2215" y="1836"/>
                  </a:cubicBezTo>
                  <a:cubicBezTo>
                    <a:pt x="2403" y="1326"/>
                    <a:pt x="2315" y="146"/>
                    <a:pt x="2311" y="92"/>
                  </a:cubicBezTo>
                  <a:cubicBezTo>
                    <a:pt x="2307" y="42"/>
                    <a:pt x="2265" y="0"/>
                    <a:pt x="2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7" name="Google Shape;5927;p45"/>
            <p:cNvSpPr/>
            <p:nvPr/>
          </p:nvSpPr>
          <p:spPr>
            <a:xfrm>
              <a:off x="3723342" y="3929974"/>
              <a:ext cx="89192" cy="154156"/>
            </a:xfrm>
            <a:custGeom>
              <a:avLst/>
              <a:gdLst/>
              <a:ahLst/>
              <a:cxnLst/>
              <a:rect l="l" t="t" r="r" b="b"/>
              <a:pathLst>
                <a:path w="1031" h="1782" extrusionOk="0">
                  <a:moveTo>
                    <a:pt x="489" y="1"/>
                  </a:moveTo>
                  <a:cubicBezTo>
                    <a:pt x="343" y="1"/>
                    <a:pt x="226" y="3"/>
                    <a:pt x="226" y="3"/>
                  </a:cubicBezTo>
                  <a:cubicBezTo>
                    <a:pt x="0" y="896"/>
                    <a:pt x="104" y="1755"/>
                    <a:pt x="104" y="1755"/>
                  </a:cubicBezTo>
                  <a:cubicBezTo>
                    <a:pt x="202" y="1775"/>
                    <a:pt x="329" y="1782"/>
                    <a:pt x="454" y="1782"/>
                  </a:cubicBezTo>
                  <a:cubicBezTo>
                    <a:pt x="704" y="1782"/>
                    <a:pt x="947" y="1755"/>
                    <a:pt x="947" y="1755"/>
                  </a:cubicBezTo>
                  <a:cubicBezTo>
                    <a:pt x="997" y="1341"/>
                    <a:pt x="1031" y="30"/>
                    <a:pt x="1031" y="30"/>
                  </a:cubicBezTo>
                  <a:cubicBezTo>
                    <a:pt x="938" y="6"/>
                    <a:pt x="686" y="1"/>
                    <a:pt x="4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8" name="Google Shape;5928;p45"/>
            <p:cNvSpPr/>
            <p:nvPr/>
          </p:nvSpPr>
          <p:spPr>
            <a:xfrm>
              <a:off x="3746180" y="4045550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6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9" name="Google Shape;5929;p45"/>
            <p:cNvSpPr/>
            <p:nvPr/>
          </p:nvSpPr>
          <p:spPr>
            <a:xfrm>
              <a:off x="3746180" y="4025999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4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0" name="Google Shape;5930;p45"/>
            <p:cNvSpPr/>
            <p:nvPr/>
          </p:nvSpPr>
          <p:spPr>
            <a:xfrm>
              <a:off x="3746180" y="4006102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1" name="Google Shape;5931;p45"/>
            <p:cNvSpPr/>
            <p:nvPr/>
          </p:nvSpPr>
          <p:spPr>
            <a:xfrm>
              <a:off x="4256756" y="3883432"/>
              <a:ext cx="687235" cy="292482"/>
            </a:xfrm>
            <a:custGeom>
              <a:avLst/>
              <a:gdLst/>
              <a:ahLst/>
              <a:cxnLst/>
              <a:rect l="l" t="t" r="r" b="b"/>
              <a:pathLst>
                <a:path w="7944" h="3381" extrusionOk="0">
                  <a:moveTo>
                    <a:pt x="337" y="1"/>
                  </a:moveTo>
                  <a:lnTo>
                    <a:pt x="0" y="1507"/>
                  </a:lnTo>
                  <a:lnTo>
                    <a:pt x="8" y="1518"/>
                  </a:lnTo>
                  <a:cubicBezTo>
                    <a:pt x="364" y="1948"/>
                    <a:pt x="552" y="2407"/>
                    <a:pt x="651" y="2760"/>
                  </a:cubicBezTo>
                  <a:cubicBezTo>
                    <a:pt x="701" y="2936"/>
                    <a:pt x="728" y="3086"/>
                    <a:pt x="743" y="3189"/>
                  </a:cubicBezTo>
                  <a:cubicBezTo>
                    <a:pt x="751" y="3243"/>
                    <a:pt x="754" y="3285"/>
                    <a:pt x="759" y="3311"/>
                  </a:cubicBezTo>
                  <a:cubicBezTo>
                    <a:pt x="759" y="3327"/>
                    <a:pt x="763" y="3334"/>
                    <a:pt x="763" y="3343"/>
                  </a:cubicBezTo>
                  <a:lnTo>
                    <a:pt x="763" y="3350"/>
                  </a:lnTo>
                  <a:lnTo>
                    <a:pt x="763" y="3354"/>
                  </a:lnTo>
                  <a:lnTo>
                    <a:pt x="763" y="3380"/>
                  </a:lnTo>
                  <a:lnTo>
                    <a:pt x="6993" y="3380"/>
                  </a:lnTo>
                  <a:lnTo>
                    <a:pt x="7001" y="3362"/>
                  </a:lnTo>
                  <a:cubicBezTo>
                    <a:pt x="7154" y="2833"/>
                    <a:pt x="7388" y="2434"/>
                    <a:pt x="7583" y="2174"/>
                  </a:cubicBezTo>
                  <a:cubicBezTo>
                    <a:pt x="7679" y="2040"/>
                    <a:pt x="7767" y="1944"/>
                    <a:pt x="7828" y="1879"/>
                  </a:cubicBezTo>
                  <a:cubicBezTo>
                    <a:pt x="7863" y="1845"/>
                    <a:pt x="7886" y="1822"/>
                    <a:pt x="7905" y="1806"/>
                  </a:cubicBezTo>
                  <a:cubicBezTo>
                    <a:pt x="7913" y="1794"/>
                    <a:pt x="7920" y="1790"/>
                    <a:pt x="7924" y="1787"/>
                  </a:cubicBezTo>
                  <a:lnTo>
                    <a:pt x="7928" y="1783"/>
                  </a:lnTo>
                  <a:lnTo>
                    <a:pt x="7932" y="1779"/>
                  </a:lnTo>
                  <a:lnTo>
                    <a:pt x="7940" y="1771"/>
                  </a:lnTo>
                  <a:lnTo>
                    <a:pt x="7940" y="1760"/>
                  </a:lnTo>
                  <a:cubicBezTo>
                    <a:pt x="7943" y="1725"/>
                    <a:pt x="7943" y="1687"/>
                    <a:pt x="7943" y="1652"/>
                  </a:cubicBezTo>
                  <a:cubicBezTo>
                    <a:pt x="7943" y="1350"/>
                    <a:pt x="7890" y="963"/>
                    <a:pt x="7836" y="649"/>
                  </a:cubicBezTo>
                  <a:cubicBezTo>
                    <a:pt x="7782" y="338"/>
                    <a:pt x="7729" y="101"/>
                    <a:pt x="7729" y="101"/>
                  </a:cubicBezTo>
                  <a:lnTo>
                    <a:pt x="7671" y="116"/>
                  </a:lnTo>
                  <a:lnTo>
                    <a:pt x="7671" y="124"/>
                  </a:lnTo>
                  <a:cubicBezTo>
                    <a:pt x="7687" y="177"/>
                    <a:pt x="7737" y="419"/>
                    <a:pt x="7786" y="718"/>
                  </a:cubicBezTo>
                  <a:cubicBezTo>
                    <a:pt x="7840" y="1017"/>
                    <a:pt x="7886" y="1373"/>
                    <a:pt x="7886" y="1652"/>
                  </a:cubicBezTo>
                  <a:cubicBezTo>
                    <a:pt x="7886" y="1684"/>
                    <a:pt x="7886" y="1714"/>
                    <a:pt x="7883" y="1746"/>
                  </a:cubicBezTo>
                  <a:lnTo>
                    <a:pt x="7883" y="1746"/>
                  </a:lnTo>
                  <a:cubicBezTo>
                    <a:pt x="7799" y="1818"/>
                    <a:pt x="7240" y="2341"/>
                    <a:pt x="6950" y="3323"/>
                  </a:cubicBezTo>
                  <a:lnTo>
                    <a:pt x="818" y="3323"/>
                  </a:lnTo>
                  <a:cubicBezTo>
                    <a:pt x="812" y="3250"/>
                    <a:pt x="789" y="3032"/>
                    <a:pt x="709" y="2745"/>
                  </a:cubicBezTo>
                  <a:cubicBezTo>
                    <a:pt x="607" y="2388"/>
                    <a:pt x="418" y="1930"/>
                    <a:pt x="64" y="1493"/>
                  </a:cubicBezTo>
                  <a:lnTo>
                    <a:pt x="64" y="1493"/>
                  </a:lnTo>
                  <a:lnTo>
                    <a:pt x="395" y="13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2" name="Google Shape;5932;p45"/>
            <p:cNvSpPr/>
            <p:nvPr/>
          </p:nvSpPr>
          <p:spPr>
            <a:xfrm>
              <a:off x="4485053" y="3883865"/>
              <a:ext cx="13755" cy="290060"/>
            </a:xfrm>
            <a:custGeom>
              <a:avLst/>
              <a:gdLst/>
              <a:ahLst/>
              <a:cxnLst/>
              <a:rect l="l" t="t" r="r" b="b"/>
              <a:pathLst>
                <a:path w="159" h="3353" extrusionOk="0">
                  <a:moveTo>
                    <a:pt x="47" y="0"/>
                  </a:moveTo>
                  <a:cubicBezTo>
                    <a:pt x="13" y="387"/>
                    <a:pt x="1" y="805"/>
                    <a:pt x="1" y="1207"/>
                  </a:cubicBezTo>
                  <a:cubicBezTo>
                    <a:pt x="1" y="2333"/>
                    <a:pt x="101" y="3349"/>
                    <a:pt x="101" y="3352"/>
                  </a:cubicBezTo>
                  <a:lnTo>
                    <a:pt x="158" y="3345"/>
                  </a:lnTo>
                  <a:lnTo>
                    <a:pt x="158" y="3334"/>
                  </a:lnTo>
                  <a:cubicBezTo>
                    <a:pt x="147" y="3219"/>
                    <a:pt x="59" y="2261"/>
                    <a:pt x="59" y="1207"/>
                  </a:cubicBezTo>
                  <a:cubicBezTo>
                    <a:pt x="59" y="805"/>
                    <a:pt x="74" y="391"/>
                    <a:pt x="105" y="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3" name="Google Shape;5933;p45"/>
            <p:cNvSpPr/>
            <p:nvPr/>
          </p:nvSpPr>
          <p:spPr>
            <a:xfrm>
              <a:off x="4548378" y="3926600"/>
              <a:ext cx="55193" cy="5363"/>
            </a:xfrm>
            <a:custGeom>
              <a:avLst/>
              <a:gdLst/>
              <a:ahLst/>
              <a:cxnLst/>
              <a:rect l="l" t="t" r="r" b="b"/>
              <a:pathLst>
                <a:path w="638" h="62" extrusionOk="0">
                  <a:moveTo>
                    <a:pt x="1" y="0"/>
                  </a:moveTo>
                  <a:lnTo>
                    <a:pt x="1" y="62"/>
                  </a:lnTo>
                  <a:lnTo>
                    <a:pt x="637" y="62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4" name="Google Shape;5934;p45"/>
            <p:cNvSpPr/>
            <p:nvPr/>
          </p:nvSpPr>
          <p:spPr>
            <a:xfrm>
              <a:off x="4311430" y="3926600"/>
              <a:ext cx="54761" cy="5363"/>
            </a:xfrm>
            <a:custGeom>
              <a:avLst/>
              <a:gdLst/>
              <a:ahLst/>
              <a:cxnLst/>
              <a:rect l="l" t="t" r="r" b="b"/>
              <a:pathLst>
                <a:path w="633" h="62" extrusionOk="0">
                  <a:moveTo>
                    <a:pt x="0" y="0"/>
                  </a:moveTo>
                  <a:lnTo>
                    <a:pt x="0" y="62"/>
                  </a:lnTo>
                  <a:lnTo>
                    <a:pt x="633" y="62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5" name="Google Shape;5935;p45"/>
            <p:cNvSpPr/>
            <p:nvPr/>
          </p:nvSpPr>
          <p:spPr>
            <a:xfrm>
              <a:off x="4977375" y="3874263"/>
              <a:ext cx="312042" cy="56403"/>
            </a:xfrm>
            <a:custGeom>
              <a:avLst/>
              <a:gdLst/>
              <a:ahLst/>
              <a:cxnLst/>
              <a:rect l="l" t="t" r="r" b="b"/>
              <a:pathLst>
                <a:path w="3607" h="652" extrusionOk="0">
                  <a:moveTo>
                    <a:pt x="12" y="0"/>
                  </a:moveTo>
                  <a:lnTo>
                    <a:pt x="1" y="57"/>
                  </a:lnTo>
                  <a:cubicBezTo>
                    <a:pt x="1" y="57"/>
                    <a:pt x="759" y="207"/>
                    <a:pt x="1534" y="352"/>
                  </a:cubicBezTo>
                  <a:cubicBezTo>
                    <a:pt x="1925" y="429"/>
                    <a:pt x="2315" y="502"/>
                    <a:pt x="2614" y="556"/>
                  </a:cubicBezTo>
                  <a:cubicBezTo>
                    <a:pt x="2763" y="586"/>
                    <a:pt x="2894" y="609"/>
                    <a:pt x="2986" y="624"/>
                  </a:cubicBezTo>
                  <a:cubicBezTo>
                    <a:pt x="3035" y="632"/>
                    <a:pt x="3074" y="640"/>
                    <a:pt x="3101" y="644"/>
                  </a:cubicBezTo>
                  <a:cubicBezTo>
                    <a:pt x="3115" y="644"/>
                    <a:pt x="3127" y="647"/>
                    <a:pt x="3135" y="647"/>
                  </a:cubicBezTo>
                  <a:cubicBezTo>
                    <a:pt x="3147" y="651"/>
                    <a:pt x="3150" y="651"/>
                    <a:pt x="3158" y="651"/>
                  </a:cubicBezTo>
                  <a:cubicBezTo>
                    <a:pt x="3177" y="651"/>
                    <a:pt x="3196" y="647"/>
                    <a:pt x="3219" y="640"/>
                  </a:cubicBezTo>
                  <a:cubicBezTo>
                    <a:pt x="3253" y="628"/>
                    <a:pt x="3296" y="605"/>
                    <a:pt x="3338" y="582"/>
                  </a:cubicBezTo>
                  <a:cubicBezTo>
                    <a:pt x="3469" y="513"/>
                    <a:pt x="3607" y="414"/>
                    <a:pt x="3607" y="414"/>
                  </a:cubicBezTo>
                  <a:lnTo>
                    <a:pt x="3572" y="364"/>
                  </a:lnTo>
                  <a:cubicBezTo>
                    <a:pt x="3572" y="364"/>
                    <a:pt x="3572" y="368"/>
                    <a:pt x="3568" y="368"/>
                  </a:cubicBezTo>
                  <a:cubicBezTo>
                    <a:pt x="3552" y="379"/>
                    <a:pt x="3472" y="437"/>
                    <a:pt x="3384" y="490"/>
                  </a:cubicBezTo>
                  <a:cubicBezTo>
                    <a:pt x="3338" y="517"/>
                    <a:pt x="3292" y="544"/>
                    <a:pt x="3250" y="563"/>
                  </a:cubicBezTo>
                  <a:cubicBezTo>
                    <a:pt x="3230" y="571"/>
                    <a:pt x="3212" y="579"/>
                    <a:pt x="3196" y="582"/>
                  </a:cubicBezTo>
                  <a:cubicBezTo>
                    <a:pt x="3181" y="590"/>
                    <a:pt x="3166" y="590"/>
                    <a:pt x="3158" y="590"/>
                  </a:cubicBezTo>
                  <a:lnTo>
                    <a:pt x="3143" y="590"/>
                  </a:lnTo>
                  <a:cubicBezTo>
                    <a:pt x="3108" y="586"/>
                    <a:pt x="3035" y="575"/>
                    <a:pt x="2932" y="556"/>
                  </a:cubicBezTo>
                  <a:cubicBezTo>
                    <a:pt x="2564" y="490"/>
                    <a:pt x="1833" y="352"/>
                    <a:pt x="1196" y="230"/>
                  </a:cubicBezTo>
                  <a:cubicBezTo>
                    <a:pt x="878" y="168"/>
                    <a:pt x="579" y="111"/>
                    <a:pt x="365" y="69"/>
                  </a:cubicBezTo>
                  <a:cubicBezTo>
                    <a:pt x="254" y="50"/>
                    <a:pt x="165" y="30"/>
                    <a:pt x="104" y="19"/>
                  </a:cubicBezTo>
                  <a:cubicBezTo>
                    <a:pt x="73" y="15"/>
                    <a:pt x="50" y="7"/>
                    <a:pt x="35" y="7"/>
                  </a:cubicBezTo>
                  <a:cubicBezTo>
                    <a:pt x="20" y="4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6" name="Google Shape;5936;p45"/>
            <p:cNvSpPr/>
            <p:nvPr/>
          </p:nvSpPr>
          <p:spPr>
            <a:xfrm>
              <a:off x="3718065" y="4144688"/>
              <a:ext cx="208230" cy="88930"/>
            </a:xfrm>
            <a:custGeom>
              <a:avLst/>
              <a:gdLst/>
              <a:ahLst/>
              <a:cxnLst/>
              <a:rect l="l" t="t" r="r" b="b"/>
              <a:pathLst>
                <a:path w="2407" h="1028" extrusionOk="0">
                  <a:moveTo>
                    <a:pt x="176" y="1"/>
                  </a:moveTo>
                  <a:cubicBezTo>
                    <a:pt x="0" y="291"/>
                    <a:pt x="135" y="668"/>
                    <a:pt x="135" y="668"/>
                  </a:cubicBezTo>
                  <a:lnTo>
                    <a:pt x="713" y="668"/>
                  </a:lnTo>
                  <a:lnTo>
                    <a:pt x="2268" y="1027"/>
                  </a:lnTo>
                  <a:lnTo>
                    <a:pt x="2406" y="429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7" name="Google Shape;5937;p45"/>
            <p:cNvSpPr/>
            <p:nvPr/>
          </p:nvSpPr>
          <p:spPr>
            <a:xfrm>
              <a:off x="3913316" y="4014753"/>
              <a:ext cx="369657" cy="234435"/>
            </a:xfrm>
            <a:custGeom>
              <a:avLst/>
              <a:gdLst/>
              <a:ahLst/>
              <a:cxnLst/>
              <a:rect l="l" t="t" r="r" b="b"/>
              <a:pathLst>
                <a:path w="4273" h="2710" extrusionOk="0">
                  <a:moveTo>
                    <a:pt x="2204" y="0"/>
                  </a:moveTo>
                  <a:cubicBezTo>
                    <a:pt x="476" y="0"/>
                    <a:pt x="0" y="2472"/>
                    <a:pt x="0" y="2472"/>
                  </a:cubicBezTo>
                  <a:lnTo>
                    <a:pt x="943" y="2709"/>
                  </a:lnTo>
                  <a:lnTo>
                    <a:pt x="3633" y="2709"/>
                  </a:lnTo>
                  <a:lnTo>
                    <a:pt x="4273" y="2377"/>
                  </a:lnTo>
                  <a:cubicBezTo>
                    <a:pt x="4273" y="2377"/>
                    <a:pt x="3932" y="0"/>
                    <a:pt x="2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8" name="Google Shape;5938;p45"/>
            <p:cNvSpPr/>
            <p:nvPr/>
          </p:nvSpPr>
          <p:spPr>
            <a:xfrm>
              <a:off x="4900123" y="4013109"/>
              <a:ext cx="371733" cy="222151"/>
            </a:xfrm>
            <a:custGeom>
              <a:avLst/>
              <a:gdLst/>
              <a:ahLst/>
              <a:cxnLst/>
              <a:rect l="l" t="t" r="r" b="b"/>
              <a:pathLst>
                <a:path w="4297" h="2568" extrusionOk="0">
                  <a:moveTo>
                    <a:pt x="2197" y="1"/>
                  </a:moveTo>
                  <a:cubicBezTo>
                    <a:pt x="1449" y="1"/>
                    <a:pt x="449" y="510"/>
                    <a:pt x="1" y="2288"/>
                  </a:cubicBezTo>
                  <a:lnTo>
                    <a:pt x="1043" y="2568"/>
                  </a:lnTo>
                  <a:lnTo>
                    <a:pt x="3515" y="2568"/>
                  </a:lnTo>
                  <a:lnTo>
                    <a:pt x="4296" y="2315"/>
                  </a:lnTo>
                  <a:cubicBezTo>
                    <a:pt x="3844" y="449"/>
                    <a:pt x="2940" y="1"/>
                    <a:pt x="2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9" name="Google Shape;5939;p45"/>
            <p:cNvSpPr/>
            <p:nvPr/>
          </p:nvSpPr>
          <p:spPr>
            <a:xfrm>
              <a:off x="4941301" y="4038629"/>
              <a:ext cx="297335" cy="297413"/>
            </a:xfrm>
            <a:custGeom>
              <a:avLst/>
              <a:gdLst/>
              <a:ahLst/>
              <a:cxnLst/>
              <a:rect l="l" t="t" r="r" b="b"/>
              <a:pathLst>
                <a:path w="3437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67" y="3438"/>
                    <a:pt x="3437" y="2672"/>
                    <a:pt x="3437" y="1721"/>
                  </a:cubicBezTo>
                  <a:cubicBezTo>
                    <a:pt x="3437" y="771"/>
                    <a:pt x="2667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0" name="Google Shape;5940;p45"/>
            <p:cNvSpPr/>
            <p:nvPr/>
          </p:nvSpPr>
          <p:spPr>
            <a:xfrm>
              <a:off x="4992255" y="4100310"/>
              <a:ext cx="195426" cy="174140"/>
            </a:xfrm>
            <a:custGeom>
              <a:avLst/>
              <a:gdLst/>
              <a:ahLst/>
              <a:cxnLst/>
              <a:rect l="l" t="t" r="r" b="b"/>
              <a:pathLst>
                <a:path w="2259" h="2013" extrusionOk="0">
                  <a:moveTo>
                    <a:pt x="1130" y="1"/>
                  </a:moveTo>
                  <a:cubicBezTo>
                    <a:pt x="706" y="1"/>
                    <a:pt x="312" y="272"/>
                    <a:pt x="173" y="698"/>
                  </a:cubicBezTo>
                  <a:cubicBezTo>
                    <a:pt x="1" y="1223"/>
                    <a:pt x="292" y="1793"/>
                    <a:pt x="817" y="1962"/>
                  </a:cubicBezTo>
                  <a:cubicBezTo>
                    <a:pt x="921" y="1996"/>
                    <a:pt x="1027" y="2012"/>
                    <a:pt x="1130" y="2012"/>
                  </a:cubicBezTo>
                  <a:cubicBezTo>
                    <a:pt x="1554" y="2012"/>
                    <a:pt x="1947" y="1743"/>
                    <a:pt x="2085" y="1319"/>
                  </a:cubicBezTo>
                  <a:cubicBezTo>
                    <a:pt x="2258" y="790"/>
                    <a:pt x="1967" y="222"/>
                    <a:pt x="1442" y="50"/>
                  </a:cubicBezTo>
                  <a:cubicBezTo>
                    <a:pt x="1338" y="17"/>
                    <a:pt x="1233" y="1"/>
                    <a:pt x="1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1" name="Google Shape;5941;p45"/>
            <p:cNvSpPr/>
            <p:nvPr/>
          </p:nvSpPr>
          <p:spPr>
            <a:xfrm>
              <a:off x="4997618" y="4104895"/>
              <a:ext cx="184699" cy="165056"/>
            </a:xfrm>
            <a:custGeom>
              <a:avLst/>
              <a:gdLst/>
              <a:ahLst/>
              <a:cxnLst/>
              <a:rect l="l" t="t" r="r" b="b"/>
              <a:pathLst>
                <a:path w="2135" h="1908" extrusionOk="0">
                  <a:moveTo>
                    <a:pt x="1068" y="1"/>
                  </a:moveTo>
                  <a:cubicBezTo>
                    <a:pt x="668" y="1"/>
                    <a:pt x="294" y="256"/>
                    <a:pt x="161" y="660"/>
                  </a:cubicBezTo>
                  <a:cubicBezTo>
                    <a:pt x="0" y="1158"/>
                    <a:pt x="272" y="1699"/>
                    <a:pt x="775" y="1860"/>
                  </a:cubicBezTo>
                  <a:cubicBezTo>
                    <a:pt x="872" y="1892"/>
                    <a:pt x="972" y="1907"/>
                    <a:pt x="1069" y="1907"/>
                  </a:cubicBezTo>
                  <a:cubicBezTo>
                    <a:pt x="1469" y="1907"/>
                    <a:pt x="1841" y="1651"/>
                    <a:pt x="1974" y="1250"/>
                  </a:cubicBezTo>
                  <a:cubicBezTo>
                    <a:pt x="2135" y="748"/>
                    <a:pt x="1863" y="212"/>
                    <a:pt x="1360" y="47"/>
                  </a:cubicBezTo>
                  <a:cubicBezTo>
                    <a:pt x="1264" y="16"/>
                    <a:pt x="1165" y="1"/>
                    <a:pt x="1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2" name="Google Shape;5942;p45"/>
            <p:cNvSpPr/>
            <p:nvPr/>
          </p:nvSpPr>
          <p:spPr>
            <a:xfrm>
              <a:off x="5020803" y="4125657"/>
              <a:ext cx="138329" cy="123619"/>
            </a:xfrm>
            <a:custGeom>
              <a:avLst/>
              <a:gdLst/>
              <a:ahLst/>
              <a:cxnLst/>
              <a:rect l="l" t="t" r="r" b="b"/>
              <a:pathLst>
                <a:path w="1599" h="1429" extrusionOk="0">
                  <a:moveTo>
                    <a:pt x="796" y="1"/>
                  </a:moveTo>
                  <a:cubicBezTo>
                    <a:pt x="496" y="1"/>
                    <a:pt x="217" y="191"/>
                    <a:pt x="119" y="493"/>
                  </a:cubicBezTo>
                  <a:cubicBezTo>
                    <a:pt x="1" y="868"/>
                    <a:pt x="204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80" y="934"/>
                  </a:cubicBezTo>
                  <a:cubicBezTo>
                    <a:pt x="1598" y="557"/>
                    <a:pt x="1395" y="156"/>
                    <a:pt x="1020" y="37"/>
                  </a:cubicBezTo>
                  <a:cubicBezTo>
                    <a:pt x="945" y="13"/>
                    <a:pt x="870" y="1"/>
                    <a:pt x="7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3" name="Google Shape;5943;p45"/>
            <p:cNvSpPr/>
            <p:nvPr/>
          </p:nvSpPr>
          <p:spPr>
            <a:xfrm>
              <a:off x="5070545" y="4170036"/>
              <a:ext cx="38843" cy="34603"/>
            </a:xfrm>
            <a:custGeom>
              <a:avLst/>
              <a:gdLst/>
              <a:ahLst/>
              <a:cxnLst/>
              <a:rect l="l" t="t" r="r" b="b"/>
              <a:pathLst>
                <a:path w="449" h="400" extrusionOk="0">
                  <a:moveTo>
                    <a:pt x="224" y="0"/>
                  </a:moveTo>
                  <a:cubicBezTo>
                    <a:pt x="140" y="0"/>
                    <a:pt x="63" y="55"/>
                    <a:pt x="35" y="141"/>
                  </a:cubicBezTo>
                  <a:cubicBezTo>
                    <a:pt x="1" y="244"/>
                    <a:pt x="58" y="355"/>
                    <a:pt x="161" y="389"/>
                  </a:cubicBezTo>
                  <a:cubicBezTo>
                    <a:pt x="183" y="396"/>
                    <a:pt x="204" y="400"/>
                    <a:pt x="225" y="400"/>
                  </a:cubicBezTo>
                  <a:cubicBezTo>
                    <a:pt x="309" y="400"/>
                    <a:pt x="386" y="346"/>
                    <a:pt x="414" y="263"/>
                  </a:cubicBezTo>
                  <a:cubicBezTo>
                    <a:pt x="448" y="156"/>
                    <a:pt x="391" y="44"/>
                    <a:pt x="287" y="10"/>
                  </a:cubicBezTo>
                  <a:cubicBezTo>
                    <a:pt x="266" y="4"/>
                    <a:pt x="245" y="0"/>
                    <a:pt x="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4" name="Google Shape;5944;p45"/>
            <p:cNvSpPr/>
            <p:nvPr/>
          </p:nvSpPr>
          <p:spPr>
            <a:xfrm>
              <a:off x="5079110" y="4123494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1" y="0"/>
                  </a:moveTo>
                  <a:lnTo>
                    <a:pt x="62" y="674"/>
                  </a:lnTo>
                  <a:lnTo>
                    <a:pt x="188" y="674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5" name="Google Shape;5945;p45"/>
            <p:cNvSpPr/>
            <p:nvPr/>
          </p:nvSpPr>
          <p:spPr>
            <a:xfrm>
              <a:off x="5029107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126" y="1"/>
                  </a:moveTo>
                  <a:lnTo>
                    <a:pt x="66" y="108"/>
                  </a:lnTo>
                  <a:lnTo>
                    <a:pt x="0" y="216"/>
                  </a:lnTo>
                  <a:lnTo>
                    <a:pt x="617" y="499"/>
                  </a:lnTo>
                  <a:lnTo>
                    <a:pt x="648" y="446"/>
                  </a:lnTo>
                  <a:lnTo>
                    <a:pt x="678" y="39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6" name="Google Shape;5946;p45"/>
            <p:cNvSpPr/>
            <p:nvPr/>
          </p:nvSpPr>
          <p:spPr>
            <a:xfrm>
              <a:off x="5029107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7" y="1"/>
                  </a:moveTo>
                  <a:lnTo>
                    <a:pt x="0" y="285"/>
                  </a:lnTo>
                  <a:lnTo>
                    <a:pt x="66" y="392"/>
                  </a:lnTo>
                  <a:lnTo>
                    <a:pt x="126" y="499"/>
                  </a:lnTo>
                  <a:lnTo>
                    <a:pt x="678" y="108"/>
                  </a:lnTo>
                  <a:lnTo>
                    <a:pt x="648" y="55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7" name="Google Shape;5947;p45"/>
            <p:cNvSpPr/>
            <p:nvPr/>
          </p:nvSpPr>
          <p:spPr>
            <a:xfrm>
              <a:off x="5079110" y="4193133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62" y="0"/>
                  </a:moveTo>
                  <a:lnTo>
                    <a:pt x="1" y="674"/>
                  </a:lnTo>
                  <a:lnTo>
                    <a:pt x="250" y="674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8" name="Google Shape;5948;p45"/>
            <p:cNvSpPr/>
            <p:nvPr/>
          </p:nvSpPr>
          <p:spPr>
            <a:xfrm>
              <a:off x="5092086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" y="1"/>
                  </a:moveTo>
                  <a:lnTo>
                    <a:pt x="31" y="55"/>
                  </a:lnTo>
                  <a:lnTo>
                    <a:pt x="1" y="108"/>
                  </a:lnTo>
                  <a:lnTo>
                    <a:pt x="553" y="499"/>
                  </a:lnTo>
                  <a:lnTo>
                    <a:pt x="617" y="392"/>
                  </a:lnTo>
                  <a:lnTo>
                    <a:pt x="679" y="285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9" name="Google Shape;5949;p45"/>
            <p:cNvSpPr/>
            <p:nvPr/>
          </p:nvSpPr>
          <p:spPr>
            <a:xfrm>
              <a:off x="5092086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553" y="1"/>
                  </a:moveTo>
                  <a:lnTo>
                    <a:pt x="1" y="391"/>
                  </a:lnTo>
                  <a:lnTo>
                    <a:pt x="31" y="446"/>
                  </a:lnTo>
                  <a:lnTo>
                    <a:pt x="61" y="499"/>
                  </a:lnTo>
                  <a:lnTo>
                    <a:pt x="679" y="216"/>
                  </a:lnTo>
                  <a:lnTo>
                    <a:pt x="617" y="108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0" name="Google Shape;5950;p45"/>
            <p:cNvSpPr/>
            <p:nvPr/>
          </p:nvSpPr>
          <p:spPr>
            <a:xfrm>
              <a:off x="5080840" y="4179119"/>
              <a:ext cx="18254" cy="16436"/>
            </a:xfrm>
            <a:custGeom>
              <a:avLst/>
              <a:gdLst/>
              <a:ahLst/>
              <a:cxnLst/>
              <a:rect l="l" t="t" r="r" b="b"/>
              <a:pathLst>
                <a:path w="211" h="190" extrusionOk="0">
                  <a:moveTo>
                    <a:pt x="107" y="1"/>
                  </a:moveTo>
                  <a:cubicBezTo>
                    <a:pt x="66" y="1"/>
                    <a:pt x="28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5" y="189"/>
                  </a:cubicBezTo>
                  <a:cubicBezTo>
                    <a:pt x="146" y="189"/>
                    <a:pt x="183" y="164"/>
                    <a:pt x="195" y="123"/>
                  </a:cubicBezTo>
                  <a:cubicBezTo>
                    <a:pt x="211" y="74"/>
                    <a:pt x="184" y="20"/>
                    <a:pt x="134" y="5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1" name="Google Shape;5951;p45"/>
            <p:cNvSpPr/>
            <p:nvPr/>
          </p:nvSpPr>
          <p:spPr>
            <a:xfrm>
              <a:off x="3955099" y="4038629"/>
              <a:ext cx="297767" cy="297413"/>
            </a:xfrm>
            <a:custGeom>
              <a:avLst/>
              <a:gdLst/>
              <a:ahLst/>
              <a:cxnLst/>
              <a:rect l="l" t="t" r="r" b="b"/>
              <a:pathLst>
                <a:path w="3442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71" y="3438"/>
                    <a:pt x="3441" y="2672"/>
                    <a:pt x="3441" y="1721"/>
                  </a:cubicBezTo>
                  <a:cubicBezTo>
                    <a:pt x="3441" y="771"/>
                    <a:pt x="2671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2" name="Google Shape;5952;p45"/>
            <p:cNvSpPr/>
            <p:nvPr/>
          </p:nvSpPr>
          <p:spPr>
            <a:xfrm>
              <a:off x="4006486" y="4100310"/>
              <a:ext cx="194994" cy="174140"/>
            </a:xfrm>
            <a:custGeom>
              <a:avLst/>
              <a:gdLst/>
              <a:ahLst/>
              <a:cxnLst/>
              <a:rect l="l" t="t" r="r" b="b"/>
              <a:pathLst>
                <a:path w="2254" h="2013" extrusionOk="0">
                  <a:moveTo>
                    <a:pt x="1125" y="1"/>
                  </a:moveTo>
                  <a:cubicBezTo>
                    <a:pt x="701" y="1"/>
                    <a:pt x="308" y="272"/>
                    <a:pt x="168" y="698"/>
                  </a:cubicBezTo>
                  <a:cubicBezTo>
                    <a:pt x="0" y="1223"/>
                    <a:pt x="287" y="1793"/>
                    <a:pt x="816" y="1962"/>
                  </a:cubicBezTo>
                  <a:cubicBezTo>
                    <a:pt x="920" y="1996"/>
                    <a:pt x="1025" y="2012"/>
                    <a:pt x="1129" y="2012"/>
                  </a:cubicBezTo>
                  <a:cubicBezTo>
                    <a:pt x="1552" y="2012"/>
                    <a:pt x="1946" y="1743"/>
                    <a:pt x="2084" y="1319"/>
                  </a:cubicBezTo>
                  <a:cubicBezTo>
                    <a:pt x="2253" y="790"/>
                    <a:pt x="1965" y="222"/>
                    <a:pt x="1437" y="50"/>
                  </a:cubicBezTo>
                  <a:cubicBezTo>
                    <a:pt x="1333" y="17"/>
                    <a:pt x="1228" y="1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3" name="Google Shape;5953;p45"/>
            <p:cNvSpPr/>
            <p:nvPr/>
          </p:nvSpPr>
          <p:spPr>
            <a:xfrm>
              <a:off x="4011417" y="4104895"/>
              <a:ext cx="185045" cy="165056"/>
            </a:xfrm>
            <a:custGeom>
              <a:avLst/>
              <a:gdLst/>
              <a:ahLst/>
              <a:cxnLst/>
              <a:rect l="l" t="t" r="r" b="b"/>
              <a:pathLst>
                <a:path w="2139" h="1908" extrusionOk="0">
                  <a:moveTo>
                    <a:pt x="1071" y="1"/>
                  </a:moveTo>
                  <a:cubicBezTo>
                    <a:pt x="668" y="1"/>
                    <a:pt x="294" y="256"/>
                    <a:pt x="165" y="660"/>
                  </a:cubicBezTo>
                  <a:cubicBezTo>
                    <a:pt x="0" y="1158"/>
                    <a:pt x="276" y="1699"/>
                    <a:pt x="774" y="1860"/>
                  </a:cubicBezTo>
                  <a:cubicBezTo>
                    <a:pt x="873" y="1892"/>
                    <a:pt x="973" y="1907"/>
                    <a:pt x="1071" y="1907"/>
                  </a:cubicBezTo>
                  <a:cubicBezTo>
                    <a:pt x="1473" y="1907"/>
                    <a:pt x="1844" y="1651"/>
                    <a:pt x="1974" y="1250"/>
                  </a:cubicBezTo>
                  <a:cubicBezTo>
                    <a:pt x="2138" y="748"/>
                    <a:pt x="1862" y="212"/>
                    <a:pt x="1365" y="47"/>
                  </a:cubicBezTo>
                  <a:cubicBezTo>
                    <a:pt x="1267" y="16"/>
                    <a:pt x="1168" y="1"/>
                    <a:pt x="10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4" name="Google Shape;5954;p45"/>
            <p:cNvSpPr/>
            <p:nvPr/>
          </p:nvSpPr>
          <p:spPr>
            <a:xfrm>
              <a:off x="4034601" y="4125657"/>
              <a:ext cx="138676" cy="123619"/>
            </a:xfrm>
            <a:custGeom>
              <a:avLst/>
              <a:gdLst/>
              <a:ahLst/>
              <a:cxnLst/>
              <a:rect l="l" t="t" r="r" b="b"/>
              <a:pathLst>
                <a:path w="1603" h="1429" extrusionOk="0">
                  <a:moveTo>
                    <a:pt x="800" y="1"/>
                  </a:moveTo>
                  <a:cubicBezTo>
                    <a:pt x="500" y="1"/>
                    <a:pt x="222" y="191"/>
                    <a:pt x="123" y="493"/>
                  </a:cubicBezTo>
                  <a:cubicBezTo>
                    <a:pt x="1" y="868"/>
                    <a:pt x="208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79" y="934"/>
                  </a:cubicBezTo>
                  <a:cubicBezTo>
                    <a:pt x="1603" y="557"/>
                    <a:pt x="1396" y="156"/>
                    <a:pt x="1023" y="37"/>
                  </a:cubicBezTo>
                  <a:cubicBezTo>
                    <a:pt x="949" y="13"/>
                    <a:pt x="874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5" name="Google Shape;5955;p45"/>
            <p:cNvSpPr/>
            <p:nvPr/>
          </p:nvSpPr>
          <p:spPr>
            <a:xfrm>
              <a:off x="4084344" y="4170036"/>
              <a:ext cx="39189" cy="34603"/>
            </a:xfrm>
            <a:custGeom>
              <a:avLst/>
              <a:gdLst/>
              <a:ahLst/>
              <a:cxnLst/>
              <a:rect l="l" t="t" r="r" b="b"/>
              <a:pathLst>
                <a:path w="453" h="400" extrusionOk="0">
                  <a:moveTo>
                    <a:pt x="226" y="0"/>
                  </a:moveTo>
                  <a:cubicBezTo>
                    <a:pt x="142" y="0"/>
                    <a:pt x="63" y="55"/>
                    <a:pt x="35" y="141"/>
                  </a:cubicBezTo>
                  <a:cubicBezTo>
                    <a:pt x="0" y="244"/>
                    <a:pt x="57" y="355"/>
                    <a:pt x="165" y="389"/>
                  </a:cubicBezTo>
                  <a:cubicBezTo>
                    <a:pt x="186" y="396"/>
                    <a:pt x="207" y="400"/>
                    <a:pt x="227" y="400"/>
                  </a:cubicBezTo>
                  <a:cubicBezTo>
                    <a:pt x="311" y="400"/>
                    <a:pt x="391" y="346"/>
                    <a:pt x="418" y="263"/>
                  </a:cubicBezTo>
                  <a:cubicBezTo>
                    <a:pt x="453" y="156"/>
                    <a:pt x="395" y="44"/>
                    <a:pt x="287" y="10"/>
                  </a:cubicBezTo>
                  <a:cubicBezTo>
                    <a:pt x="267" y="4"/>
                    <a:pt x="246" y="0"/>
                    <a:pt x="2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6" name="Google Shape;5956;p45"/>
            <p:cNvSpPr/>
            <p:nvPr/>
          </p:nvSpPr>
          <p:spPr>
            <a:xfrm>
              <a:off x="4093254" y="4123494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0" y="0"/>
                  </a:moveTo>
                  <a:lnTo>
                    <a:pt x="62" y="674"/>
                  </a:lnTo>
                  <a:lnTo>
                    <a:pt x="184" y="674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7" name="Google Shape;5957;p45"/>
            <p:cNvSpPr/>
            <p:nvPr/>
          </p:nvSpPr>
          <p:spPr>
            <a:xfrm>
              <a:off x="4043252" y="4145986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123" y="1"/>
                  </a:moveTo>
                  <a:lnTo>
                    <a:pt x="62" y="108"/>
                  </a:lnTo>
                  <a:lnTo>
                    <a:pt x="0" y="216"/>
                  </a:lnTo>
                  <a:lnTo>
                    <a:pt x="613" y="499"/>
                  </a:lnTo>
                  <a:lnTo>
                    <a:pt x="644" y="446"/>
                  </a:lnTo>
                  <a:lnTo>
                    <a:pt x="675" y="391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8" name="Google Shape;5958;p45"/>
            <p:cNvSpPr/>
            <p:nvPr/>
          </p:nvSpPr>
          <p:spPr>
            <a:xfrm>
              <a:off x="4043252" y="4185434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613" y="1"/>
                  </a:moveTo>
                  <a:lnTo>
                    <a:pt x="0" y="285"/>
                  </a:lnTo>
                  <a:lnTo>
                    <a:pt x="62" y="392"/>
                  </a:lnTo>
                  <a:lnTo>
                    <a:pt x="123" y="499"/>
                  </a:lnTo>
                  <a:lnTo>
                    <a:pt x="675" y="108"/>
                  </a:lnTo>
                  <a:lnTo>
                    <a:pt x="644" y="55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9" name="Google Shape;5959;p45"/>
            <p:cNvSpPr/>
            <p:nvPr/>
          </p:nvSpPr>
          <p:spPr>
            <a:xfrm>
              <a:off x="4093254" y="4193133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62" y="0"/>
                  </a:moveTo>
                  <a:lnTo>
                    <a:pt x="0" y="674"/>
                  </a:lnTo>
                  <a:lnTo>
                    <a:pt x="246" y="674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0" name="Google Shape;5960;p45"/>
            <p:cNvSpPr/>
            <p:nvPr/>
          </p:nvSpPr>
          <p:spPr>
            <a:xfrm>
              <a:off x="4106231" y="4185434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62" y="1"/>
                  </a:moveTo>
                  <a:lnTo>
                    <a:pt x="31" y="55"/>
                  </a:lnTo>
                  <a:lnTo>
                    <a:pt x="0" y="108"/>
                  </a:lnTo>
                  <a:lnTo>
                    <a:pt x="552" y="499"/>
                  </a:lnTo>
                  <a:lnTo>
                    <a:pt x="614" y="392"/>
                  </a:lnTo>
                  <a:lnTo>
                    <a:pt x="674" y="285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1" name="Google Shape;5961;p45"/>
            <p:cNvSpPr/>
            <p:nvPr/>
          </p:nvSpPr>
          <p:spPr>
            <a:xfrm>
              <a:off x="4106231" y="4145986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552" y="1"/>
                  </a:moveTo>
                  <a:lnTo>
                    <a:pt x="0" y="391"/>
                  </a:lnTo>
                  <a:lnTo>
                    <a:pt x="31" y="446"/>
                  </a:lnTo>
                  <a:lnTo>
                    <a:pt x="62" y="499"/>
                  </a:lnTo>
                  <a:lnTo>
                    <a:pt x="674" y="216"/>
                  </a:lnTo>
                  <a:lnTo>
                    <a:pt x="614" y="108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2" name="Google Shape;5962;p45"/>
            <p:cNvSpPr/>
            <p:nvPr/>
          </p:nvSpPr>
          <p:spPr>
            <a:xfrm>
              <a:off x="4094638" y="4179119"/>
              <a:ext cx="18600" cy="16436"/>
            </a:xfrm>
            <a:custGeom>
              <a:avLst/>
              <a:gdLst/>
              <a:ahLst/>
              <a:cxnLst/>
              <a:rect l="l" t="t" r="r" b="b"/>
              <a:pathLst>
                <a:path w="215" h="190" extrusionOk="0">
                  <a:moveTo>
                    <a:pt x="110" y="1"/>
                  </a:moveTo>
                  <a:cubicBezTo>
                    <a:pt x="70" y="1"/>
                    <a:pt x="31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6" y="189"/>
                  </a:cubicBezTo>
                  <a:cubicBezTo>
                    <a:pt x="146" y="189"/>
                    <a:pt x="184" y="164"/>
                    <a:pt x="200" y="123"/>
                  </a:cubicBezTo>
                  <a:cubicBezTo>
                    <a:pt x="214" y="74"/>
                    <a:pt x="188" y="20"/>
                    <a:pt x="138" y="5"/>
                  </a:cubicBezTo>
                  <a:cubicBezTo>
                    <a:pt x="129" y="2"/>
                    <a:pt x="120" y="1"/>
                    <a:pt x="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3" name="Google Shape;5963;p45"/>
            <p:cNvSpPr/>
            <p:nvPr/>
          </p:nvSpPr>
          <p:spPr>
            <a:xfrm>
              <a:off x="4519916" y="3646485"/>
              <a:ext cx="375972" cy="226477"/>
            </a:xfrm>
            <a:custGeom>
              <a:avLst/>
              <a:gdLst/>
              <a:ahLst/>
              <a:cxnLst/>
              <a:rect l="l" t="t" r="r" b="b"/>
              <a:pathLst>
                <a:path w="4346" h="2618" extrusionOk="0">
                  <a:moveTo>
                    <a:pt x="1" y="0"/>
                  </a:moveTo>
                  <a:lnTo>
                    <a:pt x="1" y="2617"/>
                  </a:lnTo>
                  <a:lnTo>
                    <a:pt x="4227" y="2617"/>
                  </a:lnTo>
                  <a:lnTo>
                    <a:pt x="4346" y="2131"/>
                  </a:lnTo>
                  <a:lnTo>
                    <a:pt x="2928" y="146"/>
                  </a:lnTo>
                  <a:lnTo>
                    <a:pt x="2905" y="146"/>
                  </a:lnTo>
                  <a:cubicBezTo>
                    <a:pt x="1989" y="62"/>
                    <a:pt x="73" y="4"/>
                    <a:pt x="54" y="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4" name="Google Shape;5964;p45"/>
            <p:cNvSpPr/>
            <p:nvPr/>
          </p:nvSpPr>
          <p:spPr>
            <a:xfrm>
              <a:off x="4524242" y="3651416"/>
              <a:ext cx="366370" cy="217220"/>
            </a:xfrm>
            <a:custGeom>
              <a:avLst/>
              <a:gdLst/>
              <a:ahLst/>
              <a:cxnLst/>
              <a:rect l="l" t="t" r="r" b="b"/>
              <a:pathLst>
                <a:path w="4235" h="2511" extrusionOk="0">
                  <a:moveTo>
                    <a:pt x="144" y="1"/>
                  </a:moveTo>
                  <a:cubicBezTo>
                    <a:pt x="66" y="1"/>
                    <a:pt x="0" y="64"/>
                    <a:pt x="0" y="146"/>
                  </a:cubicBezTo>
                  <a:lnTo>
                    <a:pt x="0" y="2369"/>
                  </a:lnTo>
                  <a:cubicBezTo>
                    <a:pt x="0" y="2445"/>
                    <a:pt x="66" y="2511"/>
                    <a:pt x="146" y="2511"/>
                  </a:cubicBezTo>
                  <a:lnTo>
                    <a:pt x="4024" y="2511"/>
                  </a:lnTo>
                  <a:cubicBezTo>
                    <a:pt x="4093" y="2511"/>
                    <a:pt x="4151" y="2465"/>
                    <a:pt x="4165" y="2403"/>
                  </a:cubicBezTo>
                  <a:lnTo>
                    <a:pt x="4227" y="2150"/>
                  </a:lnTo>
                  <a:cubicBezTo>
                    <a:pt x="4234" y="2108"/>
                    <a:pt x="4227" y="2067"/>
                    <a:pt x="4204" y="2032"/>
                  </a:cubicBezTo>
                  <a:lnTo>
                    <a:pt x="2890" y="192"/>
                  </a:lnTo>
                  <a:cubicBezTo>
                    <a:pt x="2867" y="158"/>
                    <a:pt x="2828" y="135"/>
                    <a:pt x="2786" y="135"/>
                  </a:cubicBezTo>
                  <a:cubicBezTo>
                    <a:pt x="2671" y="123"/>
                    <a:pt x="2549" y="116"/>
                    <a:pt x="2418" y="104"/>
                  </a:cubicBezTo>
                  <a:cubicBezTo>
                    <a:pt x="2077" y="81"/>
                    <a:pt x="1686" y="62"/>
                    <a:pt x="1314" y="47"/>
                  </a:cubicBezTo>
                  <a:cubicBezTo>
                    <a:pt x="1277" y="43"/>
                    <a:pt x="1234" y="43"/>
                    <a:pt x="1192" y="43"/>
                  </a:cubicBezTo>
                  <a:cubicBezTo>
                    <a:pt x="1058" y="35"/>
                    <a:pt x="927" y="31"/>
                    <a:pt x="801" y="24"/>
                  </a:cubicBezTo>
                  <a:cubicBezTo>
                    <a:pt x="525" y="16"/>
                    <a:pt x="292" y="5"/>
                    <a:pt x="150" y="1"/>
                  </a:cubicBezTo>
                  <a:cubicBezTo>
                    <a:pt x="148" y="1"/>
                    <a:pt x="146" y="1"/>
                    <a:pt x="1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5" name="Google Shape;5965;p45"/>
            <p:cNvSpPr/>
            <p:nvPr/>
          </p:nvSpPr>
          <p:spPr>
            <a:xfrm>
              <a:off x="4739389" y="3661105"/>
              <a:ext cx="84261" cy="207531"/>
            </a:xfrm>
            <a:custGeom>
              <a:avLst/>
              <a:gdLst/>
              <a:ahLst/>
              <a:cxnLst/>
              <a:rect l="l" t="t" r="r" b="b"/>
              <a:pathLst>
                <a:path w="974" h="2399" extrusionOk="0">
                  <a:moveTo>
                    <a:pt x="0" y="0"/>
                  </a:moveTo>
                  <a:lnTo>
                    <a:pt x="0" y="0"/>
                  </a:lnTo>
                  <a:cubicBezTo>
                    <a:pt x="180" y="226"/>
                    <a:pt x="345" y="2249"/>
                    <a:pt x="345" y="2299"/>
                  </a:cubicBezTo>
                  <a:cubicBezTo>
                    <a:pt x="345" y="2353"/>
                    <a:pt x="230" y="2399"/>
                    <a:pt x="230" y="2399"/>
                  </a:cubicBezTo>
                  <a:lnTo>
                    <a:pt x="974" y="2399"/>
                  </a:lnTo>
                  <a:cubicBezTo>
                    <a:pt x="974" y="2399"/>
                    <a:pt x="877" y="2387"/>
                    <a:pt x="836" y="2318"/>
                  </a:cubicBezTo>
                  <a:cubicBezTo>
                    <a:pt x="790" y="2249"/>
                    <a:pt x="184" y="61"/>
                    <a:pt x="226" y="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6" name="Google Shape;5966;p45"/>
            <p:cNvSpPr/>
            <p:nvPr/>
          </p:nvSpPr>
          <p:spPr>
            <a:xfrm>
              <a:off x="4311430" y="3646139"/>
              <a:ext cx="154853" cy="226823"/>
            </a:xfrm>
            <a:custGeom>
              <a:avLst/>
              <a:gdLst/>
              <a:ahLst/>
              <a:cxnLst/>
              <a:rect l="l" t="t" r="r" b="b"/>
              <a:pathLst>
                <a:path w="1790" h="2622" extrusionOk="0">
                  <a:moveTo>
                    <a:pt x="1330" y="0"/>
                  </a:moveTo>
                  <a:cubicBezTo>
                    <a:pt x="1035" y="0"/>
                    <a:pt x="743" y="8"/>
                    <a:pt x="740" y="8"/>
                  </a:cubicBezTo>
                  <a:lnTo>
                    <a:pt x="709" y="8"/>
                  </a:lnTo>
                  <a:lnTo>
                    <a:pt x="694" y="39"/>
                  </a:lnTo>
                  <a:cubicBezTo>
                    <a:pt x="303" y="959"/>
                    <a:pt x="12" y="2549"/>
                    <a:pt x="8" y="2564"/>
                  </a:cubicBezTo>
                  <a:lnTo>
                    <a:pt x="0" y="2621"/>
                  </a:lnTo>
                  <a:lnTo>
                    <a:pt x="1790" y="2621"/>
                  </a:lnTo>
                  <a:lnTo>
                    <a:pt x="1790" y="8"/>
                  </a:lnTo>
                  <a:lnTo>
                    <a:pt x="1740" y="8"/>
                  </a:lnTo>
                  <a:cubicBezTo>
                    <a:pt x="1640" y="0"/>
                    <a:pt x="1502" y="0"/>
                    <a:pt x="1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7" name="Google Shape;5967;p45"/>
            <p:cNvSpPr/>
            <p:nvPr/>
          </p:nvSpPr>
          <p:spPr>
            <a:xfrm>
              <a:off x="4316447" y="3650205"/>
              <a:ext cx="145596" cy="218431"/>
            </a:xfrm>
            <a:custGeom>
              <a:avLst/>
              <a:gdLst/>
              <a:ahLst/>
              <a:cxnLst/>
              <a:rect l="l" t="t" r="r" b="b"/>
              <a:pathLst>
                <a:path w="1683" h="2525" extrusionOk="0">
                  <a:moveTo>
                    <a:pt x="1283" y="1"/>
                  </a:moveTo>
                  <a:cubicBezTo>
                    <a:pt x="1203" y="1"/>
                    <a:pt x="1123" y="2"/>
                    <a:pt x="1049" y="3"/>
                  </a:cubicBezTo>
                  <a:cubicBezTo>
                    <a:pt x="1000" y="3"/>
                    <a:pt x="957" y="3"/>
                    <a:pt x="915" y="7"/>
                  </a:cubicBezTo>
                  <a:cubicBezTo>
                    <a:pt x="777" y="7"/>
                    <a:pt x="682" y="11"/>
                    <a:pt x="682" y="11"/>
                  </a:cubicBezTo>
                  <a:cubicBezTo>
                    <a:pt x="575" y="268"/>
                    <a:pt x="475" y="570"/>
                    <a:pt x="386" y="880"/>
                  </a:cubicBezTo>
                  <a:cubicBezTo>
                    <a:pt x="352" y="1000"/>
                    <a:pt x="322" y="1119"/>
                    <a:pt x="291" y="1234"/>
                  </a:cubicBezTo>
                  <a:cubicBezTo>
                    <a:pt x="110" y="1915"/>
                    <a:pt x="0" y="2525"/>
                    <a:pt x="0" y="2525"/>
                  </a:cubicBezTo>
                  <a:lnTo>
                    <a:pt x="1306" y="2525"/>
                  </a:lnTo>
                  <a:cubicBezTo>
                    <a:pt x="1513" y="2525"/>
                    <a:pt x="1682" y="2356"/>
                    <a:pt x="1682" y="2150"/>
                  </a:cubicBezTo>
                  <a:lnTo>
                    <a:pt x="1682" y="11"/>
                  </a:lnTo>
                  <a:cubicBezTo>
                    <a:pt x="1571" y="4"/>
                    <a:pt x="1427" y="1"/>
                    <a:pt x="12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8" name="Google Shape;5968;p45"/>
            <p:cNvSpPr/>
            <p:nvPr/>
          </p:nvSpPr>
          <p:spPr>
            <a:xfrm>
              <a:off x="4763525" y="3782304"/>
              <a:ext cx="164888" cy="94639"/>
            </a:xfrm>
            <a:custGeom>
              <a:avLst/>
              <a:gdLst/>
              <a:ahLst/>
              <a:cxnLst/>
              <a:rect l="l" t="t" r="r" b="b"/>
              <a:pathLst>
                <a:path w="1906" h="1094" extrusionOk="0">
                  <a:moveTo>
                    <a:pt x="838" y="0"/>
                  </a:moveTo>
                  <a:cubicBezTo>
                    <a:pt x="668" y="0"/>
                    <a:pt x="512" y="11"/>
                    <a:pt x="434" y="36"/>
                  </a:cubicBezTo>
                  <a:cubicBezTo>
                    <a:pt x="219" y="105"/>
                    <a:pt x="1" y="925"/>
                    <a:pt x="308" y="1093"/>
                  </a:cubicBezTo>
                  <a:lnTo>
                    <a:pt x="1741" y="1093"/>
                  </a:lnTo>
                  <a:cubicBezTo>
                    <a:pt x="1741" y="1093"/>
                    <a:pt x="1905" y="833"/>
                    <a:pt x="1813" y="699"/>
                  </a:cubicBezTo>
                  <a:lnTo>
                    <a:pt x="1661" y="660"/>
                  </a:lnTo>
                  <a:cubicBezTo>
                    <a:pt x="1661" y="660"/>
                    <a:pt x="1599" y="143"/>
                    <a:pt x="1530" y="74"/>
                  </a:cubicBezTo>
                  <a:cubicBezTo>
                    <a:pt x="1486" y="33"/>
                    <a:pt x="1139" y="0"/>
                    <a:pt x="8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9" name="Google Shape;5969;p45"/>
            <p:cNvSpPr/>
            <p:nvPr/>
          </p:nvSpPr>
          <p:spPr>
            <a:xfrm>
              <a:off x="3746180" y="3834728"/>
              <a:ext cx="526586" cy="38236"/>
            </a:xfrm>
            <a:custGeom>
              <a:avLst/>
              <a:gdLst/>
              <a:ahLst/>
              <a:cxnLst/>
              <a:rect l="l" t="t" r="r" b="b"/>
              <a:pathLst>
                <a:path w="6087" h="442" extrusionOk="0">
                  <a:moveTo>
                    <a:pt x="901" y="0"/>
                  </a:moveTo>
                  <a:cubicBezTo>
                    <a:pt x="519" y="0"/>
                    <a:pt x="271" y="1"/>
                    <a:pt x="246" y="5"/>
                  </a:cubicBezTo>
                  <a:cubicBezTo>
                    <a:pt x="123" y="17"/>
                    <a:pt x="1" y="254"/>
                    <a:pt x="100" y="441"/>
                  </a:cubicBezTo>
                  <a:lnTo>
                    <a:pt x="5975" y="441"/>
                  </a:lnTo>
                  <a:lnTo>
                    <a:pt x="6086" y="20"/>
                  </a:lnTo>
                  <a:cubicBezTo>
                    <a:pt x="6086" y="20"/>
                    <a:pt x="2427" y="0"/>
                    <a:pt x="9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0" name="Google Shape;5970;p45"/>
            <p:cNvSpPr/>
            <p:nvPr/>
          </p:nvSpPr>
          <p:spPr>
            <a:xfrm>
              <a:off x="3773777" y="3899783"/>
              <a:ext cx="1153351" cy="5017"/>
            </a:xfrm>
            <a:custGeom>
              <a:avLst/>
              <a:gdLst/>
              <a:ahLst/>
              <a:cxnLst/>
              <a:rect l="l" t="t" r="r" b="b"/>
              <a:pathLst>
                <a:path w="13332" h="58" extrusionOk="0">
                  <a:moveTo>
                    <a:pt x="0" y="0"/>
                  </a:moveTo>
                  <a:lnTo>
                    <a:pt x="0" y="57"/>
                  </a:lnTo>
                  <a:lnTo>
                    <a:pt x="13331" y="57"/>
                  </a:lnTo>
                  <a:lnTo>
                    <a:pt x="133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1" name="Google Shape;5971;p45"/>
            <p:cNvSpPr/>
            <p:nvPr/>
          </p:nvSpPr>
          <p:spPr>
            <a:xfrm>
              <a:off x="3794885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8" y="1"/>
                  </a:moveTo>
                  <a:cubicBezTo>
                    <a:pt x="59" y="1"/>
                    <a:pt x="39" y="8"/>
                    <a:pt x="24" y="20"/>
                  </a:cubicBezTo>
                  <a:cubicBezTo>
                    <a:pt x="13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9" y="215"/>
                    <a:pt x="24" y="231"/>
                  </a:cubicBezTo>
                  <a:cubicBezTo>
                    <a:pt x="32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5" y="251"/>
                    <a:pt x="78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7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7" y="35"/>
                    <a:pt x="131" y="20"/>
                  </a:cubicBezTo>
                  <a:cubicBezTo>
                    <a:pt x="124" y="16"/>
                    <a:pt x="116" y="8"/>
                    <a:pt x="108" y="4"/>
                  </a:cubicBezTo>
                  <a:cubicBezTo>
                    <a:pt x="97" y="1"/>
                    <a:pt x="89" y="1"/>
                    <a:pt x="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2" name="Google Shape;5972;p45"/>
            <p:cNvSpPr/>
            <p:nvPr/>
          </p:nvSpPr>
          <p:spPr>
            <a:xfrm>
              <a:off x="3902675" y="3860594"/>
              <a:ext cx="12976" cy="21800"/>
            </a:xfrm>
            <a:custGeom>
              <a:avLst/>
              <a:gdLst/>
              <a:ahLst/>
              <a:cxnLst/>
              <a:rect l="l" t="t" r="r" b="b"/>
              <a:pathLst>
                <a:path w="150" h="252" extrusionOk="0">
                  <a:moveTo>
                    <a:pt x="77" y="1"/>
                  </a:moveTo>
                  <a:cubicBezTo>
                    <a:pt x="58" y="1"/>
                    <a:pt x="35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2" y="249"/>
                    <a:pt x="59" y="252"/>
                    <a:pt x="67" y="252"/>
                  </a:cubicBezTo>
                  <a:cubicBezTo>
                    <a:pt x="70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3" y="215"/>
                    <a:pt x="150" y="196"/>
                    <a:pt x="150" y="177"/>
                  </a:cubicBezTo>
                  <a:lnTo>
                    <a:pt x="150" y="73"/>
                  </a:lnTo>
                  <a:cubicBezTo>
                    <a:pt x="150" y="54"/>
                    <a:pt x="143" y="35"/>
                    <a:pt x="131" y="20"/>
                  </a:cubicBezTo>
                  <a:cubicBezTo>
                    <a:pt x="123" y="16"/>
                    <a:pt x="116" y="8"/>
                    <a:pt x="104" y="4"/>
                  </a:cubicBezTo>
                  <a:cubicBezTo>
                    <a:pt x="97" y="1"/>
                    <a:pt x="85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3" name="Google Shape;5973;p45"/>
            <p:cNvSpPr/>
            <p:nvPr/>
          </p:nvSpPr>
          <p:spPr>
            <a:xfrm>
              <a:off x="4024999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5" y="8"/>
                    <a:pt x="23" y="20"/>
                  </a:cubicBezTo>
                  <a:cubicBezTo>
                    <a:pt x="8" y="35"/>
                    <a:pt x="0" y="54"/>
                    <a:pt x="0" y="73"/>
                  </a:cubicBezTo>
                  <a:lnTo>
                    <a:pt x="0" y="177"/>
                  </a:lnTo>
                  <a:cubicBezTo>
                    <a:pt x="0" y="196"/>
                    <a:pt x="8" y="215"/>
                    <a:pt x="23" y="231"/>
                  </a:cubicBezTo>
                  <a:cubicBezTo>
                    <a:pt x="31" y="238"/>
                    <a:pt x="39" y="242"/>
                    <a:pt x="46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5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5" y="8"/>
                    <a:pt x="104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4" name="Google Shape;5974;p45"/>
            <p:cNvSpPr/>
            <p:nvPr/>
          </p:nvSpPr>
          <p:spPr>
            <a:xfrm>
              <a:off x="4117823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8" y="8"/>
                    <a:pt x="24" y="20"/>
                  </a:cubicBezTo>
                  <a:cubicBezTo>
                    <a:pt x="12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12" y="215"/>
                    <a:pt x="24" y="231"/>
                  </a:cubicBezTo>
                  <a:cubicBezTo>
                    <a:pt x="31" y="238"/>
                    <a:pt x="38" y="242"/>
                    <a:pt x="50" y="246"/>
                  </a:cubicBezTo>
                  <a:cubicBezTo>
                    <a:pt x="56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9" y="246"/>
                    <a:pt x="130" y="231"/>
                  </a:cubicBezTo>
                  <a:cubicBezTo>
                    <a:pt x="146" y="215"/>
                    <a:pt x="153" y="196"/>
                    <a:pt x="153" y="177"/>
                  </a:cubicBezTo>
                  <a:lnTo>
                    <a:pt x="153" y="73"/>
                  </a:lnTo>
                  <a:cubicBezTo>
                    <a:pt x="153" y="54"/>
                    <a:pt x="146" y="35"/>
                    <a:pt x="130" y="20"/>
                  </a:cubicBezTo>
                  <a:cubicBezTo>
                    <a:pt x="123" y="16"/>
                    <a:pt x="116" y="8"/>
                    <a:pt x="107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5" name="Google Shape;5975;p45"/>
            <p:cNvSpPr/>
            <p:nvPr/>
          </p:nvSpPr>
          <p:spPr>
            <a:xfrm>
              <a:off x="4225526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7" y="1"/>
                  </a:moveTo>
                  <a:cubicBezTo>
                    <a:pt x="58" y="1"/>
                    <a:pt x="39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6" y="8"/>
                    <a:pt x="108" y="4"/>
                  </a:cubicBezTo>
                  <a:cubicBezTo>
                    <a:pt x="97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08322AC-DC53-89FA-48FC-FA9EBC8B6643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3AAF2FD-7A7B-ADE0-DB40-30F426D8F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434C8DB-D58E-16B4-2531-A04081E64D73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11</a:t>
              </a:r>
            </a:p>
          </p:txBody>
        </p:sp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38DE0994-CFD8-95E9-454F-BF56758AD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67774"/>
            <a:ext cx="7704000" cy="477600"/>
          </a:xfrm>
        </p:spPr>
        <p:txBody>
          <a:bodyPr/>
          <a:lstStyle/>
          <a:p>
            <a:r>
              <a:rPr lang="en-US" dirty="0" err="1"/>
              <a:t>Dettagli</a:t>
            </a:r>
            <a:r>
              <a:rPr lang="en-US" dirty="0"/>
              <a:t> del Training</a:t>
            </a:r>
          </a:p>
        </p:txBody>
      </p:sp>
      <p:graphicFrame>
        <p:nvGraphicFramePr>
          <p:cNvPr id="25" name="Google Shape;4888;p39">
            <a:extLst>
              <a:ext uri="{FF2B5EF4-FFF2-40B4-BE49-F238E27FC236}">
                <a16:creationId xmlns:a16="http://schemas.microsoft.com/office/drawing/2014/main" id="{7A06953F-F30F-6360-2E73-67189ECD2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4157593"/>
              </p:ext>
            </p:extLst>
          </p:nvPr>
        </p:nvGraphicFramePr>
        <p:xfrm>
          <a:off x="353899" y="1304245"/>
          <a:ext cx="8512415" cy="2194380"/>
        </p:xfrm>
        <a:graphic>
          <a:graphicData uri="http://schemas.openxmlformats.org/drawingml/2006/table">
            <a:tbl>
              <a:tblPr>
                <a:noFill/>
                <a:tableStyleId>{8E55BC96-9954-4E57-862E-3481F0B1CFB0}</a:tableStyleId>
              </a:tblPr>
              <a:tblGrid>
                <a:gridCol w="174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0138">
                  <a:extLst>
                    <a:ext uri="{9D8B030D-6E8A-4147-A177-3AD203B41FA5}">
                      <a16:colId xmlns:a16="http://schemas.microsoft.com/office/drawing/2014/main" val="3026022363"/>
                    </a:ext>
                  </a:extLst>
                </a:gridCol>
                <a:gridCol w="2293507">
                  <a:extLst>
                    <a:ext uri="{9D8B030D-6E8A-4147-A177-3AD203B41FA5}">
                      <a16:colId xmlns:a16="http://schemas.microsoft.com/office/drawing/2014/main" val="2587877065"/>
                    </a:ext>
                  </a:extLst>
                </a:gridCol>
                <a:gridCol w="1274871">
                  <a:extLst>
                    <a:ext uri="{9D8B030D-6E8A-4147-A177-3AD203B41FA5}">
                      <a16:colId xmlns:a16="http://schemas.microsoft.com/office/drawing/2014/main" val="3340833553"/>
                    </a:ext>
                  </a:extLst>
                </a:gridCol>
              </a:tblGrid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Modello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Agumentation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Class Weights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Inizializzazione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Epoche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U-Net Scratch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U-Net Coarse-&gt; 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Solo in fase 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Solo in fase coarse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-&gt; Transfer Interno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 + 30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Scratch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Coarse-&gt;Fine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Solo in fase fine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Solo in fase coarse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-&gt; Transfer Interno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 + 30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52893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Pretrained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ImageNet (backbone)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700335"/>
                  </a:ext>
                </a:extLst>
              </a:tr>
            </a:tbl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2EA32585-BF68-21D6-9885-E8AD50173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96" y="1721868"/>
            <a:ext cx="250899" cy="25089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49AAFB4-EBB3-28DF-78AD-FFF03EA99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339" y="2072295"/>
            <a:ext cx="250899" cy="25089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AB7702B-DCE7-62B9-EBEE-85BA812D7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444" y="2820307"/>
            <a:ext cx="250899" cy="25089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F3F7F7A-ACB2-AE28-1D1F-ED4E37B44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97" y="2484797"/>
            <a:ext cx="250899" cy="25089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43FDC69-F407-2E4B-41D5-BBA247A69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95" y="3179352"/>
            <a:ext cx="250899" cy="25089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688E622-C9D7-6714-99F9-1960A7B7B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968" y="2100478"/>
            <a:ext cx="250899" cy="2508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7A0A7B-2E15-A9B8-C049-B9B8A2B72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968" y="2834530"/>
            <a:ext cx="250899" cy="25089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7091C1C-0BF5-6F07-254F-ED2EFC4E3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7499" y="1725879"/>
            <a:ext cx="246888" cy="2468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45BDE95-3C24-521E-91AA-67219AF14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7499" y="2448306"/>
            <a:ext cx="246888" cy="2468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201C765-8267-58C8-86D9-FE59D722F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179352"/>
            <a:ext cx="246888" cy="246888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A5E1B31-41AE-458C-3D64-530C98E50576}"/>
              </a:ext>
            </a:extLst>
          </p:cNvPr>
          <p:cNvSpPr txBox="1"/>
          <p:nvPr/>
        </p:nvSpPr>
        <p:spPr>
          <a:xfrm>
            <a:off x="544301" y="3623755"/>
            <a:ext cx="642223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fase coarse usa CrossEntropyLoss con class weights ENet; la fase fine usa CrossEntropyLoss plain.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 confronti tra modelli tengono conto di queste differenze.</a:t>
            </a:r>
            <a:endParaRPr lang="it-IT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A32C19D-1C31-5EBD-59F5-7455F0415B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99" y="3716620"/>
            <a:ext cx="477600" cy="477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3">
          <a:extLst>
            <a:ext uri="{FF2B5EF4-FFF2-40B4-BE49-F238E27FC236}">
              <a16:creationId xmlns:a16="http://schemas.microsoft.com/office/drawing/2014/main" id="{D3F5AFDB-7288-A942-5116-69B8C8119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6" name="Google Shape;5896;p45">
            <a:extLst>
              <a:ext uri="{FF2B5EF4-FFF2-40B4-BE49-F238E27FC236}">
                <a16:creationId xmlns:a16="http://schemas.microsoft.com/office/drawing/2014/main" id="{37D3E0A8-8BB7-A03D-AE99-701E093FF308}"/>
              </a:ext>
            </a:extLst>
          </p:cNvPr>
          <p:cNvGrpSpPr/>
          <p:nvPr/>
        </p:nvGrpSpPr>
        <p:grpSpPr>
          <a:xfrm>
            <a:off x="6893706" y="4018423"/>
            <a:ext cx="419247" cy="637784"/>
            <a:chOff x="8742442" y="252908"/>
            <a:chExt cx="356260" cy="541964"/>
          </a:xfrm>
        </p:grpSpPr>
        <p:sp>
          <p:nvSpPr>
            <p:cNvPr id="5897" name="Google Shape;5897;p45">
              <a:extLst>
                <a:ext uri="{FF2B5EF4-FFF2-40B4-BE49-F238E27FC236}">
                  <a16:creationId xmlns:a16="http://schemas.microsoft.com/office/drawing/2014/main" id="{3E0FA43C-8013-3A7C-375F-4A7EB05152E2}"/>
                </a:ext>
              </a:extLst>
            </p:cNvPr>
            <p:cNvSpPr/>
            <p:nvPr/>
          </p:nvSpPr>
          <p:spPr>
            <a:xfrm>
              <a:off x="8742442" y="252908"/>
              <a:ext cx="356260" cy="354555"/>
            </a:xfrm>
            <a:custGeom>
              <a:avLst/>
              <a:gdLst/>
              <a:ahLst/>
              <a:cxnLst/>
              <a:rect l="l" t="t" r="r" b="b"/>
              <a:pathLst>
                <a:path w="633" h="630" extrusionOk="0">
                  <a:moveTo>
                    <a:pt x="314" y="0"/>
                  </a:moveTo>
                  <a:cubicBezTo>
                    <a:pt x="142" y="0"/>
                    <a:pt x="1" y="138"/>
                    <a:pt x="1" y="315"/>
                  </a:cubicBezTo>
                  <a:cubicBezTo>
                    <a:pt x="1" y="488"/>
                    <a:pt x="142" y="629"/>
                    <a:pt x="314" y="629"/>
                  </a:cubicBezTo>
                  <a:cubicBezTo>
                    <a:pt x="491" y="629"/>
                    <a:pt x="633" y="488"/>
                    <a:pt x="633" y="315"/>
                  </a:cubicBezTo>
                  <a:cubicBezTo>
                    <a:pt x="633" y="138"/>
                    <a:pt x="491" y="0"/>
                    <a:pt x="3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898" name="Google Shape;5898;p45">
              <a:extLst>
                <a:ext uri="{FF2B5EF4-FFF2-40B4-BE49-F238E27FC236}">
                  <a16:creationId xmlns:a16="http://schemas.microsoft.com/office/drawing/2014/main" id="{F784957F-509B-38FE-8746-75B2D13D6044}"/>
                </a:ext>
              </a:extLst>
            </p:cNvPr>
            <p:cNvSpPr/>
            <p:nvPr/>
          </p:nvSpPr>
          <p:spPr>
            <a:xfrm>
              <a:off x="8826299" y="377849"/>
              <a:ext cx="214432" cy="417024"/>
            </a:xfrm>
            <a:custGeom>
              <a:avLst/>
              <a:gdLst/>
              <a:ahLst/>
              <a:cxnLst/>
              <a:rect l="l" t="t" r="r" b="b"/>
              <a:pathLst>
                <a:path w="381" h="741" extrusionOk="0">
                  <a:moveTo>
                    <a:pt x="158" y="1"/>
                  </a:moveTo>
                  <a:lnTo>
                    <a:pt x="131" y="254"/>
                  </a:lnTo>
                  <a:lnTo>
                    <a:pt x="1" y="208"/>
                  </a:lnTo>
                  <a:lnTo>
                    <a:pt x="131" y="323"/>
                  </a:lnTo>
                  <a:lnTo>
                    <a:pt x="131" y="740"/>
                  </a:lnTo>
                  <a:lnTo>
                    <a:pt x="215" y="740"/>
                  </a:lnTo>
                  <a:lnTo>
                    <a:pt x="208" y="346"/>
                  </a:lnTo>
                  <a:lnTo>
                    <a:pt x="381" y="204"/>
                  </a:lnTo>
                  <a:lnTo>
                    <a:pt x="204" y="273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899" name="Google Shape;5899;p45">
            <a:extLst>
              <a:ext uri="{FF2B5EF4-FFF2-40B4-BE49-F238E27FC236}">
                <a16:creationId xmlns:a16="http://schemas.microsoft.com/office/drawing/2014/main" id="{9ACBB81B-5616-D669-40E4-397A1A2DF85E}"/>
              </a:ext>
            </a:extLst>
          </p:cNvPr>
          <p:cNvGrpSpPr/>
          <p:nvPr/>
        </p:nvGrpSpPr>
        <p:grpSpPr>
          <a:xfrm>
            <a:off x="7399205" y="3593563"/>
            <a:ext cx="895256" cy="1059981"/>
            <a:chOff x="6638805" y="2345339"/>
            <a:chExt cx="895256" cy="1059981"/>
          </a:xfrm>
        </p:grpSpPr>
        <p:sp>
          <p:nvSpPr>
            <p:cNvPr id="5900" name="Google Shape;5900;p45">
              <a:extLst>
                <a:ext uri="{FF2B5EF4-FFF2-40B4-BE49-F238E27FC236}">
                  <a16:creationId xmlns:a16="http://schemas.microsoft.com/office/drawing/2014/main" id="{C1483B0A-09E1-1E52-03C7-B3CEFADE020B}"/>
                </a:ext>
              </a:extLst>
            </p:cNvPr>
            <p:cNvSpPr/>
            <p:nvPr/>
          </p:nvSpPr>
          <p:spPr>
            <a:xfrm>
              <a:off x="6723315" y="2439164"/>
              <a:ext cx="154700" cy="285765"/>
            </a:xfrm>
            <a:custGeom>
              <a:avLst/>
              <a:gdLst/>
              <a:ahLst/>
              <a:cxnLst/>
              <a:rect l="l" t="t" r="r" b="b"/>
              <a:pathLst>
                <a:path w="216" h="399" extrusionOk="0">
                  <a:moveTo>
                    <a:pt x="1" y="0"/>
                  </a:moveTo>
                  <a:lnTo>
                    <a:pt x="1" y="399"/>
                  </a:lnTo>
                  <a:lnTo>
                    <a:pt x="216" y="39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1" name="Google Shape;5901;p45">
              <a:extLst>
                <a:ext uri="{FF2B5EF4-FFF2-40B4-BE49-F238E27FC236}">
                  <a16:creationId xmlns:a16="http://schemas.microsoft.com/office/drawing/2014/main" id="{B6CB8F5A-E005-E606-AF1C-B43F138A7D68}"/>
                </a:ext>
              </a:extLst>
            </p:cNvPr>
            <p:cNvSpPr/>
            <p:nvPr/>
          </p:nvSpPr>
          <p:spPr>
            <a:xfrm>
              <a:off x="6723315" y="2439164"/>
              <a:ext cx="154700" cy="66607"/>
            </a:xfrm>
            <a:custGeom>
              <a:avLst/>
              <a:gdLst/>
              <a:ahLst/>
              <a:cxnLst/>
              <a:rect l="l" t="t" r="r" b="b"/>
              <a:pathLst>
                <a:path w="216" h="93" extrusionOk="0">
                  <a:moveTo>
                    <a:pt x="1" y="0"/>
                  </a:moveTo>
                  <a:lnTo>
                    <a:pt x="1" y="92"/>
                  </a:lnTo>
                  <a:lnTo>
                    <a:pt x="216" y="92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2" name="Google Shape;5902;p45">
              <a:extLst>
                <a:ext uri="{FF2B5EF4-FFF2-40B4-BE49-F238E27FC236}">
                  <a16:creationId xmlns:a16="http://schemas.microsoft.com/office/drawing/2014/main" id="{B65962A3-3F63-D8B7-4B2C-209B1F798B5D}"/>
                </a:ext>
              </a:extLst>
            </p:cNvPr>
            <p:cNvSpPr/>
            <p:nvPr/>
          </p:nvSpPr>
          <p:spPr>
            <a:xfrm>
              <a:off x="6690370" y="2394759"/>
              <a:ext cx="791407" cy="1010562"/>
            </a:xfrm>
            <a:custGeom>
              <a:avLst/>
              <a:gdLst/>
              <a:ahLst/>
              <a:cxnLst/>
              <a:rect l="l" t="t" r="r" b="b"/>
              <a:pathLst>
                <a:path w="1105" h="1411" extrusionOk="0">
                  <a:moveTo>
                    <a:pt x="553" y="1"/>
                  </a:moveTo>
                  <a:lnTo>
                    <a:pt x="1" y="549"/>
                  </a:lnTo>
                  <a:lnTo>
                    <a:pt x="1" y="1411"/>
                  </a:lnTo>
                  <a:lnTo>
                    <a:pt x="1104" y="1411"/>
                  </a:lnTo>
                  <a:lnTo>
                    <a:pt x="1104" y="549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3" name="Google Shape;5903;p45">
              <a:extLst>
                <a:ext uri="{FF2B5EF4-FFF2-40B4-BE49-F238E27FC236}">
                  <a16:creationId xmlns:a16="http://schemas.microsoft.com/office/drawing/2014/main" id="{4CC706CB-A960-5D17-67CE-89B52ECEFB47}"/>
                </a:ext>
              </a:extLst>
            </p:cNvPr>
            <p:cNvSpPr/>
            <p:nvPr/>
          </p:nvSpPr>
          <p:spPr>
            <a:xfrm>
              <a:off x="6693235" y="2886088"/>
              <a:ext cx="783528" cy="77350"/>
            </a:xfrm>
            <a:custGeom>
              <a:avLst/>
              <a:gdLst/>
              <a:ahLst/>
              <a:cxnLst/>
              <a:rect l="l" t="t" r="r" b="b"/>
              <a:pathLst>
                <a:path w="1094" h="108" extrusionOk="0">
                  <a:moveTo>
                    <a:pt x="0" y="1"/>
                  </a:moveTo>
                  <a:lnTo>
                    <a:pt x="0" y="107"/>
                  </a:lnTo>
                  <a:lnTo>
                    <a:pt x="1093" y="107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4" name="Google Shape;5904;p45">
              <a:extLst>
                <a:ext uri="{FF2B5EF4-FFF2-40B4-BE49-F238E27FC236}">
                  <a16:creationId xmlns:a16="http://schemas.microsoft.com/office/drawing/2014/main" id="{BB1BD979-D686-F1F2-E7CC-A6F7341E3997}"/>
                </a:ext>
              </a:extLst>
            </p:cNvPr>
            <p:cNvSpPr/>
            <p:nvPr/>
          </p:nvSpPr>
          <p:spPr>
            <a:xfrm>
              <a:off x="6693235" y="2669788"/>
              <a:ext cx="780663" cy="74485"/>
            </a:xfrm>
            <a:custGeom>
              <a:avLst/>
              <a:gdLst/>
              <a:ahLst/>
              <a:cxnLst/>
              <a:rect l="l" t="t" r="r" b="b"/>
              <a:pathLst>
                <a:path w="1090" h="104" extrusionOk="0">
                  <a:moveTo>
                    <a:pt x="131" y="0"/>
                  </a:moveTo>
                  <a:cubicBezTo>
                    <a:pt x="92" y="42"/>
                    <a:pt x="55" y="84"/>
                    <a:pt x="0" y="100"/>
                  </a:cubicBezTo>
                  <a:lnTo>
                    <a:pt x="0" y="103"/>
                  </a:lnTo>
                  <a:lnTo>
                    <a:pt x="1089" y="103"/>
                  </a:lnTo>
                  <a:lnTo>
                    <a:pt x="1089" y="96"/>
                  </a:lnTo>
                  <a:cubicBezTo>
                    <a:pt x="1074" y="84"/>
                    <a:pt x="1058" y="69"/>
                    <a:pt x="1047" y="57"/>
                  </a:cubicBezTo>
                  <a:cubicBezTo>
                    <a:pt x="1043" y="54"/>
                    <a:pt x="1040" y="50"/>
                    <a:pt x="1035" y="46"/>
                  </a:cubicBezTo>
                  <a:cubicBezTo>
                    <a:pt x="1017" y="34"/>
                    <a:pt x="1001" y="27"/>
                    <a:pt x="985" y="15"/>
                  </a:cubicBezTo>
                  <a:cubicBezTo>
                    <a:pt x="978" y="11"/>
                    <a:pt x="971" y="4"/>
                    <a:pt x="962" y="0"/>
                  </a:cubicBezTo>
                  <a:close/>
                </a:path>
              </a:pathLst>
            </a:custGeom>
            <a:solidFill>
              <a:srgbClr val="D1C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5" name="Google Shape;5905;p45">
              <a:extLst>
                <a:ext uri="{FF2B5EF4-FFF2-40B4-BE49-F238E27FC236}">
                  <a16:creationId xmlns:a16="http://schemas.microsoft.com/office/drawing/2014/main" id="{D471FB15-DFCD-AD40-A829-8E2EADC4595E}"/>
                </a:ext>
              </a:extLst>
            </p:cNvPr>
            <p:cNvSpPr/>
            <p:nvPr/>
          </p:nvSpPr>
          <p:spPr>
            <a:xfrm>
              <a:off x="6693235" y="3232024"/>
              <a:ext cx="783528" cy="170456"/>
            </a:xfrm>
            <a:custGeom>
              <a:avLst/>
              <a:gdLst/>
              <a:ahLst/>
              <a:cxnLst/>
              <a:rect l="l" t="t" r="r" b="b"/>
              <a:pathLst>
                <a:path w="1094" h="238" extrusionOk="0">
                  <a:moveTo>
                    <a:pt x="0" y="1"/>
                  </a:moveTo>
                  <a:lnTo>
                    <a:pt x="0" y="238"/>
                  </a:lnTo>
                  <a:lnTo>
                    <a:pt x="1093" y="238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6" name="Google Shape;5906;p45">
              <a:extLst>
                <a:ext uri="{FF2B5EF4-FFF2-40B4-BE49-F238E27FC236}">
                  <a16:creationId xmlns:a16="http://schemas.microsoft.com/office/drawing/2014/main" id="{FAA66667-743F-0DFF-5A40-3D77068C7982}"/>
                </a:ext>
              </a:extLst>
            </p:cNvPr>
            <p:cNvSpPr/>
            <p:nvPr/>
          </p:nvSpPr>
          <p:spPr>
            <a:xfrm>
              <a:off x="6676763" y="2381150"/>
              <a:ext cx="818622" cy="426140"/>
            </a:xfrm>
            <a:custGeom>
              <a:avLst/>
              <a:gdLst/>
              <a:ahLst/>
              <a:cxnLst/>
              <a:rect l="l" t="t" r="r" b="b"/>
              <a:pathLst>
                <a:path w="1143" h="595" extrusionOk="0">
                  <a:moveTo>
                    <a:pt x="568" y="0"/>
                  </a:moveTo>
                  <a:lnTo>
                    <a:pt x="0" y="579"/>
                  </a:lnTo>
                  <a:lnTo>
                    <a:pt x="1143" y="595"/>
                  </a:lnTo>
                  <a:lnTo>
                    <a:pt x="1143" y="595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7" name="Google Shape;5907;p45">
              <a:extLst>
                <a:ext uri="{FF2B5EF4-FFF2-40B4-BE49-F238E27FC236}">
                  <a16:creationId xmlns:a16="http://schemas.microsoft.com/office/drawing/2014/main" id="{95D3C5C7-DDDC-4921-591D-AE5590587FAE}"/>
                </a:ext>
              </a:extLst>
            </p:cNvPr>
            <p:cNvSpPr/>
            <p:nvPr/>
          </p:nvSpPr>
          <p:spPr>
            <a:xfrm>
              <a:off x="6638805" y="2345339"/>
              <a:ext cx="895256" cy="497045"/>
            </a:xfrm>
            <a:custGeom>
              <a:avLst/>
              <a:gdLst/>
              <a:ahLst/>
              <a:cxnLst/>
              <a:rect l="l" t="t" r="r" b="b"/>
              <a:pathLst>
                <a:path w="1250" h="694" extrusionOk="0">
                  <a:moveTo>
                    <a:pt x="621" y="1"/>
                  </a:moveTo>
                  <a:cubicBezTo>
                    <a:pt x="610" y="1"/>
                    <a:pt x="594" y="8"/>
                    <a:pt x="587" y="16"/>
                  </a:cubicBezTo>
                  <a:lnTo>
                    <a:pt x="19" y="595"/>
                  </a:lnTo>
                  <a:cubicBezTo>
                    <a:pt x="0" y="614"/>
                    <a:pt x="0" y="645"/>
                    <a:pt x="19" y="664"/>
                  </a:cubicBezTo>
                  <a:cubicBezTo>
                    <a:pt x="31" y="673"/>
                    <a:pt x="44" y="678"/>
                    <a:pt x="57" y="678"/>
                  </a:cubicBezTo>
                  <a:cubicBezTo>
                    <a:pt x="70" y="678"/>
                    <a:pt x="82" y="673"/>
                    <a:pt x="92" y="664"/>
                  </a:cubicBezTo>
                  <a:lnTo>
                    <a:pt x="621" y="123"/>
                  </a:lnTo>
                  <a:lnTo>
                    <a:pt x="1157" y="679"/>
                  </a:lnTo>
                  <a:cubicBezTo>
                    <a:pt x="1167" y="688"/>
                    <a:pt x="1179" y="693"/>
                    <a:pt x="1192" y="693"/>
                  </a:cubicBezTo>
                  <a:cubicBezTo>
                    <a:pt x="1204" y="693"/>
                    <a:pt x="1217" y="688"/>
                    <a:pt x="1226" y="679"/>
                  </a:cubicBezTo>
                  <a:cubicBezTo>
                    <a:pt x="1249" y="664"/>
                    <a:pt x="1249" y="629"/>
                    <a:pt x="1231" y="610"/>
                  </a:cubicBezTo>
                  <a:lnTo>
                    <a:pt x="656" y="16"/>
                  </a:lnTo>
                  <a:cubicBezTo>
                    <a:pt x="648" y="8"/>
                    <a:pt x="637" y="4"/>
                    <a:pt x="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8" name="Google Shape;5908;p45">
              <a:extLst>
                <a:ext uri="{FF2B5EF4-FFF2-40B4-BE49-F238E27FC236}">
                  <a16:creationId xmlns:a16="http://schemas.microsoft.com/office/drawing/2014/main" id="{BD1EA818-8FF5-AC79-81EA-7A2AF9614B37}"/>
                </a:ext>
              </a:extLst>
            </p:cNvPr>
            <p:cNvSpPr/>
            <p:nvPr/>
          </p:nvSpPr>
          <p:spPr>
            <a:xfrm>
              <a:off x="6932441" y="3110982"/>
              <a:ext cx="302239" cy="291494"/>
            </a:xfrm>
            <a:custGeom>
              <a:avLst/>
              <a:gdLst/>
              <a:ahLst/>
              <a:cxnLst/>
              <a:rect l="l" t="t" r="r" b="b"/>
              <a:pathLst>
                <a:path w="422" h="407" extrusionOk="0">
                  <a:moveTo>
                    <a:pt x="211" y="0"/>
                  </a:moveTo>
                  <a:cubicBezTo>
                    <a:pt x="96" y="0"/>
                    <a:pt x="0" y="92"/>
                    <a:pt x="0" y="212"/>
                  </a:cubicBezTo>
                  <a:lnTo>
                    <a:pt x="0" y="407"/>
                  </a:lnTo>
                  <a:lnTo>
                    <a:pt x="422" y="407"/>
                  </a:lnTo>
                  <a:lnTo>
                    <a:pt x="422" y="212"/>
                  </a:lnTo>
                  <a:cubicBezTo>
                    <a:pt x="422" y="92"/>
                    <a:pt x="326" y="0"/>
                    <a:pt x="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09" name="Google Shape;5909;p45">
              <a:extLst>
                <a:ext uri="{FF2B5EF4-FFF2-40B4-BE49-F238E27FC236}">
                  <a16:creationId xmlns:a16="http://schemas.microsoft.com/office/drawing/2014/main" id="{D6E7F4C9-59E7-26D8-85A3-6F1A86B7D454}"/>
                </a:ext>
              </a:extLst>
            </p:cNvPr>
            <p:cNvSpPr/>
            <p:nvPr/>
          </p:nvSpPr>
          <p:spPr>
            <a:xfrm>
              <a:off x="6932441" y="3110982"/>
              <a:ext cx="140376" cy="291494"/>
            </a:xfrm>
            <a:custGeom>
              <a:avLst/>
              <a:gdLst/>
              <a:ahLst/>
              <a:cxnLst/>
              <a:rect l="l" t="t" r="r" b="b"/>
              <a:pathLst>
                <a:path w="196" h="407" extrusionOk="0">
                  <a:moveTo>
                    <a:pt x="195" y="0"/>
                  </a:moveTo>
                  <a:cubicBezTo>
                    <a:pt x="89" y="9"/>
                    <a:pt x="0" y="101"/>
                    <a:pt x="0" y="212"/>
                  </a:cubicBezTo>
                  <a:lnTo>
                    <a:pt x="0" y="407"/>
                  </a:lnTo>
                  <a:lnTo>
                    <a:pt x="195" y="407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0" name="Google Shape;5910;p45">
              <a:extLst>
                <a:ext uri="{FF2B5EF4-FFF2-40B4-BE49-F238E27FC236}">
                  <a16:creationId xmlns:a16="http://schemas.microsoft.com/office/drawing/2014/main" id="{E589FD4E-3E52-B2EC-993F-B41607793F36}"/>
                </a:ext>
              </a:extLst>
            </p:cNvPr>
            <p:cNvSpPr/>
            <p:nvPr/>
          </p:nvSpPr>
          <p:spPr>
            <a:xfrm>
              <a:off x="6775597" y="3015724"/>
              <a:ext cx="96688" cy="172605"/>
            </a:xfrm>
            <a:custGeom>
              <a:avLst/>
              <a:gdLst/>
              <a:ahLst/>
              <a:cxnLst/>
              <a:rect l="l" t="t" r="r" b="b"/>
              <a:pathLst>
                <a:path w="135" h="241" extrusionOk="0">
                  <a:moveTo>
                    <a:pt x="69" y="0"/>
                  </a:moveTo>
                  <a:cubicBezTo>
                    <a:pt x="32" y="0"/>
                    <a:pt x="0" y="27"/>
                    <a:pt x="0" y="64"/>
                  </a:cubicBezTo>
                  <a:lnTo>
                    <a:pt x="0" y="241"/>
                  </a:lnTo>
                  <a:lnTo>
                    <a:pt x="135" y="241"/>
                  </a:lnTo>
                  <a:lnTo>
                    <a:pt x="135" y="64"/>
                  </a:lnTo>
                  <a:cubicBezTo>
                    <a:pt x="135" y="27"/>
                    <a:pt x="104" y="0"/>
                    <a:pt x="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1" name="Google Shape;5911;p45">
              <a:extLst>
                <a:ext uri="{FF2B5EF4-FFF2-40B4-BE49-F238E27FC236}">
                  <a16:creationId xmlns:a16="http://schemas.microsoft.com/office/drawing/2014/main" id="{CD14B09F-D437-4AB0-A089-E4CA4FB5A683}"/>
                </a:ext>
              </a:extLst>
            </p:cNvPr>
            <p:cNvSpPr/>
            <p:nvPr/>
          </p:nvSpPr>
          <p:spPr>
            <a:xfrm>
              <a:off x="6751246" y="2990656"/>
              <a:ext cx="146106" cy="222739"/>
            </a:xfrm>
            <a:custGeom>
              <a:avLst/>
              <a:gdLst/>
              <a:ahLst/>
              <a:cxnLst/>
              <a:rect l="l" t="t" r="r" b="b"/>
              <a:pathLst>
                <a:path w="204" h="311" extrusionOk="0">
                  <a:moveTo>
                    <a:pt x="103" y="65"/>
                  </a:moveTo>
                  <a:cubicBezTo>
                    <a:pt x="112" y="65"/>
                    <a:pt x="119" y="69"/>
                    <a:pt x="126" y="76"/>
                  </a:cubicBezTo>
                  <a:cubicBezTo>
                    <a:pt x="135" y="81"/>
                    <a:pt x="138" y="92"/>
                    <a:pt x="138" y="99"/>
                  </a:cubicBezTo>
                  <a:lnTo>
                    <a:pt x="138" y="246"/>
                  </a:lnTo>
                  <a:lnTo>
                    <a:pt x="66" y="246"/>
                  </a:lnTo>
                  <a:lnTo>
                    <a:pt x="66" y="99"/>
                  </a:lnTo>
                  <a:cubicBezTo>
                    <a:pt x="66" y="92"/>
                    <a:pt x="69" y="81"/>
                    <a:pt x="77" y="76"/>
                  </a:cubicBezTo>
                  <a:cubicBezTo>
                    <a:pt x="85" y="69"/>
                    <a:pt x="92" y="65"/>
                    <a:pt x="103" y="65"/>
                  </a:cubicBezTo>
                  <a:close/>
                  <a:moveTo>
                    <a:pt x="103" y="0"/>
                  </a:moveTo>
                  <a:cubicBezTo>
                    <a:pt x="46" y="0"/>
                    <a:pt x="0" y="46"/>
                    <a:pt x="0" y="99"/>
                  </a:cubicBezTo>
                  <a:lnTo>
                    <a:pt x="0" y="311"/>
                  </a:lnTo>
                  <a:lnTo>
                    <a:pt x="204" y="311"/>
                  </a:lnTo>
                  <a:lnTo>
                    <a:pt x="204" y="276"/>
                  </a:lnTo>
                  <a:lnTo>
                    <a:pt x="204" y="99"/>
                  </a:lnTo>
                  <a:cubicBezTo>
                    <a:pt x="204" y="46"/>
                    <a:pt x="158" y="0"/>
                    <a:pt x="1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2" name="Google Shape;5912;p45">
              <a:extLst>
                <a:ext uri="{FF2B5EF4-FFF2-40B4-BE49-F238E27FC236}">
                  <a16:creationId xmlns:a16="http://schemas.microsoft.com/office/drawing/2014/main" id="{A5B86EC3-6294-CAF2-38DF-7FC008CF622A}"/>
                </a:ext>
              </a:extLst>
            </p:cNvPr>
            <p:cNvSpPr/>
            <p:nvPr/>
          </p:nvSpPr>
          <p:spPr>
            <a:xfrm>
              <a:off x="7305574" y="3015724"/>
              <a:ext cx="96688" cy="172605"/>
            </a:xfrm>
            <a:custGeom>
              <a:avLst/>
              <a:gdLst/>
              <a:ahLst/>
              <a:cxnLst/>
              <a:rect l="l" t="t" r="r" b="b"/>
              <a:pathLst>
                <a:path w="135" h="241" extrusionOk="0">
                  <a:moveTo>
                    <a:pt x="65" y="0"/>
                  </a:moveTo>
                  <a:cubicBezTo>
                    <a:pt x="31" y="0"/>
                    <a:pt x="1" y="27"/>
                    <a:pt x="1" y="64"/>
                  </a:cubicBezTo>
                  <a:lnTo>
                    <a:pt x="1" y="241"/>
                  </a:lnTo>
                  <a:lnTo>
                    <a:pt x="134" y="241"/>
                  </a:lnTo>
                  <a:lnTo>
                    <a:pt x="134" y="64"/>
                  </a:lnTo>
                  <a:cubicBezTo>
                    <a:pt x="134" y="27"/>
                    <a:pt x="104" y="0"/>
                    <a:pt x="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3" name="Google Shape;5913;p45">
              <a:extLst>
                <a:ext uri="{FF2B5EF4-FFF2-40B4-BE49-F238E27FC236}">
                  <a16:creationId xmlns:a16="http://schemas.microsoft.com/office/drawing/2014/main" id="{29110C92-EE45-40EE-7330-2AAB070B7463}"/>
                </a:ext>
              </a:extLst>
            </p:cNvPr>
            <p:cNvSpPr/>
            <p:nvPr/>
          </p:nvSpPr>
          <p:spPr>
            <a:xfrm>
              <a:off x="7280507" y="2990656"/>
              <a:ext cx="146822" cy="222739"/>
            </a:xfrm>
            <a:custGeom>
              <a:avLst/>
              <a:gdLst/>
              <a:ahLst/>
              <a:cxnLst/>
              <a:rect l="l" t="t" r="r" b="b"/>
              <a:pathLst>
                <a:path w="205" h="311" extrusionOk="0">
                  <a:moveTo>
                    <a:pt x="100" y="65"/>
                  </a:moveTo>
                  <a:cubicBezTo>
                    <a:pt x="112" y="65"/>
                    <a:pt x="119" y="69"/>
                    <a:pt x="128" y="76"/>
                  </a:cubicBezTo>
                  <a:cubicBezTo>
                    <a:pt x="135" y="81"/>
                    <a:pt x="139" y="92"/>
                    <a:pt x="139" y="99"/>
                  </a:cubicBezTo>
                  <a:lnTo>
                    <a:pt x="139" y="246"/>
                  </a:lnTo>
                  <a:lnTo>
                    <a:pt x="66" y="246"/>
                  </a:lnTo>
                  <a:lnTo>
                    <a:pt x="66" y="99"/>
                  </a:lnTo>
                  <a:cubicBezTo>
                    <a:pt x="66" y="92"/>
                    <a:pt x="70" y="81"/>
                    <a:pt x="77" y="76"/>
                  </a:cubicBezTo>
                  <a:cubicBezTo>
                    <a:pt x="85" y="69"/>
                    <a:pt x="93" y="65"/>
                    <a:pt x="100" y="65"/>
                  </a:cubicBezTo>
                  <a:close/>
                  <a:moveTo>
                    <a:pt x="100" y="0"/>
                  </a:moveTo>
                  <a:cubicBezTo>
                    <a:pt x="47" y="0"/>
                    <a:pt x="1" y="46"/>
                    <a:pt x="1" y="99"/>
                  </a:cubicBezTo>
                  <a:lnTo>
                    <a:pt x="1" y="311"/>
                  </a:lnTo>
                  <a:lnTo>
                    <a:pt x="204" y="311"/>
                  </a:lnTo>
                  <a:lnTo>
                    <a:pt x="204" y="276"/>
                  </a:lnTo>
                  <a:lnTo>
                    <a:pt x="204" y="99"/>
                  </a:lnTo>
                  <a:cubicBezTo>
                    <a:pt x="204" y="46"/>
                    <a:pt x="158" y="0"/>
                    <a:pt x="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4" name="Google Shape;5914;p45">
              <a:extLst>
                <a:ext uri="{FF2B5EF4-FFF2-40B4-BE49-F238E27FC236}">
                  <a16:creationId xmlns:a16="http://schemas.microsoft.com/office/drawing/2014/main" id="{C82B9DE6-71EE-84BB-096E-242FAA5A174D}"/>
                </a:ext>
              </a:extLst>
            </p:cNvPr>
            <p:cNvSpPr/>
            <p:nvPr/>
          </p:nvSpPr>
          <p:spPr>
            <a:xfrm>
              <a:off x="7033423" y="2625382"/>
              <a:ext cx="99552" cy="176902"/>
            </a:xfrm>
            <a:custGeom>
              <a:avLst/>
              <a:gdLst/>
              <a:ahLst/>
              <a:cxnLst/>
              <a:rect l="l" t="t" r="r" b="b"/>
              <a:pathLst>
                <a:path w="139" h="247" extrusionOk="0">
                  <a:moveTo>
                    <a:pt x="70" y="1"/>
                  </a:moveTo>
                  <a:cubicBezTo>
                    <a:pt x="31" y="1"/>
                    <a:pt x="1" y="31"/>
                    <a:pt x="1" y="70"/>
                  </a:cubicBezTo>
                  <a:lnTo>
                    <a:pt x="1" y="246"/>
                  </a:lnTo>
                  <a:lnTo>
                    <a:pt x="139" y="246"/>
                  </a:lnTo>
                  <a:lnTo>
                    <a:pt x="139" y="70"/>
                  </a:lnTo>
                  <a:cubicBezTo>
                    <a:pt x="139" y="31"/>
                    <a:pt x="109" y="1"/>
                    <a:pt x="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5" name="Google Shape;5915;p45">
              <a:extLst>
                <a:ext uri="{FF2B5EF4-FFF2-40B4-BE49-F238E27FC236}">
                  <a16:creationId xmlns:a16="http://schemas.microsoft.com/office/drawing/2014/main" id="{163F4318-596D-525B-9230-D20E232EE9AC}"/>
                </a:ext>
              </a:extLst>
            </p:cNvPr>
            <p:cNvSpPr/>
            <p:nvPr/>
          </p:nvSpPr>
          <p:spPr>
            <a:xfrm>
              <a:off x="7011938" y="2603896"/>
              <a:ext cx="143241" cy="222739"/>
            </a:xfrm>
            <a:custGeom>
              <a:avLst/>
              <a:gdLst/>
              <a:ahLst/>
              <a:cxnLst/>
              <a:rect l="l" t="t" r="r" b="b"/>
              <a:pathLst>
                <a:path w="200" h="311" extrusionOk="0">
                  <a:moveTo>
                    <a:pt x="100" y="65"/>
                  </a:moveTo>
                  <a:cubicBezTo>
                    <a:pt x="112" y="65"/>
                    <a:pt x="119" y="69"/>
                    <a:pt x="127" y="77"/>
                  </a:cubicBezTo>
                  <a:cubicBezTo>
                    <a:pt x="130" y="80"/>
                    <a:pt x="135" y="88"/>
                    <a:pt x="135" y="100"/>
                  </a:cubicBezTo>
                  <a:lnTo>
                    <a:pt x="135" y="245"/>
                  </a:lnTo>
                  <a:lnTo>
                    <a:pt x="66" y="245"/>
                  </a:lnTo>
                  <a:lnTo>
                    <a:pt x="66" y="100"/>
                  </a:lnTo>
                  <a:cubicBezTo>
                    <a:pt x="66" y="88"/>
                    <a:pt x="70" y="80"/>
                    <a:pt x="77" y="77"/>
                  </a:cubicBezTo>
                  <a:cubicBezTo>
                    <a:pt x="81" y="69"/>
                    <a:pt x="89" y="65"/>
                    <a:pt x="100" y="65"/>
                  </a:cubicBezTo>
                  <a:close/>
                  <a:moveTo>
                    <a:pt x="100" y="0"/>
                  </a:moveTo>
                  <a:cubicBezTo>
                    <a:pt x="47" y="0"/>
                    <a:pt x="1" y="46"/>
                    <a:pt x="1" y="100"/>
                  </a:cubicBezTo>
                  <a:lnTo>
                    <a:pt x="1" y="310"/>
                  </a:lnTo>
                  <a:lnTo>
                    <a:pt x="199" y="310"/>
                  </a:lnTo>
                  <a:lnTo>
                    <a:pt x="199" y="276"/>
                  </a:lnTo>
                  <a:lnTo>
                    <a:pt x="199" y="100"/>
                  </a:lnTo>
                  <a:cubicBezTo>
                    <a:pt x="199" y="46"/>
                    <a:pt x="158" y="0"/>
                    <a:pt x="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916" name="Google Shape;5916;p45">
            <a:extLst>
              <a:ext uri="{FF2B5EF4-FFF2-40B4-BE49-F238E27FC236}">
                <a16:creationId xmlns:a16="http://schemas.microsoft.com/office/drawing/2014/main" id="{6C10D432-C853-5EC9-7C72-7316C4F9EE2B}"/>
              </a:ext>
            </a:extLst>
          </p:cNvPr>
          <p:cNvGrpSpPr/>
          <p:nvPr/>
        </p:nvGrpSpPr>
        <p:grpSpPr>
          <a:xfrm>
            <a:off x="8380710" y="4021070"/>
            <a:ext cx="348379" cy="632488"/>
            <a:chOff x="9013159" y="960258"/>
            <a:chExt cx="296039" cy="537464"/>
          </a:xfrm>
        </p:grpSpPr>
        <p:sp>
          <p:nvSpPr>
            <p:cNvPr id="5917" name="Google Shape;5917;p45">
              <a:extLst>
                <a:ext uri="{FF2B5EF4-FFF2-40B4-BE49-F238E27FC236}">
                  <a16:creationId xmlns:a16="http://schemas.microsoft.com/office/drawing/2014/main" id="{A999DF4B-4DE5-BCF8-9520-3A1BF83E1C9B}"/>
                </a:ext>
              </a:extLst>
            </p:cNvPr>
            <p:cNvSpPr/>
            <p:nvPr/>
          </p:nvSpPr>
          <p:spPr>
            <a:xfrm>
              <a:off x="9013159" y="960258"/>
              <a:ext cx="296039" cy="420963"/>
            </a:xfrm>
            <a:custGeom>
              <a:avLst/>
              <a:gdLst/>
              <a:ahLst/>
              <a:cxnLst/>
              <a:rect l="l" t="t" r="r" b="b"/>
              <a:pathLst>
                <a:path w="526" h="748" extrusionOk="0">
                  <a:moveTo>
                    <a:pt x="261" y="0"/>
                  </a:moveTo>
                  <a:cubicBezTo>
                    <a:pt x="261" y="0"/>
                    <a:pt x="0" y="407"/>
                    <a:pt x="0" y="529"/>
                  </a:cubicBezTo>
                  <a:cubicBezTo>
                    <a:pt x="0" y="649"/>
                    <a:pt x="115" y="748"/>
                    <a:pt x="261" y="748"/>
                  </a:cubicBezTo>
                  <a:cubicBezTo>
                    <a:pt x="407" y="748"/>
                    <a:pt x="525" y="649"/>
                    <a:pt x="525" y="529"/>
                  </a:cubicBezTo>
                  <a:cubicBezTo>
                    <a:pt x="525" y="407"/>
                    <a:pt x="261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18" name="Google Shape;5918;p45">
              <a:extLst>
                <a:ext uri="{FF2B5EF4-FFF2-40B4-BE49-F238E27FC236}">
                  <a16:creationId xmlns:a16="http://schemas.microsoft.com/office/drawing/2014/main" id="{7F1F887E-E235-B1D8-4101-55D76078F671}"/>
                </a:ext>
              </a:extLst>
            </p:cNvPr>
            <p:cNvSpPr/>
            <p:nvPr/>
          </p:nvSpPr>
          <p:spPr>
            <a:xfrm>
              <a:off x="9099267" y="120169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3" y="181"/>
                  </a:lnTo>
                  <a:lnTo>
                    <a:pt x="1" y="146"/>
                  </a:lnTo>
                  <a:lnTo>
                    <a:pt x="93" y="231"/>
                  </a:lnTo>
                  <a:lnTo>
                    <a:pt x="93" y="526"/>
                  </a:lnTo>
                  <a:lnTo>
                    <a:pt x="154" y="526"/>
                  </a:lnTo>
                  <a:lnTo>
                    <a:pt x="146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919" name="Google Shape;5919;p45">
            <a:extLst>
              <a:ext uri="{FF2B5EF4-FFF2-40B4-BE49-F238E27FC236}">
                <a16:creationId xmlns:a16="http://schemas.microsoft.com/office/drawing/2014/main" id="{E668330B-1E7D-55C9-75DC-CD1C8952A56A}"/>
              </a:ext>
            </a:extLst>
          </p:cNvPr>
          <p:cNvGrpSpPr/>
          <p:nvPr/>
        </p:nvGrpSpPr>
        <p:grpSpPr>
          <a:xfrm>
            <a:off x="5919082" y="4308531"/>
            <a:ext cx="1707861" cy="740164"/>
            <a:chOff x="3718065" y="3595878"/>
            <a:chExt cx="1707861" cy="740164"/>
          </a:xfrm>
        </p:grpSpPr>
        <p:sp>
          <p:nvSpPr>
            <p:cNvPr id="5920" name="Google Shape;5920;p45">
              <a:extLst>
                <a:ext uri="{FF2B5EF4-FFF2-40B4-BE49-F238E27FC236}">
                  <a16:creationId xmlns:a16="http://schemas.microsoft.com/office/drawing/2014/main" id="{46AB3066-C9CE-D718-5D88-0B01AC547140}"/>
                </a:ext>
              </a:extLst>
            </p:cNvPr>
            <p:cNvSpPr/>
            <p:nvPr/>
          </p:nvSpPr>
          <p:spPr>
            <a:xfrm>
              <a:off x="4124743" y="3652887"/>
              <a:ext cx="217573" cy="215750"/>
            </a:xfrm>
            <a:custGeom>
              <a:avLst/>
              <a:gdLst/>
              <a:ahLst/>
              <a:cxnLst/>
              <a:rect l="l" t="t" r="r" b="b"/>
              <a:pathLst>
                <a:path w="2515" h="2494" extrusionOk="0">
                  <a:moveTo>
                    <a:pt x="1580" y="1"/>
                  </a:moveTo>
                  <a:cubicBezTo>
                    <a:pt x="1387" y="1"/>
                    <a:pt x="1236" y="4"/>
                    <a:pt x="1216" y="14"/>
                  </a:cubicBezTo>
                  <a:cubicBezTo>
                    <a:pt x="1159" y="45"/>
                    <a:pt x="1" y="2451"/>
                    <a:pt x="1" y="2451"/>
                  </a:cubicBezTo>
                  <a:lnTo>
                    <a:pt x="315" y="2494"/>
                  </a:lnTo>
                  <a:cubicBezTo>
                    <a:pt x="315" y="2494"/>
                    <a:pt x="1254" y="651"/>
                    <a:pt x="1334" y="593"/>
                  </a:cubicBezTo>
                  <a:cubicBezTo>
                    <a:pt x="1373" y="566"/>
                    <a:pt x="1611" y="559"/>
                    <a:pt x="1839" y="559"/>
                  </a:cubicBezTo>
                  <a:cubicBezTo>
                    <a:pt x="2067" y="559"/>
                    <a:pt x="2285" y="566"/>
                    <a:pt x="2285" y="566"/>
                  </a:cubicBezTo>
                  <a:lnTo>
                    <a:pt x="2515" y="14"/>
                  </a:lnTo>
                  <a:cubicBezTo>
                    <a:pt x="2515" y="14"/>
                    <a:pt x="1965" y="1"/>
                    <a:pt x="15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1" name="Google Shape;5921;p45">
              <a:extLst>
                <a:ext uri="{FF2B5EF4-FFF2-40B4-BE49-F238E27FC236}">
                  <a16:creationId xmlns:a16="http://schemas.microsoft.com/office/drawing/2014/main" id="{FCEEA167-7E1E-CED5-E890-455230BA14A3}"/>
                </a:ext>
              </a:extLst>
            </p:cNvPr>
            <p:cNvSpPr/>
            <p:nvPr/>
          </p:nvSpPr>
          <p:spPr>
            <a:xfrm>
              <a:off x="4352521" y="3595878"/>
              <a:ext cx="427446" cy="50347"/>
            </a:xfrm>
            <a:custGeom>
              <a:avLst/>
              <a:gdLst/>
              <a:ahLst/>
              <a:cxnLst/>
              <a:rect l="l" t="t" r="r" b="b"/>
              <a:pathLst>
                <a:path w="4941" h="582" extrusionOk="0">
                  <a:moveTo>
                    <a:pt x="608" y="1"/>
                  </a:moveTo>
                  <a:cubicBezTo>
                    <a:pt x="464" y="1"/>
                    <a:pt x="373" y="2"/>
                    <a:pt x="357" y="7"/>
                  </a:cubicBezTo>
                  <a:cubicBezTo>
                    <a:pt x="234" y="42"/>
                    <a:pt x="1" y="509"/>
                    <a:pt x="1" y="509"/>
                  </a:cubicBezTo>
                  <a:lnTo>
                    <a:pt x="460" y="509"/>
                  </a:lnTo>
                  <a:cubicBezTo>
                    <a:pt x="460" y="509"/>
                    <a:pt x="567" y="137"/>
                    <a:pt x="606" y="118"/>
                  </a:cubicBezTo>
                  <a:cubicBezTo>
                    <a:pt x="611" y="115"/>
                    <a:pt x="670" y="114"/>
                    <a:pt x="770" y="114"/>
                  </a:cubicBezTo>
                  <a:cubicBezTo>
                    <a:pt x="1489" y="114"/>
                    <a:pt x="4314" y="179"/>
                    <a:pt x="4338" y="206"/>
                  </a:cubicBezTo>
                  <a:cubicBezTo>
                    <a:pt x="4369" y="237"/>
                    <a:pt x="4445" y="581"/>
                    <a:pt x="4445" y="581"/>
                  </a:cubicBezTo>
                  <a:lnTo>
                    <a:pt x="4940" y="581"/>
                  </a:lnTo>
                  <a:cubicBezTo>
                    <a:pt x="4940" y="581"/>
                    <a:pt x="4810" y="191"/>
                    <a:pt x="4710" y="129"/>
                  </a:cubicBezTo>
                  <a:cubicBezTo>
                    <a:pt x="4624" y="76"/>
                    <a:pt x="1526" y="1"/>
                    <a:pt x="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2" name="Google Shape;5922;p45">
              <a:extLst>
                <a:ext uri="{FF2B5EF4-FFF2-40B4-BE49-F238E27FC236}">
                  <a16:creationId xmlns:a16="http://schemas.microsoft.com/office/drawing/2014/main" id="{071C1B95-A05C-EF9B-BD18-A2F7C9B1A413}"/>
                </a:ext>
              </a:extLst>
            </p:cNvPr>
            <p:cNvSpPr/>
            <p:nvPr/>
          </p:nvSpPr>
          <p:spPr>
            <a:xfrm>
              <a:off x="3725678" y="3630395"/>
              <a:ext cx="1677775" cy="618788"/>
            </a:xfrm>
            <a:custGeom>
              <a:avLst/>
              <a:gdLst/>
              <a:ahLst/>
              <a:cxnLst/>
              <a:rect l="l" t="t" r="r" b="b"/>
              <a:pathLst>
                <a:path w="19394" h="7153" extrusionOk="0">
                  <a:moveTo>
                    <a:pt x="7739" y="1"/>
                  </a:moveTo>
                  <a:cubicBezTo>
                    <a:pt x="7374" y="1"/>
                    <a:pt x="7146" y="2"/>
                    <a:pt x="7146" y="2"/>
                  </a:cubicBezTo>
                  <a:cubicBezTo>
                    <a:pt x="6859" y="405"/>
                    <a:pt x="6239" y="2669"/>
                    <a:pt x="6239" y="2669"/>
                  </a:cubicBezTo>
                  <a:lnTo>
                    <a:pt x="483" y="2669"/>
                  </a:lnTo>
                  <a:cubicBezTo>
                    <a:pt x="111" y="2926"/>
                    <a:pt x="376" y="3156"/>
                    <a:pt x="376" y="3156"/>
                  </a:cubicBezTo>
                  <a:cubicBezTo>
                    <a:pt x="1" y="4160"/>
                    <a:pt x="199" y="6417"/>
                    <a:pt x="199" y="6417"/>
                  </a:cubicBezTo>
                  <a:lnTo>
                    <a:pt x="3112" y="7152"/>
                  </a:lnTo>
                  <a:lnTo>
                    <a:pt x="5802" y="7152"/>
                  </a:lnTo>
                  <a:lnTo>
                    <a:pt x="6997" y="6532"/>
                  </a:lnTo>
                  <a:lnTo>
                    <a:pt x="12917" y="6532"/>
                  </a:lnTo>
                  <a:lnTo>
                    <a:pt x="14619" y="6992"/>
                  </a:lnTo>
                  <a:lnTo>
                    <a:pt x="17091" y="6992"/>
                  </a:lnTo>
                  <a:lnTo>
                    <a:pt x="19072" y="6344"/>
                  </a:lnTo>
                  <a:cubicBezTo>
                    <a:pt x="19393" y="6344"/>
                    <a:pt x="19317" y="4876"/>
                    <a:pt x="19072" y="4876"/>
                  </a:cubicBezTo>
                  <a:lnTo>
                    <a:pt x="18872" y="3719"/>
                  </a:lnTo>
                  <a:lnTo>
                    <a:pt x="18156" y="3095"/>
                  </a:lnTo>
                  <a:cubicBezTo>
                    <a:pt x="17393" y="2842"/>
                    <a:pt x="14516" y="2669"/>
                    <a:pt x="14516" y="2669"/>
                  </a:cubicBezTo>
                  <a:cubicBezTo>
                    <a:pt x="13776" y="1451"/>
                    <a:pt x="12416" y="121"/>
                    <a:pt x="12416" y="121"/>
                  </a:cubicBezTo>
                  <a:cubicBezTo>
                    <a:pt x="11293" y="14"/>
                    <a:pt x="8863" y="1"/>
                    <a:pt x="77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3" name="Google Shape;5923;p45">
              <a:extLst>
                <a:ext uri="{FF2B5EF4-FFF2-40B4-BE49-F238E27FC236}">
                  <a16:creationId xmlns:a16="http://schemas.microsoft.com/office/drawing/2014/main" id="{6D3D3D5B-E16C-B522-8749-AAF5DBB86976}"/>
                </a:ext>
              </a:extLst>
            </p:cNvPr>
            <p:cNvSpPr/>
            <p:nvPr/>
          </p:nvSpPr>
          <p:spPr>
            <a:xfrm>
              <a:off x="5339069" y="4084046"/>
              <a:ext cx="45504" cy="61247"/>
            </a:xfrm>
            <a:custGeom>
              <a:avLst/>
              <a:gdLst/>
              <a:ahLst/>
              <a:cxnLst/>
              <a:rect l="l" t="t" r="r" b="b"/>
              <a:pathLst>
                <a:path w="526" h="708" extrusionOk="0">
                  <a:moveTo>
                    <a:pt x="389" y="0"/>
                  </a:moveTo>
                  <a:cubicBezTo>
                    <a:pt x="381" y="0"/>
                    <a:pt x="372" y="2"/>
                    <a:pt x="365" y="4"/>
                  </a:cubicBezTo>
                  <a:cubicBezTo>
                    <a:pt x="43" y="104"/>
                    <a:pt x="0" y="575"/>
                    <a:pt x="356" y="702"/>
                  </a:cubicBezTo>
                  <a:cubicBezTo>
                    <a:pt x="367" y="706"/>
                    <a:pt x="377" y="707"/>
                    <a:pt x="387" y="707"/>
                  </a:cubicBezTo>
                  <a:cubicBezTo>
                    <a:pt x="430" y="707"/>
                    <a:pt x="470" y="676"/>
                    <a:pt x="480" y="629"/>
                  </a:cubicBezTo>
                  <a:cubicBezTo>
                    <a:pt x="498" y="502"/>
                    <a:pt x="525" y="272"/>
                    <a:pt x="483" y="73"/>
                  </a:cubicBezTo>
                  <a:cubicBezTo>
                    <a:pt x="473" y="31"/>
                    <a:pt x="431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4" name="Google Shape;5924;p45">
              <a:extLst>
                <a:ext uri="{FF2B5EF4-FFF2-40B4-BE49-F238E27FC236}">
                  <a16:creationId xmlns:a16="http://schemas.microsoft.com/office/drawing/2014/main" id="{F6BAE078-4A98-64D3-801B-3CF71918CBCC}"/>
                </a:ext>
              </a:extLst>
            </p:cNvPr>
            <p:cNvSpPr/>
            <p:nvPr/>
          </p:nvSpPr>
          <p:spPr>
            <a:xfrm>
              <a:off x="5296593" y="3950477"/>
              <a:ext cx="67045" cy="100349"/>
            </a:xfrm>
            <a:custGeom>
              <a:avLst/>
              <a:gdLst/>
              <a:ahLst/>
              <a:cxnLst/>
              <a:rect l="l" t="t" r="r" b="b"/>
              <a:pathLst>
                <a:path w="775" h="1160" extrusionOk="0">
                  <a:moveTo>
                    <a:pt x="266" y="1"/>
                  </a:moveTo>
                  <a:cubicBezTo>
                    <a:pt x="147" y="1"/>
                    <a:pt x="45" y="11"/>
                    <a:pt x="32" y="30"/>
                  </a:cubicBezTo>
                  <a:cubicBezTo>
                    <a:pt x="0" y="69"/>
                    <a:pt x="181" y="1153"/>
                    <a:pt x="219" y="1157"/>
                  </a:cubicBezTo>
                  <a:cubicBezTo>
                    <a:pt x="233" y="1159"/>
                    <a:pt x="300" y="1159"/>
                    <a:pt x="382" y="1159"/>
                  </a:cubicBezTo>
                  <a:cubicBezTo>
                    <a:pt x="547" y="1159"/>
                    <a:pt x="775" y="1157"/>
                    <a:pt x="775" y="1157"/>
                  </a:cubicBezTo>
                  <a:lnTo>
                    <a:pt x="591" y="30"/>
                  </a:lnTo>
                  <a:cubicBezTo>
                    <a:pt x="508" y="10"/>
                    <a:pt x="380" y="1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5" name="Google Shape;5925;p45">
              <a:extLst>
                <a:ext uri="{FF2B5EF4-FFF2-40B4-BE49-F238E27FC236}">
                  <a16:creationId xmlns:a16="http://schemas.microsoft.com/office/drawing/2014/main" id="{B9DDC0BA-791B-BB71-3EC2-59601D7BB149}"/>
                </a:ext>
              </a:extLst>
            </p:cNvPr>
            <p:cNvSpPr/>
            <p:nvPr/>
          </p:nvSpPr>
          <p:spPr>
            <a:xfrm>
              <a:off x="5311559" y="4006794"/>
              <a:ext cx="25953" cy="39966"/>
            </a:xfrm>
            <a:custGeom>
              <a:avLst/>
              <a:gdLst/>
              <a:ahLst/>
              <a:cxnLst/>
              <a:rect l="l" t="t" r="r" b="b"/>
              <a:pathLst>
                <a:path w="300" h="462" extrusionOk="0">
                  <a:moveTo>
                    <a:pt x="23" y="0"/>
                  </a:moveTo>
                  <a:cubicBezTo>
                    <a:pt x="11" y="0"/>
                    <a:pt x="0" y="12"/>
                    <a:pt x="4" y="23"/>
                  </a:cubicBezTo>
                  <a:cubicBezTo>
                    <a:pt x="16" y="115"/>
                    <a:pt x="69" y="453"/>
                    <a:pt x="80" y="460"/>
                  </a:cubicBezTo>
                  <a:cubicBezTo>
                    <a:pt x="83" y="461"/>
                    <a:pt x="91" y="461"/>
                    <a:pt x="103" y="461"/>
                  </a:cubicBezTo>
                  <a:cubicBezTo>
                    <a:pt x="147" y="461"/>
                    <a:pt x="238" y="456"/>
                    <a:pt x="280" y="456"/>
                  </a:cubicBezTo>
                  <a:cubicBezTo>
                    <a:pt x="292" y="456"/>
                    <a:pt x="299" y="445"/>
                    <a:pt x="299" y="433"/>
                  </a:cubicBezTo>
                  <a:lnTo>
                    <a:pt x="226" y="16"/>
                  </a:lnTo>
                  <a:cubicBezTo>
                    <a:pt x="223" y="8"/>
                    <a:pt x="214" y="0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6" name="Google Shape;5926;p45">
              <a:extLst>
                <a:ext uri="{FF2B5EF4-FFF2-40B4-BE49-F238E27FC236}">
                  <a16:creationId xmlns:a16="http://schemas.microsoft.com/office/drawing/2014/main" id="{A4E40C2B-3E82-72B4-A67B-30CDEC62D3A2}"/>
                </a:ext>
              </a:extLst>
            </p:cNvPr>
            <p:cNvSpPr/>
            <p:nvPr/>
          </p:nvSpPr>
          <p:spPr>
            <a:xfrm>
              <a:off x="5218043" y="4032660"/>
              <a:ext cx="207884" cy="214193"/>
            </a:xfrm>
            <a:custGeom>
              <a:avLst/>
              <a:gdLst/>
              <a:ahLst/>
              <a:cxnLst/>
              <a:rect l="l" t="t" r="r" b="b"/>
              <a:pathLst>
                <a:path w="2403" h="2476" extrusionOk="0">
                  <a:moveTo>
                    <a:pt x="2116" y="203"/>
                  </a:moveTo>
                  <a:cubicBezTo>
                    <a:pt x="2131" y="479"/>
                    <a:pt x="2165" y="1311"/>
                    <a:pt x="2043" y="1721"/>
                  </a:cubicBezTo>
                  <a:lnTo>
                    <a:pt x="1568" y="1871"/>
                  </a:lnTo>
                  <a:cubicBezTo>
                    <a:pt x="1548" y="1598"/>
                    <a:pt x="1499" y="656"/>
                    <a:pt x="1603" y="203"/>
                  </a:cubicBezTo>
                  <a:close/>
                  <a:moveTo>
                    <a:pt x="1522" y="0"/>
                  </a:moveTo>
                  <a:cubicBezTo>
                    <a:pt x="1479" y="0"/>
                    <a:pt x="1442" y="31"/>
                    <a:pt x="1426" y="74"/>
                  </a:cubicBezTo>
                  <a:cubicBezTo>
                    <a:pt x="1281" y="560"/>
                    <a:pt x="1353" y="1733"/>
                    <a:pt x="1368" y="1936"/>
                  </a:cubicBezTo>
                  <a:lnTo>
                    <a:pt x="310" y="2276"/>
                  </a:lnTo>
                  <a:lnTo>
                    <a:pt x="100" y="2276"/>
                  </a:lnTo>
                  <a:cubicBezTo>
                    <a:pt x="47" y="2276"/>
                    <a:pt x="1" y="2319"/>
                    <a:pt x="1" y="2376"/>
                  </a:cubicBezTo>
                  <a:cubicBezTo>
                    <a:pt x="1" y="2430"/>
                    <a:pt x="47" y="2476"/>
                    <a:pt x="100" y="2476"/>
                  </a:cubicBezTo>
                  <a:lnTo>
                    <a:pt x="326" y="2476"/>
                  </a:lnTo>
                  <a:cubicBezTo>
                    <a:pt x="338" y="2476"/>
                    <a:pt x="345" y="2476"/>
                    <a:pt x="356" y="2472"/>
                  </a:cubicBezTo>
                  <a:lnTo>
                    <a:pt x="2154" y="1897"/>
                  </a:lnTo>
                  <a:cubicBezTo>
                    <a:pt x="2181" y="1885"/>
                    <a:pt x="2204" y="1862"/>
                    <a:pt x="2215" y="1836"/>
                  </a:cubicBezTo>
                  <a:cubicBezTo>
                    <a:pt x="2403" y="1326"/>
                    <a:pt x="2315" y="146"/>
                    <a:pt x="2311" y="92"/>
                  </a:cubicBezTo>
                  <a:cubicBezTo>
                    <a:pt x="2307" y="42"/>
                    <a:pt x="2265" y="0"/>
                    <a:pt x="2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7" name="Google Shape;5927;p45">
              <a:extLst>
                <a:ext uri="{FF2B5EF4-FFF2-40B4-BE49-F238E27FC236}">
                  <a16:creationId xmlns:a16="http://schemas.microsoft.com/office/drawing/2014/main" id="{562D3EC0-C34B-FDA4-F6B4-0685B7B4AE9C}"/>
                </a:ext>
              </a:extLst>
            </p:cNvPr>
            <p:cNvSpPr/>
            <p:nvPr/>
          </p:nvSpPr>
          <p:spPr>
            <a:xfrm>
              <a:off x="3723342" y="3929974"/>
              <a:ext cx="89192" cy="154156"/>
            </a:xfrm>
            <a:custGeom>
              <a:avLst/>
              <a:gdLst/>
              <a:ahLst/>
              <a:cxnLst/>
              <a:rect l="l" t="t" r="r" b="b"/>
              <a:pathLst>
                <a:path w="1031" h="1782" extrusionOk="0">
                  <a:moveTo>
                    <a:pt x="489" y="1"/>
                  </a:moveTo>
                  <a:cubicBezTo>
                    <a:pt x="343" y="1"/>
                    <a:pt x="226" y="3"/>
                    <a:pt x="226" y="3"/>
                  </a:cubicBezTo>
                  <a:cubicBezTo>
                    <a:pt x="0" y="896"/>
                    <a:pt x="104" y="1755"/>
                    <a:pt x="104" y="1755"/>
                  </a:cubicBezTo>
                  <a:cubicBezTo>
                    <a:pt x="202" y="1775"/>
                    <a:pt x="329" y="1782"/>
                    <a:pt x="454" y="1782"/>
                  </a:cubicBezTo>
                  <a:cubicBezTo>
                    <a:pt x="704" y="1782"/>
                    <a:pt x="947" y="1755"/>
                    <a:pt x="947" y="1755"/>
                  </a:cubicBezTo>
                  <a:cubicBezTo>
                    <a:pt x="997" y="1341"/>
                    <a:pt x="1031" y="30"/>
                    <a:pt x="1031" y="30"/>
                  </a:cubicBezTo>
                  <a:cubicBezTo>
                    <a:pt x="938" y="6"/>
                    <a:pt x="686" y="1"/>
                    <a:pt x="4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8" name="Google Shape;5928;p45">
              <a:extLst>
                <a:ext uri="{FF2B5EF4-FFF2-40B4-BE49-F238E27FC236}">
                  <a16:creationId xmlns:a16="http://schemas.microsoft.com/office/drawing/2014/main" id="{0B9CBD4F-3805-62DF-931B-C706ACB59570}"/>
                </a:ext>
              </a:extLst>
            </p:cNvPr>
            <p:cNvSpPr/>
            <p:nvPr/>
          </p:nvSpPr>
          <p:spPr>
            <a:xfrm>
              <a:off x="3746180" y="4045550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6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29" name="Google Shape;5929;p45">
              <a:extLst>
                <a:ext uri="{FF2B5EF4-FFF2-40B4-BE49-F238E27FC236}">
                  <a16:creationId xmlns:a16="http://schemas.microsoft.com/office/drawing/2014/main" id="{84030092-F1F1-ED10-2034-811DD71F733C}"/>
                </a:ext>
              </a:extLst>
            </p:cNvPr>
            <p:cNvSpPr/>
            <p:nvPr/>
          </p:nvSpPr>
          <p:spPr>
            <a:xfrm>
              <a:off x="3746180" y="4025999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4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0" name="Google Shape;5930;p45">
              <a:extLst>
                <a:ext uri="{FF2B5EF4-FFF2-40B4-BE49-F238E27FC236}">
                  <a16:creationId xmlns:a16="http://schemas.microsoft.com/office/drawing/2014/main" id="{55DFBF95-B1AF-50C9-3E92-640326B4BF8A}"/>
                </a:ext>
              </a:extLst>
            </p:cNvPr>
            <p:cNvSpPr/>
            <p:nvPr/>
          </p:nvSpPr>
          <p:spPr>
            <a:xfrm>
              <a:off x="3746180" y="4006102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1" name="Google Shape;5931;p45">
              <a:extLst>
                <a:ext uri="{FF2B5EF4-FFF2-40B4-BE49-F238E27FC236}">
                  <a16:creationId xmlns:a16="http://schemas.microsoft.com/office/drawing/2014/main" id="{613505DC-C571-3714-A5E5-37320D22603F}"/>
                </a:ext>
              </a:extLst>
            </p:cNvPr>
            <p:cNvSpPr/>
            <p:nvPr/>
          </p:nvSpPr>
          <p:spPr>
            <a:xfrm>
              <a:off x="4256756" y="3883432"/>
              <a:ext cx="687235" cy="292482"/>
            </a:xfrm>
            <a:custGeom>
              <a:avLst/>
              <a:gdLst/>
              <a:ahLst/>
              <a:cxnLst/>
              <a:rect l="l" t="t" r="r" b="b"/>
              <a:pathLst>
                <a:path w="7944" h="3381" extrusionOk="0">
                  <a:moveTo>
                    <a:pt x="337" y="1"/>
                  </a:moveTo>
                  <a:lnTo>
                    <a:pt x="0" y="1507"/>
                  </a:lnTo>
                  <a:lnTo>
                    <a:pt x="8" y="1518"/>
                  </a:lnTo>
                  <a:cubicBezTo>
                    <a:pt x="364" y="1948"/>
                    <a:pt x="552" y="2407"/>
                    <a:pt x="651" y="2760"/>
                  </a:cubicBezTo>
                  <a:cubicBezTo>
                    <a:pt x="701" y="2936"/>
                    <a:pt x="728" y="3086"/>
                    <a:pt x="743" y="3189"/>
                  </a:cubicBezTo>
                  <a:cubicBezTo>
                    <a:pt x="751" y="3243"/>
                    <a:pt x="754" y="3285"/>
                    <a:pt x="759" y="3311"/>
                  </a:cubicBezTo>
                  <a:cubicBezTo>
                    <a:pt x="759" y="3327"/>
                    <a:pt x="763" y="3334"/>
                    <a:pt x="763" y="3343"/>
                  </a:cubicBezTo>
                  <a:lnTo>
                    <a:pt x="763" y="3350"/>
                  </a:lnTo>
                  <a:lnTo>
                    <a:pt x="763" y="3354"/>
                  </a:lnTo>
                  <a:lnTo>
                    <a:pt x="763" y="3380"/>
                  </a:lnTo>
                  <a:lnTo>
                    <a:pt x="6993" y="3380"/>
                  </a:lnTo>
                  <a:lnTo>
                    <a:pt x="7001" y="3362"/>
                  </a:lnTo>
                  <a:cubicBezTo>
                    <a:pt x="7154" y="2833"/>
                    <a:pt x="7388" y="2434"/>
                    <a:pt x="7583" y="2174"/>
                  </a:cubicBezTo>
                  <a:cubicBezTo>
                    <a:pt x="7679" y="2040"/>
                    <a:pt x="7767" y="1944"/>
                    <a:pt x="7828" y="1879"/>
                  </a:cubicBezTo>
                  <a:cubicBezTo>
                    <a:pt x="7863" y="1845"/>
                    <a:pt x="7886" y="1822"/>
                    <a:pt x="7905" y="1806"/>
                  </a:cubicBezTo>
                  <a:cubicBezTo>
                    <a:pt x="7913" y="1794"/>
                    <a:pt x="7920" y="1790"/>
                    <a:pt x="7924" y="1787"/>
                  </a:cubicBezTo>
                  <a:lnTo>
                    <a:pt x="7928" y="1783"/>
                  </a:lnTo>
                  <a:lnTo>
                    <a:pt x="7932" y="1779"/>
                  </a:lnTo>
                  <a:lnTo>
                    <a:pt x="7940" y="1771"/>
                  </a:lnTo>
                  <a:lnTo>
                    <a:pt x="7940" y="1760"/>
                  </a:lnTo>
                  <a:cubicBezTo>
                    <a:pt x="7943" y="1725"/>
                    <a:pt x="7943" y="1687"/>
                    <a:pt x="7943" y="1652"/>
                  </a:cubicBezTo>
                  <a:cubicBezTo>
                    <a:pt x="7943" y="1350"/>
                    <a:pt x="7890" y="963"/>
                    <a:pt x="7836" y="649"/>
                  </a:cubicBezTo>
                  <a:cubicBezTo>
                    <a:pt x="7782" y="338"/>
                    <a:pt x="7729" y="101"/>
                    <a:pt x="7729" y="101"/>
                  </a:cubicBezTo>
                  <a:lnTo>
                    <a:pt x="7671" y="116"/>
                  </a:lnTo>
                  <a:lnTo>
                    <a:pt x="7671" y="124"/>
                  </a:lnTo>
                  <a:cubicBezTo>
                    <a:pt x="7687" y="177"/>
                    <a:pt x="7737" y="419"/>
                    <a:pt x="7786" y="718"/>
                  </a:cubicBezTo>
                  <a:cubicBezTo>
                    <a:pt x="7840" y="1017"/>
                    <a:pt x="7886" y="1373"/>
                    <a:pt x="7886" y="1652"/>
                  </a:cubicBezTo>
                  <a:cubicBezTo>
                    <a:pt x="7886" y="1684"/>
                    <a:pt x="7886" y="1714"/>
                    <a:pt x="7883" y="1746"/>
                  </a:cubicBezTo>
                  <a:lnTo>
                    <a:pt x="7883" y="1746"/>
                  </a:lnTo>
                  <a:cubicBezTo>
                    <a:pt x="7799" y="1818"/>
                    <a:pt x="7240" y="2341"/>
                    <a:pt x="6950" y="3323"/>
                  </a:cubicBezTo>
                  <a:lnTo>
                    <a:pt x="818" y="3323"/>
                  </a:lnTo>
                  <a:cubicBezTo>
                    <a:pt x="812" y="3250"/>
                    <a:pt x="789" y="3032"/>
                    <a:pt x="709" y="2745"/>
                  </a:cubicBezTo>
                  <a:cubicBezTo>
                    <a:pt x="607" y="2388"/>
                    <a:pt x="418" y="1930"/>
                    <a:pt x="64" y="1493"/>
                  </a:cubicBezTo>
                  <a:lnTo>
                    <a:pt x="64" y="1493"/>
                  </a:lnTo>
                  <a:lnTo>
                    <a:pt x="395" y="13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2" name="Google Shape;5932;p45">
              <a:extLst>
                <a:ext uri="{FF2B5EF4-FFF2-40B4-BE49-F238E27FC236}">
                  <a16:creationId xmlns:a16="http://schemas.microsoft.com/office/drawing/2014/main" id="{994E822A-9BC2-6450-705D-5EEC20F033DF}"/>
                </a:ext>
              </a:extLst>
            </p:cNvPr>
            <p:cNvSpPr/>
            <p:nvPr/>
          </p:nvSpPr>
          <p:spPr>
            <a:xfrm>
              <a:off x="4485053" y="3883865"/>
              <a:ext cx="13755" cy="290060"/>
            </a:xfrm>
            <a:custGeom>
              <a:avLst/>
              <a:gdLst/>
              <a:ahLst/>
              <a:cxnLst/>
              <a:rect l="l" t="t" r="r" b="b"/>
              <a:pathLst>
                <a:path w="159" h="3353" extrusionOk="0">
                  <a:moveTo>
                    <a:pt x="47" y="0"/>
                  </a:moveTo>
                  <a:cubicBezTo>
                    <a:pt x="13" y="387"/>
                    <a:pt x="1" y="805"/>
                    <a:pt x="1" y="1207"/>
                  </a:cubicBezTo>
                  <a:cubicBezTo>
                    <a:pt x="1" y="2333"/>
                    <a:pt x="101" y="3349"/>
                    <a:pt x="101" y="3352"/>
                  </a:cubicBezTo>
                  <a:lnTo>
                    <a:pt x="158" y="3345"/>
                  </a:lnTo>
                  <a:lnTo>
                    <a:pt x="158" y="3334"/>
                  </a:lnTo>
                  <a:cubicBezTo>
                    <a:pt x="147" y="3219"/>
                    <a:pt x="59" y="2261"/>
                    <a:pt x="59" y="1207"/>
                  </a:cubicBezTo>
                  <a:cubicBezTo>
                    <a:pt x="59" y="805"/>
                    <a:pt x="74" y="391"/>
                    <a:pt x="105" y="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3" name="Google Shape;5933;p45">
              <a:extLst>
                <a:ext uri="{FF2B5EF4-FFF2-40B4-BE49-F238E27FC236}">
                  <a16:creationId xmlns:a16="http://schemas.microsoft.com/office/drawing/2014/main" id="{9056CEAA-F696-FDD4-5D90-70C60E832E29}"/>
                </a:ext>
              </a:extLst>
            </p:cNvPr>
            <p:cNvSpPr/>
            <p:nvPr/>
          </p:nvSpPr>
          <p:spPr>
            <a:xfrm>
              <a:off x="4548378" y="3926600"/>
              <a:ext cx="55193" cy="5363"/>
            </a:xfrm>
            <a:custGeom>
              <a:avLst/>
              <a:gdLst/>
              <a:ahLst/>
              <a:cxnLst/>
              <a:rect l="l" t="t" r="r" b="b"/>
              <a:pathLst>
                <a:path w="638" h="62" extrusionOk="0">
                  <a:moveTo>
                    <a:pt x="1" y="0"/>
                  </a:moveTo>
                  <a:lnTo>
                    <a:pt x="1" y="62"/>
                  </a:lnTo>
                  <a:lnTo>
                    <a:pt x="637" y="62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4" name="Google Shape;5934;p45">
              <a:extLst>
                <a:ext uri="{FF2B5EF4-FFF2-40B4-BE49-F238E27FC236}">
                  <a16:creationId xmlns:a16="http://schemas.microsoft.com/office/drawing/2014/main" id="{4D78442C-35FD-A480-422A-10DB25D68C21}"/>
                </a:ext>
              </a:extLst>
            </p:cNvPr>
            <p:cNvSpPr/>
            <p:nvPr/>
          </p:nvSpPr>
          <p:spPr>
            <a:xfrm>
              <a:off x="4311430" y="3926600"/>
              <a:ext cx="54761" cy="5363"/>
            </a:xfrm>
            <a:custGeom>
              <a:avLst/>
              <a:gdLst/>
              <a:ahLst/>
              <a:cxnLst/>
              <a:rect l="l" t="t" r="r" b="b"/>
              <a:pathLst>
                <a:path w="633" h="62" extrusionOk="0">
                  <a:moveTo>
                    <a:pt x="0" y="0"/>
                  </a:moveTo>
                  <a:lnTo>
                    <a:pt x="0" y="62"/>
                  </a:lnTo>
                  <a:lnTo>
                    <a:pt x="633" y="62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5" name="Google Shape;5935;p45">
              <a:extLst>
                <a:ext uri="{FF2B5EF4-FFF2-40B4-BE49-F238E27FC236}">
                  <a16:creationId xmlns:a16="http://schemas.microsoft.com/office/drawing/2014/main" id="{90A04980-A12A-491F-A508-634903634E1B}"/>
                </a:ext>
              </a:extLst>
            </p:cNvPr>
            <p:cNvSpPr/>
            <p:nvPr/>
          </p:nvSpPr>
          <p:spPr>
            <a:xfrm>
              <a:off x="4977375" y="3874263"/>
              <a:ext cx="312042" cy="56403"/>
            </a:xfrm>
            <a:custGeom>
              <a:avLst/>
              <a:gdLst/>
              <a:ahLst/>
              <a:cxnLst/>
              <a:rect l="l" t="t" r="r" b="b"/>
              <a:pathLst>
                <a:path w="3607" h="652" extrusionOk="0">
                  <a:moveTo>
                    <a:pt x="12" y="0"/>
                  </a:moveTo>
                  <a:lnTo>
                    <a:pt x="1" y="57"/>
                  </a:lnTo>
                  <a:cubicBezTo>
                    <a:pt x="1" y="57"/>
                    <a:pt x="759" y="207"/>
                    <a:pt x="1534" y="352"/>
                  </a:cubicBezTo>
                  <a:cubicBezTo>
                    <a:pt x="1925" y="429"/>
                    <a:pt x="2315" y="502"/>
                    <a:pt x="2614" y="556"/>
                  </a:cubicBezTo>
                  <a:cubicBezTo>
                    <a:pt x="2763" y="586"/>
                    <a:pt x="2894" y="609"/>
                    <a:pt x="2986" y="624"/>
                  </a:cubicBezTo>
                  <a:cubicBezTo>
                    <a:pt x="3035" y="632"/>
                    <a:pt x="3074" y="640"/>
                    <a:pt x="3101" y="644"/>
                  </a:cubicBezTo>
                  <a:cubicBezTo>
                    <a:pt x="3115" y="644"/>
                    <a:pt x="3127" y="647"/>
                    <a:pt x="3135" y="647"/>
                  </a:cubicBezTo>
                  <a:cubicBezTo>
                    <a:pt x="3147" y="651"/>
                    <a:pt x="3150" y="651"/>
                    <a:pt x="3158" y="651"/>
                  </a:cubicBezTo>
                  <a:cubicBezTo>
                    <a:pt x="3177" y="651"/>
                    <a:pt x="3196" y="647"/>
                    <a:pt x="3219" y="640"/>
                  </a:cubicBezTo>
                  <a:cubicBezTo>
                    <a:pt x="3253" y="628"/>
                    <a:pt x="3296" y="605"/>
                    <a:pt x="3338" y="582"/>
                  </a:cubicBezTo>
                  <a:cubicBezTo>
                    <a:pt x="3469" y="513"/>
                    <a:pt x="3607" y="414"/>
                    <a:pt x="3607" y="414"/>
                  </a:cubicBezTo>
                  <a:lnTo>
                    <a:pt x="3572" y="364"/>
                  </a:lnTo>
                  <a:cubicBezTo>
                    <a:pt x="3572" y="364"/>
                    <a:pt x="3572" y="368"/>
                    <a:pt x="3568" y="368"/>
                  </a:cubicBezTo>
                  <a:cubicBezTo>
                    <a:pt x="3552" y="379"/>
                    <a:pt x="3472" y="437"/>
                    <a:pt x="3384" y="490"/>
                  </a:cubicBezTo>
                  <a:cubicBezTo>
                    <a:pt x="3338" y="517"/>
                    <a:pt x="3292" y="544"/>
                    <a:pt x="3250" y="563"/>
                  </a:cubicBezTo>
                  <a:cubicBezTo>
                    <a:pt x="3230" y="571"/>
                    <a:pt x="3212" y="579"/>
                    <a:pt x="3196" y="582"/>
                  </a:cubicBezTo>
                  <a:cubicBezTo>
                    <a:pt x="3181" y="590"/>
                    <a:pt x="3166" y="590"/>
                    <a:pt x="3158" y="590"/>
                  </a:cubicBezTo>
                  <a:lnTo>
                    <a:pt x="3143" y="590"/>
                  </a:lnTo>
                  <a:cubicBezTo>
                    <a:pt x="3108" y="586"/>
                    <a:pt x="3035" y="575"/>
                    <a:pt x="2932" y="556"/>
                  </a:cubicBezTo>
                  <a:cubicBezTo>
                    <a:pt x="2564" y="490"/>
                    <a:pt x="1833" y="352"/>
                    <a:pt x="1196" y="230"/>
                  </a:cubicBezTo>
                  <a:cubicBezTo>
                    <a:pt x="878" y="168"/>
                    <a:pt x="579" y="111"/>
                    <a:pt x="365" y="69"/>
                  </a:cubicBezTo>
                  <a:cubicBezTo>
                    <a:pt x="254" y="50"/>
                    <a:pt x="165" y="30"/>
                    <a:pt x="104" y="19"/>
                  </a:cubicBezTo>
                  <a:cubicBezTo>
                    <a:pt x="73" y="15"/>
                    <a:pt x="50" y="7"/>
                    <a:pt x="35" y="7"/>
                  </a:cubicBezTo>
                  <a:cubicBezTo>
                    <a:pt x="20" y="4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6" name="Google Shape;5936;p45">
              <a:extLst>
                <a:ext uri="{FF2B5EF4-FFF2-40B4-BE49-F238E27FC236}">
                  <a16:creationId xmlns:a16="http://schemas.microsoft.com/office/drawing/2014/main" id="{F82E29CD-944C-9467-0407-EE1DFA0079DD}"/>
                </a:ext>
              </a:extLst>
            </p:cNvPr>
            <p:cNvSpPr/>
            <p:nvPr/>
          </p:nvSpPr>
          <p:spPr>
            <a:xfrm>
              <a:off x="3718065" y="4144688"/>
              <a:ext cx="208230" cy="88930"/>
            </a:xfrm>
            <a:custGeom>
              <a:avLst/>
              <a:gdLst/>
              <a:ahLst/>
              <a:cxnLst/>
              <a:rect l="l" t="t" r="r" b="b"/>
              <a:pathLst>
                <a:path w="2407" h="1028" extrusionOk="0">
                  <a:moveTo>
                    <a:pt x="176" y="1"/>
                  </a:moveTo>
                  <a:cubicBezTo>
                    <a:pt x="0" y="291"/>
                    <a:pt x="135" y="668"/>
                    <a:pt x="135" y="668"/>
                  </a:cubicBezTo>
                  <a:lnTo>
                    <a:pt x="713" y="668"/>
                  </a:lnTo>
                  <a:lnTo>
                    <a:pt x="2268" y="1027"/>
                  </a:lnTo>
                  <a:lnTo>
                    <a:pt x="2406" y="429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7" name="Google Shape;5937;p45">
              <a:extLst>
                <a:ext uri="{FF2B5EF4-FFF2-40B4-BE49-F238E27FC236}">
                  <a16:creationId xmlns:a16="http://schemas.microsoft.com/office/drawing/2014/main" id="{CA589AF8-2775-C8E1-D6A5-65FBC03B6A20}"/>
                </a:ext>
              </a:extLst>
            </p:cNvPr>
            <p:cNvSpPr/>
            <p:nvPr/>
          </p:nvSpPr>
          <p:spPr>
            <a:xfrm>
              <a:off x="3913316" y="4014753"/>
              <a:ext cx="369657" cy="234435"/>
            </a:xfrm>
            <a:custGeom>
              <a:avLst/>
              <a:gdLst/>
              <a:ahLst/>
              <a:cxnLst/>
              <a:rect l="l" t="t" r="r" b="b"/>
              <a:pathLst>
                <a:path w="4273" h="2710" extrusionOk="0">
                  <a:moveTo>
                    <a:pt x="2204" y="0"/>
                  </a:moveTo>
                  <a:cubicBezTo>
                    <a:pt x="476" y="0"/>
                    <a:pt x="0" y="2472"/>
                    <a:pt x="0" y="2472"/>
                  </a:cubicBezTo>
                  <a:lnTo>
                    <a:pt x="943" y="2709"/>
                  </a:lnTo>
                  <a:lnTo>
                    <a:pt x="3633" y="2709"/>
                  </a:lnTo>
                  <a:lnTo>
                    <a:pt x="4273" y="2377"/>
                  </a:lnTo>
                  <a:cubicBezTo>
                    <a:pt x="4273" y="2377"/>
                    <a:pt x="3932" y="0"/>
                    <a:pt x="2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8" name="Google Shape;5938;p45">
              <a:extLst>
                <a:ext uri="{FF2B5EF4-FFF2-40B4-BE49-F238E27FC236}">
                  <a16:creationId xmlns:a16="http://schemas.microsoft.com/office/drawing/2014/main" id="{A441E5E5-1214-BD28-2540-B9D54A008EDA}"/>
                </a:ext>
              </a:extLst>
            </p:cNvPr>
            <p:cNvSpPr/>
            <p:nvPr/>
          </p:nvSpPr>
          <p:spPr>
            <a:xfrm>
              <a:off x="4900123" y="4013109"/>
              <a:ext cx="371733" cy="222151"/>
            </a:xfrm>
            <a:custGeom>
              <a:avLst/>
              <a:gdLst/>
              <a:ahLst/>
              <a:cxnLst/>
              <a:rect l="l" t="t" r="r" b="b"/>
              <a:pathLst>
                <a:path w="4297" h="2568" extrusionOk="0">
                  <a:moveTo>
                    <a:pt x="2197" y="1"/>
                  </a:moveTo>
                  <a:cubicBezTo>
                    <a:pt x="1449" y="1"/>
                    <a:pt x="449" y="510"/>
                    <a:pt x="1" y="2288"/>
                  </a:cubicBezTo>
                  <a:lnTo>
                    <a:pt x="1043" y="2568"/>
                  </a:lnTo>
                  <a:lnTo>
                    <a:pt x="3515" y="2568"/>
                  </a:lnTo>
                  <a:lnTo>
                    <a:pt x="4296" y="2315"/>
                  </a:lnTo>
                  <a:cubicBezTo>
                    <a:pt x="3844" y="449"/>
                    <a:pt x="2940" y="1"/>
                    <a:pt x="2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39" name="Google Shape;5939;p45">
              <a:extLst>
                <a:ext uri="{FF2B5EF4-FFF2-40B4-BE49-F238E27FC236}">
                  <a16:creationId xmlns:a16="http://schemas.microsoft.com/office/drawing/2014/main" id="{3025CB16-88A9-47BE-77D6-B7076387BBFA}"/>
                </a:ext>
              </a:extLst>
            </p:cNvPr>
            <p:cNvSpPr/>
            <p:nvPr/>
          </p:nvSpPr>
          <p:spPr>
            <a:xfrm>
              <a:off x="4941301" y="4038629"/>
              <a:ext cx="297335" cy="297413"/>
            </a:xfrm>
            <a:custGeom>
              <a:avLst/>
              <a:gdLst/>
              <a:ahLst/>
              <a:cxnLst/>
              <a:rect l="l" t="t" r="r" b="b"/>
              <a:pathLst>
                <a:path w="3437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67" y="3438"/>
                    <a:pt x="3437" y="2672"/>
                    <a:pt x="3437" y="1721"/>
                  </a:cubicBezTo>
                  <a:cubicBezTo>
                    <a:pt x="3437" y="771"/>
                    <a:pt x="2667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0" name="Google Shape;5940;p45">
              <a:extLst>
                <a:ext uri="{FF2B5EF4-FFF2-40B4-BE49-F238E27FC236}">
                  <a16:creationId xmlns:a16="http://schemas.microsoft.com/office/drawing/2014/main" id="{8699A721-79A2-308C-20B4-6FDF1BABE188}"/>
                </a:ext>
              </a:extLst>
            </p:cNvPr>
            <p:cNvSpPr/>
            <p:nvPr/>
          </p:nvSpPr>
          <p:spPr>
            <a:xfrm>
              <a:off x="4992255" y="4100310"/>
              <a:ext cx="195426" cy="174140"/>
            </a:xfrm>
            <a:custGeom>
              <a:avLst/>
              <a:gdLst/>
              <a:ahLst/>
              <a:cxnLst/>
              <a:rect l="l" t="t" r="r" b="b"/>
              <a:pathLst>
                <a:path w="2259" h="2013" extrusionOk="0">
                  <a:moveTo>
                    <a:pt x="1130" y="1"/>
                  </a:moveTo>
                  <a:cubicBezTo>
                    <a:pt x="706" y="1"/>
                    <a:pt x="312" y="272"/>
                    <a:pt x="173" y="698"/>
                  </a:cubicBezTo>
                  <a:cubicBezTo>
                    <a:pt x="1" y="1223"/>
                    <a:pt x="292" y="1793"/>
                    <a:pt x="817" y="1962"/>
                  </a:cubicBezTo>
                  <a:cubicBezTo>
                    <a:pt x="921" y="1996"/>
                    <a:pt x="1027" y="2012"/>
                    <a:pt x="1130" y="2012"/>
                  </a:cubicBezTo>
                  <a:cubicBezTo>
                    <a:pt x="1554" y="2012"/>
                    <a:pt x="1947" y="1743"/>
                    <a:pt x="2085" y="1319"/>
                  </a:cubicBezTo>
                  <a:cubicBezTo>
                    <a:pt x="2258" y="790"/>
                    <a:pt x="1967" y="222"/>
                    <a:pt x="1442" y="50"/>
                  </a:cubicBezTo>
                  <a:cubicBezTo>
                    <a:pt x="1338" y="17"/>
                    <a:pt x="1233" y="1"/>
                    <a:pt x="1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1" name="Google Shape;5941;p45">
              <a:extLst>
                <a:ext uri="{FF2B5EF4-FFF2-40B4-BE49-F238E27FC236}">
                  <a16:creationId xmlns:a16="http://schemas.microsoft.com/office/drawing/2014/main" id="{8A0B10BB-6A4F-33A5-78A3-6C592AE7ECEF}"/>
                </a:ext>
              </a:extLst>
            </p:cNvPr>
            <p:cNvSpPr/>
            <p:nvPr/>
          </p:nvSpPr>
          <p:spPr>
            <a:xfrm>
              <a:off x="4997618" y="4104895"/>
              <a:ext cx="184699" cy="165056"/>
            </a:xfrm>
            <a:custGeom>
              <a:avLst/>
              <a:gdLst/>
              <a:ahLst/>
              <a:cxnLst/>
              <a:rect l="l" t="t" r="r" b="b"/>
              <a:pathLst>
                <a:path w="2135" h="1908" extrusionOk="0">
                  <a:moveTo>
                    <a:pt x="1068" y="1"/>
                  </a:moveTo>
                  <a:cubicBezTo>
                    <a:pt x="668" y="1"/>
                    <a:pt x="294" y="256"/>
                    <a:pt x="161" y="660"/>
                  </a:cubicBezTo>
                  <a:cubicBezTo>
                    <a:pt x="0" y="1158"/>
                    <a:pt x="272" y="1699"/>
                    <a:pt x="775" y="1860"/>
                  </a:cubicBezTo>
                  <a:cubicBezTo>
                    <a:pt x="872" y="1892"/>
                    <a:pt x="972" y="1907"/>
                    <a:pt x="1069" y="1907"/>
                  </a:cubicBezTo>
                  <a:cubicBezTo>
                    <a:pt x="1469" y="1907"/>
                    <a:pt x="1841" y="1651"/>
                    <a:pt x="1974" y="1250"/>
                  </a:cubicBezTo>
                  <a:cubicBezTo>
                    <a:pt x="2135" y="748"/>
                    <a:pt x="1863" y="212"/>
                    <a:pt x="1360" y="47"/>
                  </a:cubicBezTo>
                  <a:cubicBezTo>
                    <a:pt x="1264" y="16"/>
                    <a:pt x="1165" y="1"/>
                    <a:pt x="1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2" name="Google Shape;5942;p45">
              <a:extLst>
                <a:ext uri="{FF2B5EF4-FFF2-40B4-BE49-F238E27FC236}">
                  <a16:creationId xmlns:a16="http://schemas.microsoft.com/office/drawing/2014/main" id="{F4514897-C6E9-361B-73F9-8974AE7F45C8}"/>
                </a:ext>
              </a:extLst>
            </p:cNvPr>
            <p:cNvSpPr/>
            <p:nvPr/>
          </p:nvSpPr>
          <p:spPr>
            <a:xfrm>
              <a:off x="5020803" y="4125657"/>
              <a:ext cx="138329" cy="123619"/>
            </a:xfrm>
            <a:custGeom>
              <a:avLst/>
              <a:gdLst/>
              <a:ahLst/>
              <a:cxnLst/>
              <a:rect l="l" t="t" r="r" b="b"/>
              <a:pathLst>
                <a:path w="1599" h="1429" extrusionOk="0">
                  <a:moveTo>
                    <a:pt x="796" y="1"/>
                  </a:moveTo>
                  <a:cubicBezTo>
                    <a:pt x="496" y="1"/>
                    <a:pt x="217" y="191"/>
                    <a:pt x="119" y="493"/>
                  </a:cubicBezTo>
                  <a:cubicBezTo>
                    <a:pt x="1" y="868"/>
                    <a:pt x="204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80" y="934"/>
                  </a:cubicBezTo>
                  <a:cubicBezTo>
                    <a:pt x="1598" y="557"/>
                    <a:pt x="1395" y="156"/>
                    <a:pt x="1020" y="37"/>
                  </a:cubicBezTo>
                  <a:cubicBezTo>
                    <a:pt x="945" y="13"/>
                    <a:pt x="870" y="1"/>
                    <a:pt x="7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3" name="Google Shape;5943;p45">
              <a:extLst>
                <a:ext uri="{FF2B5EF4-FFF2-40B4-BE49-F238E27FC236}">
                  <a16:creationId xmlns:a16="http://schemas.microsoft.com/office/drawing/2014/main" id="{F32BCD33-9CA2-8D3C-6E9D-3E478DE04D15}"/>
                </a:ext>
              </a:extLst>
            </p:cNvPr>
            <p:cNvSpPr/>
            <p:nvPr/>
          </p:nvSpPr>
          <p:spPr>
            <a:xfrm>
              <a:off x="5070545" y="4170036"/>
              <a:ext cx="38843" cy="34603"/>
            </a:xfrm>
            <a:custGeom>
              <a:avLst/>
              <a:gdLst/>
              <a:ahLst/>
              <a:cxnLst/>
              <a:rect l="l" t="t" r="r" b="b"/>
              <a:pathLst>
                <a:path w="449" h="400" extrusionOk="0">
                  <a:moveTo>
                    <a:pt x="224" y="0"/>
                  </a:moveTo>
                  <a:cubicBezTo>
                    <a:pt x="140" y="0"/>
                    <a:pt x="63" y="55"/>
                    <a:pt x="35" y="141"/>
                  </a:cubicBezTo>
                  <a:cubicBezTo>
                    <a:pt x="1" y="244"/>
                    <a:pt x="58" y="355"/>
                    <a:pt x="161" y="389"/>
                  </a:cubicBezTo>
                  <a:cubicBezTo>
                    <a:pt x="183" y="396"/>
                    <a:pt x="204" y="400"/>
                    <a:pt x="225" y="400"/>
                  </a:cubicBezTo>
                  <a:cubicBezTo>
                    <a:pt x="309" y="400"/>
                    <a:pt x="386" y="346"/>
                    <a:pt x="414" y="263"/>
                  </a:cubicBezTo>
                  <a:cubicBezTo>
                    <a:pt x="448" y="156"/>
                    <a:pt x="391" y="44"/>
                    <a:pt x="287" y="10"/>
                  </a:cubicBezTo>
                  <a:cubicBezTo>
                    <a:pt x="266" y="4"/>
                    <a:pt x="245" y="0"/>
                    <a:pt x="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4" name="Google Shape;5944;p45">
              <a:extLst>
                <a:ext uri="{FF2B5EF4-FFF2-40B4-BE49-F238E27FC236}">
                  <a16:creationId xmlns:a16="http://schemas.microsoft.com/office/drawing/2014/main" id="{6AD27EF1-5D1F-D7A0-4B11-16A281C145BB}"/>
                </a:ext>
              </a:extLst>
            </p:cNvPr>
            <p:cNvSpPr/>
            <p:nvPr/>
          </p:nvSpPr>
          <p:spPr>
            <a:xfrm>
              <a:off x="5079110" y="4123494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1" y="0"/>
                  </a:moveTo>
                  <a:lnTo>
                    <a:pt x="62" y="674"/>
                  </a:lnTo>
                  <a:lnTo>
                    <a:pt x="188" y="674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5" name="Google Shape;5945;p45">
              <a:extLst>
                <a:ext uri="{FF2B5EF4-FFF2-40B4-BE49-F238E27FC236}">
                  <a16:creationId xmlns:a16="http://schemas.microsoft.com/office/drawing/2014/main" id="{C5912A03-76C4-F3D0-0668-F3757FF737E6}"/>
                </a:ext>
              </a:extLst>
            </p:cNvPr>
            <p:cNvSpPr/>
            <p:nvPr/>
          </p:nvSpPr>
          <p:spPr>
            <a:xfrm>
              <a:off x="5029107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126" y="1"/>
                  </a:moveTo>
                  <a:lnTo>
                    <a:pt x="66" y="108"/>
                  </a:lnTo>
                  <a:lnTo>
                    <a:pt x="0" y="216"/>
                  </a:lnTo>
                  <a:lnTo>
                    <a:pt x="617" y="499"/>
                  </a:lnTo>
                  <a:lnTo>
                    <a:pt x="648" y="446"/>
                  </a:lnTo>
                  <a:lnTo>
                    <a:pt x="678" y="39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6" name="Google Shape;5946;p45">
              <a:extLst>
                <a:ext uri="{FF2B5EF4-FFF2-40B4-BE49-F238E27FC236}">
                  <a16:creationId xmlns:a16="http://schemas.microsoft.com/office/drawing/2014/main" id="{264266F5-64AC-C628-1856-42F9570394BC}"/>
                </a:ext>
              </a:extLst>
            </p:cNvPr>
            <p:cNvSpPr/>
            <p:nvPr/>
          </p:nvSpPr>
          <p:spPr>
            <a:xfrm>
              <a:off x="5029107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7" y="1"/>
                  </a:moveTo>
                  <a:lnTo>
                    <a:pt x="0" y="285"/>
                  </a:lnTo>
                  <a:lnTo>
                    <a:pt x="66" y="392"/>
                  </a:lnTo>
                  <a:lnTo>
                    <a:pt x="126" y="499"/>
                  </a:lnTo>
                  <a:lnTo>
                    <a:pt x="678" y="108"/>
                  </a:lnTo>
                  <a:lnTo>
                    <a:pt x="648" y="55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7" name="Google Shape;5947;p45">
              <a:extLst>
                <a:ext uri="{FF2B5EF4-FFF2-40B4-BE49-F238E27FC236}">
                  <a16:creationId xmlns:a16="http://schemas.microsoft.com/office/drawing/2014/main" id="{776AEE2E-DC8F-A717-7C4E-150DA03A0EC9}"/>
                </a:ext>
              </a:extLst>
            </p:cNvPr>
            <p:cNvSpPr/>
            <p:nvPr/>
          </p:nvSpPr>
          <p:spPr>
            <a:xfrm>
              <a:off x="5079110" y="4193133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62" y="0"/>
                  </a:moveTo>
                  <a:lnTo>
                    <a:pt x="1" y="674"/>
                  </a:lnTo>
                  <a:lnTo>
                    <a:pt x="250" y="674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8" name="Google Shape;5948;p45">
              <a:extLst>
                <a:ext uri="{FF2B5EF4-FFF2-40B4-BE49-F238E27FC236}">
                  <a16:creationId xmlns:a16="http://schemas.microsoft.com/office/drawing/2014/main" id="{3566F325-E690-D787-095F-572A07AA8B51}"/>
                </a:ext>
              </a:extLst>
            </p:cNvPr>
            <p:cNvSpPr/>
            <p:nvPr/>
          </p:nvSpPr>
          <p:spPr>
            <a:xfrm>
              <a:off x="5092086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" y="1"/>
                  </a:moveTo>
                  <a:lnTo>
                    <a:pt x="31" y="55"/>
                  </a:lnTo>
                  <a:lnTo>
                    <a:pt x="1" y="108"/>
                  </a:lnTo>
                  <a:lnTo>
                    <a:pt x="553" y="499"/>
                  </a:lnTo>
                  <a:lnTo>
                    <a:pt x="617" y="392"/>
                  </a:lnTo>
                  <a:lnTo>
                    <a:pt x="679" y="285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49" name="Google Shape;5949;p45">
              <a:extLst>
                <a:ext uri="{FF2B5EF4-FFF2-40B4-BE49-F238E27FC236}">
                  <a16:creationId xmlns:a16="http://schemas.microsoft.com/office/drawing/2014/main" id="{BC60A1DC-A0A6-32BC-52FF-D5651FF8322D}"/>
                </a:ext>
              </a:extLst>
            </p:cNvPr>
            <p:cNvSpPr/>
            <p:nvPr/>
          </p:nvSpPr>
          <p:spPr>
            <a:xfrm>
              <a:off x="5092086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553" y="1"/>
                  </a:moveTo>
                  <a:lnTo>
                    <a:pt x="1" y="391"/>
                  </a:lnTo>
                  <a:lnTo>
                    <a:pt x="31" y="446"/>
                  </a:lnTo>
                  <a:lnTo>
                    <a:pt x="61" y="499"/>
                  </a:lnTo>
                  <a:lnTo>
                    <a:pt x="679" y="216"/>
                  </a:lnTo>
                  <a:lnTo>
                    <a:pt x="617" y="108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0" name="Google Shape;5950;p45">
              <a:extLst>
                <a:ext uri="{FF2B5EF4-FFF2-40B4-BE49-F238E27FC236}">
                  <a16:creationId xmlns:a16="http://schemas.microsoft.com/office/drawing/2014/main" id="{A9D2718C-DF3E-EC4D-3F6A-CC9285C40398}"/>
                </a:ext>
              </a:extLst>
            </p:cNvPr>
            <p:cNvSpPr/>
            <p:nvPr/>
          </p:nvSpPr>
          <p:spPr>
            <a:xfrm>
              <a:off x="5080840" y="4179119"/>
              <a:ext cx="18254" cy="16436"/>
            </a:xfrm>
            <a:custGeom>
              <a:avLst/>
              <a:gdLst/>
              <a:ahLst/>
              <a:cxnLst/>
              <a:rect l="l" t="t" r="r" b="b"/>
              <a:pathLst>
                <a:path w="211" h="190" extrusionOk="0">
                  <a:moveTo>
                    <a:pt x="107" y="1"/>
                  </a:moveTo>
                  <a:cubicBezTo>
                    <a:pt x="66" y="1"/>
                    <a:pt x="28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5" y="189"/>
                  </a:cubicBezTo>
                  <a:cubicBezTo>
                    <a:pt x="146" y="189"/>
                    <a:pt x="183" y="164"/>
                    <a:pt x="195" y="123"/>
                  </a:cubicBezTo>
                  <a:cubicBezTo>
                    <a:pt x="211" y="74"/>
                    <a:pt x="184" y="20"/>
                    <a:pt x="134" y="5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1" name="Google Shape;5951;p45">
              <a:extLst>
                <a:ext uri="{FF2B5EF4-FFF2-40B4-BE49-F238E27FC236}">
                  <a16:creationId xmlns:a16="http://schemas.microsoft.com/office/drawing/2014/main" id="{1D4F9F19-8EC1-3FEC-9FC1-F61BAE9B2562}"/>
                </a:ext>
              </a:extLst>
            </p:cNvPr>
            <p:cNvSpPr/>
            <p:nvPr/>
          </p:nvSpPr>
          <p:spPr>
            <a:xfrm>
              <a:off x="3955099" y="4038629"/>
              <a:ext cx="297767" cy="297413"/>
            </a:xfrm>
            <a:custGeom>
              <a:avLst/>
              <a:gdLst/>
              <a:ahLst/>
              <a:cxnLst/>
              <a:rect l="l" t="t" r="r" b="b"/>
              <a:pathLst>
                <a:path w="3442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71" y="3438"/>
                    <a:pt x="3441" y="2672"/>
                    <a:pt x="3441" y="1721"/>
                  </a:cubicBezTo>
                  <a:cubicBezTo>
                    <a:pt x="3441" y="771"/>
                    <a:pt x="2671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2" name="Google Shape;5952;p45">
              <a:extLst>
                <a:ext uri="{FF2B5EF4-FFF2-40B4-BE49-F238E27FC236}">
                  <a16:creationId xmlns:a16="http://schemas.microsoft.com/office/drawing/2014/main" id="{548C06A3-DCB5-0132-EB0C-B78994686EC1}"/>
                </a:ext>
              </a:extLst>
            </p:cNvPr>
            <p:cNvSpPr/>
            <p:nvPr/>
          </p:nvSpPr>
          <p:spPr>
            <a:xfrm>
              <a:off x="4006486" y="4100310"/>
              <a:ext cx="194994" cy="174140"/>
            </a:xfrm>
            <a:custGeom>
              <a:avLst/>
              <a:gdLst/>
              <a:ahLst/>
              <a:cxnLst/>
              <a:rect l="l" t="t" r="r" b="b"/>
              <a:pathLst>
                <a:path w="2254" h="2013" extrusionOk="0">
                  <a:moveTo>
                    <a:pt x="1125" y="1"/>
                  </a:moveTo>
                  <a:cubicBezTo>
                    <a:pt x="701" y="1"/>
                    <a:pt x="308" y="272"/>
                    <a:pt x="168" y="698"/>
                  </a:cubicBezTo>
                  <a:cubicBezTo>
                    <a:pt x="0" y="1223"/>
                    <a:pt x="287" y="1793"/>
                    <a:pt x="816" y="1962"/>
                  </a:cubicBezTo>
                  <a:cubicBezTo>
                    <a:pt x="920" y="1996"/>
                    <a:pt x="1025" y="2012"/>
                    <a:pt x="1129" y="2012"/>
                  </a:cubicBezTo>
                  <a:cubicBezTo>
                    <a:pt x="1552" y="2012"/>
                    <a:pt x="1946" y="1743"/>
                    <a:pt x="2084" y="1319"/>
                  </a:cubicBezTo>
                  <a:cubicBezTo>
                    <a:pt x="2253" y="790"/>
                    <a:pt x="1965" y="222"/>
                    <a:pt x="1437" y="50"/>
                  </a:cubicBezTo>
                  <a:cubicBezTo>
                    <a:pt x="1333" y="17"/>
                    <a:pt x="1228" y="1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3" name="Google Shape;5953;p45">
              <a:extLst>
                <a:ext uri="{FF2B5EF4-FFF2-40B4-BE49-F238E27FC236}">
                  <a16:creationId xmlns:a16="http://schemas.microsoft.com/office/drawing/2014/main" id="{4B5A2789-A564-0FC9-7D18-F68E32583BED}"/>
                </a:ext>
              </a:extLst>
            </p:cNvPr>
            <p:cNvSpPr/>
            <p:nvPr/>
          </p:nvSpPr>
          <p:spPr>
            <a:xfrm>
              <a:off x="4011417" y="4104895"/>
              <a:ext cx="185045" cy="165056"/>
            </a:xfrm>
            <a:custGeom>
              <a:avLst/>
              <a:gdLst/>
              <a:ahLst/>
              <a:cxnLst/>
              <a:rect l="l" t="t" r="r" b="b"/>
              <a:pathLst>
                <a:path w="2139" h="1908" extrusionOk="0">
                  <a:moveTo>
                    <a:pt x="1071" y="1"/>
                  </a:moveTo>
                  <a:cubicBezTo>
                    <a:pt x="668" y="1"/>
                    <a:pt x="294" y="256"/>
                    <a:pt x="165" y="660"/>
                  </a:cubicBezTo>
                  <a:cubicBezTo>
                    <a:pt x="0" y="1158"/>
                    <a:pt x="276" y="1699"/>
                    <a:pt x="774" y="1860"/>
                  </a:cubicBezTo>
                  <a:cubicBezTo>
                    <a:pt x="873" y="1892"/>
                    <a:pt x="973" y="1907"/>
                    <a:pt x="1071" y="1907"/>
                  </a:cubicBezTo>
                  <a:cubicBezTo>
                    <a:pt x="1473" y="1907"/>
                    <a:pt x="1844" y="1651"/>
                    <a:pt x="1974" y="1250"/>
                  </a:cubicBezTo>
                  <a:cubicBezTo>
                    <a:pt x="2138" y="748"/>
                    <a:pt x="1862" y="212"/>
                    <a:pt x="1365" y="47"/>
                  </a:cubicBezTo>
                  <a:cubicBezTo>
                    <a:pt x="1267" y="16"/>
                    <a:pt x="1168" y="1"/>
                    <a:pt x="10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4" name="Google Shape;5954;p45">
              <a:extLst>
                <a:ext uri="{FF2B5EF4-FFF2-40B4-BE49-F238E27FC236}">
                  <a16:creationId xmlns:a16="http://schemas.microsoft.com/office/drawing/2014/main" id="{40F12C4D-B49D-D6B7-8483-EFEE2F87855A}"/>
                </a:ext>
              </a:extLst>
            </p:cNvPr>
            <p:cNvSpPr/>
            <p:nvPr/>
          </p:nvSpPr>
          <p:spPr>
            <a:xfrm>
              <a:off x="4034601" y="4125657"/>
              <a:ext cx="138676" cy="123619"/>
            </a:xfrm>
            <a:custGeom>
              <a:avLst/>
              <a:gdLst/>
              <a:ahLst/>
              <a:cxnLst/>
              <a:rect l="l" t="t" r="r" b="b"/>
              <a:pathLst>
                <a:path w="1603" h="1429" extrusionOk="0">
                  <a:moveTo>
                    <a:pt x="800" y="1"/>
                  </a:moveTo>
                  <a:cubicBezTo>
                    <a:pt x="500" y="1"/>
                    <a:pt x="222" y="191"/>
                    <a:pt x="123" y="493"/>
                  </a:cubicBezTo>
                  <a:cubicBezTo>
                    <a:pt x="1" y="868"/>
                    <a:pt x="208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79" y="934"/>
                  </a:cubicBezTo>
                  <a:cubicBezTo>
                    <a:pt x="1603" y="557"/>
                    <a:pt x="1396" y="156"/>
                    <a:pt x="1023" y="37"/>
                  </a:cubicBezTo>
                  <a:cubicBezTo>
                    <a:pt x="949" y="13"/>
                    <a:pt x="874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5" name="Google Shape;5955;p45">
              <a:extLst>
                <a:ext uri="{FF2B5EF4-FFF2-40B4-BE49-F238E27FC236}">
                  <a16:creationId xmlns:a16="http://schemas.microsoft.com/office/drawing/2014/main" id="{E5A14F7C-5BB3-0CB9-D151-54EFEEE6C825}"/>
                </a:ext>
              </a:extLst>
            </p:cNvPr>
            <p:cNvSpPr/>
            <p:nvPr/>
          </p:nvSpPr>
          <p:spPr>
            <a:xfrm>
              <a:off x="4084344" y="4170036"/>
              <a:ext cx="39189" cy="34603"/>
            </a:xfrm>
            <a:custGeom>
              <a:avLst/>
              <a:gdLst/>
              <a:ahLst/>
              <a:cxnLst/>
              <a:rect l="l" t="t" r="r" b="b"/>
              <a:pathLst>
                <a:path w="453" h="400" extrusionOk="0">
                  <a:moveTo>
                    <a:pt x="226" y="0"/>
                  </a:moveTo>
                  <a:cubicBezTo>
                    <a:pt x="142" y="0"/>
                    <a:pt x="63" y="55"/>
                    <a:pt x="35" y="141"/>
                  </a:cubicBezTo>
                  <a:cubicBezTo>
                    <a:pt x="0" y="244"/>
                    <a:pt x="57" y="355"/>
                    <a:pt x="165" y="389"/>
                  </a:cubicBezTo>
                  <a:cubicBezTo>
                    <a:pt x="186" y="396"/>
                    <a:pt x="207" y="400"/>
                    <a:pt x="227" y="400"/>
                  </a:cubicBezTo>
                  <a:cubicBezTo>
                    <a:pt x="311" y="400"/>
                    <a:pt x="391" y="346"/>
                    <a:pt x="418" y="263"/>
                  </a:cubicBezTo>
                  <a:cubicBezTo>
                    <a:pt x="453" y="156"/>
                    <a:pt x="395" y="44"/>
                    <a:pt x="287" y="10"/>
                  </a:cubicBezTo>
                  <a:cubicBezTo>
                    <a:pt x="267" y="4"/>
                    <a:pt x="246" y="0"/>
                    <a:pt x="2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6" name="Google Shape;5956;p45">
              <a:extLst>
                <a:ext uri="{FF2B5EF4-FFF2-40B4-BE49-F238E27FC236}">
                  <a16:creationId xmlns:a16="http://schemas.microsoft.com/office/drawing/2014/main" id="{23E24015-8C72-68B6-2F35-C05D76635AE8}"/>
                </a:ext>
              </a:extLst>
            </p:cNvPr>
            <p:cNvSpPr/>
            <p:nvPr/>
          </p:nvSpPr>
          <p:spPr>
            <a:xfrm>
              <a:off x="4093254" y="4123494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0" y="0"/>
                  </a:moveTo>
                  <a:lnTo>
                    <a:pt x="62" y="674"/>
                  </a:lnTo>
                  <a:lnTo>
                    <a:pt x="184" y="674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7" name="Google Shape;5957;p45">
              <a:extLst>
                <a:ext uri="{FF2B5EF4-FFF2-40B4-BE49-F238E27FC236}">
                  <a16:creationId xmlns:a16="http://schemas.microsoft.com/office/drawing/2014/main" id="{E2696A66-8C4A-95CA-82D8-821A0109173C}"/>
                </a:ext>
              </a:extLst>
            </p:cNvPr>
            <p:cNvSpPr/>
            <p:nvPr/>
          </p:nvSpPr>
          <p:spPr>
            <a:xfrm>
              <a:off x="4043252" y="4145986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123" y="1"/>
                  </a:moveTo>
                  <a:lnTo>
                    <a:pt x="62" y="108"/>
                  </a:lnTo>
                  <a:lnTo>
                    <a:pt x="0" y="216"/>
                  </a:lnTo>
                  <a:lnTo>
                    <a:pt x="613" y="499"/>
                  </a:lnTo>
                  <a:lnTo>
                    <a:pt x="644" y="446"/>
                  </a:lnTo>
                  <a:lnTo>
                    <a:pt x="675" y="391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8" name="Google Shape;5958;p45">
              <a:extLst>
                <a:ext uri="{FF2B5EF4-FFF2-40B4-BE49-F238E27FC236}">
                  <a16:creationId xmlns:a16="http://schemas.microsoft.com/office/drawing/2014/main" id="{E70C2A0F-0899-B47F-C324-5E354F405B9A}"/>
                </a:ext>
              </a:extLst>
            </p:cNvPr>
            <p:cNvSpPr/>
            <p:nvPr/>
          </p:nvSpPr>
          <p:spPr>
            <a:xfrm>
              <a:off x="4043252" y="4185434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613" y="1"/>
                  </a:moveTo>
                  <a:lnTo>
                    <a:pt x="0" y="285"/>
                  </a:lnTo>
                  <a:lnTo>
                    <a:pt x="62" y="392"/>
                  </a:lnTo>
                  <a:lnTo>
                    <a:pt x="123" y="499"/>
                  </a:lnTo>
                  <a:lnTo>
                    <a:pt x="675" y="108"/>
                  </a:lnTo>
                  <a:lnTo>
                    <a:pt x="644" y="55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59" name="Google Shape;5959;p45">
              <a:extLst>
                <a:ext uri="{FF2B5EF4-FFF2-40B4-BE49-F238E27FC236}">
                  <a16:creationId xmlns:a16="http://schemas.microsoft.com/office/drawing/2014/main" id="{9B603DCA-AF0D-60B8-6C5B-9CC64DB3FA2C}"/>
                </a:ext>
              </a:extLst>
            </p:cNvPr>
            <p:cNvSpPr/>
            <p:nvPr/>
          </p:nvSpPr>
          <p:spPr>
            <a:xfrm>
              <a:off x="4093254" y="4193133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62" y="0"/>
                  </a:moveTo>
                  <a:lnTo>
                    <a:pt x="0" y="674"/>
                  </a:lnTo>
                  <a:lnTo>
                    <a:pt x="246" y="674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0" name="Google Shape;5960;p45">
              <a:extLst>
                <a:ext uri="{FF2B5EF4-FFF2-40B4-BE49-F238E27FC236}">
                  <a16:creationId xmlns:a16="http://schemas.microsoft.com/office/drawing/2014/main" id="{2FDA4D15-0032-6788-A148-5CBD4ECBD33D}"/>
                </a:ext>
              </a:extLst>
            </p:cNvPr>
            <p:cNvSpPr/>
            <p:nvPr/>
          </p:nvSpPr>
          <p:spPr>
            <a:xfrm>
              <a:off x="4106231" y="4185434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62" y="1"/>
                  </a:moveTo>
                  <a:lnTo>
                    <a:pt x="31" y="55"/>
                  </a:lnTo>
                  <a:lnTo>
                    <a:pt x="0" y="108"/>
                  </a:lnTo>
                  <a:lnTo>
                    <a:pt x="552" y="499"/>
                  </a:lnTo>
                  <a:lnTo>
                    <a:pt x="614" y="392"/>
                  </a:lnTo>
                  <a:lnTo>
                    <a:pt x="674" y="285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1" name="Google Shape;5961;p45">
              <a:extLst>
                <a:ext uri="{FF2B5EF4-FFF2-40B4-BE49-F238E27FC236}">
                  <a16:creationId xmlns:a16="http://schemas.microsoft.com/office/drawing/2014/main" id="{63225BAE-5BF6-8303-9D80-0CF188AD5FDA}"/>
                </a:ext>
              </a:extLst>
            </p:cNvPr>
            <p:cNvSpPr/>
            <p:nvPr/>
          </p:nvSpPr>
          <p:spPr>
            <a:xfrm>
              <a:off x="4106231" y="4145986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552" y="1"/>
                  </a:moveTo>
                  <a:lnTo>
                    <a:pt x="0" y="391"/>
                  </a:lnTo>
                  <a:lnTo>
                    <a:pt x="31" y="446"/>
                  </a:lnTo>
                  <a:lnTo>
                    <a:pt x="62" y="499"/>
                  </a:lnTo>
                  <a:lnTo>
                    <a:pt x="674" y="216"/>
                  </a:lnTo>
                  <a:lnTo>
                    <a:pt x="614" y="108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2" name="Google Shape;5962;p45">
              <a:extLst>
                <a:ext uri="{FF2B5EF4-FFF2-40B4-BE49-F238E27FC236}">
                  <a16:creationId xmlns:a16="http://schemas.microsoft.com/office/drawing/2014/main" id="{28693661-78BD-E933-2FA7-F927303C961D}"/>
                </a:ext>
              </a:extLst>
            </p:cNvPr>
            <p:cNvSpPr/>
            <p:nvPr/>
          </p:nvSpPr>
          <p:spPr>
            <a:xfrm>
              <a:off x="4094638" y="4179119"/>
              <a:ext cx="18600" cy="16436"/>
            </a:xfrm>
            <a:custGeom>
              <a:avLst/>
              <a:gdLst/>
              <a:ahLst/>
              <a:cxnLst/>
              <a:rect l="l" t="t" r="r" b="b"/>
              <a:pathLst>
                <a:path w="215" h="190" extrusionOk="0">
                  <a:moveTo>
                    <a:pt x="110" y="1"/>
                  </a:moveTo>
                  <a:cubicBezTo>
                    <a:pt x="70" y="1"/>
                    <a:pt x="31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6" y="189"/>
                  </a:cubicBezTo>
                  <a:cubicBezTo>
                    <a:pt x="146" y="189"/>
                    <a:pt x="184" y="164"/>
                    <a:pt x="200" y="123"/>
                  </a:cubicBezTo>
                  <a:cubicBezTo>
                    <a:pt x="214" y="74"/>
                    <a:pt x="188" y="20"/>
                    <a:pt x="138" y="5"/>
                  </a:cubicBezTo>
                  <a:cubicBezTo>
                    <a:pt x="129" y="2"/>
                    <a:pt x="120" y="1"/>
                    <a:pt x="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3" name="Google Shape;5963;p45">
              <a:extLst>
                <a:ext uri="{FF2B5EF4-FFF2-40B4-BE49-F238E27FC236}">
                  <a16:creationId xmlns:a16="http://schemas.microsoft.com/office/drawing/2014/main" id="{FF222AD7-CC3F-2F1F-AE8B-21E18EAF3A4E}"/>
                </a:ext>
              </a:extLst>
            </p:cNvPr>
            <p:cNvSpPr/>
            <p:nvPr/>
          </p:nvSpPr>
          <p:spPr>
            <a:xfrm>
              <a:off x="4519916" y="3646485"/>
              <a:ext cx="375972" cy="226477"/>
            </a:xfrm>
            <a:custGeom>
              <a:avLst/>
              <a:gdLst/>
              <a:ahLst/>
              <a:cxnLst/>
              <a:rect l="l" t="t" r="r" b="b"/>
              <a:pathLst>
                <a:path w="4346" h="2618" extrusionOk="0">
                  <a:moveTo>
                    <a:pt x="1" y="0"/>
                  </a:moveTo>
                  <a:lnTo>
                    <a:pt x="1" y="2617"/>
                  </a:lnTo>
                  <a:lnTo>
                    <a:pt x="4227" y="2617"/>
                  </a:lnTo>
                  <a:lnTo>
                    <a:pt x="4346" y="2131"/>
                  </a:lnTo>
                  <a:lnTo>
                    <a:pt x="2928" y="146"/>
                  </a:lnTo>
                  <a:lnTo>
                    <a:pt x="2905" y="146"/>
                  </a:lnTo>
                  <a:cubicBezTo>
                    <a:pt x="1989" y="62"/>
                    <a:pt x="73" y="4"/>
                    <a:pt x="54" y="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4" name="Google Shape;5964;p45">
              <a:extLst>
                <a:ext uri="{FF2B5EF4-FFF2-40B4-BE49-F238E27FC236}">
                  <a16:creationId xmlns:a16="http://schemas.microsoft.com/office/drawing/2014/main" id="{C4CABA9B-BC28-891E-E1C9-61A73E31EE93}"/>
                </a:ext>
              </a:extLst>
            </p:cNvPr>
            <p:cNvSpPr/>
            <p:nvPr/>
          </p:nvSpPr>
          <p:spPr>
            <a:xfrm>
              <a:off x="4524242" y="3651416"/>
              <a:ext cx="366370" cy="217220"/>
            </a:xfrm>
            <a:custGeom>
              <a:avLst/>
              <a:gdLst/>
              <a:ahLst/>
              <a:cxnLst/>
              <a:rect l="l" t="t" r="r" b="b"/>
              <a:pathLst>
                <a:path w="4235" h="2511" extrusionOk="0">
                  <a:moveTo>
                    <a:pt x="144" y="1"/>
                  </a:moveTo>
                  <a:cubicBezTo>
                    <a:pt x="66" y="1"/>
                    <a:pt x="0" y="64"/>
                    <a:pt x="0" y="146"/>
                  </a:cubicBezTo>
                  <a:lnTo>
                    <a:pt x="0" y="2369"/>
                  </a:lnTo>
                  <a:cubicBezTo>
                    <a:pt x="0" y="2445"/>
                    <a:pt x="66" y="2511"/>
                    <a:pt x="146" y="2511"/>
                  </a:cubicBezTo>
                  <a:lnTo>
                    <a:pt x="4024" y="2511"/>
                  </a:lnTo>
                  <a:cubicBezTo>
                    <a:pt x="4093" y="2511"/>
                    <a:pt x="4151" y="2465"/>
                    <a:pt x="4165" y="2403"/>
                  </a:cubicBezTo>
                  <a:lnTo>
                    <a:pt x="4227" y="2150"/>
                  </a:lnTo>
                  <a:cubicBezTo>
                    <a:pt x="4234" y="2108"/>
                    <a:pt x="4227" y="2067"/>
                    <a:pt x="4204" y="2032"/>
                  </a:cubicBezTo>
                  <a:lnTo>
                    <a:pt x="2890" y="192"/>
                  </a:lnTo>
                  <a:cubicBezTo>
                    <a:pt x="2867" y="158"/>
                    <a:pt x="2828" y="135"/>
                    <a:pt x="2786" y="135"/>
                  </a:cubicBezTo>
                  <a:cubicBezTo>
                    <a:pt x="2671" y="123"/>
                    <a:pt x="2549" y="116"/>
                    <a:pt x="2418" y="104"/>
                  </a:cubicBezTo>
                  <a:cubicBezTo>
                    <a:pt x="2077" y="81"/>
                    <a:pt x="1686" y="62"/>
                    <a:pt x="1314" y="47"/>
                  </a:cubicBezTo>
                  <a:cubicBezTo>
                    <a:pt x="1277" y="43"/>
                    <a:pt x="1234" y="43"/>
                    <a:pt x="1192" y="43"/>
                  </a:cubicBezTo>
                  <a:cubicBezTo>
                    <a:pt x="1058" y="35"/>
                    <a:pt x="927" y="31"/>
                    <a:pt x="801" y="24"/>
                  </a:cubicBezTo>
                  <a:cubicBezTo>
                    <a:pt x="525" y="16"/>
                    <a:pt x="292" y="5"/>
                    <a:pt x="150" y="1"/>
                  </a:cubicBezTo>
                  <a:cubicBezTo>
                    <a:pt x="148" y="1"/>
                    <a:pt x="146" y="1"/>
                    <a:pt x="1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5" name="Google Shape;5965;p45">
              <a:extLst>
                <a:ext uri="{FF2B5EF4-FFF2-40B4-BE49-F238E27FC236}">
                  <a16:creationId xmlns:a16="http://schemas.microsoft.com/office/drawing/2014/main" id="{8B4C26A9-D6E7-F4D2-9652-FF1AF65B81DD}"/>
                </a:ext>
              </a:extLst>
            </p:cNvPr>
            <p:cNvSpPr/>
            <p:nvPr/>
          </p:nvSpPr>
          <p:spPr>
            <a:xfrm>
              <a:off x="4739389" y="3661105"/>
              <a:ext cx="84261" cy="207531"/>
            </a:xfrm>
            <a:custGeom>
              <a:avLst/>
              <a:gdLst/>
              <a:ahLst/>
              <a:cxnLst/>
              <a:rect l="l" t="t" r="r" b="b"/>
              <a:pathLst>
                <a:path w="974" h="2399" extrusionOk="0">
                  <a:moveTo>
                    <a:pt x="0" y="0"/>
                  </a:moveTo>
                  <a:lnTo>
                    <a:pt x="0" y="0"/>
                  </a:lnTo>
                  <a:cubicBezTo>
                    <a:pt x="180" y="226"/>
                    <a:pt x="345" y="2249"/>
                    <a:pt x="345" y="2299"/>
                  </a:cubicBezTo>
                  <a:cubicBezTo>
                    <a:pt x="345" y="2353"/>
                    <a:pt x="230" y="2399"/>
                    <a:pt x="230" y="2399"/>
                  </a:cubicBezTo>
                  <a:lnTo>
                    <a:pt x="974" y="2399"/>
                  </a:lnTo>
                  <a:cubicBezTo>
                    <a:pt x="974" y="2399"/>
                    <a:pt x="877" y="2387"/>
                    <a:pt x="836" y="2318"/>
                  </a:cubicBezTo>
                  <a:cubicBezTo>
                    <a:pt x="790" y="2249"/>
                    <a:pt x="184" y="61"/>
                    <a:pt x="226" y="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6" name="Google Shape;5966;p45">
              <a:extLst>
                <a:ext uri="{FF2B5EF4-FFF2-40B4-BE49-F238E27FC236}">
                  <a16:creationId xmlns:a16="http://schemas.microsoft.com/office/drawing/2014/main" id="{8BE0A136-B6D6-A75A-1B1C-5B1EBAF5CE57}"/>
                </a:ext>
              </a:extLst>
            </p:cNvPr>
            <p:cNvSpPr/>
            <p:nvPr/>
          </p:nvSpPr>
          <p:spPr>
            <a:xfrm>
              <a:off x="4311430" y="3646139"/>
              <a:ext cx="154853" cy="226823"/>
            </a:xfrm>
            <a:custGeom>
              <a:avLst/>
              <a:gdLst/>
              <a:ahLst/>
              <a:cxnLst/>
              <a:rect l="l" t="t" r="r" b="b"/>
              <a:pathLst>
                <a:path w="1790" h="2622" extrusionOk="0">
                  <a:moveTo>
                    <a:pt x="1330" y="0"/>
                  </a:moveTo>
                  <a:cubicBezTo>
                    <a:pt x="1035" y="0"/>
                    <a:pt x="743" y="8"/>
                    <a:pt x="740" y="8"/>
                  </a:cubicBezTo>
                  <a:lnTo>
                    <a:pt x="709" y="8"/>
                  </a:lnTo>
                  <a:lnTo>
                    <a:pt x="694" y="39"/>
                  </a:lnTo>
                  <a:cubicBezTo>
                    <a:pt x="303" y="959"/>
                    <a:pt x="12" y="2549"/>
                    <a:pt x="8" y="2564"/>
                  </a:cubicBezTo>
                  <a:lnTo>
                    <a:pt x="0" y="2621"/>
                  </a:lnTo>
                  <a:lnTo>
                    <a:pt x="1790" y="2621"/>
                  </a:lnTo>
                  <a:lnTo>
                    <a:pt x="1790" y="8"/>
                  </a:lnTo>
                  <a:lnTo>
                    <a:pt x="1740" y="8"/>
                  </a:lnTo>
                  <a:cubicBezTo>
                    <a:pt x="1640" y="0"/>
                    <a:pt x="1502" y="0"/>
                    <a:pt x="1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7" name="Google Shape;5967;p45">
              <a:extLst>
                <a:ext uri="{FF2B5EF4-FFF2-40B4-BE49-F238E27FC236}">
                  <a16:creationId xmlns:a16="http://schemas.microsoft.com/office/drawing/2014/main" id="{430DEFB0-C998-7B39-0E81-5B05BC8B2896}"/>
                </a:ext>
              </a:extLst>
            </p:cNvPr>
            <p:cNvSpPr/>
            <p:nvPr/>
          </p:nvSpPr>
          <p:spPr>
            <a:xfrm>
              <a:off x="4316447" y="3650205"/>
              <a:ext cx="145596" cy="218431"/>
            </a:xfrm>
            <a:custGeom>
              <a:avLst/>
              <a:gdLst/>
              <a:ahLst/>
              <a:cxnLst/>
              <a:rect l="l" t="t" r="r" b="b"/>
              <a:pathLst>
                <a:path w="1683" h="2525" extrusionOk="0">
                  <a:moveTo>
                    <a:pt x="1283" y="1"/>
                  </a:moveTo>
                  <a:cubicBezTo>
                    <a:pt x="1203" y="1"/>
                    <a:pt x="1123" y="2"/>
                    <a:pt x="1049" y="3"/>
                  </a:cubicBezTo>
                  <a:cubicBezTo>
                    <a:pt x="1000" y="3"/>
                    <a:pt x="957" y="3"/>
                    <a:pt x="915" y="7"/>
                  </a:cubicBezTo>
                  <a:cubicBezTo>
                    <a:pt x="777" y="7"/>
                    <a:pt x="682" y="11"/>
                    <a:pt x="682" y="11"/>
                  </a:cubicBezTo>
                  <a:cubicBezTo>
                    <a:pt x="575" y="268"/>
                    <a:pt x="475" y="570"/>
                    <a:pt x="386" y="880"/>
                  </a:cubicBezTo>
                  <a:cubicBezTo>
                    <a:pt x="352" y="1000"/>
                    <a:pt x="322" y="1119"/>
                    <a:pt x="291" y="1234"/>
                  </a:cubicBezTo>
                  <a:cubicBezTo>
                    <a:pt x="110" y="1915"/>
                    <a:pt x="0" y="2525"/>
                    <a:pt x="0" y="2525"/>
                  </a:cubicBezTo>
                  <a:lnTo>
                    <a:pt x="1306" y="2525"/>
                  </a:lnTo>
                  <a:cubicBezTo>
                    <a:pt x="1513" y="2525"/>
                    <a:pt x="1682" y="2356"/>
                    <a:pt x="1682" y="2150"/>
                  </a:cubicBezTo>
                  <a:lnTo>
                    <a:pt x="1682" y="11"/>
                  </a:lnTo>
                  <a:cubicBezTo>
                    <a:pt x="1571" y="4"/>
                    <a:pt x="1427" y="1"/>
                    <a:pt x="12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8" name="Google Shape;5968;p45">
              <a:extLst>
                <a:ext uri="{FF2B5EF4-FFF2-40B4-BE49-F238E27FC236}">
                  <a16:creationId xmlns:a16="http://schemas.microsoft.com/office/drawing/2014/main" id="{1FCC405F-188A-21FE-88F7-B70E3996835F}"/>
                </a:ext>
              </a:extLst>
            </p:cNvPr>
            <p:cNvSpPr/>
            <p:nvPr/>
          </p:nvSpPr>
          <p:spPr>
            <a:xfrm>
              <a:off x="4763525" y="3782304"/>
              <a:ext cx="164888" cy="94639"/>
            </a:xfrm>
            <a:custGeom>
              <a:avLst/>
              <a:gdLst/>
              <a:ahLst/>
              <a:cxnLst/>
              <a:rect l="l" t="t" r="r" b="b"/>
              <a:pathLst>
                <a:path w="1906" h="1094" extrusionOk="0">
                  <a:moveTo>
                    <a:pt x="838" y="0"/>
                  </a:moveTo>
                  <a:cubicBezTo>
                    <a:pt x="668" y="0"/>
                    <a:pt x="512" y="11"/>
                    <a:pt x="434" y="36"/>
                  </a:cubicBezTo>
                  <a:cubicBezTo>
                    <a:pt x="219" y="105"/>
                    <a:pt x="1" y="925"/>
                    <a:pt x="308" y="1093"/>
                  </a:cubicBezTo>
                  <a:lnTo>
                    <a:pt x="1741" y="1093"/>
                  </a:lnTo>
                  <a:cubicBezTo>
                    <a:pt x="1741" y="1093"/>
                    <a:pt x="1905" y="833"/>
                    <a:pt x="1813" y="699"/>
                  </a:cubicBezTo>
                  <a:lnTo>
                    <a:pt x="1661" y="660"/>
                  </a:lnTo>
                  <a:cubicBezTo>
                    <a:pt x="1661" y="660"/>
                    <a:pt x="1599" y="143"/>
                    <a:pt x="1530" y="74"/>
                  </a:cubicBezTo>
                  <a:cubicBezTo>
                    <a:pt x="1486" y="33"/>
                    <a:pt x="1139" y="0"/>
                    <a:pt x="8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69" name="Google Shape;5969;p45">
              <a:extLst>
                <a:ext uri="{FF2B5EF4-FFF2-40B4-BE49-F238E27FC236}">
                  <a16:creationId xmlns:a16="http://schemas.microsoft.com/office/drawing/2014/main" id="{542A3FF0-DA12-29C7-1ECB-EE17B2C7B3CD}"/>
                </a:ext>
              </a:extLst>
            </p:cNvPr>
            <p:cNvSpPr/>
            <p:nvPr/>
          </p:nvSpPr>
          <p:spPr>
            <a:xfrm>
              <a:off x="3746180" y="3834728"/>
              <a:ext cx="526586" cy="38236"/>
            </a:xfrm>
            <a:custGeom>
              <a:avLst/>
              <a:gdLst/>
              <a:ahLst/>
              <a:cxnLst/>
              <a:rect l="l" t="t" r="r" b="b"/>
              <a:pathLst>
                <a:path w="6087" h="442" extrusionOk="0">
                  <a:moveTo>
                    <a:pt x="901" y="0"/>
                  </a:moveTo>
                  <a:cubicBezTo>
                    <a:pt x="519" y="0"/>
                    <a:pt x="271" y="1"/>
                    <a:pt x="246" y="5"/>
                  </a:cubicBezTo>
                  <a:cubicBezTo>
                    <a:pt x="123" y="17"/>
                    <a:pt x="1" y="254"/>
                    <a:pt x="100" y="441"/>
                  </a:cubicBezTo>
                  <a:lnTo>
                    <a:pt x="5975" y="441"/>
                  </a:lnTo>
                  <a:lnTo>
                    <a:pt x="6086" y="20"/>
                  </a:lnTo>
                  <a:cubicBezTo>
                    <a:pt x="6086" y="20"/>
                    <a:pt x="2427" y="0"/>
                    <a:pt x="9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0" name="Google Shape;5970;p45">
              <a:extLst>
                <a:ext uri="{FF2B5EF4-FFF2-40B4-BE49-F238E27FC236}">
                  <a16:creationId xmlns:a16="http://schemas.microsoft.com/office/drawing/2014/main" id="{CC9B962A-2F15-EA2A-1877-C8937C3E5FBD}"/>
                </a:ext>
              </a:extLst>
            </p:cNvPr>
            <p:cNvSpPr/>
            <p:nvPr/>
          </p:nvSpPr>
          <p:spPr>
            <a:xfrm>
              <a:off x="3773777" y="3899783"/>
              <a:ext cx="1153351" cy="5017"/>
            </a:xfrm>
            <a:custGeom>
              <a:avLst/>
              <a:gdLst/>
              <a:ahLst/>
              <a:cxnLst/>
              <a:rect l="l" t="t" r="r" b="b"/>
              <a:pathLst>
                <a:path w="13332" h="58" extrusionOk="0">
                  <a:moveTo>
                    <a:pt x="0" y="0"/>
                  </a:moveTo>
                  <a:lnTo>
                    <a:pt x="0" y="57"/>
                  </a:lnTo>
                  <a:lnTo>
                    <a:pt x="13331" y="57"/>
                  </a:lnTo>
                  <a:lnTo>
                    <a:pt x="133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1" name="Google Shape;5971;p45">
              <a:extLst>
                <a:ext uri="{FF2B5EF4-FFF2-40B4-BE49-F238E27FC236}">
                  <a16:creationId xmlns:a16="http://schemas.microsoft.com/office/drawing/2014/main" id="{31F75A6E-2A31-D1CC-0BD7-9FDC08A6DBFC}"/>
                </a:ext>
              </a:extLst>
            </p:cNvPr>
            <p:cNvSpPr/>
            <p:nvPr/>
          </p:nvSpPr>
          <p:spPr>
            <a:xfrm>
              <a:off x="3794885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8" y="1"/>
                  </a:moveTo>
                  <a:cubicBezTo>
                    <a:pt x="59" y="1"/>
                    <a:pt x="39" y="8"/>
                    <a:pt x="24" y="20"/>
                  </a:cubicBezTo>
                  <a:cubicBezTo>
                    <a:pt x="13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9" y="215"/>
                    <a:pt x="24" y="231"/>
                  </a:cubicBezTo>
                  <a:cubicBezTo>
                    <a:pt x="32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5" y="251"/>
                    <a:pt x="78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7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7" y="35"/>
                    <a:pt x="131" y="20"/>
                  </a:cubicBezTo>
                  <a:cubicBezTo>
                    <a:pt x="124" y="16"/>
                    <a:pt x="116" y="8"/>
                    <a:pt x="108" y="4"/>
                  </a:cubicBezTo>
                  <a:cubicBezTo>
                    <a:pt x="97" y="1"/>
                    <a:pt x="89" y="1"/>
                    <a:pt x="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2" name="Google Shape;5972;p45">
              <a:extLst>
                <a:ext uri="{FF2B5EF4-FFF2-40B4-BE49-F238E27FC236}">
                  <a16:creationId xmlns:a16="http://schemas.microsoft.com/office/drawing/2014/main" id="{DA45ADB7-2872-7955-EE40-D57A8CFEE795}"/>
                </a:ext>
              </a:extLst>
            </p:cNvPr>
            <p:cNvSpPr/>
            <p:nvPr/>
          </p:nvSpPr>
          <p:spPr>
            <a:xfrm>
              <a:off x="3902675" y="3860594"/>
              <a:ext cx="12976" cy="21800"/>
            </a:xfrm>
            <a:custGeom>
              <a:avLst/>
              <a:gdLst/>
              <a:ahLst/>
              <a:cxnLst/>
              <a:rect l="l" t="t" r="r" b="b"/>
              <a:pathLst>
                <a:path w="150" h="252" extrusionOk="0">
                  <a:moveTo>
                    <a:pt x="77" y="1"/>
                  </a:moveTo>
                  <a:cubicBezTo>
                    <a:pt x="58" y="1"/>
                    <a:pt x="35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2" y="249"/>
                    <a:pt x="59" y="252"/>
                    <a:pt x="67" y="252"/>
                  </a:cubicBezTo>
                  <a:cubicBezTo>
                    <a:pt x="70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3" y="215"/>
                    <a:pt x="150" y="196"/>
                    <a:pt x="150" y="177"/>
                  </a:cubicBezTo>
                  <a:lnTo>
                    <a:pt x="150" y="73"/>
                  </a:lnTo>
                  <a:cubicBezTo>
                    <a:pt x="150" y="54"/>
                    <a:pt x="143" y="35"/>
                    <a:pt x="131" y="20"/>
                  </a:cubicBezTo>
                  <a:cubicBezTo>
                    <a:pt x="123" y="16"/>
                    <a:pt x="116" y="8"/>
                    <a:pt x="104" y="4"/>
                  </a:cubicBezTo>
                  <a:cubicBezTo>
                    <a:pt x="97" y="1"/>
                    <a:pt x="85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3" name="Google Shape;5973;p45">
              <a:extLst>
                <a:ext uri="{FF2B5EF4-FFF2-40B4-BE49-F238E27FC236}">
                  <a16:creationId xmlns:a16="http://schemas.microsoft.com/office/drawing/2014/main" id="{99FC4A15-5284-5220-9CCC-6E331557B0DE}"/>
                </a:ext>
              </a:extLst>
            </p:cNvPr>
            <p:cNvSpPr/>
            <p:nvPr/>
          </p:nvSpPr>
          <p:spPr>
            <a:xfrm>
              <a:off x="4024999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5" y="8"/>
                    <a:pt x="23" y="20"/>
                  </a:cubicBezTo>
                  <a:cubicBezTo>
                    <a:pt x="8" y="35"/>
                    <a:pt x="0" y="54"/>
                    <a:pt x="0" y="73"/>
                  </a:cubicBezTo>
                  <a:lnTo>
                    <a:pt x="0" y="177"/>
                  </a:lnTo>
                  <a:cubicBezTo>
                    <a:pt x="0" y="196"/>
                    <a:pt x="8" y="215"/>
                    <a:pt x="23" y="231"/>
                  </a:cubicBezTo>
                  <a:cubicBezTo>
                    <a:pt x="31" y="238"/>
                    <a:pt x="39" y="242"/>
                    <a:pt x="46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5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5" y="8"/>
                    <a:pt x="104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4" name="Google Shape;5974;p45">
              <a:extLst>
                <a:ext uri="{FF2B5EF4-FFF2-40B4-BE49-F238E27FC236}">
                  <a16:creationId xmlns:a16="http://schemas.microsoft.com/office/drawing/2014/main" id="{58DA8F27-BA47-F84F-BB18-A5B23FA15AC0}"/>
                </a:ext>
              </a:extLst>
            </p:cNvPr>
            <p:cNvSpPr/>
            <p:nvPr/>
          </p:nvSpPr>
          <p:spPr>
            <a:xfrm>
              <a:off x="4117823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8" y="8"/>
                    <a:pt x="24" y="20"/>
                  </a:cubicBezTo>
                  <a:cubicBezTo>
                    <a:pt x="12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12" y="215"/>
                    <a:pt x="24" y="231"/>
                  </a:cubicBezTo>
                  <a:cubicBezTo>
                    <a:pt x="31" y="238"/>
                    <a:pt x="38" y="242"/>
                    <a:pt x="50" y="246"/>
                  </a:cubicBezTo>
                  <a:cubicBezTo>
                    <a:pt x="56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9" y="246"/>
                    <a:pt x="130" y="231"/>
                  </a:cubicBezTo>
                  <a:cubicBezTo>
                    <a:pt x="146" y="215"/>
                    <a:pt x="153" y="196"/>
                    <a:pt x="153" y="177"/>
                  </a:cubicBezTo>
                  <a:lnTo>
                    <a:pt x="153" y="73"/>
                  </a:lnTo>
                  <a:cubicBezTo>
                    <a:pt x="153" y="54"/>
                    <a:pt x="146" y="35"/>
                    <a:pt x="130" y="20"/>
                  </a:cubicBezTo>
                  <a:cubicBezTo>
                    <a:pt x="123" y="16"/>
                    <a:pt x="116" y="8"/>
                    <a:pt x="107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75" name="Google Shape;5975;p45">
              <a:extLst>
                <a:ext uri="{FF2B5EF4-FFF2-40B4-BE49-F238E27FC236}">
                  <a16:creationId xmlns:a16="http://schemas.microsoft.com/office/drawing/2014/main" id="{7866C9E6-3F94-BC7A-27F3-718C90D0F260}"/>
                </a:ext>
              </a:extLst>
            </p:cNvPr>
            <p:cNvSpPr/>
            <p:nvPr/>
          </p:nvSpPr>
          <p:spPr>
            <a:xfrm>
              <a:off x="4225526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7" y="1"/>
                  </a:moveTo>
                  <a:cubicBezTo>
                    <a:pt x="58" y="1"/>
                    <a:pt x="39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6" y="8"/>
                    <a:pt x="108" y="4"/>
                  </a:cubicBezTo>
                  <a:cubicBezTo>
                    <a:pt x="97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6F10427-6EAD-4275-94F6-DE54E888DCD6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6C44902-E65C-3E2B-455E-969D208B3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20CA32A-0253-C998-8E96-223CAC799BB7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12</a:t>
              </a:r>
            </a:p>
          </p:txBody>
        </p:sp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CD5D8CD0-2712-C8E6-FEDE-959AF5304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67774"/>
            <a:ext cx="7704000" cy="477600"/>
          </a:xfrm>
        </p:spPr>
        <p:txBody>
          <a:bodyPr/>
          <a:lstStyle/>
          <a:p>
            <a:r>
              <a:rPr lang="en-US" dirty="0" err="1"/>
              <a:t>Dettagli</a:t>
            </a:r>
            <a:r>
              <a:rPr lang="en-US" dirty="0"/>
              <a:t> del Training</a:t>
            </a:r>
          </a:p>
        </p:txBody>
      </p:sp>
      <p:graphicFrame>
        <p:nvGraphicFramePr>
          <p:cNvPr id="25" name="Google Shape;4888;p39">
            <a:extLst>
              <a:ext uri="{FF2B5EF4-FFF2-40B4-BE49-F238E27FC236}">
                <a16:creationId xmlns:a16="http://schemas.microsoft.com/office/drawing/2014/main" id="{841E2A7B-D60C-E486-A8F2-0EB52B08BDBD}"/>
              </a:ext>
            </a:extLst>
          </p:cNvPr>
          <p:cNvGraphicFramePr/>
          <p:nvPr/>
        </p:nvGraphicFramePr>
        <p:xfrm>
          <a:off x="353899" y="1304245"/>
          <a:ext cx="8512415" cy="2194380"/>
        </p:xfrm>
        <a:graphic>
          <a:graphicData uri="http://schemas.openxmlformats.org/drawingml/2006/table">
            <a:tbl>
              <a:tblPr>
                <a:noFill/>
                <a:tableStyleId>{8E55BC96-9954-4E57-862E-3481F0B1CFB0}</a:tableStyleId>
              </a:tblPr>
              <a:tblGrid>
                <a:gridCol w="174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0138">
                  <a:extLst>
                    <a:ext uri="{9D8B030D-6E8A-4147-A177-3AD203B41FA5}">
                      <a16:colId xmlns:a16="http://schemas.microsoft.com/office/drawing/2014/main" val="3026022363"/>
                    </a:ext>
                  </a:extLst>
                </a:gridCol>
                <a:gridCol w="2293507">
                  <a:extLst>
                    <a:ext uri="{9D8B030D-6E8A-4147-A177-3AD203B41FA5}">
                      <a16:colId xmlns:a16="http://schemas.microsoft.com/office/drawing/2014/main" val="2587877065"/>
                    </a:ext>
                  </a:extLst>
                </a:gridCol>
                <a:gridCol w="1274871">
                  <a:extLst>
                    <a:ext uri="{9D8B030D-6E8A-4147-A177-3AD203B41FA5}">
                      <a16:colId xmlns:a16="http://schemas.microsoft.com/office/drawing/2014/main" val="3340833553"/>
                    </a:ext>
                  </a:extLst>
                </a:gridCol>
              </a:tblGrid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Modello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Agumentation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Class Weights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Inizializzazione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Epoche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U-Net Scratch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U-Net Coarse-&gt; 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Solo in fase 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Solo in fase coarse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-&gt; Transfer Interno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 + 30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Scratch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Coarse-&gt;Fine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Solo in fase fine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Solo in fase coarse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-&gt; Transfer Interno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 + 30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52893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Pretrained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ImageNet (backbone)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700335"/>
                  </a:ext>
                </a:extLst>
              </a:tr>
            </a:tbl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2137E7EF-FB95-88CC-FC27-2668DF0D6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96" y="1721868"/>
            <a:ext cx="250899" cy="25089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71675DC-F264-9AB3-0B01-7E3CE6056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339" y="2072295"/>
            <a:ext cx="250899" cy="25089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4E396B1-2E04-2D2C-FF87-CA3E9C963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444" y="2820307"/>
            <a:ext cx="250899" cy="25089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D2AE4C3-AB93-ADAC-6295-E6C1ED45F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97" y="2484797"/>
            <a:ext cx="250899" cy="25089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763FCDF-E4E8-5EF6-54E0-DA7B26BE3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95" y="3179352"/>
            <a:ext cx="250899" cy="25089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0EBEF09-6388-4D73-0C9B-7257506C4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968" y="2100478"/>
            <a:ext cx="250899" cy="2508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59A8ABA-30F3-28B8-0C53-02AB76282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968" y="2834530"/>
            <a:ext cx="250899" cy="25089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6FC9761-25C8-A7E3-36AA-CDD5E667B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7499" y="1725879"/>
            <a:ext cx="246888" cy="2468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5C2EB29-2C91-EE69-C989-3767DADD0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7499" y="2448306"/>
            <a:ext cx="246888" cy="2468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A0B86A4-0F96-EAE9-FA3A-FE6326C78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179352"/>
            <a:ext cx="246888" cy="246888"/>
          </a:xfrm>
          <a:prstGeom prst="rect">
            <a:avLst/>
          </a:prstGeom>
        </p:spPr>
      </p:pic>
      <p:sp>
        <p:nvSpPr>
          <p:cNvPr id="3" name="CasellaDiTesto 13">
            <a:extLst>
              <a:ext uri="{FF2B5EF4-FFF2-40B4-BE49-F238E27FC236}">
                <a16:creationId xmlns:a16="http://schemas.microsoft.com/office/drawing/2014/main" id="{40528AED-9DD4-04F5-701D-D331B26EFE8F}"/>
              </a:ext>
            </a:extLst>
          </p:cNvPr>
          <p:cNvSpPr txBox="1"/>
          <p:nvPr/>
        </p:nvSpPr>
        <p:spPr>
          <a:xfrm>
            <a:off x="582475" y="3651006"/>
            <a:ext cx="7485274" cy="81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it-IT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Optimizer</a:t>
            </a: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Adam | Scheduler: ReduceLROnPlateau (monitora val mIoU)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Gradient Accumulation ×8 (U-Net) → batch effettivo = 16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it-IT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Best model</a:t>
            </a: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salvato al massimo val mIoU, valutato ogni epoca su 100 immagini</a:t>
            </a:r>
          </a:p>
          <a:p>
            <a:pPr>
              <a:lnSpc>
                <a:spcPts val="1350"/>
              </a:lnSpc>
            </a:pPr>
            <a:r>
              <a:rPr lang="it-IT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it-IT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Pretrained</a:t>
            </a: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LR differenziato — backbone 1e-5 | classifier 1e-4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C20BFD-716F-4E39-5E8C-9BDEDB8640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23337" y="3713827"/>
            <a:ext cx="118276" cy="1182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60E167-3406-0523-C46F-9F00AB2DB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23337" y="3894924"/>
            <a:ext cx="118276" cy="118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9960FF-202C-CD3C-D10E-0CBEEEF6D9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23337" y="4076021"/>
            <a:ext cx="118276" cy="118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36804D-B073-BC51-0412-33B39D2A5F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23337" y="4270003"/>
            <a:ext cx="118276" cy="11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067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2" name="Google Shape;5982;p46"/>
          <p:cNvSpPr txBox="1">
            <a:spLocks noGrp="1"/>
          </p:cNvSpPr>
          <p:nvPr>
            <p:ph type="title"/>
          </p:nvPr>
        </p:nvSpPr>
        <p:spPr>
          <a:xfrm>
            <a:off x="720000" y="188735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/>
              <a:t>Setup HPC</a:t>
            </a:r>
          </a:p>
        </p:txBody>
      </p:sp>
      <p:sp>
        <p:nvSpPr>
          <p:cNvPr id="5983" name="Google Shape;5983;p46"/>
          <p:cNvSpPr txBox="1">
            <a:spLocks noGrp="1"/>
          </p:cNvSpPr>
          <p:nvPr>
            <p:ph type="subTitle" idx="1"/>
          </p:nvPr>
        </p:nvSpPr>
        <p:spPr>
          <a:xfrm>
            <a:off x="720000" y="1017391"/>
            <a:ext cx="4176556" cy="10845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dirty="0"/>
              <a:t> HPC Università di Parma</a:t>
            </a:r>
          </a:p>
          <a:p>
            <a:pPr algn="l"/>
            <a:r>
              <a:rPr lang="en-US" dirty="0"/>
              <a:t> GPU: NVIDIA Tesla P100-PCIE-12GB per job</a:t>
            </a:r>
          </a:p>
          <a:p>
            <a:pPr algn="l"/>
            <a:r>
              <a:rPr lang="en-US" dirty="0"/>
              <a:t> 8 CPU, 32–64 GB RAM</a:t>
            </a:r>
          </a:p>
          <a:p>
            <a:pPr algn="l"/>
            <a:r>
              <a:rPr lang="en-US" dirty="0"/>
              <a:t> Scheduler: SLURM</a:t>
            </a:r>
          </a:p>
        </p:txBody>
      </p:sp>
      <p:sp>
        <p:nvSpPr>
          <p:cNvPr id="5985" name="Google Shape;5985;p46"/>
          <p:cNvSpPr txBox="1">
            <a:spLocks noGrp="1"/>
          </p:cNvSpPr>
          <p:nvPr>
            <p:ph type="subTitle" idx="2"/>
          </p:nvPr>
        </p:nvSpPr>
        <p:spPr>
          <a:xfrm>
            <a:off x="4763200" y="1130538"/>
            <a:ext cx="3995844" cy="7970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/>
              <a:t> Python 3.9, 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torchvision</a:t>
            </a:r>
            <a:endParaRPr lang="en-US" dirty="0"/>
          </a:p>
          <a:p>
            <a:pPr algn="l"/>
            <a:r>
              <a:rPr lang="en-US" dirty="0"/>
              <a:t> 7 job in </a:t>
            </a:r>
            <a:r>
              <a:rPr lang="en-US" dirty="0" err="1"/>
              <a:t>parallelo</a:t>
            </a:r>
            <a:r>
              <a:rPr lang="en-US" dirty="0"/>
              <a:t> con </a:t>
            </a:r>
            <a:r>
              <a:rPr lang="en-US" dirty="0" err="1"/>
              <a:t>dipendenze</a:t>
            </a:r>
            <a:r>
              <a:rPr lang="en-US" dirty="0"/>
              <a:t> </a:t>
            </a:r>
            <a:r>
              <a:rPr lang="en-US" dirty="0" err="1"/>
              <a:t>automatiche</a:t>
            </a:r>
            <a:endParaRPr lang="en-US" dirty="0"/>
          </a:p>
          <a:p>
            <a:pPr algn="l"/>
            <a:r>
              <a:rPr lang="en-US" dirty="0"/>
              <a:t> Validation ogni </a:t>
            </a:r>
            <a:r>
              <a:rPr lang="en-US" dirty="0" err="1"/>
              <a:t>epoca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100 </a:t>
            </a:r>
            <a:r>
              <a:rPr lang="en-US" dirty="0" err="1"/>
              <a:t>immagini</a:t>
            </a:r>
            <a:endParaRPr lang="en-US" dirty="0"/>
          </a:p>
        </p:txBody>
      </p:sp>
      <p:sp>
        <p:nvSpPr>
          <p:cNvPr id="5989" name="Google Shape;5989;p46"/>
          <p:cNvSpPr txBox="1">
            <a:spLocks noGrp="1"/>
          </p:cNvSpPr>
          <p:nvPr>
            <p:ph type="title" idx="4294967295"/>
          </p:nvPr>
        </p:nvSpPr>
        <p:spPr>
          <a:xfrm>
            <a:off x="840573" y="596848"/>
            <a:ext cx="12219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chemeClr val="lt1"/>
                </a:solidFill>
              </a:rPr>
              <a:t>Hardware</a:t>
            </a:r>
            <a:endParaRPr lang="it-IT" sz="1800" noProof="0" dirty="0">
              <a:solidFill>
                <a:schemeClr val="lt1"/>
              </a:solidFill>
            </a:endParaRPr>
          </a:p>
        </p:txBody>
      </p:sp>
      <p:sp>
        <p:nvSpPr>
          <p:cNvPr id="5991" name="Google Shape;5991;p46"/>
          <p:cNvSpPr txBox="1">
            <a:spLocks noGrp="1"/>
          </p:cNvSpPr>
          <p:nvPr>
            <p:ph type="title" idx="4294967295"/>
          </p:nvPr>
        </p:nvSpPr>
        <p:spPr>
          <a:xfrm>
            <a:off x="4890859" y="596848"/>
            <a:ext cx="1221900" cy="5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noProof="0" dirty="0">
                <a:solidFill>
                  <a:schemeClr val="lt1"/>
                </a:solidFill>
              </a:rPr>
              <a:t>Software</a:t>
            </a:r>
          </a:p>
        </p:txBody>
      </p:sp>
      <p:grpSp>
        <p:nvGrpSpPr>
          <p:cNvPr id="5992" name="Google Shape;5992;p46"/>
          <p:cNvGrpSpPr/>
          <p:nvPr/>
        </p:nvGrpSpPr>
        <p:grpSpPr>
          <a:xfrm flipH="1">
            <a:off x="5488559" y="4634272"/>
            <a:ext cx="1509409" cy="510691"/>
            <a:chOff x="3718076" y="2750379"/>
            <a:chExt cx="1509409" cy="510691"/>
          </a:xfrm>
        </p:grpSpPr>
        <p:sp>
          <p:nvSpPr>
            <p:cNvPr id="5993" name="Google Shape;5993;p46"/>
            <p:cNvSpPr/>
            <p:nvPr/>
          </p:nvSpPr>
          <p:spPr>
            <a:xfrm>
              <a:off x="3836161" y="2849464"/>
              <a:ext cx="53723" cy="35901"/>
            </a:xfrm>
            <a:custGeom>
              <a:avLst/>
              <a:gdLst/>
              <a:ahLst/>
              <a:cxnLst/>
              <a:rect l="l" t="t" r="r" b="b"/>
              <a:pathLst>
                <a:path w="621" h="415" extrusionOk="0">
                  <a:moveTo>
                    <a:pt x="524" y="1"/>
                  </a:moveTo>
                  <a:lnTo>
                    <a:pt x="0" y="17"/>
                  </a:lnTo>
                  <a:cubicBezTo>
                    <a:pt x="30" y="151"/>
                    <a:pt x="234" y="415"/>
                    <a:pt x="234" y="415"/>
                  </a:cubicBezTo>
                  <a:lnTo>
                    <a:pt x="621" y="181"/>
                  </a:lnTo>
                  <a:lnTo>
                    <a:pt x="5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94" name="Google Shape;5994;p46"/>
            <p:cNvSpPr/>
            <p:nvPr/>
          </p:nvSpPr>
          <p:spPr>
            <a:xfrm>
              <a:off x="3790398" y="2792368"/>
              <a:ext cx="111079" cy="63150"/>
            </a:xfrm>
            <a:custGeom>
              <a:avLst/>
              <a:gdLst/>
              <a:ahLst/>
              <a:cxnLst/>
              <a:rect l="l" t="t" r="r" b="b"/>
              <a:pathLst>
                <a:path w="1284" h="730" extrusionOk="0">
                  <a:moveTo>
                    <a:pt x="138" y="1"/>
                  </a:moveTo>
                  <a:cubicBezTo>
                    <a:pt x="110" y="1"/>
                    <a:pt x="90" y="6"/>
                    <a:pt x="80" y="17"/>
                  </a:cubicBezTo>
                  <a:cubicBezTo>
                    <a:pt x="0" y="113"/>
                    <a:pt x="261" y="654"/>
                    <a:pt x="349" y="700"/>
                  </a:cubicBezTo>
                  <a:cubicBezTo>
                    <a:pt x="391" y="723"/>
                    <a:pt x="588" y="730"/>
                    <a:pt x="780" y="730"/>
                  </a:cubicBezTo>
                  <a:cubicBezTo>
                    <a:pt x="986" y="730"/>
                    <a:pt x="1188" y="723"/>
                    <a:pt x="1188" y="723"/>
                  </a:cubicBezTo>
                  <a:cubicBezTo>
                    <a:pt x="1272" y="723"/>
                    <a:pt x="1283" y="611"/>
                    <a:pt x="1207" y="500"/>
                  </a:cubicBezTo>
                  <a:cubicBezTo>
                    <a:pt x="1088" y="320"/>
                    <a:pt x="359" y="1"/>
                    <a:pt x="1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95" name="Google Shape;5995;p46"/>
            <p:cNvSpPr/>
            <p:nvPr/>
          </p:nvSpPr>
          <p:spPr>
            <a:xfrm>
              <a:off x="3824828" y="2839516"/>
              <a:ext cx="62028" cy="4066"/>
            </a:xfrm>
            <a:custGeom>
              <a:avLst/>
              <a:gdLst/>
              <a:ahLst/>
              <a:cxnLst/>
              <a:rect l="l" t="t" r="r" b="b"/>
              <a:pathLst>
                <a:path w="717" h="47" extrusionOk="0">
                  <a:moveTo>
                    <a:pt x="4" y="1"/>
                  </a:moveTo>
                  <a:lnTo>
                    <a:pt x="0" y="17"/>
                  </a:lnTo>
                  <a:cubicBezTo>
                    <a:pt x="230" y="43"/>
                    <a:pt x="494" y="47"/>
                    <a:pt x="629" y="47"/>
                  </a:cubicBezTo>
                  <a:lnTo>
                    <a:pt x="717" y="47"/>
                  </a:lnTo>
                  <a:lnTo>
                    <a:pt x="717" y="32"/>
                  </a:lnTo>
                  <a:lnTo>
                    <a:pt x="629" y="32"/>
                  </a:lnTo>
                  <a:cubicBezTo>
                    <a:pt x="494" y="32"/>
                    <a:pt x="234" y="28"/>
                    <a:pt x="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96" name="Google Shape;5996;p46"/>
            <p:cNvSpPr/>
            <p:nvPr/>
          </p:nvSpPr>
          <p:spPr>
            <a:xfrm>
              <a:off x="3718076" y="2750379"/>
              <a:ext cx="1498094" cy="460479"/>
            </a:xfrm>
            <a:custGeom>
              <a:avLst/>
              <a:gdLst/>
              <a:ahLst/>
              <a:cxnLst/>
              <a:rect l="l" t="t" r="r" b="b"/>
              <a:pathLst>
                <a:path w="17317" h="5323" extrusionOk="0">
                  <a:moveTo>
                    <a:pt x="7276" y="0"/>
                  </a:moveTo>
                  <a:cubicBezTo>
                    <a:pt x="4489" y="0"/>
                    <a:pt x="3004" y="660"/>
                    <a:pt x="2368" y="878"/>
                  </a:cubicBezTo>
                  <a:cubicBezTo>
                    <a:pt x="1645" y="1131"/>
                    <a:pt x="1062" y="2215"/>
                    <a:pt x="1062" y="2215"/>
                  </a:cubicBezTo>
                  <a:cubicBezTo>
                    <a:pt x="594" y="2238"/>
                    <a:pt x="368" y="3947"/>
                    <a:pt x="368" y="3947"/>
                  </a:cubicBezTo>
                  <a:cubicBezTo>
                    <a:pt x="367" y="3946"/>
                    <a:pt x="365" y="3946"/>
                    <a:pt x="364" y="3946"/>
                  </a:cubicBezTo>
                  <a:cubicBezTo>
                    <a:pt x="0" y="3946"/>
                    <a:pt x="13" y="4875"/>
                    <a:pt x="311" y="4897"/>
                  </a:cubicBezTo>
                  <a:lnTo>
                    <a:pt x="1108" y="5322"/>
                  </a:lnTo>
                  <a:lnTo>
                    <a:pt x="16884" y="5322"/>
                  </a:lnTo>
                  <a:cubicBezTo>
                    <a:pt x="17122" y="5322"/>
                    <a:pt x="17316" y="5127"/>
                    <a:pt x="17316" y="4886"/>
                  </a:cubicBezTo>
                  <a:lnTo>
                    <a:pt x="17316" y="4265"/>
                  </a:lnTo>
                  <a:cubicBezTo>
                    <a:pt x="17305" y="3974"/>
                    <a:pt x="17252" y="3721"/>
                    <a:pt x="17167" y="3506"/>
                  </a:cubicBezTo>
                  <a:cubicBezTo>
                    <a:pt x="16715" y="2310"/>
                    <a:pt x="15413" y="2215"/>
                    <a:pt x="15413" y="2215"/>
                  </a:cubicBezTo>
                  <a:lnTo>
                    <a:pt x="12171" y="1905"/>
                  </a:lnTo>
                  <a:cubicBezTo>
                    <a:pt x="11117" y="1219"/>
                    <a:pt x="9867" y="375"/>
                    <a:pt x="8898" y="112"/>
                  </a:cubicBezTo>
                  <a:cubicBezTo>
                    <a:pt x="8791" y="80"/>
                    <a:pt x="8687" y="57"/>
                    <a:pt x="8588" y="46"/>
                  </a:cubicBezTo>
                  <a:cubicBezTo>
                    <a:pt x="8122" y="14"/>
                    <a:pt x="7685" y="0"/>
                    <a:pt x="7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97" name="Google Shape;5997;p46"/>
            <p:cNvSpPr/>
            <p:nvPr/>
          </p:nvSpPr>
          <p:spPr>
            <a:xfrm>
              <a:off x="5007924" y="2986753"/>
              <a:ext cx="159870" cy="65746"/>
            </a:xfrm>
            <a:custGeom>
              <a:avLst/>
              <a:gdLst/>
              <a:ahLst/>
              <a:cxnLst/>
              <a:rect l="l" t="t" r="r" b="b"/>
              <a:pathLst>
                <a:path w="1848" h="760" extrusionOk="0">
                  <a:moveTo>
                    <a:pt x="487" y="0"/>
                  </a:moveTo>
                  <a:cubicBezTo>
                    <a:pt x="307" y="0"/>
                    <a:pt x="81" y="0"/>
                    <a:pt x="43" y="20"/>
                  </a:cubicBezTo>
                  <a:cubicBezTo>
                    <a:pt x="31" y="23"/>
                    <a:pt x="1" y="43"/>
                    <a:pt x="8" y="92"/>
                  </a:cubicBezTo>
                  <a:cubicBezTo>
                    <a:pt x="31" y="196"/>
                    <a:pt x="399" y="736"/>
                    <a:pt x="533" y="740"/>
                  </a:cubicBezTo>
                  <a:cubicBezTo>
                    <a:pt x="618" y="744"/>
                    <a:pt x="1112" y="759"/>
                    <a:pt x="1453" y="759"/>
                  </a:cubicBezTo>
                  <a:cubicBezTo>
                    <a:pt x="1809" y="759"/>
                    <a:pt x="1821" y="744"/>
                    <a:pt x="1836" y="717"/>
                  </a:cubicBezTo>
                  <a:cubicBezTo>
                    <a:pt x="1847" y="698"/>
                    <a:pt x="1844" y="671"/>
                    <a:pt x="1840" y="656"/>
                  </a:cubicBezTo>
                  <a:cubicBezTo>
                    <a:pt x="1813" y="533"/>
                    <a:pt x="1602" y="170"/>
                    <a:pt x="1445" y="69"/>
                  </a:cubicBezTo>
                  <a:cubicBezTo>
                    <a:pt x="1334" y="0"/>
                    <a:pt x="629" y="0"/>
                    <a:pt x="4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98" name="Google Shape;5998;p46"/>
            <p:cNvSpPr/>
            <p:nvPr/>
          </p:nvSpPr>
          <p:spPr>
            <a:xfrm>
              <a:off x="5007578" y="2990646"/>
              <a:ext cx="158227" cy="57874"/>
            </a:xfrm>
            <a:custGeom>
              <a:avLst/>
              <a:gdLst/>
              <a:ahLst/>
              <a:cxnLst/>
              <a:rect l="l" t="t" r="r" b="b"/>
              <a:pathLst>
                <a:path w="1829" h="669" extrusionOk="0">
                  <a:moveTo>
                    <a:pt x="484" y="1"/>
                  </a:moveTo>
                  <a:cubicBezTo>
                    <a:pt x="265" y="1"/>
                    <a:pt x="88" y="7"/>
                    <a:pt x="65" y="17"/>
                  </a:cubicBezTo>
                  <a:cubicBezTo>
                    <a:pt x="1" y="44"/>
                    <a:pt x="438" y="645"/>
                    <a:pt x="537" y="649"/>
                  </a:cubicBezTo>
                  <a:cubicBezTo>
                    <a:pt x="602" y="652"/>
                    <a:pt x="1101" y="669"/>
                    <a:pt x="1453" y="669"/>
                  </a:cubicBezTo>
                  <a:cubicBezTo>
                    <a:pt x="1644" y="669"/>
                    <a:pt x="1791" y="664"/>
                    <a:pt x="1802" y="649"/>
                  </a:cubicBezTo>
                  <a:cubicBezTo>
                    <a:pt x="1828" y="603"/>
                    <a:pt x="1591" y="170"/>
                    <a:pt x="1422" y="67"/>
                  </a:cubicBezTo>
                  <a:cubicBezTo>
                    <a:pt x="1347" y="19"/>
                    <a:pt x="855" y="1"/>
                    <a:pt x="4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999" name="Google Shape;5999;p46"/>
            <p:cNvSpPr/>
            <p:nvPr/>
          </p:nvSpPr>
          <p:spPr>
            <a:xfrm>
              <a:off x="5035780" y="3017291"/>
              <a:ext cx="54761" cy="24395"/>
            </a:xfrm>
            <a:custGeom>
              <a:avLst/>
              <a:gdLst/>
              <a:ahLst/>
              <a:cxnLst/>
              <a:rect l="l" t="t" r="r" b="b"/>
              <a:pathLst>
                <a:path w="633" h="282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84" y="261"/>
                    <a:pt x="230" y="276"/>
                  </a:cubicBezTo>
                  <a:cubicBezTo>
                    <a:pt x="246" y="280"/>
                    <a:pt x="296" y="281"/>
                    <a:pt x="355" y="281"/>
                  </a:cubicBezTo>
                  <a:cubicBezTo>
                    <a:pt x="474" y="281"/>
                    <a:pt x="632" y="276"/>
                    <a:pt x="632" y="276"/>
                  </a:cubicBezTo>
                  <a:cubicBezTo>
                    <a:pt x="632" y="276"/>
                    <a:pt x="483" y="54"/>
                    <a:pt x="437" y="27"/>
                  </a:cubicBezTo>
                  <a:cubicBezTo>
                    <a:pt x="39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00" name="Google Shape;6000;p46"/>
            <p:cNvSpPr/>
            <p:nvPr/>
          </p:nvSpPr>
          <p:spPr>
            <a:xfrm>
              <a:off x="5097461" y="3038139"/>
              <a:ext cx="41525" cy="1471"/>
            </a:xfrm>
            <a:custGeom>
              <a:avLst/>
              <a:gdLst/>
              <a:ahLst/>
              <a:cxnLst/>
              <a:rect l="l" t="t" r="r" b="b"/>
              <a:pathLst>
                <a:path w="480" h="17" extrusionOk="0">
                  <a:moveTo>
                    <a:pt x="0" y="0"/>
                  </a:moveTo>
                  <a:lnTo>
                    <a:pt x="0" y="12"/>
                  </a:lnTo>
                  <a:lnTo>
                    <a:pt x="479" y="16"/>
                  </a:lnTo>
                  <a:lnTo>
                    <a:pt x="4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01" name="Google Shape;6001;p46"/>
            <p:cNvSpPr/>
            <p:nvPr/>
          </p:nvSpPr>
          <p:spPr>
            <a:xfrm>
              <a:off x="5089156" y="3026201"/>
              <a:ext cx="33912" cy="1730"/>
            </a:xfrm>
            <a:custGeom>
              <a:avLst/>
              <a:gdLst/>
              <a:ahLst/>
              <a:cxnLst/>
              <a:rect l="l" t="t" r="r" b="b"/>
              <a:pathLst>
                <a:path w="392" h="20" extrusionOk="0">
                  <a:moveTo>
                    <a:pt x="1" y="0"/>
                  </a:moveTo>
                  <a:lnTo>
                    <a:pt x="1" y="16"/>
                  </a:lnTo>
                  <a:lnTo>
                    <a:pt x="391" y="20"/>
                  </a:lnTo>
                  <a:lnTo>
                    <a:pt x="391" y="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02" name="Google Shape;6002;p46"/>
            <p:cNvSpPr/>
            <p:nvPr/>
          </p:nvSpPr>
          <p:spPr>
            <a:xfrm>
              <a:off x="5080505" y="3013311"/>
              <a:ext cx="55107" cy="2076"/>
            </a:xfrm>
            <a:custGeom>
              <a:avLst/>
              <a:gdLst/>
              <a:ahLst/>
              <a:cxnLst/>
              <a:rect l="l" t="t" r="r" b="b"/>
              <a:pathLst>
                <a:path w="637" h="24" extrusionOk="0">
                  <a:moveTo>
                    <a:pt x="0" y="0"/>
                  </a:moveTo>
                  <a:lnTo>
                    <a:pt x="0" y="15"/>
                  </a:lnTo>
                  <a:lnTo>
                    <a:pt x="637" y="23"/>
                  </a:lnTo>
                  <a:lnTo>
                    <a:pt x="637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03" name="Google Shape;6003;p46"/>
            <p:cNvSpPr/>
            <p:nvPr/>
          </p:nvSpPr>
          <p:spPr>
            <a:xfrm>
              <a:off x="5180942" y="3054403"/>
              <a:ext cx="35210" cy="92909"/>
            </a:xfrm>
            <a:custGeom>
              <a:avLst/>
              <a:gdLst/>
              <a:ahLst/>
              <a:cxnLst/>
              <a:rect l="l" t="t" r="r" b="b"/>
              <a:pathLst>
                <a:path w="407" h="1074" extrusionOk="0">
                  <a:moveTo>
                    <a:pt x="93" y="0"/>
                  </a:moveTo>
                  <a:cubicBezTo>
                    <a:pt x="43" y="0"/>
                    <a:pt x="1" y="42"/>
                    <a:pt x="1" y="96"/>
                  </a:cubicBezTo>
                  <a:cubicBezTo>
                    <a:pt x="16" y="410"/>
                    <a:pt x="66" y="713"/>
                    <a:pt x="154" y="1008"/>
                  </a:cubicBezTo>
                  <a:cubicBezTo>
                    <a:pt x="166" y="1047"/>
                    <a:pt x="200" y="1073"/>
                    <a:pt x="242" y="1073"/>
                  </a:cubicBezTo>
                  <a:lnTo>
                    <a:pt x="406" y="1073"/>
                  </a:lnTo>
                  <a:lnTo>
                    <a:pt x="406" y="759"/>
                  </a:lnTo>
                  <a:cubicBezTo>
                    <a:pt x="395" y="468"/>
                    <a:pt x="342" y="215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04" name="Google Shape;6004;p46"/>
            <p:cNvSpPr/>
            <p:nvPr/>
          </p:nvSpPr>
          <p:spPr>
            <a:xfrm>
              <a:off x="5117012" y="3153455"/>
              <a:ext cx="110473" cy="58133"/>
            </a:xfrm>
            <a:custGeom>
              <a:avLst/>
              <a:gdLst/>
              <a:ahLst/>
              <a:cxnLst/>
              <a:rect l="l" t="t" r="r" b="b"/>
              <a:pathLst>
                <a:path w="1277" h="672" extrusionOk="0">
                  <a:moveTo>
                    <a:pt x="234" y="1"/>
                  </a:moveTo>
                  <a:cubicBezTo>
                    <a:pt x="127" y="31"/>
                    <a:pt x="1" y="671"/>
                    <a:pt x="1" y="671"/>
                  </a:cubicBezTo>
                  <a:lnTo>
                    <a:pt x="1145" y="671"/>
                  </a:lnTo>
                  <a:cubicBezTo>
                    <a:pt x="1269" y="625"/>
                    <a:pt x="1276" y="257"/>
                    <a:pt x="1276" y="89"/>
                  </a:cubicBezTo>
                  <a:cubicBezTo>
                    <a:pt x="1272" y="40"/>
                    <a:pt x="1234" y="1"/>
                    <a:pt x="1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05" name="Google Shape;6005;p46"/>
            <p:cNvSpPr/>
            <p:nvPr/>
          </p:nvSpPr>
          <p:spPr>
            <a:xfrm>
              <a:off x="4471223" y="2759668"/>
              <a:ext cx="299757" cy="156233"/>
            </a:xfrm>
            <a:custGeom>
              <a:avLst/>
              <a:gdLst/>
              <a:ahLst/>
              <a:cxnLst/>
              <a:rect l="l" t="t" r="r" b="b"/>
              <a:pathLst>
                <a:path w="3465" h="1806" extrusionOk="0">
                  <a:moveTo>
                    <a:pt x="66" y="1"/>
                  </a:moveTo>
                  <a:cubicBezTo>
                    <a:pt x="20" y="1"/>
                    <a:pt x="1" y="62"/>
                    <a:pt x="39" y="85"/>
                  </a:cubicBezTo>
                  <a:cubicBezTo>
                    <a:pt x="445" y="345"/>
                    <a:pt x="1840" y="1235"/>
                    <a:pt x="2898" y="1755"/>
                  </a:cubicBezTo>
                  <a:lnTo>
                    <a:pt x="3465" y="1806"/>
                  </a:lnTo>
                  <a:cubicBezTo>
                    <a:pt x="2411" y="1120"/>
                    <a:pt x="1161" y="276"/>
                    <a:pt x="192" y="13"/>
                  </a:cubicBezTo>
                  <a:cubicBezTo>
                    <a:pt x="192" y="13"/>
                    <a:pt x="131" y="4"/>
                    <a:pt x="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06" name="Google Shape;6006;p46"/>
            <p:cNvSpPr/>
            <p:nvPr/>
          </p:nvSpPr>
          <p:spPr>
            <a:xfrm>
              <a:off x="3847667" y="3022308"/>
              <a:ext cx="262990" cy="189278"/>
            </a:xfrm>
            <a:custGeom>
              <a:avLst/>
              <a:gdLst/>
              <a:ahLst/>
              <a:cxnLst/>
              <a:rect l="l" t="t" r="r" b="b"/>
              <a:pathLst>
                <a:path w="3040" h="2188" extrusionOk="0">
                  <a:moveTo>
                    <a:pt x="1529" y="0"/>
                  </a:moveTo>
                  <a:cubicBezTo>
                    <a:pt x="766" y="0"/>
                    <a:pt x="0" y="735"/>
                    <a:pt x="0" y="2187"/>
                  </a:cubicBezTo>
                  <a:lnTo>
                    <a:pt x="3040" y="2187"/>
                  </a:lnTo>
                  <a:cubicBezTo>
                    <a:pt x="3040" y="724"/>
                    <a:pt x="2286" y="0"/>
                    <a:pt x="1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07" name="Google Shape;6007;p46"/>
            <p:cNvSpPr/>
            <p:nvPr/>
          </p:nvSpPr>
          <p:spPr>
            <a:xfrm>
              <a:off x="4743120" y="3022308"/>
              <a:ext cx="262904" cy="189278"/>
            </a:xfrm>
            <a:custGeom>
              <a:avLst/>
              <a:gdLst/>
              <a:ahLst/>
              <a:cxnLst/>
              <a:rect l="l" t="t" r="r" b="b"/>
              <a:pathLst>
                <a:path w="3039" h="2188" extrusionOk="0">
                  <a:moveTo>
                    <a:pt x="1528" y="0"/>
                  </a:moveTo>
                  <a:cubicBezTo>
                    <a:pt x="766" y="0"/>
                    <a:pt x="0" y="735"/>
                    <a:pt x="0" y="2187"/>
                  </a:cubicBezTo>
                  <a:lnTo>
                    <a:pt x="3039" y="2187"/>
                  </a:lnTo>
                  <a:cubicBezTo>
                    <a:pt x="3039" y="724"/>
                    <a:pt x="2285" y="0"/>
                    <a:pt x="15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08" name="Google Shape;6008;p46"/>
            <p:cNvSpPr/>
            <p:nvPr/>
          </p:nvSpPr>
          <p:spPr>
            <a:xfrm>
              <a:off x="4734643" y="3053797"/>
              <a:ext cx="279687" cy="207272"/>
            </a:xfrm>
            <a:custGeom>
              <a:avLst/>
              <a:gdLst/>
              <a:ahLst/>
              <a:cxnLst/>
              <a:rect l="l" t="t" r="r" b="b"/>
              <a:pathLst>
                <a:path w="3233" h="2396" extrusionOk="0">
                  <a:moveTo>
                    <a:pt x="1618" y="1"/>
                  </a:moveTo>
                  <a:cubicBezTo>
                    <a:pt x="685" y="1"/>
                    <a:pt x="1" y="1064"/>
                    <a:pt x="714" y="2042"/>
                  </a:cubicBezTo>
                  <a:cubicBezTo>
                    <a:pt x="734" y="2065"/>
                    <a:pt x="753" y="2085"/>
                    <a:pt x="772" y="2099"/>
                  </a:cubicBezTo>
                  <a:cubicBezTo>
                    <a:pt x="1056" y="2306"/>
                    <a:pt x="1348" y="2395"/>
                    <a:pt x="1618" y="2395"/>
                  </a:cubicBezTo>
                  <a:cubicBezTo>
                    <a:pt x="2550" y="2395"/>
                    <a:pt x="3233" y="1332"/>
                    <a:pt x="2520" y="352"/>
                  </a:cubicBezTo>
                  <a:cubicBezTo>
                    <a:pt x="2504" y="333"/>
                    <a:pt x="2485" y="314"/>
                    <a:pt x="2462" y="295"/>
                  </a:cubicBezTo>
                  <a:cubicBezTo>
                    <a:pt x="2178" y="89"/>
                    <a:pt x="1888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09" name="Google Shape;6009;p46"/>
            <p:cNvSpPr/>
            <p:nvPr/>
          </p:nvSpPr>
          <p:spPr>
            <a:xfrm>
              <a:off x="4773226" y="3082259"/>
              <a:ext cx="202606" cy="150177"/>
            </a:xfrm>
            <a:custGeom>
              <a:avLst/>
              <a:gdLst/>
              <a:ahLst/>
              <a:cxnLst/>
              <a:rect l="l" t="t" r="r" b="b"/>
              <a:pathLst>
                <a:path w="2342" h="1736" extrusionOk="0">
                  <a:moveTo>
                    <a:pt x="1169" y="0"/>
                  </a:moveTo>
                  <a:cubicBezTo>
                    <a:pt x="494" y="0"/>
                    <a:pt x="1" y="770"/>
                    <a:pt x="518" y="1480"/>
                  </a:cubicBezTo>
                  <a:cubicBezTo>
                    <a:pt x="529" y="1498"/>
                    <a:pt x="544" y="1510"/>
                    <a:pt x="560" y="1521"/>
                  </a:cubicBezTo>
                  <a:cubicBezTo>
                    <a:pt x="766" y="1671"/>
                    <a:pt x="977" y="1736"/>
                    <a:pt x="1173" y="1736"/>
                  </a:cubicBezTo>
                  <a:cubicBezTo>
                    <a:pt x="1848" y="1736"/>
                    <a:pt x="2341" y="966"/>
                    <a:pt x="1824" y="256"/>
                  </a:cubicBezTo>
                  <a:cubicBezTo>
                    <a:pt x="1813" y="242"/>
                    <a:pt x="1798" y="226"/>
                    <a:pt x="1782" y="215"/>
                  </a:cubicBezTo>
                  <a:cubicBezTo>
                    <a:pt x="1576" y="65"/>
                    <a:pt x="1365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10" name="Google Shape;6010;p46"/>
            <p:cNvSpPr/>
            <p:nvPr/>
          </p:nvSpPr>
          <p:spPr>
            <a:xfrm>
              <a:off x="4790527" y="3095062"/>
              <a:ext cx="167916" cy="124657"/>
            </a:xfrm>
            <a:custGeom>
              <a:avLst/>
              <a:gdLst/>
              <a:ahLst/>
              <a:cxnLst/>
              <a:rect l="l" t="t" r="r" b="b"/>
              <a:pathLst>
                <a:path w="1941" h="1441" extrusionOk="0">
                  <a:moveTo>
                    <a:pt x="972" y="0"/>
                  </a:moveTo>
                  <a:cubicBezTo>
                    <a:pt x="412" y="0"/>
                    <a:pt x="1" y="639"/>
                    <a:pt x="429" y="1228"/>
                  </a:cubicBezTo>
                  <a:lnTo>
                    <a:pt x="464" y="1263"/>
                  </a:lnTo>
                  <a:cubicBezTo>
                    <a:pt x="634" y="1387"/>
                    <a:pt x="809" y="1440"/>
                    <a:pt x="971" y="1440"/>
                  </a:cubicBezTo>
                  <a:cubicBezTo>
                    <a:pt x="1530" y="1440"/>
                    <a:pt x="1941" y="801"/>
                    <a:pt x="1513" y="212"/>
                  </a:cubicBezTo>
                  <a:lnTo>
                    <a:pt x="1479" y="177"/>
                  </a:lnTo>
                  <a:cubicBezTo>
                    <a:pt x="1309" y="54"/>
                    <a:pt x="1134" y="0"/>
                    <a:pt x="9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11" name="Google Shape;6011;p46"/>
            <p:cNvSpPr/>
            <p:nvPr/>
          </p:nvSpPr>
          <p:spPr>
            <a:xfrm>
              <a:off x="4785510" y="3094976"/>
              <a:ext cx="178038" cy="124917"/>
            </a:xfrm>
            <a:custGeom>
              <a:avLst/>
              <a:gdLst/>
              <a:ahLst/>
              <a:cxnLst/>
              <a:rect l="l" t="t" r="r" b="b"/>
              <a:pathLst>
                <a:path w="2058" h="1444" extrusionOk="0">
                  <a:moveTo>
                    <a:pt x="1009" y="0"/>
                  </a:moveTo>
                  <a:cubicBezTo>
                    <a:pt x="916" y="0"/>
                    <a:pt x="817" y="15"/>
                    <a:pt x="713" y="49"/>
                  </a:cubicBezTo>
                  <a:cubicBezTo>
                    <a:pt x="697" y="56"/>
                    <a:pt x="683" y="63"/>
                    <a:pt x="671" y="72"/>
                  </a:cubicBezTo>
                  <a:cubicBezTo>
                    <a:pt x="1" y="559"/>
                    <a:pt x="344" y="1443"/>
                    <a:pt x="1047" y="1443"/>
                  </a:cubicBezTo>
                  <a:cubicBezTo>
                    <a:pt x="1141" y="1443"/>
                    <a:pt x="1240" y="1427"/>
                    <a:pt x="1345" y="1393"/>
                  </a:cubicBezTo>
                  <a:cubicBezTo>
                    <a:pt x="1360" y="1386"/>
                    <a:pt x="1376" y="1382"/>
                    <a:pt x="1387" y="1370"/>
                  </a:cubicBezTo>
                  <a:cubicBezTo>
                    <a:pt x="2058" y="883"/>
                    <a:pt x="1714" y="0"/>
                    <a:pt x="10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12" name="Google Shape;6012;p46"/>
            <p:cNvSpPr/>
            <p:nvPr/>
          </p:nvSpPr>
          <p:spPr>
            <a:xfrm>
              <a:off x="4814058" y="3105616"/>
              <a:ext cx="58394" cy="71542"/>
            </a:xfrm>
            <a:custGeom>
              <a:avLst/>
              <a:gdLst/>
              <a:ahLst/>
              <a:cxnLst/>
              <a:rect l="l" t="t" r="r" b="b"/>
              <a:pathLst>
                <a:path w="675" h="827" extrusionOk="0">
                  <a:moveTo>
                    <a:pt x="580" y="1"/>
                  </a:moveTo>
                  <a:cubicBezTo>
                    <a:pt x="258" y="1"/>
                    <a:pt x="1" y="451"/>
                    <a:pt x="199" y="826"/>
                  </a:cubicBezTo>
                  <a:lnTo>
                    <a:pt x="468" y="715"/>
                  </a:lnTo>
                  <a:cubicBezTo>
                    <a:pt x="468" y="715"/>
                    <a:pt x="337" y="412"/>
                    <a:pt x="675" y="363"/>
                  </a:cubicBezTo>
                  <a:lnTo>
                    <a:pt x="640" y="6"/>
                  </a:lnTo>
                  <a:cubicBezTo>
                    <a:pt x="619" y="2"/>
                    <a:pt x="600" y="1"/>
                    <a:pt x="5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13" name="Google Shape;6013;p46"/>
            <p:cNvSpPr/>
            <p:nvPr/>
          </p:nvSpPr>
          <p:spPr>
            <a:xfrm>
              <a:off x="4851343" y="3140047"/>
              <a:ext cx="46369" cy="34603"/>
            </a:xfrm>
            <a:custGeom>
              <a:avLst/>
              <a:gdLst/>
              <a:ahLst/>
              <a:cxnLst/>
              <a:rect l="l" t="t" r="r" b="b"/>
              <a:pathLst>
                <a:path w="536" h="400" extrusionOk="0">
                  <a:moveTo>
                    <a:pt x="269" y="1"/>
                  </a:moveTo>
                  <a:cubicBezTo>
                    <a:pt x="114" y="1"/>
                    <a:pt x="1" y="176"/>
                    <a:pt x="117" y="340"/>
                  </a:cubicBezTo>
                  <a:cubicBezTo>
                    <a:pt x="120" y="344"/>
                    <a:pt x="124" y="347"/>
                    <a:pt x="129" y="352"/>
                  </a:cubicBezTo>
                  <a:cubicBezTo>
                    <a:pt x="176" y="385"/>
                    <a:pt x="223" y="399"/>
                    <a:pt x="268" y="399"/>
                  </a:cubicBezTo>
                  <a:cubicBezTo>
                    <a:pt x="423" y="399"/>
                    <a:pt x="536" y="224"/>
                    <a:pt x="419" y="60"/>
                  </a:cubicBezTo>
                  <a:cubicBezTo>
                    <a:pt x="416" y="57"/>
                    <a:pt x="412" y="53"/>
                    <a:pt x="408" y="48"/>
                  </a:cubicBezTo>
                  <a:cubicBezTo>
                    <a:pt x="361" y="15"/>
                    <a:pt x="313" y="1"/>
                    <a:pt x="2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14" name="Google Shape;6014;p46"/>
            <p:cNvSpPr/>
            <p:nvPr/>
          </p:nvSpPr>
          <p:spPr>
            <a:xfrm>
              <a:off x="4857053" y="3092467"/>
              <a:ext cx="34864" cy="54846"/>
            </a:xfrm>
            <a:custGeom>
              <a:avLst/>
              <a:gdLst/>
              <a:ahLst/>
              <a:cxnLst/>
              <a:rect l="l" t="t" r="r" b="b"/>
              <a:pathLst>
                <a:path w="403" h="634" extrusionOk="0">
                  <a:moveTo>
                    <a:pt x="204" y="1"/>
                  </a:moveTo>
                  <a:lnTo>
                    <a:pt x="1" y="32"/>
                  </a:lnTo>
                  <a:cubicBezTo>
                    <a:pt x="158" y="308"/>
                    <a:pt x="162" y="633"/>
                    <a:pt x="162" y="633"/>
                  </a:cubicBezTo>
                  <a:lnTo>
                    <a:pt x="242" y="633"/>
                  </a:lnTo>
                  <a:cubicBezTo>
                    <a:pt x="242" y="633"/>
                    <a:pt x="247" y="308"/>
                    <a:pt x="403" y="32"/>
                  </a:cubicBezTo>
                  <a:lnTo>
                    <a:pt x="2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15" name="Google Shape;6015;p46"/>
            <p:cNvSpPr/>
            <p:nvPr/>
          </p:nvSpPr>
          <p:spPr>
            <a:xfrm>
              <a:off x="4809992" y="3121707"/>
              <a:ext cx="56058" cy="35814"/>
            </a:xfrm>
            <a:custGeom>
              <a:avLst/>
              <a:gdLst/>
              <a:ahLst/>
              <a:cxnLst/>
              <a:rect l="l" t="t" r="r" b="b"/>
              <a:pathLst>
                <a:path w="648" h="414" extrusionOk="0">
                  <a:moveTo>
                    <a:pt x="124" y="0"/>
                  </a:moveTo>
                  <a:lnTo>
                    <a:pt x="36" y="180"/>
                  </a:lnTo>
                  <a:lnTo>
                    <a:pt x="1" y="380"/>
                  </a:lnTo>
                  <a:cubicBezTo>
                    <a:pt x="76" y="365"/>
                    <a:pt x="152" y="359"/>
                    <a:pt x="223" y="359"/>
                  </a:cubicBezTo>
                  <a:cubicBezTo>
                    <a:pt x="444" y="359"/>
                    <a:pt x="621" y="414"/>
                    <a:pt x="621" y="414"/>
                  </a:cubicBezTo>
                  <a:lnTo>
                    <a:pt x="633" y="375"/>
                  </a:lnTo>
                  <a:lnTo>
                    <a:pt x="648" y="338"/>
                  </a:lnTo>
                  <a:cubicBezTo>
                    <a:pt x="648" y="338"/>
                    <a:pt x="338" y="234"/>
                    <a:pt x="1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16" name="Google Shape;6016;p46"/>
            <p:cNvSpPr/>
            <p:nvPr/>
          </p:nvSpPr>
          <p:spPr>
            <a:xfrm>
              <a:off x="4823920" y="3163404"/>
              <a:ext cx="47494" cy="54413"/>
            </a:xfrm>
            <a:custGeom>
              <a:avLst/>
              <a:gdLst/>
              <a:ahLst/>
              <a:cxnLst/>
              <a:rect l="l" t="t" r="r" b="b"/>
              <a:pathLst>
                <a:path w="549" h="629" extrusionOk="0">
                  <a:moveTo>
                    <a:pt x="483" y="1"/>
                  </a:moveTo>
                  <a:cubicBezTo>
                    <a:pt x="483" y="1"/>
                    <a:pt x="288" y="261"/>
                    <a:pt x="0" y="395"/>
                  </a:cubicBezTo>
                  <a:lnTo>
                    <a:pt x="147" y="537"/>
                  </a:lnTo>
                  <a:lnTo>
                    <a:pt x="322" y="629"/>
                  </a:lnTo>
                  <a:cubicBezTo>
                    <a:pt x="361" y="315"/>
                    <a:pt x="549" y="47"/>
                    <a:pt x="549" y="47"/>
                  </a:cubicBezTo>
                  <a:lnTo>
                    <a:pt x="518" y="24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17" name="Google Shape;6017;p46"/>
            <p:cNvSpPr/>
            <p:nvPr/>
          </p:nvSpPr>
          <p:spPr>
            <a:xfrm>
              <a:off x="4877642" y="3163404"/>
              <a:ext cx="47494" cy="54413"/>
            </a:xfrm>
            <a:custGeom>
              <a:avLst/>
              <a:gdLst/>
              <a:ahLst/>
              <a:cxnLst/>
              <a:rect l="l" t="t" r="r" b="b"/>
              <a:pathLst>
                <a:path w="549" h="629" extrusionOk="0">
                  <a:moveTo>
                    <a:pt x="66" y="1"/>
                  </a:moveTo>
                  <a:lnTo>
                    <a:pt x="35" y="24"/>
                  </a:lnTo>
                  <a:lnTo>
                    <a:pt x="0" y="47"/>
                  </a:lnTo>
                  <a:cubicBezTo>
                    <a:pt x="0" y="47"/>
                    <a:pt x="188" y="315"/>
                    <a:pt x="227" y="629"/>
                  </a:cubicBezTo>
                  <a:lnTo>
                    <a:pt x="403" y="537"/>
                  </a:lnTo>
                  <a:lnTo>
                    <a:pt x="548" y="395"/>
                  </a:lnTo>
                  <a:cubicBezTo>
                    <a:pt x="261" y="261"/>
                    <a:pt x="66" y="1"/>
                    <a:pt x="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18" name="Google Shape;6018;p46"/>
            <p:cNvSpPr/>
            <p:nvPr/>
          </p:nvSpPr>
          <p:spPr>
            <a:xfrm>
              <a:off x="4882919" y="3121707"/>
              <a:ext cx="56145" cy="35814"/>
            </a:xfrm>
            <a:custGeom>
              <a:avLst/>
              <a:gdLst/>
              <a:ahLst/>
              <a:cxnLst/>
              <a:rect l="l" t="t" r="r" b="b"/>
              <a:pathLst>
                <a:path w="649" h="414" extrusionOk="0">
                  <a:moveTo>
                    <a:pt x="526" y="0"/>
                  </a:moveTo>
                  <a:cubicBezTo>
                    <a:pt x="311" y="234"/>
                    <a:pt x="1" y="338"/>
                    <a:pt x="1" y="338"/>
                  </a:cubicBezTo>
                  <a:lnTo>
                    <a:pt x="17" y="375"/>
                  </a:lnTo>
                  <a:lnTo>
                    <a:pt x="28" y="414"/>
                  </a:lnTo>
                  <a:cubicBezTo>
                    <a:pt x="28" y="414"/>
                    <a:pt x="205" y="359"/>
                    <a:pt x="426" y="359"/>
                  </a:cubicBezTo>
                  <a:cubicBezTo>
                    <a:pt x="497" y="359"/>
                    <a:pt x="573" y="365"/>
                    <a:pt x="648" y="380"/>
                  </a:cubicBezTo>
                  <a:lnTo>
                    <a:pt x="614" y="180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19" name="Google Shape;6019;p46"/>
            <p:cNvSpPr/>
            <p:nvPr/>
          </p:nvSpPr>
          <p:spPr>
            <a:xfrm>
              <a:off x="3839535" y="3053797"/>
              <a:ext cx="279427" cy="207272"/>
            </a:xfrm>
            <a:custGeom>
              <a:avLst/>
              <a:gdLst/>
              <a:ahLst/>
              <a:cxnLst/>
              <a:rect l="l" t="t" r="r" b="b"/>
              <a:pathLst>
                <a:path w="3230" h="2396" extrusionOk="0">
                  <a:moveTo>
                    <a:pt x="1617" y="1"/>
                  </a:moveTo>
                  <a:cubicBezTo>
                    <a:pt x="686" y="1"/>
                    <a:pt x="1" y="1064"/>
                    <a:pt x="711" y="2042"/>
                  </a:cubicBezTo>
                  <a:cubicBezTo>
                    <a:pt x="731" y="2065"/>
                    <a:pt x="750" y="2085"/>
                    <a:pt x="769" y="2099"/>
                  </a:cubicBezTo>
                  <a:cubicBezTo>
                    <a:pt x="1054" y="2306"/>
                    <a:pt x="1345" y="2395"/>
                    <a:pt x="1615" y="2395"/>
                  </a:cubicBezTo>
                  <a:cubicBezTo>
                    <a:pt x="2547" y="2395"/>
                    <a:pt x="3230" y="1332"/>
                    <a:pt x="2517" y="352"/>
                  </a:cubicBezTo>
                  <a:cubicBezTo>
                    <a:pt x="2501" y="333"/>
                    <a:pt x="2482" y="314"/>
                    <a:pt x="2459" y="295"/>
                  </a:cubicBezTo>
                  <a:cubicBezTo>
                    <a:pt x="2176" y="89"/>
                    <a:pt x="1886" y="1"/>
                    <a:pt x="1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20" name="Google Shape;6020;p46"/>
            <p:cNvSpPr/>
            <p:nvPr/>
          </p:nvSpPr>
          <p:spPr>
            <a:xfrm>
              <a:off x="3877858" y="3082259"/>
              <a:ext cx="202606" cy="150177"/>
            </a:xfrm>
            <a:custGeom>
              <a:avLst/>
              <a:gdLst/>
              <a:ahLst/>
              <a:cxnLst/>
              <a:rect l="l" t="t" r="r" b="b"/>
              <a:pathLst>
                <a:path w="2342" h="1736" extrusionOk="0">
                  <a:moveTo>
                    <a:pt x="1169" y="0"/>
                  </a:moveTo>
                  <a:cubicBezTo>
                    <a:pt x="495" y="0"/>
                    <a:pt x="1" y="770"/>
                    <a:pt x="518" y="1480"/>
                  </a:cubicBezTo>
                  <a:cubicBezTo>
                    <a:pt x="530" y="1498"/>
                    <a:pt x="544" y="1510"/>
                    <a:pt x="560" y="1521"/>
                  </a:cubicBezTo>
                  <a:cubicBezTo>
                    <a:pt x="766" y="1671"/>
                    <a:pt x="977" y="1736"/>
                    <a:pt x="1173" y="1736"/>
                  </a:cubicBezTo>
                  <a:cubicBezTo>
                    <a:pt x="1848" y="1736"/>
                    <a:pt x="2341" y="966"/>
                    <a:pt x="1825" y="256"/>
                  </a:cubicBezTo>
                  <a:cubicBezTo>
                    <a:pt x="1813" y="242"/>
                    <a:pt x="1802" y="226"/>
                    <a:pt x="1782" y="215"/>
                  </a:cubicBezTo>
                  <a:cubicBezTo>
                    <a:pt x="1576" y="65"/>
                    <a:pt x="1365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21" name="Google Shape;6021;p46"/>
            <p:cNvSpPr/>
            <p:nvPr/>
          </p:nvSpPr>
          <p:spPr>
            <a:xfrm>
              <a:off x="3895247" y="3095062"/>
              <a:ext cx="167916" cy="124657"/>
            </a:xfrm>
            <a:custGeom>
              <a:avLst/>
              <a:gdLst/>
              <a:ahLst/>
              <a:cxnLst/>
              <a:rect l="l" t="t" r="r" b="b"/>
              <a:pathLst>
                <a:path w="1941" h="1441" extrusionOk="0">
                  <a:moveTo>
                    <a:pt x="971" y="0"/>
                  </a:moveTo>
                  <a:cubicBezTo>
                    <a:pt x="411" y="0"/>
                    <a:pt x="0" y="639"/>
                    <a:pt x="428" y="1228"/>
                  </a:cubicBezTo>
                  <a:lnTo>
                    <a:pt x="462" y="1263"/>
                  </a:lnTo>
                  <a:cubicBezTo>
                    <a:pt x="632" y="1387"/>
                    <a:pt x="807" y="1440"/>
                    <a:pt x="969" y="1440"/>
                  </a:cubicBezTo>
                  <a:cubicBezTo>
                    <a:pt x="1529" y="1440"/>
                    <a:pt x="1940" y="801"/>
                    <a:pt x="1512" y="212"/>
                  </a:cubicBezTo>
                  <a:lnTo>
                    <a:pt x="1478" y="177"/>
                  </a:lnTo>
                  <a:cubicBezTo>
                    <a:pt x="1308" y="54"/>
                    <a:pt x="1133" y="0"/>
                    <a:pt x="9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22" name="Google Shape;6022;p46"/>
            <p:cNvSpPr/>
            <p:nvPr/>
          </p:nvSpPr>
          <p:spPr>
            <a:xfrm>
              <a:off x="3890229" y="3094976"/>
              <a:ext cx="177951" cy="124917"/>
            </a:xfrm>
            <a:custGeom>
              <a:avLst/>
              <a:gdLst/>
              <a:ahLst/>
              <a:cxnLst/>
              <a:rect l="l" t="t" r="r" b="b"/>
              <a:pathLst>
                <a:path w="2057" h="1444" extrusionOk="0">
                  <a:moveTo>
                    <a:pt x="1008" y="0"/>
                  </a:moveTo>
                  <a:cubicBezTo>
                    <a:pt x="915" y="0"/>
                    <a:pt x="816" y="15"/>
                    <a:pt x="712" y="49"/>
                  </a:cubicBezTo>
                  <a:cubicBezTo>
                    <a:pt x="697" y="56"/>
                    <a:pt x="686" y="63"/>
                    <a:pt x="670" y="72"/>
                  </a:cubicBezTo>
                  <a:cubicBezTo>
                    <a:pt x="0" y="559"/>
                    <a:pt x="342" y="1443"/>
                    <a:pt x="1046" y="1443"/>
                  </a:cubicBezTo>
                  <a:cubicBezTo>
                    <a:pt x="1140" y="1443"/>
                    <a:pt x="1239" y="1427"/>
                    <a:pt x="1344" y="1393"/>
                  </a:cubicBezTo>
                  <a:cubicBezTo>
                    <a:pt x="1360" y="1386"/>
                    <a:pt x="1375" y="1382"/>
                    <a:pt x="1386" y="1370"/>
                  </a:cubicBezTo>
                  <a:cubicBezTo>
                    <a:pt x="2057" y="883"/>
                    <a:pt x="1713" y="0"/>
                    <a:pt x="10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23" name="Google Shape;6023;p46"/>
            <p:cNvSpPr/>
            <p:nvPr/>
          </p:nvSpPr>
          <p:spPr>
            <a:xfrm>
              <a:off x="3918691" y="3105616"/>
              <a:ext cx="58308" cy="71542"/>
            </a:xfrm>
            <a:custGeom>
              <a:avLst/>
              <a:gdLst/>
              <a:ahLst/>
              <a:cxnLst/>
              <a:rect l="l" t="t" r="r" b="b"/>
              <a:pathLst>
                <a:path w="674" h="827" extrusionOk="0">
                  <a:moveTo>
                    <a:pt x="580" y="1"/>
                  </a:moveTo>
                  <a:cubicBezTo>
                    <a:pt x="258" y="1"/>
                    <a:pt x="1" y="451"/>
                    <a:pt x="199" y="826"/>
                  </a:cubicBezTo>
                  <a:lnTo>
                    <a:pt x="467" y="715"/>
                  </a:lnTo>
                  <a:cubicBezTo>
                    <a:pt x="467" y="715"/>
                    <a:pt x="337" y="412"/>
                    <a:pt x="674" y="363"/>
                  </a:cubicBezTo>
                  <a:lnTo>
                    <a:pt x="640" y="6"/>
                  </a:lnTo>
                  <a:cubicBezTo>
                    <a:pt x="620" y="2"/>
                    <a:pt x="600" y="1"/>
                    <a:pt x="5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24" name="Google Shape;6024;p46"/>
            <p:cNvSpPr/>
            <p:nvPr/>
          </p:nvSpPr>
          <p:spPr>
            <a:xfrm>
              <a:off x="3955976" y="3140047"/>
              <a:ext cx="46369" cy="34690"/>
            </a:xfrm>
            <a:custGeom>
              <a:avLst/>
              <a:gdLst/>
              <a:ahLst/>
              <a:cxnLst/>
              <a:rect l="l" t="t" r="r" b="b"/>
              <a:pathLst>
                <a:path w="536" h="401" extrusionOk="0">
                  <a:moveTo>
                    <a:pt x="269" y="1"/>
                  </a:moveTo>
                  <a:cubicBezTo>
                    <a:pt x="113" y="1"/>
                    <a:pt x="0" y="176"/>
                    <a:pt x="117" y="340"/>
                  </a:cubicBezTo>
                  <a:cubicBezTo>
                    <a:pt x="121" y="344"/>
                    <a:pt x="124" y="347"/>
                    <a:pt x="128" y="352"/>
                  </a:cubicBezTo>
                  <a:cubicBezTo>
                    <a:pt x="175" y="386"/>
                    <a:pt x="224" y="401"/>
                    <a:pt x="268" y="401"/>
                  </a:cubicBezTo>
                  <a:cubicBezTo>
                    <a:pt x="423" y="401"/>
                    <a:pt x="536" y="224"/>
                    <a:pt x="419" y="60"/>
                  </a:cubicBezTo>
                  <a:cubicBezTo>
                    <a:pt x="416" y="57"/>
                    <a:pt x="412" y="53"/>
                    <a:pt x="408" y="48"/>
                  </a:cubicBezTo>
                  <a:cubicBezTo>
                    <a:pt x="361" y="15"/>
                    <a:pt x="313" y="1"/>
                    <a:pt x="2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25" name="Google Shape;6025;p46"/>
            <p:cNvSpPr/>
            <p:nvPr/>
          </p:nvSpPr>
          <p:spPr>
            <a:xfrm>
              <a:off x="3962032" y="3092467"/>
              <a:ext cx="34604" cy="54846"/>
            </a:xfrm>
            <a:custGeom>
              <a:avLst/>
              <a:gdLst/>
              <a:ahLst/>
              <a:cxnLst/>
              <a:rect l="l" t="t" r="r" b="b"/>
              <a:pathLst>
                <a:path w="400" h="634" extrusionOk="0">
                  <a:moveTo>
                    <a:pt x="200" y="1"/>
                  </a:moveTo>
                  <a:lnTo>
                    <a:pt x="1" y="32"/>
                  </a:lnTo>
                  <a:cubicBezTo>
                    <a:pt x="154" y="308"/>
                    <a:pt x="158" y="633"/>
                    <a:pt x="158" y="633"/>
                  </a:cubicBezTo>
                  <a:lnTo>
                    <a:pt x="238" y="633"/>
                  </a:lnTo>
                  <a:cubicBezTo>
                    <a:pt x="238" y="633"/>
                    <a:pt x="242" y="308"/>
                    <a:pt x="399" y="32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26" name="Google Shape;6026;p46"/>
            <p:cNvSpPr/>
            <p:nvPr/>
          </p:nvSpPr>
          <p:spPr>
            <a:xfrm>
              <a:off x="3914625" y="3121707"/>
              <a:ext cx="56145" cy="35814"/>
            </a:xfrm>
            <a:custGeom>
              <a:avLst/>
              <a:gdLst/>
              <a:ahLst/>
              <a:cxnLst/>
              <a:rect l="l" t="t" r="r" b="b"/>
              <a:pathLst>
                <a:path w="649" h="414" extrusionOk="0">
                  <a:moveTo>
                    <a:pt x="123" y="0"/>
                  </a:moveTo>
                  <a:lnTo>
                    <a:pt x="36" y="180"/>
                  </a:lnTo>
                  <a:lnTo>
                    <a:pt x="1" y="380"/>
                  </a:lnTo>
                  <a:cubicBezTo>
                    <a:pt x="76" y="365"/>
                    <a:pt x="152" y="359"/>
                    <a:pt x="223" y="359"/>
                  </a:cubicBezTo>
                  <a:cubicBezTo>
                    <a:pt x="444" y="359"/>
                    <a:pt x="622" y="414"/>
                    <a:pt x="622" y="414"/>
                  </a:cubicBezTo>
                  <a:lnTo>
                    <a:pt x="633" y="375"/>
                  </a:lnTo>
                  <a:lnTo>
                    <a:pt x="648" y="338"/>
                  </a:lnTo>
                  <a:cubicBezTo>
                    <a:pt x="648" y="338"/>
                    <a:pt x="338" y="234"/>
                    <a:pt x="1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27" name="Google Shape;6027;p46"/>
            <p:cNvSpPr/>
            <p:nvPr/>
          </p:nvSpPr>
          <p:spPr>
            <a:xfrm>
              <a:off x="3928553" y="3163404"/>
              <a:ext cx="47494" cy="54413"/>
            </a:xfrm>
            <a:custGeom>
              <a:avLst/>
              <a:gdLst/>
              <a:ahLst/>
              <a:cxnLst/>
              <a:rect l="l" t="t" r="r" b="b"/>
              <a:pathLst>
                <a:path w="549" h="629" extrusionOk="0">
                  <a:moveTo>
                    <a:pt x="484" y="1"/>
                  </a:moveTo>
                  <a:cubicBezTo>
                    <a:pt x="484" y="1"/>
                    <a:pt x="289" y="261"/>
                    <a:pt x="1" y="395"/>
                  </a:cubicBezTo>
                  <a:lnTo>
                    <a:pt x="146" y="537"/>
                  </a:lnTo>
                  <a:lnTo>
                    <a:pt x="323" y="629"/>
                  </a:lnTo>
                  <a:cubicBezTo>
                    <a:pt x="361" y="315"/>
                    <a:pt x="549" y="47"/>
                    <a:pt x="549" y="47"/>
                  </a:cubicBezTo>
                  <a:lnTo>
                    <a:pt x="518" y="24"/>
                  </a:lnTo>
                  <a:lnTo>
                    <a:pt x="4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28" name="Google Shape;6028;p46"/>
            <p:cNvSpPr/>
            <p:nvPr/>
          </p:nvSpPr>
          <p:spPr>
            <a:xfrm>
              <a:off x="3982275" y="3163404"/>
              <a:ext cx="47494" cy="54413"/>
            </a:xfrm>
            <a:custGeom>
              <a:avLst/>
              <a:gdLst/>
              <a:ahLst/>
              <a:cxnLst/>
              <a:rect l="l" t="t" r="r" b="b"/>
              <a:pathLst>
                <a:path w="549" h="629" extrusionOk="0">
                  <a:moveTo>
                    <a:pt x="66" y="1"/>
                  </a:moveTo>
                  <a:lnTo>
                    <a:pt x="35" y="24"/>
                  </a:lnTo>
                  <a:lnTo>
                    <a:pt x="0" y="47"/>
                  </a:lnTo>
                  <a:cubicBezTo>
                    <a:pt x="0" y="47"/>
                    <a:pt x="188" y="315"/>
                    <a:pt x="227" y="629"/>
                  </a:cubicBezTo>
                  <a:lnTo>
                    <a:pt x="403" y="537"/>
                  </a:lnTo>
                  <a:lnTo>
                    <a:pt x="549" y="395"/>
                  </a:lnTo>
                  <a:cubicBezTo>
                    <a:pt x="261" y="261"/>
                    <a:pt x="66" y="1"/>
                    <a:pt x="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29" name="Google Shape;6029;p46"/>
            <p:cNvSpPr/>
            <p:nvPr/>
          </p:nvSpPr>
          <p:spPr>
            <a:xfrm>
              <a:off x="3987898" y="3121707"/>
              <a:ext cx="55799" cy="35814"/>
            </a:xfrm>
            <a:custGeom>
              <a:avLst/>
              <a:gdLst/>
              <a:ahLst/>
              <a:cxnLst/>
              <a:rect l="l" t="t" r="r" b="b"/>
              <a:pathLst>
                <a:path w="645" h="414" extrusionOk="0">
                  <a:moveTo>
                    <a:pt x="522" y="0"/>
                  </a:moveTo>
                  <a:cubicBezTo>
                    <a:pt x="307" y="234"/>
                    <a:pt x="1" y="338"/>
                    <a:pt x="1" y="338"/>
                  </a:cubicBezTo>
                  <a:lnTo>
                    <a:pt x="12" y="375"/>
                  </a:lnTo>
                  <a:lnTo>
                    <a:pt x="24" y="414"/>
                  </a:lnTo>
                  <a:cubicBezTo>
                    <a:pt x="24" y="414"/>
                    <a:pt x="201" y="359"/>
                    <a:pt x="422" y="359"/>
                  </a:cubicBezTo>
                  <a:cubicBezTo>
                    <a:pt x="493" y="359"/>
                    <a:pt x="569" y="365"/>
                    <a:pt x="645" y="380"/>
                  </a:cubicBezTo>
                  <a:lnTo>
                    <a:pt x="610" y="180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30" name="Google Shape;6030;p46"/>
            <p:cNvSpPr/>
            <p:nvPr/>
          </p:nvSpPr>
          <p:spPr>
            <a:xfrm>
              <a:off x="3930196" y="2771693"/>
              <a:ext cx="723483" cy="151821"/>
            </a:xfrm>
            <a:custGeom>
              <a:avLst/>
              <a:gdLst/>
              <a:ahLst/>
              <a:cxnLst/>
              <a:rect l="l" t="t" r="r" b="b"/>
              <a:pathLst>
                <a:path w="8363" h="1755" extrusionOk="0">
                  <a:moveTo>
                    <a:pt x="4776" y="1"/>
                  </a:moveTo>
                  <a:cubicBezTo>
                    <a:pt x="3552" y="1"/>
                    <a:pt x="1721" y="339"/>
                    <a:pt x="1066" y="632"/>
                  </a:cubicBezTo>
                  <a:cubicBezTo>
                    <a:pt x="304" y="973"/>
                    <a:pt x="1" y="1754"/>
                    <a:pt x="415" y="1754"/>
                  </a:cubicBezTo>
                  <a:lnTo>
                    <a:pt x="8363" y="1754"/>
                  </a:lnTo>
                  <a:lnTo>
                    <a:pt x="8363" y="1521"/>
                  </a:lnTo>
                  <a:cubicBezTo>
                    <a:pt x="8363" y="1521"/>
                    <a:pt x="6458" y="172"/>
                    <a:pt x="5323" y="30"/>
                  </a:cubicBezTo>
                  <a:cubicBezTo>
                    <a:pt x="5162" y="10"/>
                    <a:pt x="4978" y="1"/>
                    <a:pt x="47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31" name="Google Shape;6031;p46"/>
            <p:cNvSpPr/>
            <p:nvPr/>
          </p:nvSpPr>
          <p:spPr>
            <a:xfrm>
              <a:off x="3950439" y="2775586"/>
              <a:ext cx="699260" cy="143602"/>
            </a:xfrm>
            <a:custGeom>
              <a:avLst/>
              <a:gdLst/>
              <a:ahLst/>
              <a:cxnLst/>
              <a:rect l="l" t="t" r="r" b="b"/>
              <a:pathLst>
                <a:path w="8083" h="1660" extrusionOk="0">
                  <a:moveTo>
                    <a:pt x="4537" y="1"/>
                  </a:moveTo>
                  <a:cubicBezTo>
                    <a:pt x="4047" y="1"/>
                    <a:pt x="3457" y="58"/>
                    <a:pt x="2886" y="142"/>
                  </a:cubicBezTo>
                  <a:cubicBezTo>
                    <a:pt x="2583" y="188"/>
                    <a:pt x="2284" y="242"/>
                    <a:pt x="2008" y="299"/>
                  </a:cubicBezTo>
                  <a:cubicBezTo>
                    <a:pt x="1974" y="307"/>
                    <a:pt x="1939" y="315"/>
                    <a:pt x="1905" y="322"/>
                  </a:cubicBezTo>
                  <a:cubicBezTo>
                    <a:pt x="1824" y="338"/>
                    <a:pt x="1748" y="357"/>
                    <a:pt x="1675" y="376"/>
                  </a:cubicBezTo>
                  <a:cubicBezTo>
                    <a:pt x="1327" y="457"/>
                    <a:pt x="1039" y="549"/>
                    <a:pt x="851" y="629"/>
                  </a:cubicBezTo>
                  <a:cubicBezTo>
                    <a:pt x="299" y="878"/>
                    <a:pt x="1" y="1357"/>
                    <a:pt x="47" y="1568"/>
                  </a:cubicBezTo>
                  <a:cubicBezTo>
                    <a:pt x="59" y="1629"/>
                    <a:pt x="105" y="1660"/>
                    <a:pt x="181" y="1660"/>
                  </a:cubicBezTo>
                  <a:lnTo>
                    <a:pt x="8083" y="1660"/>
                  </a:lnTo>
                  <a:lnTo>
                    <a:pt x="8083" y="1502"/>
                  </a:lnTo>
                  <a:cubicBezTo>
                    <a:pt x="7963" y="1419"/>
                    <a:pt x="7347" y="993"/>
                    <a:pt x="6638" y="621"/>
                  </a:cubicBezTo>
                  <a:cubicBezTo>
                    <a:pt x="6446" y="518"/>
                    <a:pt x="6247" y="418"/>
                    <a:pt x="6051" y="334"/>
                  </a:cubicBezTo>
                  <a:cubicBezTo>
                    <a:pt x="6028" y="322"/>
                    <a:pt x="6005" y="315"/>
                    <a:pt x="5982" y="303"/>
                  </a:cubicBezTo>
                  <a:cubicBezTo>
                    <a:pt x="5936" y="284"/>
                    <a:pt x="5890" y="265"/>
                    <a:pt x="5844" y="246"/>
                  </a:cubicBezTo>
                  <a:cubicBezTo>
                    <a:pt x="5572" y="138"/>
                    <a:pt x="5312" y="58"/>
                    <a:pt x="5082" y="31"/>
                  </a:cubicBezTo>
                  <a:cubicBezTo>
                    <a:pt x="4928" y="12"/>
                    <a:pt x="4744" y="1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32" name="Google Shape;6032;p46"/>
            <p:cNvSpPr/>
            <p:nvPr/>
          </p:nvSpPr>
          <p:spPr>
            <a:xfrm>
              <a:off x="4374766" y="2775586"/>
              <a:ext cx="134004" cy="143602"/>
            </a:xfrm>
            <a:custGeom>
              <a:avLst/>
              <a:gdLst/>
              <a:ahLst/>
              <a:cxnLst/>
              <a:rect l="l" t="t" r="r" b="b"/>
              <a:pathLst>
                <a:path w="1549" h="1660" extrusionOk="0">
                  <a:moveTo>
                    <a:pt x="0" y="1"/>
                  </a:moveTo>
                  <a:cubicBezTo>
                    <a:pt x="511" y="227"/>
                    <a:pt x="1265" y="1545"/>
                    <a:pt x="1077" y="1660"/>
                  </a:cubicBezTo>
                  <a:lnTo>
                    <a:pt x="1549" y="1660"/>
                  </a:lnTo>
                  <a:cubicBezTo>
                    <a:pt x="1338" y="1560"/>
                    <a:pt x="709" y="246"/>
                    <a:pt x="246" y="3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33" name="Google Shape;6033;p46"/>
            <p:cNvSpPr/>
            <p:nvPr/>
          </p:nvSpPr>
          <p:spPr>
            <a:xfrm>
              <a:off x="4534720" y="2867717"/>
              <a:ext cx="143434" cy="72407"/>
            </a:xfrm>
            <a:custGeom>
              <a:avLst/>
              <a:gdLst/>
              <a:ahLst/>
              <a:cxnLst/>
              <a:rect l="l" t="t" r="r" b="b"/>
              <a:pathLst>
                <a:path w="1658" h="837" extrusionOk="0">
                  <a:moveTo>
                    <a:pt x="850" y="0"/>
                  </a:moveTo>
                  <a:cubicBezTo>
                    <a:pt x="463" y="0"/>
                    <a:pt x="0" y="630"/>
                    <a:pt x="478" y="836"/>
                  </a:cubicBezTo>
                  <a:lnTo>
                    <a:pt x="1493" y="752"/>
                  </a:lnTo>
                  <a:cubicBezTo>
                    <a:pt x="1493" y="752"/>
                    <a:pt x="1658" y="453"/>
                    <a:pt x="1539" y="315"/>
                  </a:cubicBezTo>
                  <a:lnTo>
                    <a:pt x="1420" y="292"/>
                  </a:lnTo>
                  <a:cubicBezTo>
                    <a:pt x="1420" y="292"/>
                    <a:pt x="1240" y="9"/>
                    <a:pt x="853" y="0"/>
                  </a:cubicBezTo>
                  <a:cubicBezTo>
                    <a:pt x="852" y="0"/>
                    <a:pt x="851" y="0"/>
                    <a:pt x="8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34" name="Google Shape;6034;p46"/>
            <p:cNvSpPr/>
            <p:nvPr/>
          </p:nvSpPr>
          <p:spPr>
            <a:xfrm>
              <a:off x="4576331" y="2874119"/>
              <a:ext cx="25607" cy="58998"/>
            </a:xfrm>
            <a:custGeom>
              <a:avLst/>
              <a:gdLst/>
              <a:ahLst/>
              <a:cxnLst/>
              <a:rect l="l" t="t" r="r" b="b"/>
              <a:pathLst>
                <a:path w="296" h="682" extrusionOk="0">
                  <a:moveTo>
                    <a:pt x="287" y="0"/>
                  </a:moveTo>
                  <a:cubicBezTo>
                    <a:pt x="169" y="61"/>
                    <a:pt x="77" y="168"/>
                    <a:pt x="31" y="294"/>
                  </a:cubicBezTo>
                  <a:cubicBezTo>
                    <a:pt x="12" y="349"/>
                    <a:pt x="1" y="409"/>
                    <a:pt x="1" y="467"/>
                  </a:cubicBezTo>
                  <a:cubicBezTo>
                    <a:pt x="1" y="544"/>
                    <a:pt x="15" y="616"/>
                    <a:pt x="47" y="682"/>
                  </a:cubicBezTo>
                  <a:lnTo>
                    <a:pt x="58" y="678"/>
                  </a:lnTo>
                  <a:cubicBezTo>
                    <a:pt x="31" y="613"/>
                    <a:pt x="15" y="540"/>
                    <a:pt x="15" y="467"/>
                  </a:cubicBezTo>
                  <a:cubicBezTo>
                    <a:pt x="15" y="409"/>
                    <a:pt x="24" y="352"/>
                    <a:pt x="43" y="299"/>
                  </a:cubicBezTo>
                  <a:cubicBezTo>
                    <a:pt x="89" y="176"/>
                    <a:pt x="181" y="73"/>
                    <a:pt x="296" y="11"/>
                  </a:cubicBezTo>
                  <a:lnTo>
                    <a:pt x="2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35" name="Google Shape;6035;p46"/>
            <p:cNvSpPr/>
            <p:nvPr/>
          </p:nvSpPr>
          <p:spPr>
            <a:xfrm>
              <a:off x="4229517" y="2783545"/>
              <a:ext cx="80368" cy="135990"/>
            </a:xfrm>
            <a:custGeom>
              <a:avLst/>
              <a:gdLst/>
              <a:ahLst/>
              <a:cxnLst/>
              <a:rect l="l" t="t" r="r" b="b"/>
              <a:pathLst>
                <a:path w="929" h="1572" extrusionOk="0">
                  <a:moveTo>
                    <a:pt x="13" y="0"/>
                  </a:moveTo>
                  <a:lnTo>
                    <a:pt x="1" y="8"/>
                  </a:lnTo>
                  <a:lnTo>
                    <a:pt x="913" y="1571"/>
                  </a:lnTo>
                  <a:lnTo>
                    <a:pt x="929" y="1564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36" name="Google Shape;6036;p46"/>
            <p:cNvSpPr/>
            <p:nvPr/>
          </p:nvSpPr>
          <p:spPr>
            <a:xfrm>
              <a:off x="3761158" y="2942634"/>
              <a:ext cx="91614" cy="85815"/>
            </a:xfrm>
            <a:custGeom>
              <a:avLst/>
              <a:gdLst/>
              <a:ahLst/>
              <a:cxnLst/>
              <a:rect l="l" t="t" r="r" b="b"/>
              <a:pathLst>
                <a:path w="1059" h="992" extrusionOk="0">
                  <a:moveTo>
                    <a:pt x="564" y="1"/>
                  </a:moveTo>
                  <a:cubicBezTo>
                    <a:pt x="181" y="1"/>
                    <a:pt x="39" y="675"/>
                    <a:pt x="4" y="871"/>
                  </a:cubicBezTo>
                  <a:cubicBezTo>
                    <a:pt x="1" y="897"/>
                    <a:pt x="16" y="928"/>
                    <a:pt x="47" y="932"/>
                  </a:cubicBezTo>
                  <a:cubicBezTo>
                    <a:pt x="244" y="981"/>
                    <a:pt x="461" y="991"/>
                    <a:pt x="609" y="991"/>
                  </a:cubicBezTo>
                  <a:cubicBezTo>
                    <a:pt x="716" y="991"/>
                    <a:pt x="786" y="986"/>
                    <a:pt x="786" y="986"/>
                  </a:cubicBezTo>
                  <a:cubicBezTo>
                    <a:pt x="963" y="817"/>
                    <a:pt x="1058" y="399"/>
                    <a:pt x="1058" y="399"/>
                  </a:cubicBezTo>
                  <a:lnTo>
                    <a:pt x="56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37" name="Google Shape;6037;p46"/>
            <p:cNvSpPr/>
            <p:nvPr/>
          </p:nvSpPr>
          <p:spPr>
            <a:xfrm>
              <a:off x="3772491" y="3004315"/>
              <a:ext cx="27164" cy="6056"/>
            </a:xfrm>
            <a:custGeom>
              <a:avLst/>
              <a:gdLst/>
              <a:ahLst/>
              <a:cxnLst/>
              <a:rect l="l" t="t" r="r" b="b"/>
              <a:pathLst>
                <a:path w="314" h="70" extrusionOk="0">
                  <a:moveTo>
                    <a:pt x="0" y="1"/>
                  </a:moveTo>
                  <a:lnTo>
                    <a:pt x="0" y="16"/>
                  </a:lnTo>
                  <a:lnTo>
                    <a:pt x="314" y="70"/>
                  </a:lnTo>
                  <a:lnTo>
                    <a:pt x="314" y="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720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38" name="Google Shape;6038;p46"/>
            <p:cNvSpPr/>
            <p:nvPr/>
          </p:nvSpPr>
          <p:spPr>
            <a:xfrm>
              <a:off x="3774048" y="2990992"/>
              <a:ext cx="32960" cy="9083"/>
            </a:xfrm>
            <a:custGeom>
              <a:avLst/>
              <a:gdLst/>
              <a:ahLst/>
              <a:cxnLst/>
              <a:rect l="l" t="t" r="r" b="b"/>
              <a:pathLst>
                <a:path w="381" h="105" extrusionOk="0">
                  <a:moveTo>
                    <a:pt x="5" y="1"/>
                  </a:moveTo>
                  <a:lnTo>
                    <a:pt x="1" y="17"/>
                  </a:lnTo>
                  <a:lnTo>
                    <a:pt x="377" y="105"/>
                  </a:lnTo>
                  <a:lnTo>
                    <a:pt x="381" y="93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3720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39" name="Google Shape;6039;p46"/>
            <p:cNvSpPr/>
            <p:nvPr/>
          </p:nvSpPr>
          <p:spPr>
            <a:xfrm>
              <a:off x="3781055" y="2976113"/>
              <a:ext cx="24915" cy="8997"/>
            </a:xfrm>
            <a:custGeom>
              <a:avLst/>
              <a:gdLst/>
              <a:ahLst/>
              <a:cxnLst/>
              <a:rect l="l" t="t" r="r" b="b"/>
              <a:pathLst>
                <a:path w="288" h="104" extrusionOk="0">
                  <a:moveTo>
                    <a:pt x="4" y="1"/>
                  </a:moveTo>
                  <a:lnTo>
                    <a:pt x="1" y="17"/>
                  </a:lnTo>
                  <a:lnTo>
                    <a:pt x="284" y="104"/>
                  </a:lnTo>
                  <a:lnTo>
                    <a:pt x="288" y="89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3720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40" name="Google Shape;6040;p46"/>
            <p:cNvSpPr/>
            <p:nvPr/>
          </p:nvSpPr>
          <p:spPr>
            <a:xfrm>
              <a:off x="4022069" y="2932685"/>
              <a:ext cx="715784" cy="270941"/>
            </a:xfrm>
            <a:custGeom>
              <a:avLst/>
              <a:gdLst/>
              <a:ahLst/>
              <a:cxnLst/>
              <a:rect l="l" t="t" r="r" b="b"/>
              <a:pathLst>
                <a:path w="8274" h="3132" extrusionOk="0">
                  <a:moveTo>
                    <a:pt x="318" y="1"/>
                  </a:moveTo>
                  <a:cubicBezTo>
                    <a:pt x="177" y="96"/>
                    <a:pt x="96" y="238"/>
                    <a:pt x="54" y="376"/>
                  </a:cubicBezTo>
                  <a:cubicBezTo>
                    <a:pt x="8" y="514"/>
                    <a:pt x="0" y="657"/>
                    <a:pt x="0" y="749"/>
                  </a:cubicBezTo>
                  <a:cubicBezTo>
                    <a:pt x="0" y="818"/>
                    <a:pt x="4" y="863"/>
                    <a:pt x="4" y="863"/>
                  </a:cubicBezTo>
                  <a:lnTo>
                    <a:pt x="4" y="867"/>
                  </a:lnTo>
                  <a:lnTo>
                    <a:pt x="8" y="871"/>
                  </a:lnTo>
                  <a:cubicBezTo>
                    <a:pt x="591" y="1074"/>
                    <a:pt x="913" y="1457"/>
                    <a:pt x="1093" y="1848"/>
                  </a:cubicBezTo>
                  <a:cubicBezTo>
                    <a:pt x="1268" y="2238"/>
                    <a:pt x="1303" y="2641"/>
                    <a:pt x="1303" y="2887"/>
                  </a:cubicBezTo>
                  <a:cubicBezTo>
                    <a:pt x="1303" y="2959"/>
                    <a:pt x="1300" y="3020"/>
                    <a:pt x="1295" y="3059"/>
                  </a:cubicBezTo>
                  <a:cubicBezTo>
                    <a:pt x="1295" y="3082"/>
                    <a:pt x="1291" y="3097"/>
                    <a:pt x="1291" y="3108"/>
                  </a:cubicBezTo>
                  <a:lnTo>
                    <a:pt x="1291" y="3124"/>
                  </a:lnTo>
                  <a:lnTo>
                    <a:pt x="1288" y="3131"/>
                  </a:lnTo>
                  <a:lnTo>
                    <a:pt x="7917" y="3131"/>
                  </a:lnTo>
                  <a:lnTo>
                    <a:pt x="7917" y="3124"/>
                  </a:lnTo>
                  <a:cubicBezTo>
                    <a:pt x="7917" y="2733"/>
                    <a:pt x="8005" y="2385"/>
                    <a:pt x="8093" y="2135"/>
                  </a:cubicBezTo>
                  <a:cubicBezTo>
                    <a:pt x="8139" y="2008"/>
                    <a:pt x="8182" y="1909"/>
                    <a:pt x="8216" y="1840"/>
                  </a:cubicBezTo>
                  <a:cubicBezTo>
                    <a:pt x="8231" y="1806"/>
                    <a:pt x="8247" y="1779"/>
                    <a:pt x="8258" y="1760"/>
                  </a:cubicBezTo>
                  <a:cubicBezTo>
                    <a:pt x="8262" y="1752"/>
                    <a:pt x="8266" y="1745"/>
                    <a:pt x="8270" y="1741"/>
                  </a:cubicBezTo>
                  <a:cubicBezTo>
                    <a:pt x="8270" y="1737"/>
                    <a:pt x="8274" y="1733"/>
                    <a:pt x="8274" y="1733"/>
                  </a:cubicBezTo>
                  <a:lnTo>
                    <a:pt x="8274" y="1729"/>
                  </a:lnTo>
                  <a:lnTo>
                    <a:pt x="8274" y="1710"/>
                  </a:lnTo>
                  <a:cubicBezTo>
                    <a:pt x="8274" y="749"/>
                    <a:pt x="7637" y="5"/>
                    <a:pt x="7637" y="5"/>
                  </a:cubicBezTo>
                  <a:lnTo>
                    <a:pt x="7626" y="13"/>
                  </a:lnTo>
                  <a:cubicBezTo>
                    <a:pt x="7626" y="13"/>
                    <a:pt x="7626" y="16"/>
                    <a:pt x="7630" y="20"/>
                  </a:cubicBezTo>
                  <a:cubicBezTo>
                    <a:pt x="7702" y="105"/>
                    <a:pt x="8258" y="813"/>
                    <a:pt x="8258" y="1710"/>
                  </a:cubicBezTo>
                  <a:lnTo>
                    <a:pt x="8258" y="1725"/>
                  </a:lnTo>
                  <a:cubicBezTo>
                    <a:pt x="8258" y="1725"/>
                    <a:pt x="7904" y="2335"/>
                    <a:pt x="7902" y="3117"/>
                  </a:cubicBezTo>
                  <a:lnTo>
                    <a:pt x="1308" y="3117"/>
                  </a:lnTo>
                  <a:cubicBezTo>
                    <a:pt x="1311" y="3088"/>
                    <a:pt x="1318" y="3005"/>
                    <a:pt x="1318" y="2887"/>
                  </a:cubicBezTo>
                  <a:cubicBezTo>
                    <a:pt x="1318" y="2638"/>
                    <a:pt x="1284" y="2235"/>
                    <a:pt x="1104" y="1840"/>
                  </a:cubicBezTo>
                  <a:cubicBezTo>
                    <a:pt x="924" y="1450"/>
                    <a:pt x="599" y="1064"/>
                    <a:pt x="20" y="857"/>
                  </a:cubicBezTo>
                  <a:lnTo>
                    <a:pt x="20" y="857"/>
                  </a:lnTo>
                  <a:lnTo>
                    <a:pt x="20" y="852"/>
                  </a:lnTo>
                  <a:cubicBezTo>
                    <a:pt x="16" y="836"/>
                    <a:pt x="12" y="802"/>
                    <a:pt x="12" y="749"/>
                  </a:cubicBezTo>
                  <a:cubicBezTo>
                    <a:pt x="12" y="657"/>
                    <a:pt x="23" y="519"/>
                    <a:pt x="66" y="381"/>
                  </a:cubicBezTo>
                  <a:cubicBezTo>
                    <a:pt x="112" y="243"/>
                    <a:pt x="188" y="108"/>
                    <a:pt x="326" y="16"/>
                  </a:cubicBezTo>
                  <a:lnTo>
                    <a:pt x="3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41" name="Google Shape;6041;p46"/>
            <p:cNvSpPr/>
            <p:nvPr/>
          </p:nvSpPr>
          <p:spPr>
            <a:xfrm>
              <a:off x="3938155" y="2942028"/>
              <a:ext cx="750907" cy="1038"/>
            </a:xfrm>
            <a:custGeom>
              <a:avLst/>
              <a:gdLst/>
              <a:ahLst/>
              <a:cxnLst/>
              <a:rect l="l" t="t" r="r" b="b"/>
              <a:pathLst>
                <a:path w="8680" h="12" extrusionOk="0">
                  <a:moveTo>
                    <a:pt x="1" y="0"/>
                  </a:moveTo>
                  <a:lnTo>
                    <a:pt x="1" y="11"/>
                  </a:lnTo>
                  <a:lnTo>
                    <a:pt x="8680" y="11"/>
                  </a:lnTo>
                  <a:lnTo>
                    <a:pt x="86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42" name="Google Shape;6042;p46"/>
            <p:cNvSpPr/>
            <p:nvPr/>
          </p:nvSpPr>
          <p:spPr>
            <a:xfrm>
              <a:off x="4323725" y="2933377"/>
              <a:ext cx="43861" cy="269903"/>
            </a:xfrm>
            <a:custGeom>
              <a:avLst/>
              <a:gdLst/>
              <a:ahLst/>
              <a:cxnLst/>
              <a:rect l="l" t="t" r="r" b="b"/>
              <a:pathLst>
                <a:path w="507" h="3120" extrusionOk="0">
                  <a:moveTo>
                    <a:pt x="1" y="0"/>
                  </a:moveTo>
                  <a:lnTo>
                    <a:pt x="1" y="74"/>
                  </a:lnTo>
                  <a:cubicBezTo>
                    <a:pt x="1" y="1610"/>
                    <a:pt x="491" y="3120"/>
                    <a:pt x="491" y="3120"/>
                  </a:cubicBezTo>
                  <a:lnTo>
                    <a:pt x="506" y="3116"/>
                  </a:lnTo>
                  <a:cubicBezTo>
                    <a:pt x="506" y="3116"/>
                    <a:pt x="503" y="3109"/>
                    <a:pt x="498" y="3097"/>
                  </a:cubicBezTo>
                  <a:cubicBezTo>
                    <a:pt x="445" y="2928"/>
                    <a:pt x="12" y="1510"/>
                    <a:pt x="12" y="7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43" name="Google Shape;6043;p46"/>
            <p:cNvSpPr/>
            <p:nvPr/>
          </p:nvSpPr>
          <p:spPr>
            <a:xfrm>
              <a:off x="3755189" y="3093159"/>
              <a:ext cx="76648" cy="18340"/>
            </a:xfrm>
            <a:custGeom>
              <a:avLst/>
              <a:gdLst/>
              <a:ahLst/>
              <a:cxnLst/>
              <a:rect l="l" t="t" r="r" b="b"/>
              <a:pathLst>
                <a:path w="886" h="212" extrusionOk="0">
                  <a:moveTo>
                    <a:pt x="4" y="1"/>
                  </a:moveTo>
                  <a:lnTo>
                    <a:pt x="1" y="16"/>
                  </a:lnTo>
                  <a:lnTo>
                    <a:pt x="882" y="211"/>
                  </a:lnTo>
                  <a:lnTo>
                    <a:pt x="885" y="199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44" name="Google Shape;6044;p46"/>
            <p:cNvSpPr/>
            <p:nvPr/>
          </p:nvSpPr>
          <p:spPr>
            <a:xfrm>
              <a:off x="4367153" y="2958552"/>
              <a:ext cx="37199" cy="1471"/>
            </a:xfrm>
            <a:custGeom>
              <a:avLst/>
              <a:gdLst/>
              <a:ahLst/>
              <a:cxnLst/>
              <a:rect l="l" t="t" r="r" b="b"/>
              <a:pathLst>
                <a:path w="430" h="17" extrusionOk="0">
                  <a:moveTo>
                    <a:pt x="1" y="1"/>
                  </a:moveTo>
                  <a:lnTo>
                    <a:pt x="1" y="16"/>
                  </a:lnTo>
                  <a:lnTo>
                    <a:pt x="429" y="16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45" name="Google Shape;6045;p46"/>
            <p:cNvSpPr/>
            <p:nvPr/>
          </p:nvSpPr>
          <p:spPr>
            <a:xfrm>
              <a:off x="4054164" y="2958552"/>
              <a:ext cx="37286" cy="1471"/>
            </a:xfrm>
            <a:custGeom>
              <a:avLst/>
              <a:gdLst/>
              <a:ahLst/>
              <a:cxnLst/>
              <a:rect l="l" t="t" r="r" b="b"/>
              <a:pathLst>
                <a:path w="431" h="17" extrusionOk="0">
                  <a:moveTo>
                    <a:pt x="1" y="1"/>
                  </a:moveTo>
                  <a:lnTo>
                    <a:pt x="1" y="16"/>
                  </a:lnTo>
                  <a:lnTo>
                    <a:pt x="430" y="16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046" name="Google Shape;6046;p46"/>
            <p:cNvSpPr/>
            <p:nvPr/>
          </p:nvSpPr>
          <p:spPr>
            <a:xfrm>
              <a:off x="4729452" y="2918758"/>
              <a:ext cx="333929" cy="36247"/>
            </a:xfrm>
            <a:custGeom>
              <a:avLst/>
              <a:gdLst/>
              <a:ahLst/>
              <a:cxnLst/>
              <a:rect l="l" t="t" r="r" b="b"/>
              <a:pathLst>
                <a:path w="3860" h="419" extrusionOk="0">
                  <a:moveTo>
                    <a:pt x="8" y="1"/>
                  </a:moveTo>
                  <a:lnTo>
                    <a:pt x="1" y="13"/>
                  </a:lnTo>
                  <a:lnTo>
                    <a:pt x="392" y="177"/>
                  </a:lnTo>
                  <a:lnTo>
                    <a:pt x="3855" y="418"/>
                  </a:lnTo>
                  <a:lnTo>
                    <a:pt x="3860" y="404"/>
                  </a:lnTo>
                  <a:lnTo>
                    <a:pt x="395" y="162"/>
                  </a:lnTo>
                  <a:lnTo>
                    <a:pt x="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6047" name="Google Shape;6047;p46"/>
          <p:cNvGrpSpPr/>
          <p:nvPr/>
        </p:nvGrpSpPr>
        <p:grpSpPr>
          <a:xfrm>
            <a:off x="1173516" y="4250864"/>
            <a:ext cx="1475980" cy="662494"/>
            <a:chOff x="6706693" y="1706442"/>
            <a:chExt cx="821767" cy="368854"/>
          </a:xfrm>
        </p:grpSpPr>
        <p:sp>
          <p:nvSpPr>
            <p:cNvPr id="6048" name="Google Shape;6048;p46"/>
            <p:cNvSpPr/>
            <p:nvPr/>
          </p:nvSpPr>
          <p:spPr>
            <a:xfrm>
              <a:off x="7136577" y="1706442"/>
              <a:ext cx="56500" cy="45564"/>
            </a:xfrm>
            <a:custGeom>
              <a:avLst/>
              <a:gdLst/>
              <a:ahLst/>
              <a:cxnLst/>
              <a:rect l="l" t="t" r="r" b="b"/>
              <a:pathLst>
                <a:path w="1173" h="946" extrusionOk="0">
                  <a:moveTo>
                    <a:pt x="590" y="1"/>
                  </a:moveTo>
                  <a:cubicBezTo>
                    <a:pt x="459" y="1"/>
                    <a:pt x="360" y="15"/>
                    <a:pt x="360" y="15"/>
                  </a:cubicBezTo>
                  <a:lnTo>
                    <a:pt x="0" y="945"/>
                  </a:lnTo>
                  <a:lnTo>
                    <a:pt x="1173" y="945"/>
                  </a:lnTo>
                  <a:lnTo>
                    <a:pt x="801" y="15"/>
                  </a:lnTo>
                  <a:cubicBezTo>
                    <a:pt x="728" y="4"/>
                    <a:pt x="655" y="1"/>
                    <a:pt x="5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049" name="Google Shape;6049;p46"/>
            <p:cNvSpPr/>
            <p:nvPr/>
          </p:nvSpPr>
          <p:spPr>
            <a:xfrm>
              <a:off x="7130605" y="1747865"/>
              <a:ext cx="68398" cy="8044"/>
            </a:xfrm>
            <a:custGeom>
              <a:avLst/>
              <a:gdLst/>
              <a:ahLst/>
              <a:cxnLst/>
              <a:rect l="l" t="t" r="r" b="b"/>
              <a:pathLst>
                <a:path w="1420" h="167" extrusionOk="0">
                  <a:moveTo>
                    <a:pt x="1323" y="1"/>
                  </a:moveTo>
                  <a:cubicBezTo>
                    <a:pt x="913" y="5"/>
                    <a:pt x="507" y="13"/>
                    <a:pt x="98" y="16"/>
                  </a:cubicBezTo>
                  <a:cubicBezTo>
                    <a:pt x="1" y="20"/>
                    <a:pt x="1" y="166"/>
                    <a:pt x="98" y="166"/>
                  </a:cubicBezTo>
                  <a:cubicBezTo>
                    <a:pt x="507" y="162"/>
                    <a:pt x="913" y="154"/>
                    <a:pt x="1323" y="151"/>
                  </a:cubicBezTo>
                  <a:cubicBezTo>
                    <a:pt x="1419" y="147"/>
                    <a:pt x="1419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050" name="Google Shape;6050;p46"/>
            <p:cNvSpPr/>
            <p:nvPr/>
          </p:nvSpPr>
          <p:spPr>
            <a:xfrm>
              <a:off x="6709741" y="1751863"/>
              <a:ext cx="815668" cy="270350"/>
            </a:xfrm>
            <a:custGeom>
              <a:avLst/>
              <a:gdLst/>
              <a:ahLst/>
              <a:cxnLst/>
              <a:rect l="l" t="t" r="r" b="b"/>
              <a:pathLst>
                <a:path w="16934" h="5613" extrusionOk="0">
                  <a:moveTo>
                    <a:pt x="9780" y="1"/>
                  </a:moveTo>
                  <a:cubicBezTo>
                    <a:pt x="8530" y="1"/>
                    <a:pt x="7103" y="57"/>
                    <a:pt x="5733" y="240"/>
                  </a:cubicBezTo>
                  <a:lnTo>
                    <a:pt x="3821" y="2608"/>
                  </a:lnTo>
                  <a:cubicBezTo>
                    <a:pt x="3821" y="2608"/>
                    <a:pt x="1031" y="3198"/>
                    <a:pt x="759" y="3294"/>
                  </a:cubicBezTo>
                  <a:cubicBezTo>
                    <a:pt x="488" y="3386"/>
                    <a:pt x="0" y="4314"/>
                    <a:pt x="330" y="5612"/>
                  </a:cubicBezTo>
                  <a:lnTo>
                    <a:pt x="16708" y="5612"/>
                  </a:lnTo>
                  <a:cubicBezTo>
                    <a:pt x="16708" y="5612"/>
                    <a:pt x="16934" y="4164"/>
                    <a:pt x="16573" y="3045"/>
                  </a:cubicBezTo>
                  <a:lnTo>
                    <a:pt x="15072" y="2597"/>
                  </a:lnTo>
                  <a:cubicBezTo>
                    <a:pt x="15072" y="2597"/>
                    <a:pt x="14159" y="722"/>
                    <a:pt x="13458" y="160"/>
                  </a:cubicBezTo>
                  <a:cubicBezTo>
                    <a:pt x="13458" y="160"/>
                    <a:pt x="11867" y="1"/>
                    <a:pt x="9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grpSp>
          <p:nvGrpSpPr>
            <p:cNvPr id="6051" name="Google Shape;6051;p46"/>
            <p:cNvGrpSpPr/>
            <p:nvPr/>
          </p:nvGrpSpPr>
          <p:grpSpPr>
            <a:xfrm>
              <a:off x="6867617" y="1903827"/>
              <a:ext cx="604342" cy="15220"/>
              <a:chOff x="6867617" y="1903827"/>
              <a:chExt cx="604342" cy="15220"/>
            </a:xfrm>
          </p:grpSpPr>
          <p:sp>
            <p:nvSpPr>
              <p:cNvPr id="6052" name="Google Shape;6052;p46"/>
              <p:cNvSpPr/>
              <p:nvPr/>
            </p:nvSpPr>
            <p:spPr>
              <a:xfrm>
                <a:off x="746434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53" name="Google Shape;6053;p46"/>
              <p:cNvSpPr/>
              <p:nvPr/>
            </p:nvSpPr>
            <p:spPr>
              <a:xfrm>
                <a:off x="745678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54" name="Google Shape;6054;p46"/>
              <p:cNvSpPr/>
              <p:nvPr/>
            </p:nvSpPr>
            <p:spPr>
              <a:xfrm>
                <a:off x="7449225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55" name="Google Shape;6055;p46"/>
              <p:cNvSpPr/>
              <p:nvPr/>
            </p:nvSpPr>
            <p:spPr>
              <a:xfrm>
                <a:off x="744161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56" name="Google Shape;6056;p46"/>
              <p:cNvSpPr/>
              <p:nvPr/>
            </p:nvSpPr>
            <p:spPr>
              <a:xfrm>
                <a:off x="743405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57" name="Google Shape;6057;p46"/>
              <p:cNvSpPr/>
              <p:nvPr/>
            </p:nvSpPr>
            <p:spPr>
              <a:xfrm>
                <a:off x="742653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58" name="Google Shape;6058;p46"/>
              <p:cNvSpPr/>
              <p:nvPr/>
            </p:nvSpPr>
            <p:spPr>
              <a:xfrm>
                <a:off x="741897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59" name="Google Shape;6059;p46"/>
              <p:cNvSpPr/>
              <p:nvPr/>
            </p:nvSpPr>
            <p:spPr>
              <a:xfrm>
                <a:off x="7411366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60" name="Google Shape;6060;p46"/>
              <p:cNvSpPr/>
              <p:nvPr/>
            </p:nvSpPr>
            <p:spPr>
              <a:xfrm>
                <a:off x="740380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61" name="Google Shape;6061;p46"/>
              <p:cNvSpPr/>
              <p:nvPr/>
            </p:nvSpPr>
            <p:spPr>
              <a:xfrm>
                <a:off x="73962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62" name="Google Shape;6062;p46"/>
              <p:cNvSpPr/>
              <p:nvPr/>
            </p:nvSpPr>
            <p:spPr>
              <a:xfrm>
                <a:off x="7388632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63" name="Google Shape;6063;p46"/>
              <p:cNvSpPr/>
              <p:nvPr/>
            </p:nvSpPr>
            <p:spPr>
              <a:xfrm>
                <a:off x="7381118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64" name="Google Shape;6064;p46"/>
              <p:cNvSpPr/>
              <p:nvPr/>
            </p:nvSpPr>
            <p:spPr>
              <a:xfrm>
                <a:off x="7373748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65" name="Google Shape;6065;p46"/>
              <p:cNvSpPr/>
              <p:nvPr/>
            </p:nvSpPr>
            <p:spPr>
              <a:xfrm>
                <a:off x="7366138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66" name="Google Shape;6066;p46"/>
              <p:cNvSpPr/>
              <p:nvPr/>
            </p:nvSpPr>
            <p:spPr>
              <a:xfrm>
                <a:off x="735857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67" name="Google Shape;6067;p46"/>
              <p:cNvSpPr/>
              <p:nvPr/>
            </p:nvSpPr>
            <p:spPr>
              <a:xfrm>
                <a:off x="7351014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68" name="Google Shape;6068;p46"/>
              <p:cNvSpPr/>
              <p:nvPr/>
            </p:nvSpPr>
            <p:spPr>
              <a:xfrm>
                <a:off x="73434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69" name="Google Shape;6069;p46"/>
              <p:cNvSpPr/>
              <p:nvPr/>
            </p:nvSpPr>
            <p:spPr>
              <a:xfrm>
                <a:off x="73358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70" name="Google Shape;6070;p46"/>
              <p:cNvSpPr/>
              <p:nvPr/>
            </p:nvSpPr>
            <p:spPr>
              <a:xfrm>
                <a:off x="73283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71" name="Google Shape;6071;p46"/>
              <p:cNvSpPr/>
              <p:nvPr/>
            </p:nvSpPr>
            <p:spPr>
              <a:xfrm>
                <a:off x="732076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72" name="Google Shape;6072;p46"/>
              <p:cNvSpPr/>
              <p:nvPr/>
            </p:nvSpPr>
            <p:spPr>
              <a:xfrm>
                <a:off x="7313155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73" name="Google Shape;6073;p46"/>
              <p:cNvSpPr/>
              <p:nvPr/>
            </p:nvSpPr>
            <p:spPr>
              <a:xfrm>
                <a:off x="730559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74" name="Google Shape;6074;p46"/>
              <p:cNvSpPr/>
              <p:nvPr/>
            </p:nvSpPr>
            <p:spPr>
              <a:xfrm>
                <a:off x="7298079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75" name="Google Shape;6075;p46"/>
              <p:cNvSpPr/>
              <p:nvPr/>
            </p:nvSpPr>
            <p:spPr>
              <a:xfrm>
                <a:off x="729051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76" name="Google Shape;6076;p46"/>
              <p:cNvSpPr/>
              <p:nvPr/>
            </p:nvSpPr>
            <p:spPr>
              <a:xfrm>
                <a:off x="7283099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77" name="Google Shape;6077;p46"/>
              <p:cNvSpPr/>
              <p:nvPr/>
            </p:nvSpPr>
            <p:spPr>
              <a:xfrm>
                <a:off x="727553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78" name="Google Shape;6078;p46"/>
              <p:cNvSpPr/>
              <p:nvPr/>
            </p:nvSpPr>
            <p:spPr>
              <a:xfrm>
                <a:off x="7267927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79" name="Google Shape;6079;p46"/>
              <p:cNvSpPr/>
              <p:nvPr/>
            </p:nvSpPr>
            <p:spPr>
              <a:xfrm>
                <a:off x="7260413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80" name="Google Shape;6080;p46"/>
              <p:cNvSpPr/>
              <p:nvPr/>
            </p:nvSpPr>
            <p:spPr>
              <a:xfrm>
                <a:off x="725285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81" name="Google Shape;6081;p46"/>
              <p:cNvSpPr/>
              <p:nvPr/>
            </p:nvSpPr>
            <p:spPr>
              <a:xfrm>
                <a:off x="724528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82" name="Google Shape;6082;p46"/>
              <p:cNvSpPr/>
              <p:nvPr/>
            </p:nvSpPr>
            <p:spPr>
              <a:xfrm>
                <a:off x="723767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83" name="Google Shape;6083;p46"/>
              <p:cNvSpPr/>
              <p:nvPr/>
            </p:nvSpPr>
            <p:spPr>
              <a:xfrm>
                <a:off x="723011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84" name="Google Shape;6084;p46"/>
              <p:cNvSpPr/>
              <p:nvPr/>
            </p:nvSpPr>
            <p:spPr>
              <a:xfrm>
                <a:off x="722255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85" name="Google Shape;6085;p46"/>
              <p:cNvSpPr/>
              <p:nvPr/>
            </p:nvSpPr>
            <p:spPr>
              <a:xfrm>
                <a:off x="721499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86" name="Google Shape;6086;p46"/>
              <p:cNvSpPr/>
              <p:nvPr/>
            </p:nvSpPr>
            <p:spPr>
              <a:xfrm>
                <a:off x="720743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87" name="Google Shape;6087;p46"/>
              <p:cNvSpPr/>
              <p:nvPr/>
            </p:nvSpPr>
            <p:spPr>
              <a:xfrm>
                <a:off x="719986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88" name="Google Shape;6088;p46"/>
              <p:cNvSpPr/>
              <p:nvPr/>
            </p:nvSpPr>
            <p:spPr>
              <a:xfrm>
                <a:off x="719230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89" name="Google Shape;6089;p46"/>
              <p:cNvSpPr/>
              <p:nvPr/>
            </p:nvSpPr>
            <p:spPr>
              <a:xfrm>
                <a:off x="7184888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90" name="Google Shape;6090;p46"/>
              <p:cNvSpPr/>
              <p:nvPr/>
            </p:nvSpPr>
            <p:spPr>
              <a:xfrm>
                <a:off x="7177374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91" name="Google Shape;6091;p46"/>
              <p:cNvSpPr/>
              <p:nvPr/>
            </p:nvSpPr>
            <p:spPr>
              <a:xfrm>
                <a:off x="7169764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92" name="Google Shape;6092;p46"/>
              <p:cNvSpPr/>
              <p:nvPr/>
            </p:nvSpPr>
            <p:spPr>
              <a:xfrm>
                <a:off x="716220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93" name="Google Shape;6093;p46"/>
              <p:cNvSpPr/>
              <p:nvPr/>
            </p:nvSpPr>
            <p:spPr>
              <a:xfrm>
                <a:off x="715464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94" name="Google Shape;6094;p46"/>
              <p:cNvSpPr/>
              <p:nvPr/>
            </p:nvSpPr>
            <p:spPr>
              <a:xfrm>
                <a:off x="714707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95" name="Google Shape;6095;p46"/>
              <p:cNvSpPr/>
              <p:nvPr/>
            </p:nvSpPr>
            <p:spPr>
              <a:xfrm>
                <a:off x="713946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96" name="Google Shape;6096;p46"/>
              <p:cNvSpPr/>
              <p:nvPr/>
            </p:nvSpPr>
            <p:spPr>
              <a:xfrm>
                <a:off x="7131953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97" name="Google Shape;6097;p46"/>
              <p:cNvSpPr/>
              <p:nvPr/>
            </p:nvSpPr>
            <p:spPr>
              <a:xfrm>
                <a:off x="712439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98" name="Google Shape;6098;p46"/>
              <p:cNvSpPr/>
              <p:nvPr/>
            </p:nvSpPr>
            <p:spPr>
              <a:xfrm>
                <a:off x="71168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99" name="Google Shape;6099;p46"/>
              <p:cNvSpPr/>
              <p:nvPr/>
            </p:nvSpPr>
            <p:spPr>
              <a:xfrm>
                <a:off x="7109219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00" name="Google Shape;6100;p46"/>
              <p:cNvSpPr/>
              <p:nvPr/>
            </p:nvSpPr>
            <p:spPr>
              <a:xfrm>
                <a:off x="710165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01" name="Google Shape;6101;p46"/>
              <p:cNvSpPr/>
              <p:nvPr/>
            </p:nvSpPr>
            <p:spPr>
              <a:xfrm>
                <a:off x="709409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02" name="Google Shape;6102;p46"/>
              <p:cNvSpPr/>
              <p:nvPr/>
            </p:nvSpPr>
            <p:spPr>
              <a:xfrm>
                <a:off x="7086725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3" y="158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03" name="Google Shape;6103;p46"/>
              <p:cNvSpPr/>
              <p:nvPr/>
            </p:nvSpPr>
            <p:spPr>
              <a:xfrm>
                <a:off x="707916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04" name="Google Shape;6104;p46"/>
              <p:cNvSpPr/>
              <p:nvPr/>
            </p:nvSpPr>
            <p:spPr>
              <a:xfrm>
                <a:off x="707160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05" name="Google Shape;6105;p46"/>
              <p:cNvSpPr/>
              <p:nvPr/>
            </p:nvSpPr>
            <p:spPr>
              <a:xfrm>
                <a:off x="7063991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06" name="Google Shape;6106;p46"/>
              <p:cNvSpPr/>
              <p:nvPr/>
            </p:nvSpPr>
            <p:spPr>
              <a:xfrm>
                <a:off x="70564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07" name="Google Shape;6107;p46"/>
              <p:cNvSpPr/>
              <p:nvPr/>
            </p:nvSpPr>
            <p:spPr>
              <a:xfrm>
                <a:off x="7048915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08" name="Google Shape;6108;p46"/>
              <p:cNvSpPr/>
              <p:nvPr/>
            </p:nvSpPr>
            <p:spPr>
              <a:xfrm>
                <a:off x="7041304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09" name="Google Shape;6109;p46"/>
              <p:cNvSpPr/>
              <p:nvPr/>
            </p:nvSpPr>
            <p:spPr>
              <a:xfrm>
                <a:off x="70337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10" name="Google Shape;6110;p46"/>
              <p:cNvSpPr/>
              <p:nvPr/>
            </p:nvSpPr>
            <p:spPr>
              <a:xfrm>
                <a:off x="702618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11" name="Google Shape;6111;p46"/>
              <p:cNvSpPr/>
              <p:nvPr/>
            </p:nvSpPr>
            <p:spPr>
              <a:xfrm>
                <a:off x="701861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12" name="Google Shape;6112;p46"/>
              <p:cNvSpPr/>
              <p:nvPr/>
            </p:nvSpPr>
            <p:spPr>
              <a:xfrm>
                <a:off x="701100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13" name="Google Shape;6113;p46"/>
              <p:cNvSpPr/>
              <p:nvPr/>
            </p:nvSpPr>
            <p:spPr>
              <a:xfrm>
                <a:off x="7003494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14" name="Google Shape;6114;p46"/>
              <p:cNvSpPr/>
              <p:nvPr/>
            </p:nvSpPr>
            <p:spPr>
              <a:xfrm>
                <a:off x="699593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15" name="Google Shape;6115;p46"/>
              <p:cNvSpPr/>
              <p:nvPr/>
            </p:nvSpPr>
            <p:spPr>
              <a:xfrm>
                <a:off x="6988514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16" name="Google Shape;6116;p46"/>
              <p:cNvSpPr/>
              <p:nvPr/>
            </p:nvSpPr>
            <p:spPr>
              <a:xfrm>
                <a:off x="69809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17" name="Google Shape;6117;p46"/>
              <p:cNvSpPr/>
              <p:nvPr/>
            </p:nvSpPr>
            <p:spPr>
              <a:xfrm>
                <a:off x="69733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18" name="Google Shape;6118;p46"/>
              <p:cNvSpPr/>
              <p:nvPr/>
            </p:nvSpPr>
            <p:spPr>
              <a:xfrm>
                <a:off x="69658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19" name="Google Shape;6119;p46"/>
              <p:cNvSpPr/>
              <p:nvPr/>
            </p:nvSpPr>
            <p:spPr>
              <a:xfrm>
                <a:off x="695826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20" name="Google Shape;6120;p46"/>
              <p:cNvSpPr/>
              <p:nvPr/>
            </p:nvSpPr>
            <p:spPr>
              <a:xfrm>
                <a:off x="695070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21" name="Google Shape;6121;p46"/>
              <p:cNvSpPr/>
              <p:nvPr/>
            </p:nvSpPr>
            <p:spPr>
              <a:xfrm>
                <a:off x="694314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22" name="Google Shape;6122;p46"/>
              <p:cNvSpPr/>
              <p:nvPr/>
            </p:nvSpPr>
            <p:spPr>
              <a:xfrm>
                <a:off x="6935531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23" name="Google Shape;6123;p46"/>
              <p:cNvSpPr/>
              <p:nvPr/>
            </p:nvSpPr>
            <p:spPr>
              <a:xfrm>
                <a:off x="692796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24" name="Google Shape;6124;p46"/>
              <p:cNvSpPr/>
              <p:nvPr/>
            </p:nvSpPr>
            <p:spPr>
              <a:xfrm>
                <a:off x="6920455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25" name="Google Shape;6125;p46"/>
              <p:cNvSpPr/>
              <p:nvPr/>
            </p:nvSpPr>
            <p:spPr>
              <a:xfrm>
                <a:off x="691284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26" name="Google Shape;6126;p46"/>
              <p:cNvSpPr/>
              <p:nvPr/>
            </p:nvSpPr>
            <p:spPr>
              <a:xfrm>
                <a:off x="690528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27" name="Google Shape;6127;p46"/>
              <p:cNvSpPr/>
              <p:nvPr/>
            </p:nvSpPr>
            <p:spPr>
              <a:xfrm>
                <a:off x="689772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28" name="Google Shape;6128;p46"/>
              <p:cNvSpPr/>
              <p:nvPr/>
            </p:nvSpPr>
            <p:spPr>
              <a:xfrm>
                <a:off x="6890303" y="1903827"/>
                <a:ext cx="7466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29" name="Google Shape;6129;p46"/>
              <p:cNvSpPr/>
              <p:nvPr/>
            </p:nvSpPr>
            <p:spPr>
              <a:xfrm>
                <a:off x="688278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30" name="Google Shape;6130;p46"/>
              <p:cNvSpPr/>
              <p:nvPr/>
            </p:nvSpPr>
            <p:spPr>
              <a:xfrm>
                <a:off x="687522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31" name="Google Shape;6131;p46"/>
              <p:cNvSpPr/>
              <p:nvPr/>
            </p:nvSpPr>
            <p:spPr>
              <a:xfrm>
                <a:off x="686761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</p:grpSp>
        <p:sp>
          <p:nvSpPr>
            <p:cNvPr id="6132" name="Google Shape;6132;p46"/>
            <p:cNvSpPr/>
            <p:nvPr/>
          </p:nvSpPr>
          <p:spPr>
            <a:xfrm>
              <a:off x="7485013" y="1913460"/>
              <a:ext cx="43447" cy="61892"/>
            </a:xfrm>
            <a:custGeom>
              <a:avLst/>
              <a:gdLst/>
              <a:ahLst/>
              <a:cxnLst/>
              <a:rect l="l" t="t" r="r" b="b"/>
              <a:pathLst>
                <a:path w="902" h="1285" extrusionOk="0">
                  <a:moveTo>
                    <a:pt x="382" y="0"/>
                  </a:moveTo>
                  <a:cubicBezTo>
                    <a:pt x="238" y="0"/>
                    <a:pt x="78" y="11"/>
                    <a:pt x="51" y="39"/>
                  </a:cubicBezTo>
                  <a:cubicBezTo>
                    <a:pt x="0" y="92"/>
                    <a:pt x="322" y="1284"/>
                    <a:pt x="380" y="1284"/>
                  </a:cubicBezTo>
                  <a:lnTo>
                    <a:pt x="741" y="1284"/>
                  </a:lnTo>
                  <a:cubicBezTo>
                    <a:pt x="901" y="1284"/>
                    <a:pt x="767" y="23"/>
                    <a:pt x="626" y="20"/>
                  </a:cubicBezTo>
                  <a:cubicBezTo>
                    <a:pt x="610" y="8"/>
                    <a:pt x="501" y="0"/>
                    <a:pt x="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33" name="Google Shape;6133;p46"/>
            <p:cNvSpPr/>
            <p:nvPr/>
          </p:nvSpPr>
          <p:spPr>
            <a:xfrm>
              <a:off x="7496476" y="1923045"/>
              <a:ext cx="17774" cy="771"/>
            </a:xfrm>
            <a:custGeom>
              <a:avLst/>
              <a:gdLst/>
              <a:ahLst/>
              <a:cxnLst/>
              <a:rect l="l" t="t" r="r" b="b"/>
              <a:pathLst>
                <a:path w="369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34" name="Google Shape;6134;p46"/>
            <p:cNvSpPr/>
            <p:nvPr/>
          </p:nvSpPr>
          <p:spPr>
            <a:xfrm>
              <a:off x="7497584" y="1929114"/>
              <a:ext cx="17774" cy="819"/>
            </a:xfrm>
            <a:custGeom>
              <a:avLst/>
              <a:gdLst/>
              <a:ahLst/>
              <a:cxnLst/>
              <a:rect l="l" t="t" r="r" b="b"/>
              <a:pathLst>
                <a:path w="369" h="17" extrusionOk="0">
                  <a:moveTo>
                    <a:pt x="0" y="1"/>
                  </a:moveTo>
                  <a:lnTo>
                    <a:pt x="0" y="17"/>
                  </a:lnTo>
                  <a:lnTo>
                    <a:pt x="368" y="17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35" name="Google Shape;6135;p46"/>
            <p:cNvSpPr/>
            <p:nvPr/>
          </p:nvSpPr>
          <p:spPr>
            <a:xfrm>
              <a:off x="7498885" y="1935231"/>
              <a:ext cx="17726" cy="771"/>
            </a:xfrm>
            <a:custGeom>
              <a:avLst/>
              <a:gdLst/>
              <a:ahLst/>
              <a:cxnLst/>
              <a:rect l="l" t="t" r="r" b="b"/>
              <a:pathLst>
                <a:path w="368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36" name="Google Shape;6136;p46"/>
            <p:cNvSpPr/>
            <p:nvPr/>
          </p:nvSpPr>
          <p:spPr>
            <a:xfrm>
              <a:off x="6724611" y="1929307"/>
              <a:ext cx="33284" cy="48887"/>
            </a:xfrm>
            <a:custGeom>
              <a:avLst/>
              <a:gdLst/>
              <a:ahLst/>
              <a:cxnLst/>
              <a:rect l="l" t="t" r="r" b="b"/>
              <a:pathLst>
                <a:path w="691" h="1015" extrusionOk="0">
                  <a:moveTo>
                    <a:pt x="238" y="1"/>
                  </a:moveTo>
                  <a:cubicBezTo>
                    <a:pt x="0" y="430"/>
                    <a:pt x="0" y="947"/>
                    <a:pt x="0" y="947"/>
                  </a:cubicBezTo>
                  <a:cubicBezTo>
                    <a:pt x="95" y="992"/>
                    <a:pt x="235" y="1015"/>
                    <a:pt x="351" y="1015"/>
                  </a:cubicBezTo>
                  <a:cubicBezTo>
                    <a:pt x="451" y="1015"/>
                    <a:pt x="533" y="998"/>
                    <a:pt x="552" y="966"/>
                  </a:cubicBezTo>
                  <a:cubicBezTo>
                    <a:pt x="598" y="894"/>
                    <a:pt x="690" y="165"/>
                    <a:pt x="678" y="101"/>
                  </a:cubicBezTo>
                  <a:cubicBezTo>
                    <a:pt x="667" y="39"/>
                    <a:pt x="238" y="1"/>
                    <a:pt x="2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37" name="Google Shape;6137;p46"/>
            <p:cNvSpPr/>
            <p:nvPr/>
          </p:nvSpPr>
          <p:spPr>
            <a:xfrm>
              <a:off x="6892759" y="1769299"/>
              <a:ext cx="93782" cy="108179"/>
            </a:xfrm>
            <a:custGeom>
              <a:avLst/>
              <a:gdLst/>
              <a:ahLst/>
              <a:cxnLst/>
              <a:rect l="l" t="t" r="r" b="b"/>
              <a:pathLst>
                <a:path w="1947" h="2246" extrusionOk="0">
                  <a:moveTo>
                    <a:pt x="1808" y="1"/>
                  </a:moveTo>
                  <a:lnTo>
                    <a:pt x="0" y="2246"/>
                  </a:lnTo>
                  <a:lnTo>
                    <a:pt x="0" y="2246"/>
                  </a:lnTo>
                  <a:lnTo>
                    <a:pt x="560" y="2173"/>
                  </a:lnTo>
                  <a:cubicBezTo>
                    <a:pt x="560" y="2173"/>
                    <a:pt x="1483" y="1311"/>
                    <a:pt x="1946" y="28"/>
                  </a:cubicBezTo>
                  <a:lnTo>
                    <a:pt x="18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38" name="Google Shape;6138;p46"/>
            <p:cNvSpPr/>
            <p:nvPr/>
          </p:nvSpPr>
          <p:spPr>
            <a:xfrm>
              <a:off x="7456594" y="1995921"/>
              <a:ext cx="68735" cy="31066"/>
            </a:xfrm>
            <a:custGeom>
              <a:avLst/>
              <a:gdLst/>
              <a:ahLst/>
              <a:cxnLst/>
              <a:rect l="l" t="t" r="r" b="b"/>
              <a:pathLst>
                <a:path w="1427" h="645" extrusionOk="0">
                  <a:moveTo>
                    <a:pt x="89" y="1"/>
                  </a:moveTo>
                  <a:lnTo>
                    <a:pt x="1" y="645"/>
                  </a:lnTo>
                  <a:lnTo>
                    <a:pt x="1101" y="645"/>
                  </a:lnTo>
                  <a:cubicBezTo>
                    <a:pt x="1250" y="626"/>
                    <a:pt x="1426" y="62"/>
                    <a:pt x="1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39" name="Google Shape;6139;p46"/>
            <p:cNvSpPr/>
            <p:nvPr/>
          </p:nvSpPr>
          <p:spPr>
            <a:xfrm>
              <a:off x="7310795" y="1934316"/>
              <a:ext cx="145851" cy="88479"/>
            </a:xfrm>
            <a:custGeom>
              <a:avLst/>
              <a:gdLst/>
              <a:ahLst/>
              <a:cxnLst/>
              <a:rect l="l" t="t" r="r" b="b"/>
              <a:pathLst>
                <a:path w="3028" h="1837" extrusionOk="0">
                  <a:moveTo>
                    <a:pt x="1527" y="1"/>
                  </a:moveTo>
                  <a:cubicBezTo>
                    <a:pt x="766" y="1"/>
                    <a:pt x="0" y="620"/>
                    <a:pt x="0" y="1836"/>
                  </a:cubicBezTo>
                  <a:lnTo>
                    <a:pt x="3028" y="1836"/>
                  </a:lnTo>
                  <a:cubicBezTo>
                    <a:pt x="3028" y="606"/>
                    <a:pt x="2280" y="1"/>
                    <a:pt x="15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40" name="Google Shape;6140;p46"/>
            <p:cNvSpPr/>
            <p:nvPr/>
          </p:nvSpPr>
          <p:spPr>
            <a:xfrm>
              <a:off x="6814489" y="1934124"/>
              <a:ext cx="145851" cy="88672"/>
            </a:xfrm>
            <a:custGeom>
              <a:avLst/>
              <a:gdLst/>
              <a:ahLst/>
              <a:cxnLst/>
              <a:rect l="l" t="t" r="r" b="b"/>
              <a:pathLst>
                <a:path w="3028" h="1841" extrusionOk="0">
                  <a:moveTo>
                    <a:pt x="1523" y="1"/>
                  </a:moveTo>
                  <a:cubicBezTo>
                    <a:pt x="763" y="1"/>
                    <a:pt x="0" y="617"/>
                    <a:pt x="0" y="1828"/>
                  </a:cubicBezTo>
                  <a:lnTo>
                    <a:pt x="3028" y="1840"/>
                  </a:lnTo>
                  <a:cubicBezTo>
                    <a:pt x="3028" y="607"/>
                    <a:pt x="2277" y="1"/>
                    <a:pt x="1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41" name="Google Shape;6141;p46"/>
            <p:cNvSpPr/>
            <p:nvPr/>
          </p:nvSpPr>
          <p:spPr>
            <a:xfrm>
              <a:off x="6800087" y="1945539"/>
              <a:ext cx="174848" cy="129757"/>
            </a:xfrm>
            <a:custGeom>
              <a:avLst/>
              <a:gdLst/>
              <a:ahLst/>
              <a:cxnLst/>
              <a:rect l="l" t="t" r="r" b="b"/>
              <a:pathLst>
                <a:path w="3630" h="2694" extrusionOk="0">
                  <a:moveTo>
                    <a:pt x="1814" y="1"/>
                  </a:moveTo>
                  <a:cubicBezTo>
                    <a:pt x="1512" y="1"/>
                    <a:pt x="1187" y="100"/>
                    <a:pt x="870" y="330"/>
                  </a:cubicBezTo>
                  <a:cubicBezTo>
                    <a:pt x="839" y="350"/>
                    <a:pt x="816" y="373"/>
                    <a:pt x="798" y="399"/>
                  </a:cubicBezTo>
                  <a:cubicBezTo>
                    <a:pt x="0" y="1500"/>
                    <a:pt x="769" y="2693"/>
                    <a:pt x="1816" y="2693"/>
                  </a:cubicBezTo>
                  <a:cubicBezTo>
                    <a:pt x="2118" y="2693"/>
                    <a:pt x="2442" y="2594"/>
                    <a:pt x="2759" y="2366"/>
                  </a:cubicBezTo>
                  <a:cubicBezTo>
                    <a:pt x="2786" y="2343"/>
                    <a:pt x="2813" y="2320"/>
                    <a:pt x="2832" y="2293"/>
                  </a:cubicBezTo>
                  <a:cubicBezTo>
                    <a:pt x="3629" y="1193"/>
                    <a:pt x="2860" y="1"/>
                    <a:pt x="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42" name="Google Shape;6142;p46"/>
            <p:cNvSpPr/>
            <p:nvPr/>
          </p:nvSpPr>
          <p:spPr>
            <a:xfrm>
              <a:off x="6832551" y="1969670"/>
              <a:ext cx="109870" cy="81399"/>
            </a:xfrm>
            <a:custGeom>
              <a:avLst/>
              <a:gdLst/>
              <a:ahLst/>
              <a:cxnLst/>
              <a:rect l="l" t="t" r="r" b="b"/>
              <a:pathLst>
                <a:path w="2281" h="1690" extrusionOk="0">
                  <a:moveTo>
                    <a:pt x="1140" y="1"/>
                  </a:moveTo>
                  <a:cubicBezTo>
                    <a:pt x="950" y="1"/>
                    <a:pt x="745" y="64"/>
                    <a:pt x="545" y="209"/>
                  </a:cubicBezTo>
                  <a:cubicBezTo>
                    <a:pt x="529" y="220"/>
                    <a:pt x="515" y="236"/>
                    <a:pt x="503" y="252"/>
                  </a:cubicBezTo>
                  <a:cubicBezTo>
                    <a:pt x="1" y="940"/>
                    <a:pt x="482" y="1689"/>
                    <a:pt x="1140" y="1689"/>
                  </a:cubicBezTo>
                  <a:cubicBezTo>
                    <a:pt x="1331" y="1689"/>
                    <a:pt x="1536" y="1627"/>
                    <a:pt x="1737" y="1481"/>
                  </a:cubicBezTo>
                  <a:cubicBezTo>
                    <a:pt x="1752" y="1470"/>
                    <a:pt x="1764" y="1458"/>
                    <a:pt x="1775" y="1442"/>
                  </a:cubicBezTo>
                  <a:cubicBezTo>
                    <a:pt x="2280" y="751"/>
                    <a:pt x="1797" y="1"/>
                    <a:pt x="1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43" name="Google Shape;6143;p46"/>
            <p:cNvSpPr/>
            <p:nvPr/>
          </p:nvSpPr>
          <p:spPr>
            <a:xfrm>
              <a:off x="6841077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2" y="12"/>
                  </a:moveTo>
                  <a:cubicBezTo>
                    <a:pt x="1226" y="12"/>
                    <a:pt x="1464" y="119"/>
                    <a:pt x="1633" y="291"/>
                  </a:cubicBezTo>
                  <a:cubicBezTo>
                    <a:pt x="1805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9" y="1633"/>
                  </a:cubicBezTo>
                  <a:cubicBezTo>
                    <a:pt x="1663" y="1648"/>
                    <a:pt x="1652" y="1663"/>
                    <a:pt x="1633" y="1679"/>
                  </a:cubicBezTo>
                  <a:cubicBezTo>
                    <a:pt x="1406" y="1840"/>
                    <a:pt x="1176" y="1913"/>
                    <a:pt x="962" y="1913"/>
                  </a:cubicBezTo>
                  <a:cubicBezTo>
                    <a:pt x="701" y="1913"/>
                    <a:pt x="464" y="1805"/>
                    <a:pt x="292" y="1633"/>
                  </a:cubicBezTo>
                  <a:cubicBezTo>
                    <a:pt x="119" y="1460"/>
                    <a:pt x="16" y="1227"/>
                    <a:pt x="16" y="962"/>
                  </a:cubicBezTo>
                  <a:cubicBezTo>
                    <a:pt x="16" y="747"/>
                    <a:pt x="85" y="518"/>
                    <a:pt x="249" y="291"/>
                  </a:cubicBezTo>
                  <a:cubicBezTo>
                    <a:pt x="260" y="277"/>
                    <a:pt x="276" y="261"/>
                    <a:pt x="292" y="249"/>
                  </a:cubicBezTo>
                  <a:cubicBezTo>
                    <a:pt x="517" y="84"/>
                    <a:pt x="747" y="12"/>
                    <a:pt x="962" y="12"/>
                  </a:cubicBezTo>
                  <a:close/>
                  <a:moveTo>
                    <a:pt x="962" y="1"/>
                  </a:moveTo>
                  <a:cubicBezTo>
                    <a:pt x="747" y="1"/>
                    <a:pt x="513" y="70"/>
                    <a:pt x="283" y="238"/>
                  </a:cubicBezTo>
                  <a:cubicBezTo>
                    <a:pt x="264" y="249"/>
                    <a:pt x="249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0" y="1927"/>
                    <a:pt x="962" y="1927"/>
                  </a:cubicBezTo>
                  <a:cubicBezTo>
                    <a:pt x="1180" y="1927"/>
                    <a:pt x="1414" y="1855"/>
                    <a:pt x="1644" y="1690"/>
                  </a:cubicBezTo>
                  <a:cubicBezTo>
                    <a:pt x="1659" y="1674"/>
                    <a:pt x="1675" y="1660"/>
                    <a:pt x="1690" y="1640"/>
                  </a:cubicBezTo>
                  <a:cubicBezTo>
                    <a:pt x="1855" y="1414"/>
                    <a:pt x="1928" y="1181"/>
                    <a:pt x="1928" y="962"/>
                  </a:cubicBezTo>
                  <a:cubicBezTo>
                    <a:pt x="1928" y="429"/>
                    <a:pt x="1495" y="1"/>
                    <a:pt x="9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44" name="Google Shape;6144;p46"/>
            <p:cNvSpPr/>
            <p:nvPr/>
          </p:nvSpPr>
          <p:spPr>
            <a:xfrm>
              <a:off x="6841318" y="1978051"/>
              <a:ext cx="92337" cy="64686"/>
            </a:xfrm>
            <a:custGeom>
              <a:avLst/>
              <a:gdLst/>
              <a:ahLst/>
              <a:cxnLst/>
              <a:rect l="l" t="t" r="r" b="b"/>
              <a:pathLst>
                <a:path w="1917" h="1343" extrusionOk="0">
                  <a:moveTo>
                    <a:pt x="977" y="1"/>
                  </a:moveTo>
                  <a:cubicBezTo>
                    <a:pt x="320" y="1"/>
                    <a:pt x="1" y="822"/>
                    <a:pt x="623" y="1277"/>
                  </a:cubicBezTo>
                  <a:cubicBezTo>
                    <a:pt x="635" y="1284"/>
                    <a:pt x="650" y="1291"/>
                    <a:pt x="666" y="1296"/>
                  </a:cubicBezTo>
                  <a:cubicBezTo>
                    <a:pt x="763" y="1328"/>
                    <a:pt x="855" y="1342"/>
                    <a:pt x="942" y="1342"/>
                  </a:cubicBezTo>
                  <a:cubicBezTo>
                    <a:pt x="1595" y="1342"/>
                    <a:pt x="1916" y="519"/>
                    <a:pt x="1290" y="66"/>
                  </a:cubicBezTo>
                  <a:cubicBezTo>
                    <a:pt x="1279" y="58"/>
                    <a:pt x="1267" y="50"/>
                    <a:pt x="1252" y="46"/>
                  </a:cubicBezTo>
                  <a:cubicBezTo>
                    <a:pt x="1156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45" name="Google Shape;6145;p46"/>
            <p:cNvSpPr/>
            <p:nvPr/>
          </p:nvSpPr>
          <p:spPr>
            <a:xfrm>
              <a:off x="6852685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1" y="472"/>
                  </a:moveTo>
                  <a:lnTo>
                    <a:pt x="751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67" y="614"/>
                  </a:lnTo>
                  <a:lnTo>
                    <a:pt x="774" y="637"/>
                  </a:lnTo>
                  <a:lnTo>
                    <a:pt x="824" y="622"/>
                  </a:lnTo>
                  <a:lnTo>
                    <a:pt x="817" y="591"/>
                  </a:lnTo>
                  <a:lnTo>
                    <a:pt x="901" y="545"/>
                  </a:lnTo>
                  <a:lnTo>
                    <a:pt x="859" y="633"/>
                  </a:lnTo>
                  <a:lnTo>
                    <a:pt x="828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8" y="829"/>
                  </a:lnTo>
                  <a:lnTo>
                    <a:pt x="859" y="817"/>
                  </a:lnTo>
                  <a:lnTo>
                    <a:pt x="901" y="905"/>
                  </a:lnTo>
                  <a:lnTo>
                    <a:pt x="817" y="863"/>
                  </a:lnTo>
                  <a:lnTo>
                    <a:pt x="824" y="832"/>
                  </a:lnTo>
                  <a:lnTo>
                    <a:pt x="774" y="817"/>
                  </a:lnTo>
                  <a:lnTo>
                    <a:pt x="767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1" y="886"/>
                  </a:lnTo>
                  <a:lnTo>
                    <a:pt x="721" y="982"/>
                  </a:lnTo>
                  <a:lnTo>
                    <a:pt x="690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5" y="836"/>
                  </a:lnTo>
                  <a:lnTo>
                    <a:pt x="667" y="817"/>
                  </a:lnTo>
                  <a:lnTo>
                    <a:pt x="621" y="832"/>
                  </a:lnTo>
                  <a:lnTo>
                    <a:pt x="629" y="863"/>
                  </a:lnTo>
                  <a:lnTo>
                    <a:pt x="541" y="905"/>
                  </a:lnTo>
                  <a:lnTo>
                    <a:pt x="541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0" y="771"/>
                  </a:lnTo>
                  <a:lnTo>
                    <a:pt x="621" y="752"/>
                  </a:lnTo>
                  <a:lnTo>
                    <a:pt x="575" y="729"/>
                  </a:lnTo>
                  <a:lnTo>
                    <a:pt x="560" y="756"/>
                  </a:lnTo>
                  <a:lnTo>
                    <a:pt x="468" y="725"/>
                  </a:lnTo>
                  <a:lnTo>
                    <a:pt x="560" y="694"/>
                  </a:lnTo>
                  <a:lnTo>
                    <a:pt x="575" y="725"/>
                  </a:lnTo>
                  <a:lnTo>
                    <a:pt x="621" y="698"/>
                  </a:lnTo>
                  <a:lnTo>
                    <a:pt x="610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1" y="545"/>
                  </a:lnTo>
                  <a:lnTo>
                    <a:pt x="629" y="591"/>
                  </a:lnTo>
                  <a:lnTo>
                    <a:pt x="621" y="622"/>
                  </a:lnTo>
                  <a:lnTo>
                    <a:pt x="667" y="637"/>
                  </a:lnTo>
                  <a:lnTo>
                    <a:pt x="675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0" y="564"/>
                  </a:lnTo>
                  <a:lnTo>
                    <a:pt x="721" y="472"/>
                  </a:lnTo>
                  <a:close/>
                  <a:moveTo>
                    <a:pt x="625" y="1"/>
                  </a:moveTo>
                  <a:lnTo>
                    <a:pt x="575" y="20"/>
                  </a:lnTo>
                  <a:lnTo>
                    <a:pt x="694" y="388"/>
                  </a:lnTo>
                  <a:lnTo>
                    <a:pt x="644" y="541"/>
                  </a:lnTo>
                  <a:lnTo>
                    <a:pt x="502" y="468"/>
                  </a:lnTo>
                  <a:lnTo>
                    <a:pt x="327" y="123"/>
                  </a:lnTo>
                  <a:lnTo>
                    <a:pt x="281" y="146"/>
                  </a:lnTo>
                  <a:lnTo>
                    <a:pt x="422" y="426"/>
                  </a:lnTo>
                  <a:lnTo>
                    <a:pt x="422" y="426"/>
                  </a:lnTo>
                  <a:lnTo>
                    <a:pt x="143" y="284"/>
                  </a:lnTo>
                  <a:lnTo>
                    <a:pt x="120" y="330"/>
                  </a:lnTo>
                  <a:lnTo>
                    <a:pt x="465" y="507"/>
                  </a:lnTo>
                  <a:lnTo>
                    <a:pt x="537" y="648"/>
                  </a:lnTo>
                  <a:lnTo>
                    <a:pt x="384" y="698"/>
                  </a:lnTo>
                  <a:lnTo>
                    <a:pt x="16" y="579"/>
                  </a:lnTo>
                  <a:lnTo>
                    <a:pt x="0" y="629"/>
                  </a:lnTo>
                  <a:lnTo>
                    <a:pt x="299" y="725"/>
                  </a:lnTo>
                  <a:lnTo>
                    <a:pt x="0" y="825"/>
                  </a:lnTo>
                  <a:lnTo>
                    <a:pt x="16" y="871"/>
                  </a:lnTo>
                  <a:lnTo>
                    <a:pt x="384" y="752"/>
                  </a:lnTo>
                  <a:lnTo>
                    <a:pt x="537" y="802"/>
                  </a:lnTo>
                  <a:lnTo>
                    <a:pt x="465" y="947"/>
                  </a:lnTo>
                  <a:lnTo>
                    <a:pt x="120" y="1124"/>
                  </a:lnTo>
                  <a:lnTo>
                    <a:pt x="143" y="1170"/>
                  </a:lnTo>
                  <a:lnTo>
                    <a:pt x="422" y="1024"/>
                  </a:lnTo>
                  <a:lnTo>
                    <a:pt x="281" y="1308"/>
                  </a:lnTo>
                  <a:lnTo>
                    <a:pt x="327" y="1331"/>
                  </a:lnTo>
                  <a:lnTo>
                    <a:pt x="502" y="986"/>
                  </a:lnTo>
                  <a:lnTo>
                    <a:pt x="644" y="913"/>
                  </a:lnTo>
                  <a:lnTo>
                    <a:pt x="694" y="1066"/>
                  </a:lnTo>
                  <a:lnTo>
                    <a:pt x="575" y="1434"/>
                  </a:lnTo>
                  <a:lnTo>
                    <a:pt x="625" y="1449"/>
                  </a:lnTo>
                  <a:lnTo>
                    <a:pt x="721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48" y="1066"/>
                  </a:lnTo>
                  <a:lnTo>
                    <a:pt x="797" y="913"/>
                  </a:lnTo>
                  <a:lnTo>
                    <a:pt x="943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0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0" y="426"/>
                  </a:lnTo>
                  <a:lnTo>
                    <a:pt x="1020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3" y="468"/>
                  </a:lnTo>
                  <a:lnTo>
                    <a:pt x="797" y="541"/>
                  </a:lnTo>
                  <a:lnTo>
                    <a:pt x="748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1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46" name="Google Shape;6146;p46"/>
            <p:cNvSpPr/>
            <p:nvPr/>
          </p:nvSpPr>
          <p:spPr>
            <a:xfrm>
              <a:off x="6875468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47" y="0"/>
                  </a:moveTo>
                  <a:cubicBezTo>
                    <a:pt x="205" y="0"/>
                    <a:pt x="161" y="14"/>
                    <a:pt x="118" y="44"/>
                  </a:cubicBezTo>
                  <a:cubicBezTo>
                    <a:pt x="114" y="48"/>
                    <a:pt x="110" y="52"/>
                    <a:pt x="110" y="56"/>
                  </a:cubicBezTo>
                  <a:cubicBezTo>
                    <a:pt x="0" y="208"/>
                    <a:pt x="105" y="373"/>
                    <a:pt x="249" y="373"/>
                  </a:cubicBezTo>
                  <a:cubicBezTo>
                    <a:pt x="290" y="373"/>
                    <a:pt x="334" y="360"/>
                    <a:pt x="378" y="328"/>
                  </a:cubicBezTo>
                  <a:cubicBezTo>
                    <a:pt x="382" y="324"/>
                    <a:pt x="386" y="320"/>
                    <a:pt x="390" y="316"/>
                  </a:cubicBezTo>
                  <a:cubicBezTo>
                    <a:pt x="500" y="164"/>
                    <a:pt x="392" y="0"/>
                    <a:pt x="2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47" name="Google Shape;6147;p46"/>
            <p:cNvSpPr/>
            <p:nvPr/>
          </p:nvSpPr>
          <p:spPr>
            <a:xfrm>
              <a:off x="7297501" y="1945539"/>
              <a:ext cx="174800" cy="129757"/>
            </a:xfrm>
            <a:custGeom>
              <a:avLst/>
              <a:gdLst/>
              <a:ahLst/>
              <a:cxnLst/>
              <a:rect l="l" t="t" r="r" b="b"/>
              <a:pathLst>
                <a:path w="3629" h="2694" extrusionOk="0">
                  <a:moveTo>
                    <a:pt x="1816" y="1"/>
                  </a:moveTo>
                  <a:cubicBezTo>
                    <a:pt x="1514" y="1"/>
                    <a:pt x="1188" y="100"/>
                    <a:pt x="870" y="330"/>
                  </a:cubicBezTo>
                  <a:cubicBezTo>
                    <a:pt x="844" y="350"/>
                    <a:pt x="821" y="373"/>
                    <a:pt x="798" y="399"/>
                  </a:cubicBezTo>
                  <a:cubicBezTo>
                    <a:pt x="0" y="1500"/>
                    <a:pt x="771" y="2693"/>
                    <a:pt x="1818" y="2693"/>
                  </a:cubicBezTo>
                  <a:cubicBezTo>
                    <a:pt x="2119" y="2693"/>
                    <a:pt x="2443" y="2594"/>
                    <a:pt x="2759" y="2366"/>
                  </a:cubicBezTo>
                  <a:cubicBezTo>
                    <a:pt x="2790" y="2343"/>
                    <a:pt x="2813" y="2320"/>
                    <a:pt x="2832" y="2293"/>
                  </a:cubicBezTo>
                  <a:cubicBezTo>
                    <a:pt x="3629" y="1193"/>
                    <a:pt x="2862" y="1"/>
                    <a:pt x="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48" name="Google Shape;6148;p46"/>
            <p:cNvSpPr/>
            <p:nvPr/>
          </p:nvSpPr>
          <p:spPr>
            <a:xfrm>
              <a:off x="7330158" y="1969670"/>
              <a:ext cx="109726" cy="81399"/>
            </a:xfrm>
            <a:custGeom>
              <a:avLst/>
              <a:gdLst/>
              <a:ahLst/>
              <a:cxnLst/>
              <a:rect l="l" t="t" r="r" b="b"/>
              <a:pathLst>
                <a:path w="2278" h="1690" extrusionOk="0">
                  <a:moveTo>
                    <a:pt x="1137" y="1"/>
                  </a:moveTo>
                  <a:cubicBezTo>
                    <a:pt x="947" y="1"/>
                    <a:pt x="741" y="64"/>
                    <a:pt x="541" y="209"/>
                  </a:cubicBezTo>
                  <a:cubicBezTo>
                    <a:pt x="525" y="220"/>
                    <a:pt x="514" y="236"/>
                    <a:pt x="502" y="252"/>
                  </a:cubicBezTo>
                  <a:cubicBezTo>
                    <a:pt x="0" y="940"/>
                    <a:pt x="482" y="1689"/>
                    <a:pt x="1138" y="1689"/>
                  </a:cubicBezTo>
                  <a:cubicBezTo>
                    <a:pt x="1328" y="1689"/>
                    <a:pt x="1533" y="1627"/>
                    <a:pt x="1733" y="1481"/>
                  </a:cubicBezTo>
                  <a:cubicBezTo>
                    <a:pt x="1748" y="1470"/>
                    <a:pt x="1763" y="1458"/>
                    <a:pt x="1775" y="1442"/>
                  </a:cubicBezTo>
                  <a:cubicBezTo>
                    <a:pt x="2277" y="751"/>
                    <a:pt x="1795" y="1"/>
                    <a:pt x="11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49" name="Google Shape;6149;p46"/>
            <p:cNvSpPr/>
            <p:nvPr/>
          </p:nvSpPr>
          <p:spPr>
            <a:xfrm>
              <a:off x="7338491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6" y="12"/>
                  </a:moveTo>
                  <a:cubicBezTo>
                    <a:pt x="1226" y="12"/>
                    <a:pt x="1464" y="119"/>
                    <a:pt x="1636" y="291"/>
                  </a:cubicBezTo>
                  <a:cubicBezTo>
                    <a:pt x="1809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8" y="1633"/>
                  </a:cubicBezTo>
                  <a:cubicBezTo>
                    <a:pt x="1667" y="1648"/>
                    <a:pt x="1652" y="1663"/>
                    <a:pt x="1636" y="1679"/>
                  </a:cubicBezTo>
                  <a:cubicBezTo>
                    <a:pt x="1410" y="1840"/>
                    <a:pt x="1180" y="1913"/>
                    <a:pt x="966" y="1913"/>
                  </a:cubicBezTo>
                  <a:cubicBezTo>
                    <a:pt x="702" y="1913"/>
                    <a:pt x="464" y="1805"/>
                    <a:pt x="295" y="1633"/>
                  </a:cubicBezTo>
                  <a:cubicBezTo>
                    <a:pt x="122" y="1460"/>
                    <a:pt x="16" y="1227"/>
                    <a:pt x="16" y="962"/>
                  </a:cubicBezTo>
                  <a:cubicBezTo>
                    <a:pt x="16" y="747"/>
                    <a:pt x="88" y="518"/>
                    <a:pt x="249" y="291"/>
                  </a:cubicBezTo>
                  <a:cubicBezTo>
                    <a:pt x="265" y="277"/>
                    <a:pt x="276" y="261"/>
                    <a:pt x="295" y="249"/>
                  </a:cubicBezTo>
                  <a:cubicBezTo>
                    <a:pt x="521" y="84"/>
                    <a:pt x="751" y="12"/>
                    <a:pt x="966" y="12"/>
                  </a:cubicBezTo>
                  <a:close/>
                  <a:moveTo>
                    <a:pt x="966" y="1"/>
                  </a:moveTo>
                  <a:cubicBezTo>
                    <a:pt x="748" y="1"/>
                    <a:pt x="513" y="70"/>
                    <a:pt x="288" y="238"/>
                  </a:cubicBezTo>
                  <a:cubicBezTo>
                    <a:pt x="269" y="249"/>
                    <a:pt x="253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3" y="1927"/>
                    <a:pt x="966" y="1927"/>
                  </a:cubicBezTo>
                  <a:cubicBezTo>
                    <a:pt x="1180" y="1927"/>
                    <a:pt x="1418" y="1855"/>
                    <a:pt x="1644" y="1690"/>
                  </a:cubicBezTo>
                  <a:cubicBezTo>
                    <a:pt x="1663" y="1674"/>
                    <a:pt x="1678" y="1660"/>
                    <a:pt x="1690" y="1640"/>
                  </a:cubicBezTo>
                  <a:cubicBezTo>
                    <a:pt x="1859" y="1414"/>
                    <a:pt x="1928" y="1181"/>
                    <a:pt x="1928" y="962"/>
                  </a:cubicBezTo>
                  <a:cubicBezTo>
                    <a:pt x="1928" y="429"/>
                    <a:pt x="1498" y="1"/>
                    <a:pt x="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50" name="Google Shape;6150;p46"/>
            <p:cNvSpPr/>
            <p:nvPr/>
          </p:nvSpPr>
          <p:spPr>
            <a:xfrm>
              <a:off x="7338780" y="1978051"/>
              <a:ext cx="92289" cy="64686"/>
            </a:xfrm>
            <a:custGeom>
              <a:avLst/>
              <a:gdLst/>
              <a:ahLst/>
              <a:cxnLst/>
              <a:rect l="l" t="t" r="r" b="b"/>
              <a:pathLst>
                <a:path w="1916" h="1343" extrusionOk="0">
                  <a:moveTo>
                    <a:pt x="977" y="1"/>
                  </a:moveTo>
                  <a:cubicBezTo>
                    <a:pt x="322" y="1"/>
                    <a:pt x="0" y="822"/>
                    <a:pt x="627" y="1277"/>
                  </a:cubicBezTo>
                  <a:cubicBezTo>
                    <a:pt x="638" y="1284"/>
                    <a:pt x="653" y="1291"/>
                    <a:pt x="664" y="1296"/>
                  </a:cubicBezTo>
                  <a:cubicBezTo>
                    <a:pt x="762" y="1328"/>
                    <a:pt x="855" y="1342"/>
                    <a:pt x="942" y="1342"/>
                  </a:cubicBezTo>
                  <a:cubicBezTo>
                    <a:pt x="1597" y="1342"/>
                    <a:pt x="1915" y="519"/>
                    <a:pt x="1293" y="66"/>
                  </a:cubicBezTo>
                  <a:cubicBezTo>
                    <a:pt x="1282" y="58"/>
                    <a:pt x="1266" y="50"/>
                    <a:pt x="1251" y="46"/>
                  </a:cubicBezTo>
                  <a:cubicBezTo>
                    <a:pt x="1155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51" name="Google Shape;6151;p46"/>
            <p:cNvSpPr/>
            <p:nvPr/>
          </p:nvSpPr>
          <p:spPr>
            <a:xfrm>
              <a:off x="7350099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5" y="472"/>
                  </a:moveTo>
                  <a:lnTo>
                    <a:pt x="755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71" y="614"/>
                  </a:lnTo>
                  <a:lnTo>
                    <a:pt x="778" y="637"/>
                  </a:lnTo>
                  <a:lnTo>
                    <a:pt x="829" y="622"/>
                  </a:lnTo>
                  <a:lnTo>
                    <a:pt x="817" y="591"/>
                  </a:lnTo>
                  <a:lnTo>
                    <a:pt x="905" y="545"/>
                  </a:lnTo>
                  <a:lnTo>
                    <a:pt x="905" y="545"/>
                  </a:lnTo>
                  <a:lnTo>
                    <a:pt x="859" y="633"/>
                  </a:lnTo>
                  <a:lnTo>
                    <a:pt x="829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9" y="829"/>
                  </a:lnTo>
                  <a:lnTo>
                    <a:pt x="859" y="817"/>
                  </a:lnTo>
                  <a:lnTo>
                    <a:pt x="905" y="905"/>
                  </a:lnTo>
                  <a:lnTo>
                    <a:pt x="905" y="905"/>
                  </a:lnTo>
                  <a:lnTo>
                    <a:pt x="817" y="863"/>
                  </a:lnTo>
                  <a:lnTo>
                    <a:pt x="829" y="832"/>
                  </a:lnTo>
                  <a:lnTo>
                    <a:pt x="778" y="817"/>
                  </a:lnTo>
                  <a:lnTo>
                    <a:pt x="771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5" y="886"/>
                  </a:lnTo>
                  <a:lnTo>
                    <a:pt x="725" y="982"/>
                  </a:lnTo>
                  <a:lnTo>
                    <a:pt x="694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9" y="836"/>
                  </a:lnTo>
                  <a:lnTo>
                    <a:pt x="671" y="817"/>
                  </a:lnTo>
                  <a:lnTo>
                    <a:pt x="622" y="832"/>
                  </a:lnTo>
                  <a:lnTo>
                    <a:pt x="629" y="863"/>
                  </a:lnTo>
                  <a:lnTo>
                    <a:pt x="544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3" y="771"/>
                  </a:lnTo>
                  <a:lnTo>
                    <a:pt x="622" y="752"/>
                  </a:lnTo>
                  <a:lnTo>
                    <a:pt x="576" y="729"/>
                  </a:lnTo>
                  <a:lnTo>
                    <a:pt x="564" y="756"/>
                  </a:lnTo>
                  <a:lnTo>
                    <a:pt x="468" y="725"/>
                  </a:lnTo>
                  <a:lnTo>
                    <a:pt x="564" y="694"/>
                  </a:lnTo>
                  <a:lnTo>
                    <a:pt x="576" y="725"/>
                  </a:lnTo>
                  <a:lnTo>
                    <a:pt x="622" y="698"/>
                  </a:lnTo>
                  <a:lnTo>
                    <a:pt x="613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4" y="545"/>
                  </a:lnTo>
                  <a:lnTo>
                    <a:pt x="629" y="591"/>
                  </a:lnTo>
                  <a:lnTo>
                    <a:pt x="622" y="622"/>
                  </a:lnTo>
                  <a:lnTo>
                    <a:pt x="671" y="637"/>
                  </a:lnTo>
                  <a:lnTo>
                    <a:pt x="679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4" y="564"/>
                  </a:lnTo>
                  <a:lnTo>
                    <a:pt x="725" y="472"/>
                  </a:lnTo>
                  <a:close/>
                  <a:moveTo>
                    <a:pt x="625" y="1"/>
                  </a:moveTo>
                  <a:lnTo>
                    <a:pt x="576" y="20"/>
                  </a:lnTo>
                  <a:lnTo>
                    <a:pt x="698" y="388"/>
                  </a:lnTo>
                  <a:lnTo>
                    <a:pt x="648" y="541"/>
                  </a:lnTo>
                  <a:lnTo>
                    <a:pt x="502" y="468"/>
                  </a:lnTo>
                  <a:lnTo>
                    <a:pt x="326" y="123"/>
                  </a:lnTo>
                  <a:lnTo>
                    <a:pt x="280" y="146"/>
                  </a:lnTo>
                  <a:lnTo>
                    <a:pt x="426" y="426"/>
                  </a:lnTo>
                  <a:lnTo>
                    <a:pt x="426" y="426"/>
                  </a:lnTo>
                  <a:lnTo>
                    <a:pt x="142" y="284"/>
                  </a:lnTo>
                  <a:lnTo>
                    <a:pt x="120" y="330"/>
                  </a:lnTo>
                  <a:lnTo>
                    <a:pt x="464" y="507"/>
                  </a:lnTo>
                  <a:lnTo>
                    <a:pt x="537" y="648"/>
                  </a:lnTo>
                  <a:lnTo>
                    <a:pt x="383" y="698"/>
                  </a:lnTo>
                  <a:lnTo>
                    <a:pt x="16" y="579"/>
                  </a:lnTo>
                  <a:lnTo>
                    <a:pt x="1" y="629"/>
                  </a:lnTo>
                  <a:lnTo>
                    <a:pt x="300" y="725"/>
                  </a:lnTo>
                  <a:lnTo>
                    <a:pt x="1" y="825"/>
                  </a:lnTo>
                  <a:lnTo>
                    <a:pt x="16" y="871"/>
                  </a:lnTo>
                  <a:lnTo>
                    <a:pt x="383" y="752"/>
                  </a:lnTo>
                  <a:lnTo>
                    <a:pt x="537" y="802"/>
                  </a:lnTo>
                  <a:lnTo>
                    <a:pt x="464" y="947"/>
                  </a:lnTo>
                  <a:lnTo>
                    <a:pt x="120" y="1124"/>
                  </a:lnTo>
                  <a:lnTo>
                    <a:pt x="142" y="1170"/>
                  </a:lnTo>
                  <a:lnTo>
                    <a:pt x="426" y="1024"/>
                  </a:lnTo>
                  <a:lnTo>
                    <a:pt x="280" y="1308"/>
                  </a:lnTo>
                  <a:lnTo>
                    <a:pt x="326" y="1331"/>
                  </a:lnTo>
                  <a:lnTo>
                    <a:pt x="502" y="986"/>
                  </a:lnTo>
                  <a:lnTo>
                    <a:pt x="648" y="913"/>
                  </a:lnTo>
                  <a:lnTo>
                    <a:pt x="698" y="1066"/>
                  </a:lnTo>
                  <a:lnTo>
                    <a:pt x="576" y="1434"/>
                  </a:lnTo>
                  <a:lnTo>
                    <a:pt x="625" y="1449"/>
                  </a:lnTo>
                  <a:lnTo>
                    <a:pt x="725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51" y="1066"/>
                  </a:lnTo>
                  <a:lnTo>
                    <a:pt x="801" y="913"/>
                  </a:lnTo>
                  <a:lnTo>
                    <a:pt x="944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4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4" y="426"/>
                  </a:lnTo>
                  <a:lnTo>
                    <a:pt x="1024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4" y="468"/>
                  </a:lnTo>
                  <a:lnTo>
                    <a:pt x="801" y="541"/>
                  </a:lnTo>
                  <a:lnTo>
                    <a:pt x="751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5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52" name="Google Shape;6152;p46"/>
            <p:cNvSpPr/>
            <p:nvPr/>
          </p:nvSpPr>
          <p:spPr>
            <a:xfrm>
              <a:off x="7372833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51" y="0"/>
                  </a:moveTo>
                  <a:cubicBezTo>
                    <a:pt x="210" y="0"/>
                    <a:pt x="165" y="14"/>
                    <a:pt x="122" y="44"/>
                  </a:cubicBezTo>
                  <a:lnTo>
                    <a:pt x="111" y="56"/>
                  </a:lnTo>
                  <a:cubicBezTo>
                    <a:pt x="1" y="208"/>
                    <a:pt x="108" y="373"/>
                    <a:pt x="253" y="373"/>
                  </a:cubicBezTo>
                  <a:cubicBezTo>
                    <a:pt x="295" y="373"/>
                    <a:pt x="340" y="360"/>
                    <a:pt x="383" y="328"/>
                  </a:cubicBezTo>
                  <a:cubicBezTo>
                    <a:pt x="387" y="324"/>
                    <a:pt x="391" y="320"/>
                    <a:pt x="391" y="316"/>
                  </a:cubicBezTo>
                  <a:cubicBezTo>
                    <a:pt x="501" y="164"/>
                    <a:pt x="395" y="0"/>
                    <a:pt x="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53" name="Google Shape;6153;p46"/>
            <p:cNvSpPr/>
            <p:nvPr/>
          </p:nvSpPr>
          <p:spPr>
            <a:xfrm>
              <a:off x="6706693" y="1990093"/>
              <a:ext cx="85690" cy="37280"/>
            </a:xfrm>
            <a:custGeom>
              <a:avLst/>
              <a:gdLst/>
              <a:ahLst/>
              <a:cxnLst/>
              <a:rect l="l" t="t" r="r" b="b"/>
              <a:pathLst>
                <a:path w="1779" h="774" extrusionOk="0">
                  <a:moveTo>
                    <a:pt x="465" y="0"/>
                  </a:moveTo>
                  <a:cubicBezTo>
                    <a:pt x="250" y="0"/>
                    <a:pt x="36" y="13"/>
                    <a:pt x="24" y="53"/>
                  </a:cubicBezTo>
                  <a:cubicBezTo>
                    <a:pt x="1" y="126"/>
                    <a:pt x="245" y="643"/>
                    <a:pt x="464" y="774"/>
                  </a:cubicBezTo>
                  <a:lnTo>
                    <a:pt x="1713" y="774"/>
                  </a:lnTo>
                  <a:cubicBezTo>
                    <a:pt x="1713" y="774"/>
                    <a:pt x="1779" y="666"/>
                    <a:pt x="1713" y="601"/>
                  </a:cubicBezTo>
                  <a:lnTo>
                    <a:pt x="1253" y="601"/>
                  </a:lnTo>
                  <a:cubicBezTo>
                    <a:pt x="1253" y="601"/>
                    <a:pt x="1001" y="49"/>
                    <a:pt x="909" y="23"/>
                  </a:cubicBezTo>
                  <a:cubicBezTo>
                    <a:pt x="866" y="11"/>
                    <a:pt x="665" y="0"/>
                    <a:pt x="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54" name="Google Shape;6154;p46"/>
            <p:cNvSpPr/>
            <p:nvPr/>
          </p:nvSpPr>
          <p:spPr>
            <a:xfrm>
              <a:off x="6952341" y="1761207"/>
              <a:ext cx="439914" cy="112802"/>
            </a:xfrm>
            <a:custGeom>
              <a:avLst/>
              <a:gdLst/>
              <a:ahLst/>
              <a:cxnLst/>
              <a:rect l="l" t="t" r="r" b="b"/>
              <a:pathLst>
                <a:path w="9133" h="2342" extrusionOk="0">
                  <a:moveTo>
                    <a:pt x="4535" y="0"/>
                  </a:moveTo>
                  <a:cubicBezTo>
                    <a:pt x="3505" y="0"/>
                    <a:pt x="2340" y="39"/>
                    <a:pt x="1158" y="157"/>
                  </a:cubicBezTo>
                  <a:cubicBezTo>
                    <a:pt x="1158" y="157"/>
                    <a:pt x="350" y="1490"/>
                    <a:pt x="0" y="2341"/>
                  </a:cubicBezTo>
                  <a:lnTo>
                    <a:pt x="9013" y="2341"/>
                  </a:lnTo>
                  <a:cubicBezTo>
                    <a:pt x="9082" y="2341"/>
                    <a:pt x="9133" y="2268"/>
                    <a:pt x="9101" y="2207"/>
                  </a:cubicBezTo>
                  <a:cubicBezTo>
                    <a:pt x="8944" y="1844"/>
                    <a:pt x="8492" y="836"/>
                    <a:pt x="8105" y="157"/>
                  </a:cubicBezTo>
                  <a:cubicBezTo>
                    <a:pt x="8105" y="157"/>
                    <a:pt x="6593" y="0"/>
                    <a:pt x="45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55" name="Google Shape;6155;p46"/>
            <p:cNvSpPr/>
            <p:nvPr/>
          </p:nvSpPr>
          <p:spPr>
            <a:xfrm>
              <a:off x="6955472" y="1762652"/>
              <a:ext cx="429365" cy="109864"/>
            </a:xfrm>
            <a:custGeom>
              <a:avLst/>
              <a:gdLst/>
              <a:ahLst/>
              <a:cxnLst/>
              <a:rect l="l" t="t" r="r" b="b"/>
              <a:pathLst>
                <a:path w="8914" h="2281" extrusionOk="0">
                  <a:moveTo>
                    <a:pt x="4469" y="1"/>
                  </a:moveTo>
                  <a:cubicBezTo>
                    <a:pt x="3292" y="1"/>
                    <a:pt x="2174" y="51"/>
                    <a:pt x="1143" y="150"/>
                  </a:cubicBezTo>
                  <a:cubicBezTo>
                    <a:pt x="1124" y="154"/>
                    <a:pt x="1108" y="166"/>
                    <a:pt x="1097" y="181"/>
                  </a:cubicBezTo>
                  <a:cubicBezTo>
                    <a:pt x="966" y="395"/>
                    <a:pt x="349" y="1441"/>
                    <a:pt x="16" y="2192"/>
                  </a:cubicBezTo>
                  <a:cubicBezTo>
                    <a:pt x="1" y="2235"/>
                    <a:pt x="32" y="2281"/>
                    <a:pt x="73" y="2281"/>
                  </a:cubicBezTo>
                  <a:lnTo>
                    <a:pt x="8408" y="2281"/>
                  </a:lnTo>
                  <a:cubicBezTo>
                    <a:pt x="8711" y="2281"/>
                    <a:pt x="8914" y="1966"/>
                    <a:pt x="8787" y="1690"/>
                  </a:cubicBezTo>
                  <a:cubicBezTo>
                    <a:pt x="8580" y="1242"/>
                    <a:pt x="8297" y="641"/>
                    <a:pt x="8037" y="181"/>
                  </a:cubicBezTo>
                  <a:cubicBezTo>
                    <a:pt x="8025" y="166"/>
                    <a:pt x="8010" y="154"/>
                    <a:pt x="7987" y="150"/>
                  </a:cubicBezTo>
                  <a:cubicBezTo>
                    <a:pt x="7715" y="127"/>
                    <a:pt x="6300" y="1"/>
                    <a:pt x="4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56" name="Google Shape;6156;p46"/>
            <p:cNvSpPr/>
            <p:nvPr/>
          </p:nvSpPr>
          <p:spPr>
            <a:xfrm>
              <a:off x="7117744" y="1761400"/>
              <a:ext cx="17918" cy="112610"/>
            </a:xfrm>
            <a:custGeom>
              <a:avLst/>
              <a:gdLst/>
              <a:ahLst/>
              <a:cxnLst/>
              <a:rect l="l" t="t" r="r" b="b"/>
              <a:pathLst>
                <a:path w="372" h="2338" extrusionOk="0">
                  <a:moveTo>
                    <a:pt x="360" y="0"/>
                  </a:moveTo>
                  <a:cubicBezTo>
                    <a:pt x="96" y="1184"/>
                    <a:pt x="0" y="2337"/>
                    <a:pt x="0" y="2337"/>
                  </a:cubicBezTo>
                  <a:lnTo>
                    <a:pt x="15" y="2337"/>
                  </a:lnTo>
                  <a:cubicBezTo>
                    <a:pt x="15" y="2337"/>
                    <a:pt x="15" y="2318"/>
                    <a:pt x="20" y="2287"/>
                  </a:cubicBezTo>
                  <a:cubicBezTo>
                    <a:pt x="43" y="2050"/>
                    <a:pt x="142" y="1039"/>
                    <a:pt x="372" y="4"/>
                  </a:cubicBezTo>
                  <a:lnTo>
                    <a:pt x="3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57" name="Google Shape;6157;p46"/>
            <p:cNvSpPr/>
            <p:nvPr/>
          </p:nvSpPr>
          <p:spPr>
            <a:xfrm>
              <a:off x="7298224" y="1766505"/>
              <a:ext cx="31453" cy="106204"/>
            </a:xfrm>
            <a:custGeom>
              <a:avLst/>
              <a:gdLst/>
              <a:ahLst/>
              <a:cxnLst/>
              <a:rect l="l" t="t" r="r" b="b"/>
              <a:pathLst>
                <a:path w="653" h="2205" extrusionOk="0">
                  <a:moveTo>
                    <a:pt x="16" y="1"/>
                  </a:moveTo>
                  <a:lnTo>
                    <a:pt x="1" y="9"/>
                  </a:lnTo>
                  <a:cubicBezTo>
                    <a:pt x="158" y="411"/>
                    <a:pt x="319" y="963"/>
                    <a:pt x="438" y="1407"/>
                  </a:cubicBezTo>
                  <a:cubicBezTo>
                    <a:pt x="498" y="1633"/>
                    <a:pt x="549" y="1833"/>
                    <a:pt x="583" y="1975"/>
                  </a:cubicBezTo>
                  <a:cubicBezTo>
                    <a:pt x="602" y="2047"/>
                    <a:pt x="613" y="2101"/>
                    <a:pt x="625" y="2143"/>
                  </a:cubicBezTo>
                  <a:cubicBezTo>
                    <a:pt x="633" y="2181"/>
                    <a:pt x="636" y="2204"/>
                    <a:pt x="636" y="2204"/>
                  </a:cubicBezTo>
                  <a:lnTo>
                    <a:pt x="652" y="2201"/>
                  </a:lnTo>
                  <a:cubicBezTo>
                    <a:pt x="652" y="2201"/>
                    <a:pt x="330" y="814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58" name="Google Shape;6158;p46"/>
            <p:cNvSpPr/>
            <p:nvPr/>
          </p:nvSpPr>
          <p:spPr>
            <a:xfrm>
              <a:off x="6930185" y="1878203"/>
              <a:ext cx="409087" cy="132550"/>
            </a:xfrm>
            <a:custGeom>
              <a:avLst/>
              <a:gdLst/>
              <a:ahLst/>
              <a:cxnLst/>
              <a:rect l="l" t="t" r="r" b="b"/>
              <a:pathLst>
                <a:path w="8493" h="2752" extrusionOk="0">
                  <a:moveTo>
                    <a:pt x="8320" y="0"/>
                  </a:moveTo>
                  <a:lnTo>
                    <a:pt x="8305" y="8"/>
                  </a:lnTo>
                  <a:cubicBezTo>
                    <a:pt x="8351" y="119"/>
                    <a:pt x="8392" y="303"/>
                    <a:pt x="8427" y="460"/>
                  </a:cubicBezTo>
                  <a:cubicBezTo>
                    <a:pt x="8443" y="541"/>
                    <a:pt x="8454" y="614"/>
                    <a:pt x="8461" y="663"/>
                  </a:cubicBezTo>
                  <a:cubicBezTo>
                    <a:pt x="8470" y="690"/>
                    <a:pt x="8473" y="709"/>
                    <a:pt x="8473" y="725"/>
                  </a:cubicBezTo>
                  <a:cubicBezTo>
                    <a:pt x="8475" y="732"/>
                    <a:pt x="8476" y="737"/>
                    <a:pt x="8476" y="741"/>
                  </a:cubicBezTo>
                  <a:lnTo>
                    <a:pt x="8476" y="741"/>
                  </a:lnTo>
                  <a:cubicBezTo>
                    <a:pt x="8239" y="782"/>
                    <a:pt x="8058" y="926"/>
                    <a:pt x="7918" y="1120"/>
                  </a:cubicBezTo>
                  <a:cubicBezTo>
                    <a:pt x="7699" y="1415"/>
                    <a:pt x="7580" y="1820"/>
                    <a:pt x="7511" y="2154"/>
                  </a:cubicBezTo>
                  <a:cubicBezTo>
                    <a:pt x="7449" y="2451"/>
                    <a:pt x="7434" y="2692"/>
                    <a:pt x="7432" y="2736"/>
                  </a:cubicBezTo>
                  <a:lnTo>
                    <a:pt x="1046" y="2736"/>
                  </a:lnTo>
                  <a:cubicBezTo>
                    <a:pt x="953" y="2005"/>
                    <a:pt x="698" y="1563"/>
                    <a:pt x="460" y="1307"/>
                  </a:cubicBezTo>
                  <a:cubicBezTo>
                    <a:pt x="249" y="1071"/>
                    <a:pt x="56" y="989"/>
                    <a:pt x="19" y="975"/>
                  </a:cubicBezTo>
                  <a:lnTo>
                    <a:pt x="19" y="975"/>
                  </a:lnTo>
                  <a:lnTo>
                    <a:pt x="411" y="46"/>
                  </a:lnTo>
                  <a:lnTo>
                    <a:pt x="400" y="43"/>
                  </a:lnTo>
                  <a:lnTo>
                    <a:pt x="1" y="985"/>
                  </a:lnTo>
                  <a:lnTo>
                    <a:pt x="9" y="985"/>
                  </a:lnTo>
                  <a:lnTo>
                    <a:pt x="12" y="989"/>
                  </a:lnTo>
                  <a:cubicBezTo>
                    <a:pt x="35" y="996"/>
                    <a:pt x="246" y="1081"/>
                    <a:pt x="472" y="1341"/>
                  </a:cubicBezTo>
                  <a:cubicBezTo>
                    <a:pt x="699" y="1599"/>
                    <a:pt x="943" y="2036"/>
                    <a:pt x="1031" y="2744"/>
                  </a:cubicBezTo>
                  <a:lnTo>
                    <a:pt x="1031" y="2752"/>
                  </a:lnTo>
                  <a:lnTo>
                    <a:pt x="7442" y="2752"/>
                  </a:lnTo>
                  <a:lnTo>
                    <a:pt x="7442" y="2744"/>
                  </a:lnTo>
                  <a:cubicBezTo>
                    <a:pt x="7442" y="2744"/>
                    <a:pt x="7446" y="2736"/>
                    <a:pt x="7446" y="2725"/>
                  </a:cubicBezTo>
                  <a:cubicBezTo>
                    <a:pt x="7454" y="2625"/>
                    <a:pt x="7492" y="2165"/>
                    <a:pt x="7642" y="1717"/>
                  </a:cubicBezTo>
                  <a:cubicBezTo>
                    <a:pt x="7715" y="1491"/>
                    <a:pt x="7818" y="1269"/>
                    <a:pt x="7956" y="1093"/>
                  </a:cubicBezTo>
                  <a:cubicBezTo>
                    <a:pt x="8094" y="920"/>
                    <a:pt x="8266" y="789"/>
                    <a:pt x="8484" y="755"/>
                  </a:cubicBezTo>
                  <a:lnTo>
                    <a:pt x="8493" y="752"/>
                  </a:lnTo>
                  <a:lnTo>
                    <a:pt x="8493" y="748"/>
                  </a:lnTo>
                  <a:cubicBezTo>
                    <a:pt x="8493" y="748"/>
                    <a:pt x="8473" y="617"/>
                    <a:pt x="8438" y="460"/>
                  </a:cubicBezTo>
                  <a:cubicBezTo>
                    <a:pt x="8408" y="303"/>
                    <a:pt x="8366" y="115"/>
                    <a:pt x="83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59" name="Google Shape;6159;p46"/>
            <p:cNvSpPr/>
            <p:nvPr/>
          </p:nvSpPr>
          <p:spPr>
            <a:xfrm>
              <a:off x="7111097" y="1878203"/>
              <a:ext cx="7418" cy="127396"/>
            </a:xfrm>
            <a:custGeom>
              <a:avLst/>
              <a:gdLst/>
              <a:ahLst/>
              <a:cxnLst/>
              <a:rect l="l" t="t" r="r" b="b"/>
              <a:pathLst>
                <a:path w="154" h="2645" extrusionOk="0">
                  <a:moveTo>
                    <a:pt x="138" y="0"/>
                  </a:moveTo>
                  <a:cubicBezTo>
                    <a:pt x="23" y="499"/>
                    <a:pt x="0" y="1315"/>
                    <a:pt x="0" y="1909"/>
                  </a:cubicBezTo>
                  <a:cubicBezTo>
                    <a:pt x="0" y="2334"/>
                    <a:pt x="11" y="2644"/>
                    <a:pt x="11" y="2644"/>
                  </a:cubicBezTo>
                  <a:lnTo>
                    <a:pt x="27" y="2644"/>
                  </a:lnTo>
                  <a:cubicBezTo>
                    <a:pt x="27" y="2644"/>
                    <a:pt x="27" y="2625"/>
                    <a:pt x="23" y="2587"/>
                  </a:cubicBezTo>
                  <a:cubicBezTo>
                    <a:pt x="20" y="2480"/>
                    <a:pt x="15" y="2227"/>
                    <a:pt x="15" y="1909"/>
                  </a:cubicBezTo>
                  <a:cubicBezTo>
                    <a:pt x="15" y="1315"/>
                    <a:pt x="38" y="499"/>
                    <a:pt x="153" y="4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60" name="Google Shape;6160;p46"/>
            <p:cNvSpPr/>
            <p:nvPr/>
          </p:nvSpPr>
          <p:spPr>
            <a:xfrm>
              <a:off x="7076369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0" y="1"/>
                  </a:moveTo>
                  <a:lnTo>
                    <a:pt x="0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61" name="Google Shape;6161;p46"/>
            <p:cNvSpPr/>
            <p:nvPr/>
          </p:nvSpPr>
          <p:spPr>
            <a:xfrm>
              <a:off x="7284015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1" y="1"/>
                  </a:moveTo>
                  <a:lnTo>
                    <a:pt x="1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62" name="Google Shape;6162;p46"/>
            <p:cNvSpPr/>
            <p:nvPr/>
          </p:nvSpPr>
          <p:spPr>
            <a:xfrm>
              <a:off x="6948825" y="1883549"/>
              <a:ext cx="440829" cy="819"/>
            </a:xfrm>
            <a:custGeom>
              <a:avLst/>
              <a:gdLst/>
              <a:ahLst/>
              <a:cxnLst/>
              <a:rect l="l" t="t" r="r" b="b"/>
              <a:pathLst>
                <a:path w="9152" h="17" extrusionOk="0">
                  <a:moveTo>
                    <a:pt x="1" y="1"/>
                  </a:moveTo>
                  <a:lnTo>
                    <a:pt x="1" y="16"/>
                  </a:lnTo>
                  <a:lnTo>
                    <a:pt x="9151" y="16"/>
                  </a:lnTo>
                  <a:lnTo>
                    <a:pt x="91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63" name="Google Shape;6163;p46"/>
            <p:cNvSpPr/>
            <p:nvPr/>
          </p:nvSpPr>
          <p:spPr>
            <a:xfrm>
              <a:off x="6939288" y="1839092"/>
              <a:ext cx="67194" cy="39303"/>
            </a:xfrm>
            <a:custGeom>
              <a:avLst/>
              <a:gdLst/>
              <a:ahLst/>
              <a:cxnLst/>
              <a:rect l="l" t="t" r="r" b="b"/>
              <a:pathLst>
                <a:path w="1395" h="816" extrusionOk="0">
                  <a:moveTo>
                    <a:pt x="1083" y="0"/>
                  </a:moveTo>
                  <a:cubicBezTo>
                    <a:pt x="875" y="0"/>
                    <a:pt x="569" y="21"/>
                    <a:pt x="425" y="54"/>
                  </a:cubicBezTo>
                  <a:cubicBezTo>
                    <a:pt x="352" y="69"/>
                    <a:pt x="202" y="445"/>
                    <a:pt x="202" y="445"/>
                  </a:cubicBezTo>
                  <a:lnTo>
                    <a:pt x="69" y="445"/>
                  </a:lnTo>
                  <a:cubicBezTo>
                    <a:pt x="69" y="445"/>
                    <a:pt x="0" y="697"/>
                    <a:pt x="69" y="797"/>
                  </a:cubicBezTo>
                  <a:cubicBezTo>
                    <a:pt x="69" y="797"/>
                    <a:pt x="580" y="816"/>
                    <a:pt x="936" y="816"/>
                  </a:cubicBezTo>
                  <a:cubicBezTo>
                    <a:pt x="1115" y="816"/>
                    <a:pt x="1254" y="811"/>
                    <a:pt x="1272" y="797"/>
                  </a:cubicBezTo>
                  <a:cubicBezTo>
                    <a:pt x="1329" y="751"/>
                    <a:pt x="1394" y="38"/>
                    <a:pt x="1272" y="11"/>
                  </a:cubicBezTo>
                  <a:cubicBezTo>
                    <a:pt x="1237" y="4"/>
                    <a:pt x="1168" y="0"/>
                    <a:pt x="10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64" name="Google Shape;6164;p46"/>
            <p:cNvSpPr/>
            <p:nvPr/>
          </p:nvSpPr>
          <p:spPr>
            <a:xfrm>
              <a:off x="6975605" y="1867124"/>
              <a:ext cx="20519" cy="1493"/>
            </a:xfrm>
            <a:custGeom>
              <a:avLst/>
              <a:gdLst/>
              <a:ahLst/>
              <a:cxnLst/>
              <a:rect l="l" t="t" r="r" b="b"/>
              <a:pathLst>
                <a:path w="426" h="31" extrusionOk="0">
                  <a:moveTo>
                    <a:pt x="0" y="0"/>
                  </a:moveTo>
                  <a:lnTo>
                    <a:pt x="0" y="16"/>
                  </a:lnTo>
                  <a:lnTo>
                    <a:pt x="426" y="31"/>
                  </a:lnTo>
                  <a:lnTo>
                    <a:pt x="42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65" name="Google Shape;6165;p46"/>
            <p:cNvSpPr/>
            <p:nvPr/>
          </p:nvSpPr>
          <p:spPr>
            <a:xfrm>
              <a:off x="6745081" y="1878010"/>
              <a:ext cx="170417" cy="36798"/>
            </a:xfrm>
            <a:custGeom>
              <a:avLst/>
              <a:gdLst/>
              <a:ahLst/>
              <a:cxnLst/>
              <a:rect l="l" t="t" r="r" b="b"/>
              <a:pathLst>
                <a:path w="3538" h="764" extrusionOk="0">
                  <a:moveTo>
                    <a:pt x="3534" y="1"/>
                  </a:moveTo>
                  <a:cubicBezTo>
                    <a:pt x="3534" y="1"/>
                    <a:pt x="3522" y="4"/>
                    <a:pt x="3503" y="8"/>
                  </a:cubicBezTo>
                  <a:cubicBezTo>
                    <a:pt x="3346" y="47"/>
                    <a:pt x="2653" y="227"/>
                    <a:pt x="1978" y="395"/>
                  </a:cubicBezTo>
                  <a:cubicBezTo>
                    <a:pt x="1641" y="480"/>
                    <a:pt x="1311" y="564"/>
                    <a:pt x="1058" y="629"/>
                  </a:cubicBezTo>
                  <a:cubicBezTo>
                    <a:pt x="932" y="660"/>
                    <a:pt x="824" y="687"/>
                    <a:pt x="744" y="706"/>
                  </a:cubicBezTo>
                  <a:cubicBezTo>
                    <a:pt x="663" y="724"/>
                    <a:pt x="610" y="736"/>
                    <a:pt x="594" y="740"/>
                  </a:cubicBezTo>
                  <a:cubicBezTo>
                    <a:pt x="552" y="744"/>
                    <a:pt x="472" y="747"/>
                    <a:pt x="384" y="747"/>
                  </a:cubicBezTo>
                  <a:cubicBezTo>
                    <a:pt x="295" y="747"/>
                    <a:pt x="200" y="744"/>
                    <a:pt x="127" y="744"/>
                  </a:cubicBezTo>
                  <a:cubicBezTo>
                    <a:pt x="89" y="740"/>
                    <a:pt x="58" y="740"/>
                    <a:pt x="35" y="740"/>
                  </a:cubicBezTo>
                  <a:lnTo>
                    <a:pt x="0" y="740"/>
                  </a:lnTo>
                  <a:lnTo>
                    <a:pt x="0" y="752"/>
                  </a:lnTo>
                  <a:cubicBezTo>
                    <a:pt x="0" y="752"/>
                    <a:pt x="207" y="763"/>
                    <a:pt x="384" y="763"/>
                  </a:cubicBezTo>
                  <a:cubicBezTo>
                    <a:pt x="472" y="763"/>
                    <a:pt x="552" y="759"/>
                    <a:pt x="598" y="752"/>
                  </a:cubicBezTo>
                  <a:cubicBezTo>
                    <a:pt x="614" y="752"/>
                    <a:pt x="671" y="736"/>
                    <a:pt x="763" y="717"/>
                  </a:cubicBezTo>
                  <a:cubicBezTo>
                    <a:pt x="1388" y="564"/>
                    <a:pt x="3537" y="16"/>
                    <a:pt x="3537" y="16"/>
                  </a:cubicBezTo>
                  <a:lnTo>
                    <a:pt x="35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66" name="Google Shape;6166;p46"/>
            <p:cNvSpPr/>
            <p:nvPr/>
          </p:nvSpPr>
          <p:spPr>
            <a:xfrm>
              <a:off x="6732173" y="1970104"/>
              <a:ext cx="14065" cy="819"/>
            </a:xfrm>
            <a:custGeom>
              <a:avLst/>
              <a:gdLst/>
              <a:ahLst/>
              <a:cxnLst/>
              <a:rect l="l" t="t" r="r" b="b"/>
              <a:pathLst>
                <a:path w="292" h="17" extrusionOk="0">
                  <a:moveTo>
                    <a:pt x="291" y="1"/>
                  </a:moveTo>
                  <a:lnTo>
                    <a:pt x="1" y="4"/>
                  </a:lnTo>
                  <a:lnTo>
                    <a:pt x="1" y="16"/>
                  </a:lnTo>
                  <a:lnTo>
                    <a:pt x="291" y="16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67" name="Google Shape;6167;p46"/>
            <p:cNvSpPr/>
            <p:nvPr/>
          </p:nvSpPr>
          <p:spPr>
            <a:xfrm>
              <a:off x="6734003" y="1964950"/>
              <a:ext cx="14065" cy="771"/>
            </a:xfrm>
            <a:custGeom>
              <a:avLst/>
              <a:gdLst/>
              <a:ahLst/>
              <a:cxnLst/>
              <a:rect l="l" t="t" r="r" b="b"/>
              <a:pathLst>
                <a:path w="292" h="16" extrusionOk="0">
                  <a:moveTo>
                    <a:pt x="0" y="0"/>
                  </a:moveTo>
                  <a:lnTo>
                    <a:pt x="0" y="16"/>
                  </a:lnTo>
                  <a:lnTo>
                    <a:pt x="292" y="16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6168" name="Google Shape;6168;p46"/>
            <p:cNvSpPr/>
            <p:nvPr/>
          </p:nvSpPr>
          <p:spPr>
            <a:xfrm>
              <a:off x="6735689" y="1959796"/>
              <a:ext cx="14017" cy="771"/>
            </a:xfrm>
            <a:custGeom>
              <a:avLst/>
              <a:gdLst/>
              <a:ahLst/>
              <a:cxnLst/>
              <a:rect l="l" t="t" r="r" b="b"/>
              <a:pathLst>
                <a:path w="291" h="16" extrusionOk="0">
                  <a:moveTo>
                    <a:pt x="0" y="0"/>
                  </a:moveTo>
                  <a:lnTo>
                    <a:pt x="0" y="15"/>
                  </a:lnTo>
                  <a:lnTo>
                    <a:pt x="291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</p:grpSp>
      <p:grpSp>
        <p:nvGrpSpPr>
          <p:cNvPr id="6169" name="Google Shape;6169;p46"/>
          <p:cNvGrpSpPr/>
          <p:nvPr/>
        </p:nvGrpSpPr>
        <p:grpSpPr>
          <a:xfrm>
            <a:off x="7561281" y="4028299"/>
            <a:ext cx="419247" cy="637784"/>
            <a:chOff x="8742442" y="252908"/>
            <a:chExt cx="356260" cy="541964"/>
          </a:xfrm>
        </p:grpSpPr>
        <p:sp>
          <p:nvSpPr>
            <p:cNvPr id="6170" name="Google Shape;6170;p46"/>
            <p:cNvSpPr/>
            <p:nvPr/>
          </p:nvSpPr>
          <p:spPr>
            <a:xfrm>
              <a:off x="8742442" y="252908"/>
              <a:ext cx="356260" cy="354555"/>
            </a:xfrm>
            <a:custGeom>
              <a:avLst/>
              <a:gdLst/>
              <a:ahLst/>
              <a:cxnLst/>
              <a:rect l="l" t="t" r="r" b="b"/>
              <a:pathLst>
                <a:path w="633" h="630" extrusionOk="0">
                  <a:moveTo>
                    <a:pt x="314" y="0"/>
                  </a:moveTo>
                  <a:cubicBezTo>
                    <a:pt x="142" y="0"/>
                    <a:pt x="1" y="138"/>
                    <a:pt x="1" y="315"/>
                  </a:cubicBezTo>
                  <a:cubicBezTo>
                    <a:pt x="1" y="488"/>
                    <a:pt x="142" y="629"/>
                    <a:pt x="314" y="629"/>
                  </a:cubicBezTo>
                  <a:cubicBezTo>
                    <a:pt x="491" y="629"/>
                    <a:pt x="633" y="488"/>
                    <a:pt x="633" y="315"/>
                  </a:cubicBezTo>
                  <a:cubicBezTo>
                    <a:pt x="633" y="138"/>
                    <a:pt x="491" y="0"/>
                    <a:pt x="3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171" name="Google Shape;6171;p46"/>
            <p:cNvSpPr/>
            <p:nvPr/>
          </p:nvSpPr>
          <p:spPr>
            <a:xfrm>
              <a:off x="8826299" y="377849"/>
              <a:ext cx="214432" cy="417024"/>
            </a:xfrm>
            <a:custGeom>
              <a:avLst/>
              <a:gdLst/>
              <a:ahLst/>
              <a:cxnLst/>
              <a:rect l="l" t="t" r="r" b="b"/>
              <a:pathLst>
                <a:path w="381" h="741" extrusionOk="0">
                  <a:moveTo>
                    <a:pt x="158" y="1"/>
                  </a:moveTo>
                  <a:lnTo>
                    <a:pt x="131" y="254"/>
                  </a:lnTo>
                  <a:lnTo>
                    <a:pt x="1" y="208"/>
                  </a:lnTo>
                  <a:lnTo>
                    <a:pt x="131" y="323"/>
                  </a:lnTo>
                  <a:lnTo>
                    <a:pt x="131" y="740"/>
                  </a:lnTo>
                  <a:lnTo>
                    <a:pt x="215" y="740"/>
                  </a:lnTo>
                  <a:lnTo>
                    <a:pt x="208" y="346"/>
                  </a:lnTo>
                  <a:lnTo>
                    <a:pt x="381" y="204"/>
                  </a:lnTo>
                  <a:lnTo>
                    <a:pt x="204" y="273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6172" name="Google Shape;6172;p46"/>
          <p:cNvGrpSpPr/>
          <p:nvPr/>
        </p:nvGrpSpPr>
        <p:grpSpPr>
          <a:xfrm>
            <a:off x="7879860" y="4033595"/>
            <a:ext cx="348379" cy="632488"/>
            <a:chOff x="9013159" y="960258"/>
            <a:chExt cx="296039" cy="537464"/>
          </a:xfrm>
        </p:grpSpPr>
        <p:sp>
          <p:nvSpPr>
            <p:cNvPr id="6173" name="Google Shape;6173;p46"/>
            <p:cNvSpPr/>
            <p:nvPr/>
          </p:nvSpPr>
          <p:spPr>
            <a:xfrm>
              <a:off x="9013159" y="960258"/>
              <a:ext cx="296039" cy="420963"/>
            </a:xfrm>
            <a:custGeom>
              <a:avLst/>
              <a:gdLst/>
              <a:ahLst/>
              <a:cxnLst/>
              <a:rect l="l" t="t" r="r" b="b"/>
              <a:pathLst>
                <a:path w="526" h="748" extrusionOk="0">
                  <a:moveTo>
                    <a:pt x="261" y="0"/>
                  </a:moveTo>
                  <a:cubicBezTo>
                    <a:pt x="261" y="0"/>
                    <a:pt x="0" y="407"/>
                    <a:pt x="0" y="529"/>
                  </a:cubicBezTo>
                  <a:cubicBezTo>
                    <a:pt x="0" y="649"/>
                    <a:pt x="115" y="748"/>
                    <a:pt x="261" y="748"/>
                  </a:cubicBezTo>
                  <a:cubicBezTo>
                    <a:pt x="407" y="748"/>
                    <a:pt x="525" y="649"/>
                    <a:pt x="525" y="529"/>
                  </a:cubicBezTo>
                  <a:cubicBezTo>
                    <a:pt x="525" y="407"/>
                    <a:pt x="261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174" name="Google Shape;6174;p46"/>
            <p:cNvSpPr/>
            <p:nvPr/>
          </p:nvSpPr>
          <p:spPr>
            <a:xfrm>
              <a:off x="9099267" y="120169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3" y="181"/>
                  </a:lnTo>
                  <a:lnTo>
                    <a:pt x="1" y="146"/>
                  </a:lnTo>
                  <a:lnTo>
                    <a:pt x="93" y="231"/>
                  </a:lnTo>
                  <a:lnTo>
                    <a:pt x="93" y="526"/>
                  </a:lnTo>
                  <a:lnTo>
                    <a:pt x="154" y="526"/>
                  </a:lnTo>
                  <a:lnTo>
                    <a:pt x="146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9AFD501-E4C7-E4AC-A7A8-5CF2A6154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166943"/>
            <a:ext cx="146304" cy="1463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195377-63F3-6622-C75E-E0F334E51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200" y="1277933"/>
            <a:ext cx="143634" cy="1436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A38297-03E9-EE1E-91C7-A638D5474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200" y="1489438"/>
            <a:ext cx="143634" cy="1436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B9E112-346C-9A7C-0D17-EA5B6EA77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200" y="1700943"/>
            <a:ext cx="143634" cy="1436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F6A6522-81B8-8B8D-6068-E2A5919CA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382761"/>
            <a:ext cx="146304" cy="1463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E7428A-FCB2-88EE-9C10-6C651679F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594266"/>
            <a:ext cx="146304" cy="1463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2FC978D-B485-348B-2D12-3C9DCDDD2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827443"/>
            <a:ext cx="146304" cy="14630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B922613-7C6F-0F07-4D7E-9AE450A9B3EC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41442EB-B770-1E30-7C3A-519FF5409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2568CF-1B37-29B3-E215-0E231DC9E167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13</a:t>
              </a:r>
            </a:p>
          </p:txBody>
        </p:sp>
      </p:grpSp>
      <p:graphicFrame>
        <p:nvGraphicFramePr>
          <p:cNvPr id="5" name="Google Shape;4888;p39">
            <a:extLst>
              <a:ext uri="{FF2B5EF4-FFF2-40B4-BE49-F238E27FC236}">
                <a16:creationId xmlns:a16="http://schemas.microsoft.com/office/drawing/2014/main" id="{A0AC1AF8-76DD-7F21-7FA0-02BA3D761F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9270541"/>
              </p:ext>
            </p:extLst>
          </p:nvPr>
        </p:nvGraphicFramePr>
        <p:xfrm>
          <a:off x="1096406" y="2040739"/>
          <a:ext cx="6951188" cy="2194380"/>
        </p:xfrm>
        <a:graphic>
          <a:graphicData uri="http://schemas.openxmlformats.org/drawingml/2006/table">
            <a:tbl>
              <a:tblPr>
                <a:noFill/>
                <a:tableStyleId>{8E55BC96-9954-4E57-862E-3481F0B1CFB0}</a:tableStyleId>
              </a:tblPr>
              <a:tblGrid>
                <a:gridCol w="2086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5847">
                  <a:extLst>
                    <a:ext uri="{9D8B030D-6E8A-4147-A177-3AD203B41FA5}">
                      <a16:colId xmlns:a16="http://schemas.microsoft.com/office/drawing/2014/main" val="3026022363"/>
                    </a:ext>
                  </a:extLst>
                </a:gridCol>
              </a:tblGrid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Modello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Epoche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Tempo Stimato*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U-Net Scratch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 2h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U-Net Coarse-&gt; 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 + 30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 2h + 1.5h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Scratch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 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 3.5h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Coarse-&gt;Fine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 + 30 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 3.5h + 2h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52893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Pretrained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 3h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7003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99635F9-80F9-ED83-2AAA-8498A7EA6080}"/>
              </a:ext>
            </a:extLst>
          </p:cNvPr>
          <p:cNvSpPr txBox="1"/>
          <p:nvPr/>
        </p:nvSpPr>
        <p:spPr>
          <a:xfrm>
            <a:off x="2575155" y="4235119"/>
            <a:ext cx="5472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*Tempi </a:t>
            </a:r>
            <a:r>
              <a:rPr lang="en-US" sz="105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stimati</a:t>
            </a:r>
            <a:r>
              <a:rPr lang="en-US" sz="105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</a:t>
            </a:r>
            <a:r>
              <a:rPr lang="en-US" sz="105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P100-12GB; in </a:t>
            </a:r>
            <a:r>
              <a:rPr lang="en-US" sz="105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totale</a:t>
            </a:r>
            <a:r>
              <a:rPr lang="en-US" sz="105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it-IT" sz="105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~18 ore di GPU distribuite su 7 job paralleli</a:t>
            </a:r>
            <a:endParaRPr lang="en-US" sz="105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42" name="Google Shape;7442;p55"/>
          <p:cNvGrpSpPr/>
          <p:nvPr/>
        </p:nvGrpSpPr>
        <p:grpSpPr>
          <a:xfrm rot="10800000" flipH="1">
            <a:off x="-59114" y="-71718"/>
            <a:ext cx="2667086" cy="1376262"/>
            <a:chOff x="4082343" y="2181468"/>
            <a:chExt cx="2251465" cy="1161795"/>
          </a:xfrm>
        </p:grpSpPr>
        <p:sp>
          <p:nvSpPr>
            <p:cNvPr id="7443" name="Google Shape;7443;p55"/>
            <p:cNvSpPr/>
            <p:nvPr/>
          </p:nvSpPr>
          <p:spPr>
            <a:xfrm>
              <a:off x="4082343" y="2181468"/>
              <a:ext cx="2251465" cy="1161795"/>
            </a:xfrm>
            <a:custGeom>
              <a:avLst/>
              <a:gdLst/>
              <a:ahLst/>
              <a:cxnLst/>
              <a:rect l="l" t="t" r="r" b="b"/>
              <a:pathLst>
                <a:path w="23350" h="12049" extrusionOk="0">
                  <a:moveTo>
                    <a:pt x="1" y="1"/>
                  </a:moveTo>
                  <a:lnTo>
                    <a:pt x="1" y="4150"/>
                  </a:lnTo>
                  <a:lnTo>
                    <a:pt x="17885" y="4150"/>
                  </a:lnTo>
                  <a:cubicBezTo>
                    <a:pt x="18491" y="4150"/>
                    <a:pt x="19000" y="4560"/>
                    <a:pt x="19153" y="5116"/>
                  </a:cubicBezTo>
                  <a:cubicBezTo>
                    <a:pt x="19184" y="5227"/>
                    <a:pt x="19203" y="11925"/>
                    <a:pt x="19203" y="12048"/>
                  </a:cubicBezTo>
                  <a:lnTo>
                    <a:pt x="23349" y="12048"/>
                  </a:lnTo>
                  <a:cubicBezTo>
                    <a:pt x="23349" y="11668"/>
                    <a:pt x="23311" y="4721"/>
                    <a:pt x="23238" y="4364"/>
                  </a:cubicBezTo>
                  <a:cubicBezTo>
                    <a:pt x="22728" y="1878"/>
                    <a:pt x="20521" y="1"/>
                    <a:pt x="17885" y="1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44" name="Google Shape;7444;p55"/>
            <p:cNvSpPr/>
            <p:nvPr/>
          </p:nvSpPr>
          <p:spPr>
            <a:xfrm>
              <a:off x="6125222" y="3188976"/>
              <a:ext cx="15620" cy="61807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1" y="1"/>
                  </a:moveTo>
                  <a:lnTo>
                    <a:pt x="1" y="641"/>
                  </a:lnTo>
                  <a:lnTo>
                    <a:pt x="162" y="64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45" name="Google Shape;7445;p55"/>
            <p:cNvSpPr/>
            <p:nvPr/>
          </p:nvSpPr>
          <p:spPr>
            <a:xfrm>
              <a:off x="6125222" y="3066038"/>
              <a:ext cx="15620" cy="61710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1" y="0"/>
                  </a:moveTo>
                  <a:lnTo>
                    <a:pt x="1" y="639"/>
                  </a:lnTo>
                  <a:lnTo>
                    <a:pt x="162" y="639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46" name="Google Shape;7446;p55"/>
            <p:cNvSpPr/>
            <p:nvPr/>
          </p:nvSpPr>
          <p:spPr>
            <a:xfrm>
              <a:off x="6125222" y="2942908"/>
              <a:ext cx="15620" cy="61807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1" y="1"/>
                  </a:moveTo>
                  <a:lnTo>
                    <a:pt x="1" y="641"/>
                  </a:lnTo>
                  <a:lnTo>
                    <a:pt x="162" y="64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47" name="Google Shape;7447;p55"/>
            <p:cNvSpPr/>
            <p:nvPr/>
          </p:nvSpPr>
          <p:spPr>
            <a:xfrm>
              <a:off x="6125222" y="2819971"/>
              <a:ext cx="15620" cy="61710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1" y="0"/>
                  </a:moveTo>
                  <a:lnTo>
                    <a:pt x="1" y="639"/>
                  </a:lnTo>
                  <a:lnTo>
                    <a:pt x="162" y="639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48" name="Google Shape;7448;p55"/>
            <p:cNvSpPr/>
            <p:nvPr/>
          </p:nvSpPr>
          <p:spPr>
            <a:xfrm>
              <a:off x="6125222" y="2696840"/>
              <a:ext cx="15620" cy="61807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1" y="1"/>
                  </a:moveTo>
                  <a:lnTo>
                    <a:pt x="1" y="641"/>
                  </a:lnTo>
                  <a:lnTo>
                    <a:pt x="162" y="64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49" name="Google Shape;7449;p55"/>
            <p:cNvSpPr/>
            <p:nvPr/>
          </p:nvSpPr>
          <p:spPr>
            <a:xfrm>
              <a:off x="6098995" y="2573421"/>
              <a:ext cx="34037" cy="63350"/>
            </a:xfrm>
            <a:custGeom>
              <a:avLst/>
              <a:gdLst/>
              <a:ahLst/>
              <a:cxnLst/>
              <a:rect l="l" t="t" r="r" b="b"/>
              <a:pathLst>
                <a:path w="353" h="657" extrusionOk="0">
                  <a:moveTo>
                    <a:pt x="146" y="0"/>
                  </a:moveTo>
                  <a:lnTo>
                    <a:pt x="1" y="66"/>
                  </a:lnTo>
                  <a:cubicBezTo>
                    <a:pt x="85" y="253"/>
                    <a:pt x="151" y="453"/>
                    <a:pt x="197" y="656"/>
                  </a:cubicBezTo>
                  <a:lnTo>
                    <a:pt x="353" y="621"/>
                  </a:lnTo>
                  <a:cubicBezTo>
                    <a:pt x="303" y="407"/>
                    <a:pt x="234" y="20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50" name="Google Shape;7450;p55"/>
            <p:cNvSpPr/>
            <p:nvPr/>
          </p:nvSpPr>
          <p:spPr>
            <a:xfrm>
              <a:off x="6031404" y="2470346"/>
              <a:ext cx="51104" cy="57082"/>
            </a:xfrm>
            <a:custGeom>
              <a:avLst/>
              <a:gdLst/>
              <a:ahLst/>
              <a:cxnLst/>
              <a:rect l="l" t="t" r="r" b="b"/>
              <a:pathLst>
                <a:path w="530" h="592" extrusionOk="0">
                  <a:moveTo>
                    <a:pt x="111" y="1"/>
                  </a:moveTo>
                  <a:lnTo>
                    <a:pt x="1" y="116"/>
                  </a:lnTo>
                  <a:cubicBezTo>
                    <a:pt x="146" y="261"/>
                    <a:pt x="281" y="422"/>
                    <a:pt x="399" y="591"/>
                  </a:cubicBezTo>
                  <a:lnTo>
                    <a:pt x="530" y="503"/>
                  </a:lnTo>
                  <a:cubicBezTo>
                    <a:pt x="407" y="323"/>
                    <a:pt x="265" y="154"/>
                    <a:pt x="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51" name="Google Shape;7451;p55"/>
            <p:cNvSpPr/>
            <p:nvPr/>
          </p:nvSpPr>
          <p:spPr>
            <a:xfrm>
              <a:off x="5932090" y="2400537"/>
              <a:ext cx="61325" cy="43004"/>
            </a:xfrm>
            <a:custGeom>
              <a:avLst/>
              <a:gdLst/>
              <a:ahLst/>
              <a:cxnLst/>
              <a:rect l="l" t="t" r="r" b="b"/>
              <a:pathLst>
                <a:path w="636" h="446" extrusionOk="0">
                  <a:moveTo>
                    <a:pt x="65" y="0"/>
                  </a:moveTo>
                  <a:lnTo>
                    <a:pt x="0" y="146"/>
                  </a:lnTo>
                  <a:cubicBezTo>
                    <a:pt x="191" y="230"/>
                    <a:pt x="375" y="330"/>
                    <a:pt x="548" y="445"/>
                  </a:cubicBezTo>
                  <a:lnTo>
                    <a:pt x="635" y="311"/>
                  </a:lnTo>
                  <a:cubicBezTo>
                    <a:pt x="456" y="192"/>
                    <a:pt x="264" y="85"/>
                    <a:pt x="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52" name="Google Shape;7452;p55"/>
            <p:cNvSpPr/>
            <p:nvPr/>
          </p:nvSpPr>
          <p:spPr>
            <a:xfrm>
              <a:off x="5815613" y="2373925"/>
              <a:ext cx="62964" cy="22659"/>
            </a:xfrm>
            <a:custGeom>
              <a:avLst/>
              <a:gdLst/>
              <a:ahLst/>
              <a:cxnLst/>
              <a:rect l="l" t="t" r="r" b="b"/>
              <a:pathLst>
                <a:path w="653" h="235" extrusionOk="0">
                  <a:moveTo>
                    <a:pt x="4" y="0"/>
                  </a:moveTo>
                  <a:lnTo>
                    <a:pt x="0" y="161"/>
                  </a:lnTo>
                  <a:cubicBezTo>
                    <a:pt x="207" y="166"/>
                    <a:pt x="414" y="192"/>
                    <a:pt x="618" y="235"/>
                  </a:cubicBezTo>
                  <a:lnTo>
                    <a:pt x="653" y="77"/>
                  </a:lnTo>
                  <a:cubicBezTo>
                    <a:pt x="437" y="31"/>
                    <a:pt x="223" y="5"/>
                    <a:pt x="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53" name="Google Shape;7453;p55"/>
            <p:cNvSpPr/>
            <p:nvPr/>
          </p:nvSpPr>
          <p:spPr>
            <a:xfrm>
              <a:off x="5692580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54" name="Google Shape;7454;p55"/>
            <p:cNvSpPr/>
            <p:nvPr/>
          </p:nvSpPr>
          <p:spPr>
            <a:xfrm>
              <a:off x="5569546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55" name="Google Shape;7455;p55"/>
            <p:cNvSpPr/>
            <p:nvPr/>
          </p:nvSpPr>
          <p:spPr>
            <a:xfrm>
              <a:off x="5446512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56" name="Google Shape;7456;p55"/>
            <p:cNvSpPr/>
            <p:nvPr/>
          </p:nvSpPr>
          <p:spPr>
            <a:xfrm>
              <a:off x="5323479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57" name="Google Shape;7457;p55"/>
            <p:cNvSpPr/>
            <p:nvPr/>
          </p:nvSpPr>
          <p:spPr>
            <a:xfrm>
              <a:off x="5200445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58" name="Google Shape;7458;p55"/>
            <p:cNvSpPr/>
            <p:nvPr/>
          </p:nvSpPr>
          <p:spPr>
            <a:xfrm>
              <a:off x="5077411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59" name="Google Shape;7459;p55"/>
            <p:cNvSpPr/>
            <p:nvPr/>
          </p:nvSpPr>
          <p:spPr>
            <a:xfrm>
              <a:off x="4954378" y="2373925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60" name="Google Shape;7460;p55"/>
            <p:cNvSpPr/>
            <p:nvPr/>
          </p:nvSpPr>
          <p:spPr>
            <a:xfrm>
              <a:off x="4830959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61" name="Google Shape;7461;p55"/>
            <p:cNvSpPr/>
            <p:nvPr/>
          </p:nvSpPr>
          <p:spPr>
            <a:xfrm>
              <a:off x="4708021" y="2373925"/>
              <a:ext cx="61710" cy="15235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62" name="Google Shape;7462;p55"/>
            <p:cNvSpPr/>
            <p:nvPr/>
          </p:nvSpPr>
          <p:spPr>
            <a:xfrm>
              <a:off x="4584891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63" name="Google Shape;7463;p55"/>
            <p:cNvSpPr/>
            <p:nvPr/>
          </p:nvSpPr>
          <p:spPr>
            <a:xfrm>
              <a:off x="4461954" y="2373925"/>
              <a:ext cx="61710" cy="15235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64" name="Google Shape;7464;p55"/>
            <p:cNvSpPr/>
            <p:nvPr/>
          </p:nvSpPr>
          <p:spPr>
            <a:xfrm>
              <a:off x="4338824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65" name="Google Shape;7465;p55"/>
            <p:cNvSpPr/>
            <p:nvPr/>
          </p:nvSpPr>
          <p:spPr>
            <a:xfrm>
              <a:off x="4215791" y="2373925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66" name="Google Shape;7466;p55"/>
            <p:cNvSpPr/>
            <p:nvPr/>
          </p:nvSpPr>
          <p:spPr>
            <a:xfrm>
              <a:off x="4132290" y="2373925"/>
              <a:ext cx="22274" cy="15235"/>
            </a:xfrm>
            <a:custGeom>
              <a:avLst/>
              <a:gdLst/>
              <a:ahLst/>
              <a:cxnLst/>
              <a:rect l="l" t="t" r="r" b="b"/>
              <a:pathLst>
                <a:path w="23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231" y="157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467" name="Google Shape;7467;p55"/>
          <p:cNvGrpSpPr/>
          <p:nvPr/>
        </p:nvGrpSpPr>
        <p:grpSpPr>
          <a:xfrm flipH="1">
            <a:off x="7931628" y="-236730"/>
            <a:ext cx="2244135" cy="1945438"/>
            <a:chOff x="-1189075" y="1978163"/>
            <a:chExt cx="2079250" cy="1802500"/>
          </a:xfrm>
        </p:grpSpPr>
        <p:sp>
          <p:nvSpPr>
            <p:cNvPr id="7468" name="Google Shape;7468;p55"/>
            <p:cNvSpPr/>
            <p:nvPr/>
          </p:nvSpPr>
          <p:spPr>
            <a:xfrm>
              <a:off x="-1189075" y="1978163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69" name="Google Shape;7469;p55"/>
            <p:cNvSpPr/>
            <p:nvPr/>
          </p:nvSpPr>
          <p:spPr>
            <a:xfrm>
              <a:off x="-1095400" y="2085688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470" name="Google Shape;7470;p55"/>
          <p:cNvGrpSpPr/>
          <p:nvPr/>
        </p:nvGrpSpPr>
        <p:grpSpPr>
          <a:xfrm rot="-5400000">
            <a:off x="6069490" y="133475"/>
            <a:ext cx="1936841" cy="1205022"/>
            <a:chOff x="3846690" y="770050"/>
            <a:chExt cx="1788734" cy="1053802"/>
          </a:xfrm>
        </p:grpSpPr>
        <p:sp>
          <p:nvSpPr>
            <p:cNvPr id="7471" name="Google Shape;7471;p55"/>
            <p:cNvSpPr/>
            <p:nvPr/>
          </p:nvSpPr>
          <p:spPr>
            <a:xfrm>
              <a:off x="3846690" y="770050"/>
              <a:ext cx="1788734" cy="1053802"/>
            </a:xfrm>
            <a:custGeom>
              <a:avLst/>
              <a:gdLst/>
              <a:ahLst/>
              <a:cxnLst/>
              <a:rect l="l" t="t" r="r" b="b"/>
              <a:pathLst>
                <a:path w="18551" h="10929" extrusionOk="0">
                  <a:moveTo>
                    <a:pt x="5465" y="0"/>
                  </a:moveTo>
                  <a:cubicBezTo>
                    <a:pt x="2453" y="0"/>
                    <a:pt x="0" y="2448"/>
                    <a:pt x="0" y="5465"/>
                  </a:cubicBezTo>
                  <a:cubicBezTo>
                    <a:pt x="0" y="8477"/>
                    <a:pt x="2453" y="10929"/>
                    <a:pt x="5465" y="10929"/>
                  </a:cubicBezTo>
                  <a:lnTo>
                    <a:pt x="18497" y="10929"/>
                  </a:lnTo>
                  <a:lnTo>
                    <a:pt x="18551" y="6767"/>
                  </a:lnTo>
                  <a:lnTo>
                    <a:pt x="5465" y="6779"/>
                  </a:lnTo>
                  <a:cubicBezTo>
                    <a:pt x="4740" y="6779"/>
                    <a:pt x="4151" y="6189"/>
                    <a:pt x="4151" y="5465"/>
                  </a:cubicBezTo>
                  <a:cubicBezTo>
                    <a:pt x="4151" y="4737"/>
                    <a:pt x="4740" y="4146"/>
                    <a:pt x="5465" y="4146"/>
                  </a:cubicBezTo>
                  <a:lnTo>
                    <a:pt x="18497" y="4150"/>
                  </a:lnTo>
                  <a:lnTo>
                    <a:pt x="18497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72" name="Google Shape;7472;p55"/>
            <p:cNvSpPr/>
            <p:nvPr/>
          </p:nvSpPr>
          <p:spPr>
            <a:xfrm>
              <a:off x="5501569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73" name="Google Shape;7473;p55"/>
            <p:cNvSpPr/>
            <p:nvPr/>
          </p:nvSpPr>
          <p:spPr>
            <a:xfrm>
              <a:off x="5378535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74" name="Google Shape;7474;p55"/>
            <p:cNvSpPr/>
            <p:nvPr/>
          </p:nvSpPr>
          <p:spPr>
            <a:xfrm>
              <a:off x="5255502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75" name="Google Shape;7475;p55"/>
            <p:cNvSpPr/>
            <p:nvPr/>
          </p:nvSpPr>
          <p:spPr>
            <a:xfrm>
              <a:off x="5132468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76" name="Google Shape;7476;p55"/>
            <p:cNvSpPr/>
            <p:nvPr/>
          </p:nvSpPr>
          <p:spPr>
            <a:xfrm>
              <a:off x="50094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77" name="Google Shape;7477;p55"/>
            <p:cNvSpPr/>
            <p:nvPr/>
          </p:nvSpPr>
          <p:spPr>
            <a:xfrm>
              <a:off x="4886401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78" name="Google Shape;7478;p55"/>
            <p:cNvSpPr/>
            <p:nvPr/>
          </p:nvSpPr>
          <p:spPr>
            <a:xfrm>
              <a:off x="4763367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79" name="Google Shape;7479;p55"/>
            <p:cNvSpPr/>
            <p:nvPr/>
          </p:nvSpPr>
          <p:spPr>
            <a:xfrm>
              <a:off x="46403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80" name="Google Shape;7480;p55"/>
            <p:cNvSpPr/>
            <p:nvPr/>
          </p:nvSpPr>
          <p:spPr>
            <a:xfrm>
              <a:off x="4517300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81" name="Google Shape;7481;p55"/>
            <p:cNvSpPr/>
            <p:nvPr/>
          </p:nvSpPr>
          <p:spPr>
            <a:xfrm>
              <a:off x="4393881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82" name="Google Shape;7482;p55"/>
            <p:cNvSpPr/>
            <p:nvPr/>
          </p:nvSpPr>
          <p:spPr>
            <a:xfrm>
              <a:off x="4270461" y="1600625"/>
              <a:ext cx="63350" cy="28155"/>
            </a:xfrm>
            <a:custGeom>
              <a:avLst/>
              <a:gdLst/>
              <a:ahLst/>
              <a:cxnLst/>
              <a:rect l="l" t="t" r="r" b="b"/>
              <a:pathLst>
                <a:path w="657" h="292" extrusionOk="0">
                  <a:moveTo>
                    <a:pt x="46" y="1"/>
                  </a:moveTo>
                  <a:lnTo>
                    <a:pt x="0" y="150"/>
                  </a:lnTo>
                  <a:cubicBezTo>
                    <a:pt x="204" y="219"/>
                    <a:pt x="418" y="265"/>
                    <a:pt x="637" y="291"/>
                  </a:cubicBezTo>
                  <a:lnTo>
                    <a:pt x="656" y="134"/>
                  </a:lnTo>
                  <a:cubicBezTo>
                    <a:pt x="449" y="107"/>
                    <a:pt x="246" y="61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83" name="Google Shape;7483;p55"/>
            <p:cNvSpPr/>
            <p:nvPr/>
          </p:nvSpPr>
          <p:spPr>
            <a:xfrm>
              <a:off x="4160734" y="1542965"/>
              <a:ext cx="59203" cy="47440"/>
            </a:xfrm>
            <a:custGeom>
              <a:avLst/>
              <a:gdLst/>
              <a:ahLst/>
              <a:cxnLst/>
              <a:rect l="l" t="t" r="r" b="b"/>
              <a:pathLst>
                <a:path w="614" h="492" extrusionOk="0">
                  <a:moveTo>
                    <a:pt x="100" y="1"/>
                  </a:moveTo>
                  <a:lnTo>
                    <a:pt x="1" y="123"/>
                  </a:lnTo>
                  <a:cubicBezTo>
                    <a:pt x="165" y="261"/>
                    <a:pt x="349" y="384"/>
                    <a:pt x="537" y="491"/>
                  </a:cubicBezTo>
                  <a:lnTo>
                    <a:pt x="613" y="350"/>
                  </a:lnTo>
                  <a:cubicBezTo>
                    <a:pt x="434" y="249"/>
                    <a:pt x="261" y="131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84" name="Google Shape;7484;p55"/>
            <p:cNvSpPr/>
            <p:nvPr/>
          </p:nvSpPr>
          <p:spPr>
            <a:xfrm>
              <a:off x="4080608" y="1450978"/>
              <a:ext cx="47343" cy="59589"/>
            </a:xfrm>
            <a:custGeom>
              <a:avLst/>
              <a:gdLst/>
              <a:ahLst/>
              <a:cxnLst/>
              <a:rect l="l" t="t" r="r" b="b"/>
              <a:pathLst>
                <a:path w="491" h="618" extrusionOk="0">
                  <a:moveTo>
                    <a:pt x="142" y="0"/>
                  </a:moveTo>
                  <a:lnTo>
                    <a:pt x="1" y="77"/>
                  </a:lnTo>
                  <a:cubicBezTo>
                    <a:pt x="107" y="269"/>
                    <a:pt x="230" y="449"/>
                    <a:pt x="368" y="617"/>
                  </a:cubicBezTo>
                  <a:lnTo>
                    <a:pt x="491" y="514"/>
                  </a:lnTo>
                  <a:cubicBezTo>
                    <a:pt x="360" y="357"/>
                    <a:pt x="241" y="184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85" name="Google Shape;7485;p55"/>
            <p:cNvSpPr/>
            <p:nvPr/>
          </p:nvSpPr>
          <p:spPr>
            <a:xfrm>
              <a:off x="4041750" y="1337587"/>
              <a:ext cx="28541" cy="63157"/>
            </a:xfrm>
            <a:custGeom>
              <a:avLst/>
              <a:gdLst/>
              <a:ahLst/>
              <a:cxnLst/>
              <a:rect l="l" t="t" r="r" b="b"/>
              <a:pathLst>
                <a:path w="296" h="655" extrusionOk="0">
                  <a:moveTo>
                    <a:pt x="158" y="0"/>
                  </a:moveTo>
                  <a:lnTo>
                    <a:pt x="1" y="19"/>
                  </a:lnTo>
                  <a:cubicBezTo>
                    <a:pt x="27" y="237"/>
                    <a:pt x="77" y="453"/>
                    <a:pt x="142" y="655"/>
                  </a:cubicBezTo>
                  <a:lnTo>
                    <a:pt x="296" y="605"/>
                  </a:lnTo>
                  <a:cubicBezTo>
                    <a:pt x="231" y="410"/>
                    <a:pt x="185" y="207"/>
                    <a:pt x="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86" name="Google Shape;7486;p55"/>
            <p:cNvSpPr/>
            <p:nvPr/>
          </p:nvSpPr>
          <p:spPr>
            <a:xfrm>
              <a:off x="4039532" y="1214457"/>
              <a:ext cx="24877" cy="63350"/>
            </a:xfrm>
            <a:custGeom>
              <a:avLst/>
              <a:gdLst/>
              <a:ahLst/>
              <a:cxnLst/>
              <a:rect l="l" t="t" r="r" b="b"/>
              <a:pathLst>
                <a:path w="258" h="657" extrusionOk="0">
                  <a:moveTo>
                    <a:pt x="100" y="1"/>
                  </a:moveTo>
                  <a:cubicBezTo>
                    <a:pt x="47" y="212"/>
                    <a:pt x="16" y="430"/>
                    <a:pt x="1" y="644"/>
                  </a:cubicBezTo>
                  <a:lnTo>
                    <a:pt x="162" y="656"/>
                  </a:lnTo>
                  <a:cubicBezTo>
                    <a:pt x="174" y="449"/>
                    <a:pt x="204" y="243"/>
                    <a:pt x="257" y="39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87" name="Google Shape;7487;p55"/>
            <p:cNvSpPr/>
            <p:nvPr/>
          </p:nvSpPr>
          <p:spPr>
            <a:xfrm>
              <a:off x="4070194" y="1101065"/>
              <a:ext cx="44451" cy="60746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0"/>
                  </a:moveTo>
                  <a:cubicBezTo>
                    <a:pt x="204" y="177"/>
                    <a:pt x="93" y="368"/>
                    <a:pt x="1" y="564"/>
                  </a:cubicBezTo>
                  <a:lnTo>
                    <a:pt x="146" y="629"/>
                  </a:lnTo>
                  <a:cubicBezTo>
                    <a:pt x="234" y="446"/>
                    <a:pt x="342" y="262"/>
                    <a:pt x="461" y="9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88" name="Google Shape;7488;p55"/>
            <p:cNvSpPr/>
            <p:nvPr/>
          </p:nvSpPr>
          <p:spPr>
            <a:xfrm>
              <a:off x="4143764" y="1014961"/>
              <a:ext cx="57757" cy="50043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3" y="0"/>
                  </a:moveTo>
                  <a:cubicBezTo>
                    <a:pt x="330" y="120"/>
                    <a:pt x="158" y="253"/>
                    <a:pt x="0" y="403"/>
                  </a:cubicBezTo>
                  <a:lnTo>
                    <a:pt x="108" y="518"/>
                  </a:lnTo>
                  <a:cubicBezTo>
                    <a:pt x="261" y="377"/>
                    <a:pt x="426" y="246"/>
                    <a:pt x="598" y="135"/>
                  </a:cubicBezTo>
                  <a:lnTo>
                    <a:pt x="5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89" name="Google Shape;7489;p55"/>
            <p:cNvSpPr/>
            <p:nvPr/>
          </p:nvSpPr>
          <p:spPr>
            <a:xfrm>
              <a:off x="4249056" y="968389"/>
              <a:ext cx="63253" cy="32302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1"/>
                  </a:moveTo>
                  <a:cubicBezTo>
                    <a:pt x="410" y="43"/>
                    <a:pt x="199" y="105"/>
                    <a:pt x="1" y="185"/>
                  </a:cubicBezTo>
                  <a:lnTo>
                    <a:pt x="58" y="334"/>
                  </a:lnTo>
                  <a:cubicBezTo>
                    <a:pt x="254" y="258"/>
                    <a:pt x="452" y="196"/>
                    <a:pt x="656" y="158"/>
                  </a:cubicBez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90" name="Google Shape;7490;p55"/>
            <p:cNvSpPr/>
            <p:nvPr/>
          </p:nvSpPr>
          <p:spPr>
            <a:xfrm>
              <a:off x="5479488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91" name="Google Shape;7491;p55"/>
            <p:cNvSpPr/>
            <p:nvPr/>
          </p:nvSpPr>
          <p:spPr>
            <a:xfrm>
              <a:off x="5356358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92" name="Google Shape;7492;p55"/>
            <p:cNvSpPr/>
            <p:nvPr/>
          </p:nvSpPr>
          <p:spPr>
            <a:xfrm>
              <a:off x="5233421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93" name="Google Shape;7493;p55"/>
            <p:cNvSpPr/>
            <p:nvPr/>
          </p:nvSpPr>
          <p:spPr>
            <a:xfrm>
              <a:off x="5110291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94" name="Google Shape;7494;p55"/>
            <p:cNvSpPr/>
            <p:nvPr/>
          </p:nvSpPr>
          <p:spPr>
            <a:xfrm>
              <a:off x="4987258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95" name="Google Shape;7495;p55"/>
            <p:cNvSpPr/>
            <p:nvPr/>
          </p:nvSpPr>
          <p:spPr>
            <a:xfrm>
              <a:off x="4864224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96" name="Google Shape;7496;p55"/>
            <p:cNvSpPr/>
            <p:nvPr/>
          </p:nvSpPr>
          <p:spPr>
            <a:xfrm>
              <a:off x="4741190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97" name="Google Shape;7497;p55"/>
            <p:cNvSpPr/>
            <p:nvPr/>
          </p:nvSpPr>
          <p:spPr>
            <a:xfrm>
              <a:off x="4618157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98" name="Google Shape;7498;p55"/>
            <p:cNvSpPr/>
            <p:nvPr/>
          </p:nvSpPr>
          <p:spPr>
            <a:xfrm>
              <a:off x="4495123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99" name="Google Shape;7499;p55"/>
            <p:cNvSpPr/>
            <p:nvPr/>
          </p:nvSpPr>
          <p:spPr>
            <a:xfrm>
              <a:off x="4371704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4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500" name="Google Shape;7500;p55"/>
          <p:cNvGrpSpPr/>
          <p:nvPr/>
        </p:nvGrpSpPr>
        <p:grpSpPr>
          <a:xfrm>
            <a:off x="7596781" y="4015761"/>
            <a:ext cx="417260" cy="637784"/>
            <a:chOff x="9260223" y="240462"/>
            <a:chExt cx="354572" cy="541964"/>
          </a:xfrm>
        </p:grpSpPr>
        <p:sp>
          <p:nvSpPr>
            <p:cNvPr id="7501" name="Google Shape;7501;p55"/>
            <p:cNvSpPr/>
            <p:nvPr/>
          </p:nvSpPr>
          <p:spPr>
            <a:xfrm>
              <a:off x="9260223" y="240462"/>
              <a:ext cx="354572" cy="354555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316" y="0"/>
                  </a:moveTo>
                  <a:cubicBezTo>
                    <a:pt x="143" y="0"/>
                    <a:pt x="1" y="138"/>
                    <a:pt x="1" y="315"/>
                  </a:cubicBezTo>
                  <a:cubicBezTo>
                    <a:pt x="1" y="488"/>
                    <a:pt x="143" y="629"/>
                    <a:pt x="316" y="629"/>
                  </a:cubicBezTo>
                  <a:cubicBezTo>
                    <a:pt x="491" y="629"/>
                    <a:pt x="629" y="488"/>
                    <a:pt x="629" y="315"/>
                  </a:cubicBezTo>
                  <a:cubicBezTo>
                    <a:pt x="629" y="138"/>
                    <a:pt x="491" y="0"/>
                    <a:pt x="3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02" name="Google Shape;7502;p55"/>
            <p:cNvSpPr/>
            <p:nvPr/>
          </p:nvSpPr>
          <p:spPr>
            <a:xfrm>
              <a:off x="9344643" y="365402"/>
              <a:ext cx="213869" cy="417024"/>
            </a:xfrm>
            <a:custGeom>
              <a:avLst/>
              <a:gdLst/>
              <a:ahLst/>
              <a:cxnLst/>
              <a:rect l="l" t="t" r="r" b="b"/>
              <a:pathLst>
                <a:path w="380" h="741" extrusionOk="0">
                  <a:moveTo>
                    <a:pt x="157" y="1"/>
                  </a:moveTo>
                  <a:lnTo>
                    <a:pt x="131" y="254"/>
                  </a:lnTo>
                  <a:lnTo>
                    <a:pt x="1" y="208"/>
                  </a:lnTo>
                  <a:lnTo>
                    <a:pt x="131" y="323"/>
                  </a:lnTo>
                  <a:lnTo>
                    <a:pt x="131" y="740"/>
                  </a:lnTo>
                  <a:lnTo>
                    <a:pt x="215" y="740"/>
                  </a:lnTo>
                  <a:lnTo>
                    <a:pt x="208" y="346"/>
                  </a:lnTo>
                  <a:lnTo>
                    <a:pt x="380" y="204"/>
                  </a:lnTo>
                  <a:lnTo>
                    <a:pt x="380" y="204"/>
                  </a:lnTo>
                  <a:lnTo>
                    <a:pt x="200" y="273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503" name="Google Shape;7503;p55"/>
          <p:cNvGrpSpPr/>
          <p:nvPr/>
        </p:nvGrpSpPr>
        <p:grpSpPr>
          <a:xfrm>
            <a:off x="1093580" y="3586389"/>
            <a:ext cx="895256" cy="1059981"/>
            <a:chOff x="6638805" y="2345339"/>
            <a:chExt cx="895256" cy="1059981"/>
          </a:xfrm>
        </p:grpSpPr>
        <p:sp>
          <p:nvSpPr>
            <p:cNvPr id="7504" name="Google Shape;7504;p55"/>
            <p:cNvSpPr/>
            <p:nvPr/>
          </p:nvSpPr>
          <p:spPr>
            <a:xfrm>
              <a:off x="6723315" y="2439164"/>
              <a:ext cx="154700" cy="285765"/>
            </a:xfrm>
            <a:custGeom>
              <a:avLst/>
              <a:gdLst/>
              <a:ahLst/>
              <a:cxnLst/>
              <a:rect l="l" t="t" r="r" b="b"/>
              <a:pathLst>
                <a:path w="216" h="399" extrusionOk="0">
                  <a:moveTo>
                    <a:pt x="1" y="0"/>
                  </a:moveTo>
                  <a:lnTo>
                    <a:pt x="1" y="399"/>
                  </a:lnTo>
                  <a:lnTo>
                    <a:pt x="216" y="39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05" name="Google Shape;7505;p55"/>
            <p:cNvSpPr/>
            <p:nvPr/>
          </p:nvSpPr>
          <p:spPr>
            <a:xfrm>
              <a:off x="6723315" y="2439164"/>
              <a:ext cx="154700" cy="66607"/>
            </a:xfrm>
            <a:custGeom>
              <a:avLst/>
              <a:gdLst/>
              <a:ahLst/>
              <a:cxnLst/>
              <a:rect l="l" t="t" r="r" b="b"/>
              <a:pathLst>
                <a:path w="216" h="93" extrusionOk="0">
                  <a:moveTo>
                    <a:pt x="1" y="0"/>
                  </a:moveTo>
                  <a:lnTo>
                    <a:pt x="1" y="92"/>
                  </a:lnTo>
                  <a:lnTo>
                    <a:pt x="216" y="92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06" name="Google Shape;7506;p55"/>
            <p:cNvSpPr/>
            <p:nvPr/>
          </p:nvSpPr>
          <p:spPr>
            <a:xfrm>
              <a:off x="6690370" y="2394759"/>
              <a:ext cx="791407" cy="1010562"/>
            </a:xfrm>
            <a:custGeom>
              <a:avLst/>
              <a:gdLst/>
              <a:ahLst/>
              <a:cxnLst/>
              <a:rect l="l" t="t" r="r" b="b"/>
              <a:pathLst>
                <a:path w="1105" h="1411" extrusionOk="0">
                  <a:moveTo>
                    <a:pt x="553" y="1"/>
                  </a:moveTo>
                  <a:lnTo>
                    <a:pt x="1" y="549"/>
                  </a:lnTo>
                  <a:lnTo>
                    <a:pt x="1" y="1411"/>
                  </a:lnTo>
                  <a:lnTo>
                    <a:pt x="1104" y="1411"/>
                  </a:lnTo>
                  <a:lnTo>
                    <a:pt x="1104" y="549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07" name="Google Shape;7507;p55"/>
            <p:cNvSpPr/>
            <p:nvPr/>
          </p:nvSpPr>
          <p:spPr>
            <a:xfrm>
              <a:off x="6693235" y="2886088"/>
              <a:ext cx="783528" cy="77350"/>
            </a:xfrm>
            <a:custGeom>
              <a:avLst/>
              <a:gdLst/>
              <a:ahLst/>
              <a:cxnLst/>
              <a:rect l="l" t="t" r="r" b="b"/>
              <a:pathLst>
                <a:path w="1094" h="108" extrusionOk="0">
                  <a:moveTo>
                    <a:pt x="0" y="1"/>
                  </a:moveTo>
                  <a:lnTo>
                    <a:pt x="0" y="107"/>
                  </a:lnTo>
                  <a:lnTo>
                    <a:pt x="1093" y="107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08" name="Google Shape;7508;p55"/>
            <p:cNvSpPr/>
            <p:nvPr/>
          </p:nvSpPr>
          <p:spPr>
            <a:xfrm>
              <a:off x="6693235" y="2669788"/>
              <a:ext cx="780663" cy="74485"/>
            </a:xfrm>
            <a:custGeom>
              <a:avLst/>
              <a:gdLst/>
              <a:ahLst/>
              <a:cxnLst/>
              <a:rect l="l" t="t" r="r" b="b"/>
              <a:pathLst>
                <a:path w="1090" h="104" extrusionOk="0">
                  <a:moveTo>
                    <a:pt x="131" y="0"/>
                  </a:moveTo>
                  <a:cubicBezTo>
                    <a:pt x="92" y="42"/>
                    <a:pt x="55" y="84"/>
                    <a:pt x="0" y="100"/>
                  </a:cubicBezTo>
                  <a:lnTo>
                    <a:pt x="0" y="103"/>
                  </a:lnTo>
                  <a:lnTo>
                    <a:pt x="1089" y="103"/>
                  </a:lnTo>
                  <a:lnTo>
                    <a:pt x="1089" y="96"/>
                  </a:lnTo>
                  <a:cubicBezTo>
                    <a:pt x="1074" y="84"/>
                    <a:pt x="1058" y="69"/>
                    <a:pt x="1047" y="57"/>
                  </a:cubicBezTo>
                  <a:cubicBezTo>
                    <a:pt x="1043" y="54"/>
                    <a:pt x="1040" y="50"/>
                    <a:pt x="1035" y="46"/>
                  </a:cubicBezTo>
                  <a:cubicBezTo>
                    <a:pt x="1017" y="34"/>
                    <a:pt x="1001" y="27"/>
                    <a:pt x="985" y="15"/>
                  </a:cubicBezTo>
                  <a:cubicBezTo>
                    <a:pt x="978" y="11"/>
                    <a:pt x="971" y="4"/>
                    <a:pt x="962" y="0"/>
                  </a:cubicBezTo>
                  <a:close/>
                </a:path>
              </a:pathLst>
            </a:custGeom>
            <a:solidFill>
              <a:srgbClr val="D1C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09" name="Google Shape;7509;p55"/>
            <p:cNvSpPr/>
            <p:nvPr/>
          </p:nvSpPr>
          <p:spPr>
            <a:xfrm>
              <a:off x="6693235" y="3232024"/>
              <a:ext cx="783528" cy="170456"/>
            </a:xfrm>
            <a:custGeom>
              <a:avLst/>
              <a:gdLst/>
              <a:ahLst/>
              <a:cxnLst/>
              <a:rect l="l" t="t" r="r" b="b"/>
              <a:pathLst>
                <a:path w="1094" h="238" extrusionOk="0">
                  <a:moveTo>
                    <a:pt x="0" y="1"/>
                  </a:moveTo>
                  <a:lnTo>
                    <a:pt x="0" y="238"/>
                  </a:lnTo>
                  <a:lnTo>
                    <a:pt x="1093" y="238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10" name="Google Shape;7510;p55"/>
            <p:cNvSpPr/>
            <p:nvPr/>
          </p:nvSpPr>
          <p:spPr>
            <a:xfrm>
              <a:off x="6676763" y="2381150"/>
              <a:ext cx="818622" cy="426140"/>
            </a:xfrm>
            <a:custGeom>
              <a:avLst/>
              <a:gdLst/>
              <a:ahLst/>
              <a:cxnLst/>
              <a:rect l="l" t="t" r="r" b="b"/>
              <a:pathLst>
                <a:path w="1143" h="595" extrusionOk="0">
                  <a:moveTo>
                    <a:pt x="568" y="0"/>
                  </a:moveTo>
                  <a:lnTo>
                    <a:pt x="0" y="579"/>
                  </a:lnTo>
                  <a:lnTo>
                    <a:pt x="1143" y="595"/>
                  </a:lnTo>
                  <a:lnTo>
                    <a:pt x="1143" y="595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11" name="Google Shape;7511;p55"/>
            <p:cNvSpPr/>
            <p:nvPr/>
          </p:nvSpPr>
          <p:spPr>
            <a:xfrm>
              <a:off x="6638805" y="2345339"/>
              <a:ext cx="895256" cy="497045"/>
            </a:xfrm>
            <a:custGeom>
              <a:avLst/>
              <a:gdLst/>
              <a:ahLst/>
              <a:cxnLst/>
              <a:rect l="l" t="t" r="r" b="b"/>
              <a:pathLst>
                <a:path w="1250" h="694" extrusionOk="0">
                  <a:moveTo>
                    <a:pt x="621" y="1"/>
                  </a:moveTo>
                  <a:cubicBezTo>
                    <a:pt x="610" y="1"/>
                    <a:pt x="594" y="8"/>
                    <a:pt x="587" y="16"/>
                  </a:cubicBezTo>
                  <a:lnTo>
                    <a:pt x="19" y="595"/>
                  </a:lnTo>
                  <a:cubicBezTo>
                    <a:pt x="0" y="614"/>
                    <a:pt x="0" y="645"/>
                    <a:pt x="19" y="664"/>
                  </a:cubicBezTo>
                  <a:cubicBezTo>
                    <a:pt x="31" y="673"/>
                    <a:pt x="44" y="678"/>
                    <a:pt x="57" y="678"/>
                  </a:cubicBezTo>
                  <a:cubicBezTo>
                    <a:pt x="70" y="678"/>
                    <a:pt x="82" y="673"/>
                    <a:pt x="92" y="664"/>
                  </a:cubicBezTo>
                  <a:lnTo>
                    <a:pt x="621" y="123"/>
                  </a:lnTo>
                  <a:lnTo>
                    <a:pt x="1157" y="679"/>
                  </a:lnTo>
                  <a:cubicBezTo>
                    <a:pt x="1167" y="688"/>
                    <a:pt x="1179" y="693"/>
                    <a:pt x="1192" y="693"/>
                  </a:cubicBezTo>
                  <a:cubicBezTo>
                    <a:pt x="1204" y="693"/>
                    <a:pt x="1217" y="688"/>
                    <a:pt x="1226" y="679"/>
                  </a:cubicBezTo>
                  <a:cubicBezTo>
                    <a:pt x="1249" y="664"/>
                    <a:pt x="1249" y="629"/>
                    <a:pt x="1231" y="610"/>
                  </a:cubicBezTo>
                  <a:lnTo>
                    <a:pt x="656" y="16"/>
                  </a:lnTo>
                  <a:cubicBezTo>
                    <a:pt x="648" y="8"/>
                    <a:pt x="637" y="4"/>
                    <a:pt x="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12" name="Google Shape;7512;p55"/>
            <p:cNvSpPr/>
            <p:nvPr/>
          </p:nvSpPr>
          <p:spPr>
            <a:xfrm>
              <a:off x="6932441" y="3110982"/>
              <a:ext cx="302239" cy="291494"/>
            </a:xfrm>
            <a:custGeom>
              <a:avLst/>
              <a:gdLst/>
              <a:ahLst/>
              <a:cxnLst/>
              <a:rect l="l" t="t" r="r" b="b"/>
              <a:pathLst>
                <a:path w="422" h="407" extrusionOk="0">
                  <a:moveTo>
                    <a:pt x="211" y="0"/>
                  </a:moveTo>
                  <a:cubicBezTo>
                    <a:pt x="96" y="0"/>
                    <a:pt x="0" y="92"/>
                    <a:pt x="0" y="212"/>
                  </a:cubicBezTo>
                  <a:lnTo>
                    <a:pt x="0" y="407"/>
                  </a:lnTo>
                  <a:lnTo>
                    <a:pt x="422" y="407"/>
                  </a:lnTo>
                  <a:lnTo>
                    <a:pt x="422" y="212"/>
                  </a:lnTo>
                  <a:cubicBezTo>
                    <a:pt x="422" y="92"/>
                    <a:pt x="326" y="0"/>
                    <a:pt x="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13" name="Google Shape;7513;p55"/>
            <p:cNvSpPr/>
            <p:nvPr/>
          </p:nvSpPr>
          <p:spPr>
            <a:xfrm>
              <a:off x="6932441" y="3110982"/>
              <a:ext cx="140376" cy="291494"/>
            </a:xfrm>
            <a:custGeom>
              <a:avLst/>
              <a:gdLst/>
              <a:ahLst/>
              <a:cxnLst/>
              <a:rect l="l" t="t" r="r" b="b"/>
              <a:pathLst>
                <a:path w="196" h="407" extrusionOk="0">
                  <a:moveTo>
                    <a:pt x="195" y="0"/>
                  </a:moveTo>
                  <a:cubicBezTo>
                    <a:pt x="89" y="9"/>
                    <a:pt x="0" y="101"/>
                    <a:pt x="0" y="212"/>
                  </a:cubicBezTo>
                  <a:lnTo>
                    <a:pt x="0" y="407"/>
                  </a:lnTo>
                  <a:lnTo>
                    <a:pt x="195" y="407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14" name="Google Shape;7514;p55"/>
            <p:cNvSpPr/>
            <p:nvPr/>
          </p:nvSpPr>
          <p:spPr>
            <a:xfrm>
              <a:off x="6775597" y="3015724"/>
              <a:ext cx="96688" cy="172605"/>
            </a:xfrm>
            <a:custGeom>
              <a:avLst/>
              <a:gdLst/>
              <a:ahLst/>
              <a:cxnLst/>
              <a:rect l="l" t="t" r="r" b="b"/>
              <a:pathLst>
                <a:path w="135" h="241" extrusionOk="0">
                  <a:moveTo>
                    <a:pt x="69" y="0"/>
                  </a:moveTo>
                  <a:cubicBezTo>
                    <a:pt x="32" y="0"/>
                    <a:pt x="0" y="27"/>
                    <a:pt x="0" y="64"/>
                  </a:cubicBezTo>
                  <a:lnTo>
                    <a:pt x="0" y="241"/>
                  </a:lnTo>
                  <a:lnTo>
                    <a:pt x="135" y="241"/>
                  </a:lnTo>
                  <a:lnTo>
                    <a:pt x="135" y="64"/>
                  </a:lnTo>
                  <a:cubicBezTo>
                    <a:pt x="135" y="27"/>
                    <a:pt x="104" y="0"/>
                    <a:pt x="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15" name="Google Shape;7515;p55"/>
            <p:cNvSpPr/>
            <p:nvPr/>
          </p:nvSpPr>
          <p:spPr>
            <a:xfrm>
              <a:off x="6751246" y="2990656"/>
              <a:ext cx="146106" cy="222739"/>
            </a:xfrm>
            <a:custGeom>
              <a:avLst/>
              <a:gdLst/>
              <a:ahLst/>
              <a:cxnLst/>
              <a:rect l="l" t="t" r="r" b="b"/>
              <a:pathLst>
                <a:path w="204" h="311" extrusionOk="0">
                  <a:moveTo>
                    <a:pt x="103" y="65"/>
                  </a:moveTo>
                  <a:cubicBezTo>
                    <a:pt x="112" y="65"/>
                    <a:pt x="119" y="69"/>
                    <a:pt x="126" y="76"/>
                  </a:cubicBezTo>
                  <a:cubicBezTo>
                    <a:pt x="135" y="81"/>
                    <a:pt x="138" y="92"/>
                    <a:pt x="138" y="99"/>
                  </a:cubicBezTo>
                  <a:lnTo>
                    <a:pt x="138" y="246"/>
                  </a:lnTo>
                  <a:lnTo>
                    <a:pt x="66" y="246"/>
                  </a:lnTo>
                  <a:lnTo>
                    <a:pt x="66" y="99"/>
                  </a:lnTo>
                  <a:cubicBezTo>
                    <a:pt x="66" y="92"/>
                    <a:pt x="69" y="81"/>
                    <a:pt x="77" y="76"/>
                  </a:cubicBezTo>
                  <a:cubicBezTo>
                    <a:pt x="85" y="69"/>
                    <a:pt x="92" y="65"/>
                    <a:pt x="103" y="65"/>
                  </a:cubicBezTo>
                  <a:close/>
                  <a:moveTo>
                    <a:pt x="103" y="0"/>
                  </a:moveTo>
                  <a:cubicBezTo>
                    <a:pt x="46" y="0"/>
                    <a:pt x="0" y="46"/>
                    <a:pt x="0" y="99"/>
                  </a:cubicBezTo>
                  <a:lnTo>
                    <a:pt x="0" y="311"/>
                  </a:lnTo>
                  <a:lnTo>
                    <a:pt x="204" y="311"/>
                  </a:lnTo>
                  <a:lnTo>
                    <a:pt x="204" y="276"/>
                  </a:lnTo>
                  <a:lnTo>
                    <a:pt x="204" y="99"/>
                  </a:lnTo>
                  <a:cubicBezTo>
                    <a:pt x="204" y="46"/>
                    <a:pt x="158" y="0"/>
                    <a:pt x="1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16" name="Google Shape;7516;p55"/>
            <p:cNvSpPr/>
            <p:nvPr/>
          </p:nvSpPr>
          <p:spPr>
            <a:xfrm>
              <a:off x="7305574" y="3015724"/>
              <a:ext cx="96688" cy="172605"/>
            </a:xfrm>
            <a:custGeom>
              <a:avLst/>
              <a:gdLst/>
              <a:ahLst/>
              <a:cxnLst/>
              <a:rect l="l" t="t" r="r" b="b"/>
              <a:pathLst>
                <a:path w="135" h="241" extrusionOk="0">
                  <a:moveTo>
                    <a:pt x="65" y="0"/>
                  </a:moveTo>
                  <a:cubicBezTo>
                    <a:pt x="31" y="0"/>
                    <a:pt x="1" y="27"/>
                    <a:pt x="1" y="64"/>
                  </a:cubicBezTo>
                  <a:lnTo>
                    <a:pt x="1" y="241"/>
                  </a:lnTo>
                  <a:lnTo>
                    <a:pt x="134" y="241"/>
                  </a:lnTo>
                  <a:lnTo>
                    <a:pt x="134" y="64"/>
                  </a:lnTo>
                  <a:cubicBezTo>
                    <a:pt x="134" y="27"/>
                    <a:pt x="104" y="0"/>
                    <a:pt x="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17" name="Google Shape;7517;p55"/>
            <p:cNvSpPr/>
            <p:nvPr/>
          </p:nvSpPr>
          <p:spPr>
            <a:xfrm>
              <a:off x="7280507" y="2990656"/>
              <a:ext cx="146822" cy="222739"/>
            </a:xfrm>
            <a:custGeom>
              <a:avLst/>
              <a:gdLst/>
              <a:ahLst/>
              <a:cxnLst/>
              <a:rect l="l" t="t" r="r" b="b"/>
              <a:pathLst>
                <a:path w="205" h="311" extrusionOk="0">
                  <a:moveTo>
                    <a:pt x="100" y="65"/>
                  </a:moveTo>
                  <a:cubicBezTo>
                    <a:pt x="112" y="65"/>
                    <a:pt x="119" y="69"/>
                    <a:pt x="128" y="76"/>
                  </a:cubicBezTo>
                  <a:cubicBezTo>
                    <a:pt x="135" y="81"/>
                    <a:pt x="139" y="92"/>
                    <a:pt x="139" y="99"/>
                  </a:cubicBezTo>
                  <a:lnTo>
                    <a:pt x="139" y="246"/>
                  </a:lnTo>
                  <a:lnTo>
                    <a:pt x="66" y="246"/>
                  </a:lnTo>
                  <a:lnTo>
                    <a:pt x="66" y="99"/>
                  </a:lnTo>
                  <a:cubicBezTo>
                    <a:pt x="66" y="92"/>
                    <a:pt x="70" y="81"/>
                    <a:pt x="77" y="76"/>
                  </a:cubicBezTo>
                  <a:cubicBezTo>
                    <a:pt x="85" y="69"/>
                    <a:pt x="93" y="65"/>
                    <a:pt x="100" y="65"/>
                  </a:cubicBezTo>
                  <a:close/>
                  <a:moveTo>
                    <a:pt x="100" y="0"/>
                  </a:moveTo>
                  <a:cubicBezTo>
                    <a:pt x="47" y="0"/>
                    <a:pt x="1" y="46"/>
                    <a:pt x="1" y="99"/>
                  </a:cubicBezTo>
                  <a:lnTo>
                    <a:pt x="1" y="311"/>
                  </a:lnTo>
                  <a:lnTo>
                    <a:pt x="204" y="311"/>
                  </a:lnTo>
                  <a:lnTo>
                    <a:pt x="204" y="276"/>
                  </a:lnTo>
                  <a:lnTo>
                    <a:pt x="204" y="99"/>
                  </a:lnTo>
                  <a:cubicBezTo>
                    <a:pt x="204" y="46"/>
                    <a:pt x="158" y="0"/>
                    <a:pt x="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18" name="Google Shape;7518;p55"/>
            <p:cNvSpPr/>
            <p:nvPr/>
          </p:nvSpPr>
          <p:spPr>
            <a:xfrm>
              <a:off x="7033423" y="2625382"/>
              <a:ext cx="99552" cy="176902"/>
            </a:xfrm>
            <a:custGeom>
              <a:avLst/>
              <a:gdLst/>
              <a:ahLst/>
              <a:cxnLst/>
              <a:rect l="l" t="t" r="r" b="b"/>
              <a:pathLst>
                <a:path w="139" h="247" extrusionOk="0">
                  <a:moveTo>
                    <a:pt x="70" y="1"/>
                  </a:moveTo>
                  <a:cubicBezTo>
                    <a:pt x="31" y="1"/>
                    <a:pt x="1" y="31"/>
                    <a:pt x="1" y="70"/>
                  </a:cubicBezTo>
                  <a:lnTo>
                    <a:pt x="1" y="246"/>
                  </a:lnTo>
                  <a:lnTo>
                    <a:pt x="139" y="246"/>
                  </a:lnTo>
                  <a:lnTo>
                    <a:pt x="139" y="70"/>
                  </a:lnTo>
                  <a:cubicBezTo>
                    <a:pt x="139" y="31"/>
                    <a:pt x="109" y="1"/>
                    <a:pt x="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19" name="Google Shape;7519;p55"/>
            <p:cNvSpPr/>
            <p:nvPr/>
          </p:nvSpPr>
          <p:spPr>
            <a:xfrm>
              <a:off x="7011938" y="2603896"/>
              <a:ext cx="143241" cy="222739"/>
            </a:xfrm>
            <a:custGeom>
              <a:avLst/>
              <a:gdLst/>
              <a:ahLst/>
              <a:cxnLst/>
              <a:rect l="l" t="t" r="r" b="b"/>
              <a:pathLst>
                <a:path w="200" h="311" extrusionOk="0">
                  <a:moveTo>
                    <a:pt x="100" y="65"/>
                  </a:moveTo>
                  <a:cubicBezTo>
                    <a:pt x="112" y="65"/>
                    <a:pt x="119" y="69"/>
                    <a:pt x="127" y="77"/>
                  </a:cubicBezTo>
                  <a:cubicBezTo>
                    <a:pt x="130" y="80"/>
                    <a:pt x="135" y="88"/>
                    <a:pt x="135" y="100"/>
                  </a:cubicBezTo>
                  <a:lnTo>
                    <a:pt x="135" y="245"/>
                  </a:lnTo>
                  <a:lnTo>
                    <a:pt x="66" y="245"/>
                  </a:lnTo>
                  <a:lnTo>
                    <a:pt x="66" y="100"/>
                  </a:lnTo>
                  <a:cubicBezTo>
                    <a:pt x="66" y="88"/>
                    <a:pt x="70" y="80"/>
                    <a:pt x="77" y="77"/>
                  </a:cubicBezTo>
                  <a:cubicBezTo>
                    <a:pt x="81" y="69"/>
                    <a:pt x="89" y="65"/>
                    <a:pt x="100" y="65"/>
                  </a:cubicBezTo>
                  <a:close/>
                  <a:moveTo>
                    <a:pt x="100" y="0"/>
                  </a:moveTo>
                  <a:cubicBezTo>
                    <a:pt x="47" y="0"/>
                    <a:pt x="1" y="46"/>
                    <a:pt x="1" y="100"/>
                  </a:cubicBezTo>
                  <a:lnTo>
                    <a:pt x="1" y="310"/>
                  </a:lnTo>
                  <a:lnTo>
                    <a:pt x="199" y="310"/>
                  </a:lnTo>
                  <a:lnTo>
                    <a:pt x="199" y="276"/>
                  </a:lnTo>
                  <a:lnTo>
                    <a:pt x="199" y="100"/>
                  </a:lnTo>
                  <a:cubicBezTo>
                    <a:pt x="199" y="46"/>
                    <a:pt x="158" y="0"/>
                    <a:pt x="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520" name="Google Shape;7520;p55"/>
          <p:cNvGrpSpPr/>
          <p:nvPr/>
        </p:nvGrpSpPr>
        <p:grpSpPr>
          <a:xfrm>
            <a:off x="335061" y="3512556"/>
            <a:ext cx="673217" cy="1133828"/>
            <a:chOff x="6542207" y="2185022"/>
            <a:chExt cx="492153" cy="828821"/>
          </a:xfrm>
        </p:grpSpPr>
        <p:sp>
          <p:nvSpPr>
            <p:cNvPr id="7521" name="Google Shape;7521;p55"/>
            <p:cNvSpPr/>
            <p:nvPr/>
          </p:nvSpPr>
          <p:spPr>
            <a:xfrm>
              <a:off x="6911311" y="2185022"/>
              <a:ext cx="57069" cy="233510"/>
            </a:xfrm>
            <a:custGeom>
              <a:avLst/>
              <a:gdLst/>
              <a:ahLst/>
              <a:cxnLst/>
              <a:rect l="l" t="t" r="r" b="b"/>
              <a:pathLst>
                <a:path w="109" h="446" extrusionOk="0">
                  <a:moveTo>
                    <a:pt x="1" y="0"/>
                  </a:moveTo>
                  <a:lnTo>
                    <a:pt x="1" y="445"/>
                  </a:lnTo>
                  <a:lnTo>
                    <a:pt x="109" y="445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22" name="Google Shape;7522;p55"/>
            <p:cNvSpPr/>
            <p:nvPr/>
          </p:nvSpPr>
          <p:spPr>
            <a:xfrm>
              <a:off x="6911311" y="2185022"/>
              <a:ext cx="57069" cy="48692"/>
            </a:xfrm>
            <a:custGeom>
              <a:avLst/>
              <a:gdLst/>
              <a:ahLst/>
              <a:cxnLst/>
              <a:rect l="l" t="t" r="r" b="b"/>
              <a:pathLst>
                <a:path w="109" h="93" extrusionOk="0">
                  <a:moveTo>
                    <a:pt x="1" y="0"/>
                  </a:moveTo>
                  <a:lnTo>
                    <a:pt x="1" y="92"/>
                  </a:lnTo>
                  <a:lnTo>
                    <a:pt x="109" y="92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23" name="Google Shape;7523;p55"/>
            <p:cNvSpPr/>
            <p:nvPr/>
          </p:nvSpPr>
          <p:spPr>
            <a:xfrm>
              <a:off x="6574667" y="2253087"/>
              <a:ext cx="441891" cy="759169"/>
            </a:xfrm>
            <a:custGeom>
              <a:avLst/>
              <a:gdLst/>
              <a:ahLst/>
              <a:cxnLst/>
              <a:rect l="l" t="t" r="r" b="b"/>
              <a:pathLst>
                <a:path w="844" h="1450" extrusionOk="0">
                  <a:moveTo>
                    <a:pt x="414" y="1"/>
                  </a:moveTo>
                  <a:lnTo>
                    <a:pt x="0" y="395"/>
                  </a:lnTo>
                  <a:lnTo>
                    <a:pt x="0" y="1449"/>
                  </a:lnTo>
                  <a:lnTo>
                    <a:pt x="843" y="1449"/>
                  </a:lnTo>
                  <a:lnTo>
                    <a:pt x="843" y="39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24" name="Google Shape;7524;p55"/>
            <p:cNvSpPr/>
            <p:nvPr/>
          </p:nvSpPr>
          <p:spPr>
            <a:xfrm>
              <a:off x="6570479" y="2867245"/>
              <a:ext cx="448174" cy="146598"/>
            </a:xfrm>
            <a:custGeom>
              <a:avLst/>
              <a:gdLst/>
              <a:ahLst/>
              <a:cxnLst/>
              <a:rect l="l" t="t" r="r" b="b"/>
              <a:pathLst>
                <a:path w="856" h="280" extrusionOk="0">
                  <a:moveTo>
                    <a:pt x="1" y="0"/>
                  </a:moveTo>
                  <a:lnTo>
                    <a:pt x="1" y="280"/>
                  </a:lnTo>
                  <a:lnTo>
                    <a:pt x="855" y="280"/>
                  </a:lnTo>
                  <a:lnTo>
                    <a:pt x="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25" name="Google Shape;7525;p55"/>
            <p:cNvSpPr/>
            <p:nvPr/>
          </p:nvSpPr>
          <p:spPr>
            <a:xfrm>
              <a:off x="6570479" y="2523777"/>
              <a:ext cx="448174" cy="147645"/>
            </a:xfrm>
            <a:custGeom>
              <a:avLst/>
              <a:gdLst/>
              <a:ahLst/>
              <a:cxnLst/>
              <a:rect l="l" t="t" r="r" b="b"/>
              <a:pathLst>
                <a:path w="856" h="282" extrusionOk="0">
                  <a:moveTo>
                    <a:pt x="1" y="1"/>
                  </a:moveTo>
                  <a:lnTo>
                    <a:pt x="1" y="281"/>
                  </a:lnTo>
                  <a:lnTo>
                    <a:pt x="855" y="281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26" name="Google Shape;7526;p55"/>
            <p:cNvSpPr/>
            <p:nvPr/>
          </p:nvSpPr>
          <p:spPr>
            <a:xfrm>
              <a:off x="6839061" y="2505976"/>
              <a:ext cx="89006" cy="177489"/>
            </a:xfrm>
            <a:custGeom>
              <a:avLst/>
              <a:gdLst/>
              <a:ahLst/>
              <a:cxnLst/>
              <a:rect l="l" t="t" r="r" b="b"/>
              <a:pathLst>
                <a:path w="170" h="339" extrusionOk="0">
                  <a:moveTo>
                    <a:pt x="1" y="1"/>
                  </a:moveTo>
                  <a:lnTo>
                    <a:pt x="1" y="338"/>
                  </a:lnTo>
                  <a:lnTo>
                    <a:pt x="169" y="338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27" name="Google Shape;7527;p55"/>
            <p:cNvSpPr/>
            <p:nvPr/>
          </p:nvSpPr>
          <p:spPr>
            <a:xfrm>
              <a:off x="6823355" y="2490268"/>
              <a:ext cx="120944" cy="208902"/>
            </a:xfrm>
            <a:custGeom>
              <a:avLst/>
              <a:gdLst/>
              <a:ahLst/>
              <a:cxnLst/>
              <a:rect l="l" t="t" r="r" b="b"/>
              <a:pathLst>
                <a:path w="231" h="399" extrusionOk="0">
                  <a:moveTo>
                    <a:pt x="169" y="61"/>
                  </a:moveTo>
                  <a:lnTo>
                    <a:pt x="169" y="337"/>
                  </a:lnTo>
                  <a:lnTo>
                    <a:pt x="61" y="337"/>
                  </a:lnTo>
                  <a:lnTo>
                    <a:pt x="61" y="61"/>
                  </a:lnTo>
                  <a:close/>
                  <a:moveTo>
                    <a:pt x="1" y="0"/>
                  </a:moveTo>
                  <a:lnTo>
                    <a:pt x="1" y="398"/>
                  </a:lnTo>
                  <a:lnTo>
                    <a:pt x="231" y="398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28" name="Google Shape;7528;p55"/>
            <p:cNvSpPr/>
            <p:nvPr/>
          </p:nvSpPr>
          <p:spPr>
            <a:xfrm>
              <a:off x="6662624" y="2505976"/>
              <a:ext cx="89006" cy="177489"/>
            </a:xfrm>
            <a:custGeom>
              <a:avLst/>
              <a:gdLst/>
              <a:ahLst/>
              <a:cxnLst/>
              <a:rect l="l" t="t" r="r" b="b"/>
              <a:pathLst>
                <a:path w="170" h="339" extrusionOk="0">
                  <a:moveTo>
                    <a:pt x="0" y="1"/>
                  </a:moveTo>
                  <a:lnTo>
                    <a:pt x="0" y="338"/>
                  </a:lnTo>
                  <a:lnTo>
                    <a:pt x="170" y="338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29" name="Google Shape;7529;p55"/>
            <p:cNvSpPr/>
            <p:nvPr/>
          </p:nvSpPr>
          <p:spPr>
            <a:xfrm>
              <a:off x="6646917" y="2490268"/>
              <a:ext cx="120944" cy="208902"/>
            </a:xfrm>
            <a:custGeom>
              <a:avLst/>
              <a:gdLst/>
              <a:ahLst/>
              <a:cxnLst/>
              <a:rect l="l" t="t" r="r" b="b"/>
              <a:pathLst>
                <a:path w="231" h="399" extrusionOk="0">
                  <a:moveTo>
                    <a:pt x="168" y="61"/>
                  </a:moveTo>
                  <a:lnTo>
                    <a:pt x="168" y="337"/>
                  </a:lnTo>
                  <a:lnTo>
                    <a:pt x="62" y="337"/>
                  </a:lnTo>
                  <a:lnTo>
                    <a:pt x="62" y="61"/>
                  </a:lnTo>
                  <a:close/>
                  <a:moveTo>
                    <a:pt x="0" y="0"/>
                  </a:moveTo>
                  <a:lnTo>
                    <a:pt x="0" y="398"/>
                  </a:lnTo>
                  <a:lnTo>
                    <a:pt x="230" y="398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30" name="Google Shape;7530;p55"/>
            <p:cNvSpPr/>
            <p:nvPr/>
          </p:nvSpPr>
          <p:spPr>
            <a:xfrm>
              <a:off x="6662624" y="2810699"/>
              <a:ext cx="89006" cy="105237"/>
            </a:xfrm>
            <a:custGeom>
              <a:avLst/>
              <a:gdLst/>
              <a:ahLst/>
              <a:cxnLst/>
              <a:rect l="l" t="t" r="r" b="b"/>
              <a:pathLst>
                <a:path w="170" h="201" extrusionOk="0">
                  <a:moveTo>
                    <a:pt x="0" y="1"/>
                  </a:moveTo>
                  <a:lnTo>
                    <a:pt x="0" y="200"/>
                  </a:lnTo>
                  <a:lnTo>
                    <a:pt x="170" y="200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31" name="Google Shape;7531;p55"/>
            <p:cNvSpPr/>
            <p:nvPr/>
          </p:nvSpPr>
          <p:spPr>
            <a:xfrm>
              <a:off x="6646917" y="2794991"/>
              <a:ext cx="120944" cy="136650"/>
            </a:xfrm>
            <a:custGeom>
              <a:avLst/>
              <a:gdLst/>
              <a:ahLst/>
              <a:cxnLst/>
              <a:rect l="l" t="t" r="r" b="b"/>
              <a:pathLst>
                <a:path w="231" h="261" extrusionOk="0">
                  <a:moveTo>
                    <a:pt x="168" y="62"/>
                  </a:moveTo>
                  <a:lnTo>
                    <a:pt x="168" y="200"/>
                  </a:lnTo>
                  <a:lnTo>
                    <a:pt x="62" y="200"/>
                  </a:lnTo>
                  <a:lnTo>
                    <a:pt x="62" y="62"/>
                  </a:lnTo>
                  <a:close/>
                  <a:moveTo>
                    <a:pt x="0" y="0"/>
                  </a:moveTo>
                  <a:lnTo>
                    <a:pt x="0" y="261"/>
                  </a:lnTo>
                  <a:lnTo>
                    <a:pt x="230" y="261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32" name="Google Shape;7532;p55"/>
            <p:cNvSpPr/>
            <p:nvPr/>
          </p:nvSpPr>
          <p:spPr>
            <a:xfrm>
              <a:off x="6821260" y="2788708"/>
              <a:ext cx="116756" cy="225133"/>
            </a:xfrm>
            <a:custGeom>
              <a:avLst/>
              <a:gdLst/>
              <a:ahLst/>
              <a:cxnLst/>
              <a:rect l="l" t="t" r="r" b="b"/>
              <a:pathLst>
                <a:path w="223" h="430" extrusionOk="0">
                  <a:moveTo>
                    <a:pt x="0" y="0"/>
                  </a:moveTo>
                  <a:lnTo>
                    <a:pt x="0" y="430"/>
                  </a:lnTo>
                  <a:lnTo>
                    <a:pt x="223" y="430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33" name="Google Shape;7533;p55"/>
            <p:cNvSpPr/>
            <p:nvPr/>
          </p:nvSpPr>
          <p:spPr>
            <a:xfrm>
              <a:off x="6877280" y="2788708"/>
              <a:ext cx="62828" cy="225133"/>
            </a:xfrm>
            <a:custGeom>
              <a:avLst/>
              <a:gdLst/>
              <a:ahLst/>
              <a:cxnLst/>
              <a:rect l="l" t="t" r="r" b="b"/>
              <a:pathLst>
                <a:path w="120" h="430" extrusionOk="0">
                  <a:moveTo>
                    <a:pt x="1" y="0"/>
                  </a:moveTo>
                  <a:lnTo>
                    <a:pt x="1" y="430"/>
                  </a:lnTo>
                  <a:lnTo>
                    <a:pt x="119" y="43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34" name="Google Shape;7534;p55"/>
            <p:cNvSpPr/>
            <p:nvPr/>
          </p:nvSpPr>
          <p:spPr>
            <a:xfrm>
              <a:off x="6542207" y="2191305"/>
              <a:ext cx="492153" cy="288484"/>
            </a:xfrm>
            <a:custGeom>
              <a:avLst/>
              <a:gdLst/>
              <a:ahLst/>
              <a:cxnLst/>
              <a:rect l="l" t="t" r="r" b="b"/>
              <a:pathLst>
                <a:path w="940" h="551" extrusionOk="0">
                  <a:moveTo>
                    <a:pt x="483" y="0"/>
                  </a:moveTo>
                  <a:cubicBezTo>
                    <a:pt x="469" y="0"/>
                    <a:pt x="453" y="4"/>
                    <a:pt x="446" y="15"/>
                  </a:cubicBezTo>
                  <a:lnTo>
                    <a:pt x="20" y="460"/>
                  </a:lnTo>
                  <a:cubicBezTo>
                    <a:pt x="1" y="479"/>
                    <a:pt x="1" y="513"/>
                    <a:pt x="24" y="536"/>
                  </a:cubicBezTo>
                  <a:cubicBezTo>
                    <a:pt x="33" y="545"/>
                    <a:pt x="46" y="550"/>
                    <a:pt x="59" y="550"/>
                  </a:cubicBezTo>
                  <a:cubicBezTo>
                    <a:pt x="74" y="550"/>
                    <a:pt x="89" y="545"/>
                    <a:pt x="101" y="533"/>
                  </a:cubicBezTo>
                  <a:lnTo>
                    <a:pt x="483" y="130"/>
                  </a:lnTo>
                  <a:lnTo>
                    <a:pt x="840" y="510"/>
                  </a:lnTo>
                  <a:cubicBezTo>
                    <a:pt x="852" y="522"/>
                    <a:pt x="866" y="527"/>
                    <a:pt x="880" y="527"/>
                  </a:cubicBezTo>
                  <a:cubicBezTo>
                    <a:pt x="893" y="527"/>
                    <a:pt x="906" y="522"/>
                    <a:pt x="917" y="513"/>
                  </a:cubicBezTo>
                  <a:cubicBezTo>
                    <a:pt x="940" y="490"/>
                    <a:pt x="940" y="456"/>
                    <a:pt x="920" y="437"/>
                  </a:cubicBezTo>
                  <a:lnTo>
                    <a:pt x="522" y="15"/>
                  </a:lnTo>
                  <a:cubicBezTo>
                    <a:pt x="515" y="4"/>
                    <a:pt x="499" y="0"/>
                    <a:pt x="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535" name="Google Shape;7535;p55"/>
          <p:cNvGrpSpPr/>
          <p:nvPr/>
        </p:nvGrpSpPr>
        <p:grpSpPr>
          <a:xfrm>
            <a:off x="8053100" y="4150991"/>
            <a:ext cx="370898" cy="495392"/>
            <a:chOff x="9358153" y="1076757"/>
            <a:chExt cx="315175" cy="420966"/>
          </a:xfrm>
        </p:grpSpPr>
        <p:sp>
          <p:nvSpPr>
            <p:cNvPr id="7536" name="Google Shape;7536;p55"/>
            <p:cNvSpPr/>
            <p:nvPr/>
          </p:nvSpPr>
          <p:spPr>
            <a:xfrm>
              <a:off x="9358153" y="1076757"/>
              <a:ext cx="315175" cy="315722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80" y="0"/>
                  </a:moveTo>
                  <a:cubicBezTo>
                    <a:pt x="127" y="0"/>
                    <a:pt x="1" y="127"/>
                    <a:pt x="1" y="281"/>
                  </a:cubicBezTo>
                  <a:cubicBezTo>
                    <a:pt x="1" y="433"/>
                    <a:pt x="127" y="560"/>
                    <a:pt x="280" y="560"/>
                  </a:cubicBezTo>
                  <a:cubicBezTo>
                    <a:pt x="434" y="560"/>
                    <a:pt x="560" y="433"/>
                    <a:pt x="560" y="281"/>
                  </a:cubicBezTo>
                  <a:cubicBezTo>
                    <a:pt x="560" y="127"/>
                    <a:pt x="434" y="0"/>
                    <a:pt x="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37" name="Google Shape;7537;p55"/>
            <p:cNvSpPr/>
            <p:nvPr/>
          </p:nvSpPr>
          <p:spPr>
            <a:xfrm>
              <a:off x="9444261" y="120169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2" y="181"/>
                  </a:lnTo>
                  <a:lnTo>
                    <a:pt x="0" y="146"/>
                  </a:lnTo>
                  <a:lnTo>
                    <a:pt x="92" y="231"/>
                  </a:lnTo>
                  <a:lnTo>
                    <a:pt x="92" y="526"/>
                  </a:lnTo>
                  <a:lnTo>
                    <a:pt x="154" y="526"/>
                  </a:lnTo>
                  <a:lnTo>
                    <a:pt x="147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538" name="Google Shape;7538;p55"/>
          <p:cNvGrpSpPr/>
          <p:nvPr/>
        </p:nvGrpSpPr>
        <p:grpSpPr>
          <a:xfrm>
            <a:off x="3487129" y="4264691"/>
            <a:ext cx="682394" cy="774372"/>
            <a:chOff x="5933354" y="3578766"/>
            <a:chExt cx="682394" cy="774372"/>
          </a:xfrm>
        </p:grpSpPr>
        <p:sp>
          <p:nvSpPr>
            <p:cNvPr id="7539" name="Google Shape;7539;p55"/>
            <p:cNvSpPr/>
            <p:nvPr/>
          </p:nvSpPr>
          <p:spPr>
            <a:xfrm>
              <a:off x="6417139" y="3944939"/>
              <a:ext cx="29831" cy="26803"/>
            </a:xfrm>
            <a:custGeom>
              <a:avLst/>
              <a:gdLst/>
              <a:ahLst/>
              <a:cxnLst/>
              <a:rect l="l" t="t" r="r" b="b"/>
              <a:pathLst>
                <a:path w="266" h="239" extrusionOk="0">
                  <a:moveTo>
                    <a:pt x="74" y="1"/>
                  </a:moveTo>
                  <a:lnTo>
                    <a:pt x="0" y="112"/>
                  </a:lnTo>
                  <a:lnTo>
                    <a:pt x="193" y="239"/>
                  </a:lnTo>
                  <a:lnTo>
                    <a:pt x="265" y="12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40" name="Google Shape;7540;p55"/>
            <p:cNvSpPr/>
            <p:nvPr/>
          </p:nvSpPr>
          <p:spPr>
            <a:xfrm>
              <a:off x="6366450" y="3960415"/>
              <a:ext cx="29718" cy="26803"/>
            </a:xfrm>
            <a:custGeom>
              <a:avLst/>
              <a:gdLst/>
              <a:ahLst/>
              <a:cxnLst/>
              <a:rect l="l" t="t" r="r" b="b"/>
              <a:pathLst>
                <a:path w="265" h="239" extrusionOk="0">
                  <a:moveTo>
                    <a:pt x="73" y="1"/>
                  </a:moveTo>
                  <a:lnTo>
                    <a:pt x="1" y="112"/>
                  </a:lnTo>
                  <a:lnTo>
                    <a:pt x="192" y="239"/>
                  </a:lnTo>
                  <a:lnTo>
                    <a:pt x="265" y="128"/>
                  </a:lnTo>
                  <a:lnTo>
                    <a:pt x="73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41" name="Google Shape;7541;p55"/>
            <p:cNvSpPr/>
            <p:nvPr/>
          </p:nvSpPr>
          <p:spPr>
            <a:xfrm>
              <a:off x="6255989" y="3696637"/>
              <a:ext cx="184030" cy="272070"/>
            </a:xfrm>
            <a:custGeom>
              <a:avLst/>
              <a:gdLst/>
              <a:ahLst/>
              <a:cxnLst/>
              <a:rect l="l" t="t" r="r" b="b"/>
              <a:pathLst>
                <a:path w="1641" h="2426" extrusionOk="0">
                  <a:moveTo>
                    <a:pt x="369" y="0"/>
                  </a:moveTo>
                  <a:cubicBezTo>
                    <a:pt x="321" y="0"/>
                    <a:pt x="274" y="27"/>
                    <a:pt x="250" y="73"/>
                  </a:cubicBezTo>
                  <a:cubicBezTo>
                    <a:pt x="1" y="540"/>
                    <a:pt x="380" y="1230"/>
                    <a:pt x="395" y="1261"/>
                  </a:cubicBezTo>
                  <a:cubicBezTo>
                    <a:pt x="606" y="1633"/>
                    <a:pt x="928" y="1962"/>
                    <a:pt x="1101" y="2126"/>
                  </a:cubicBezTo>
                  <a:cubicBezTo>
                    <a:pt x="1216" y="2234"/>
                    <a:pt x="1368" y="2353"/>
                    <a:pt x="1469" y="2425"/>
                  </a:cubicBezTo>
                  <a:lnTo>
                    <a:pt x="1641" y="2234"/>
                  </a:lnTo>
                  <a:cubicBezTo>
                    <a:pt x="1580" y="2200"/>
                    <a:pt x="1469" y="2108"/>
                    <a:pt x="1253" y="1901"/>
                  </a:cubicBezTo>
                  <a:cubicBezTo>
                    <a:pt x="989" y="1644"/>
                    <a:pt x="767" y="1372"/>
                    <a:pt x="633" y="1127"/>
                  </a:cubicBezTo>
                  <a:cubicBezTo>
                    <a:pt x="541" y="966"/>
                    <a:pt x="338" y="479"/>
                    <a:pt x="487" y="200"/>
                  </a:cubicBezTo>
                  <a:cubicBezTo>
                    <a:pt x="522" y="134"/>
                    <a:pt x="495" y="54"/>
                    <a:pt x="430" y="16"/>
                  </a:cubicBezTo>
                  <a:cubicBezTo>
                    <a:pt x="411" y="5"/>
                    <a:pt x="390" y="0"/>
                    <a:pt x="3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42" name="Google Shape;7542;p55"/>
            <p:cNvSpPr/>
            <p:nvPr/>
          </p:nvSpPr>
          <p:spPr>
            <a:xfrm>
              <a:off x="6295576" y="4142661"/>
              <a:ext cx="25457" cy="24560"/>
            </a:xfrm>
            <a:custGeom>
              <a:avLst/>
              <a:gdLst/>
              <a:ahLst/>
              <a:cxnLst/>
              <a:rect l="l" t="t" r="r" b="b"/>
              <a:pathLst>
                <a:path w="227" h="219" extrusionOk="0">
                  <a:moveTo>
                    <a:pt x="77" y="1"/>
                  </a:moveTo>
                  <a:lnTo>
                    <a:pt x="0" y="123"/>
                  </a:lnTo>
                  <a:lnTo>
                    <a:pt x="146" y="219"/>
                  </a:lnTo>
                  <a:lnTo>
                    <a:pt x="226" y="93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F9B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43" name="Google Shape;7543;p55"/>
            <p:cNvSpPr/>
            <p:nvPr/>
          </p:nvSpPr>
          <p:spPr>
            <a:xfrm>
              <a:off x="6284025" y="4150399"/>
              <a:ext cx="32634" cy="32859"/>
            </a:xfrm>
            <a:custGeom>
              <a:avLst/>
              <a:gdLst/>
              <a:ahLst/>
              <a:cxnLst/>
              <a:rect l="l" t="t" r="r" b="b"/>
              <a:pathLst>
                <a:path w="291" h="293" extrusionOk="0">
                  <a:moveTo>
                    <a:pt x="119" y="1"/>
                  </a:moveTo>
                  <a:lnTo>
                    <a:pt x="0" y="181"/>
                  </a:lnTo>
                  <a:lnTo>
                    <a:pt x="176" y="292"/>
                  </a:lnTo>
                  <a:lnTo>
                    <a:pt x="291" y="112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AFB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44" name="Google Shape;7544;p55"/>
            <p:cNvSpPr/>
            <p:nvPr/>
          </p:nvSpPr>
          <p:spPr>
            <a:xfrm>
              <a:off x="6275278" y="4173614"/>
              <a:ext cx="59998" cy="43513"/>
            </a:xfrm>
            <a:custGeom>
              <a:avLst/>
              <a:gdLst/>
              <a:ahLst/>
              <a:cxnLst/>
              <a:rect l="l" t="t" r="r" b="b"/>
              <a:pathLst>
                <a:path w="535" h="388" extrusionOk="0">
                  <a:moveTo>
                    <a:pt x="20" y="1"/>
                  </a:moveTo>
                  <a:lnTo>
                    <a:pt x="16" y="8"/>
                  </a:lnTo>
                  <a:cubicBezTo>
                    <a:pt x="1" y="27"/>
                    <a:pt x="9" y="50"/>
                    <a:pt x="24" y="62"/>
                  </a:cubicBezTo>
                  <a:cubicBezTo>
                    <a:pt x="85" y="104"/>
                    <a:pt x="212" y="188"/>
                    <a:pt x="212" y="188"/>
                  </a:cubicBezTo>
                  <a:lnTo>
                    <a:pt x="507" y="388"/>
                  </a:lnTo>
                  <a:lnTo>
                    <a:pt x="534" y="346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45" name="Google Shape;7545;p55"/>
            <p:cNvSpPr/>
            <p:nvPr/>
          </p:nvSpPr>
          <p:spPr>
            <a:xfrm>
              <a:off x="6277521" y="4159035"/>
              <a:ext cx="62353" cy="53382"/>
            </a:xfrm>
            <a:custGeom>
              <a:avLst/>
              <a:gdLst/>
              <a:ahLst/>
              <a:cxnLst/>
              <a:rect l="l" t="t" r="r" b="b"/>
              <a:pathLst>
                <a:path w="556" h="476" extrusionOk="0">
                  <a:moveTo>
                    <a:pt x="107" y="0"/>
                  </a:moveTo>
                  <a:cubicBezTo>
                    <a:pt x="96" y="0"/>
                    <a:pt x="85" y="5"/>
                    <a:pt x="77" y="16"/>
                  </a:cubicBezTo>
                  <a:lnTo>
                    <a:pt x="35" y="81"/>
                  </a:lnTo>
                  <a:lnTo>
                    <a:pt x="0" y="131"/>
                  </a:lnTo>
                  <a:lnTo>
                    <a:pt x="514" y="476"/>
                  </a:lnTo>
                  <a:cubicBezTo>
                    <a:pt x="556" y="410"/>
                    <a:pt x="525" y="345"/>
                    <a:pt x="460" y="303"/>
                  </a:cubicBezTo>
                  <a:lnTo>
                    <a:pt x="399" y="261"/>
                  </a:lnTo>
                  <a:cubicBezTo>
                    <a:pt x="391" y="257"/>
                    <a:pt x="387" y="249"/>
                    <a:pt x="380" y="246"/>
                  </a:cubicBezTo>
                  <a:lnTo>
                    <a:pt x="376" y="242"/>
                  </a:lnTo>
                  <a:cubicBezTo>
                    <a:pt x="364" y="230"/>
                    <a:pt x="357" y="223"/>
                    <a:pt x="357" y="211"/>
                  </a:cubicBezTo>
                  <a:lnTo>
                    <a:pt x="357" y="203"/>
                  </a:lnTo>
                  <a:cubicBezTo>
                    <a:pt x="353" y="196"/>
                    <a:pt x="357" y="188"/>
                    <a:pt x="364" y="180"/>
                  </a:cubicBezTo>
                  <a:lnTo>
                    <a:pt x="364" y="177"/>
                  </a:lnTo>
                  <a:lnTo>
                    <a:pt x="246" y="85"/>
                  </a:lnTo>
                  <a:lnTo>
                    <a:pt x="242" y="88"/>
                  </a:lnTo>
                  <a:cubicBezTo>
                    <a:pt x="227" y="108"/>
                    <a:pt x="203" y="120"/>
                    <a:pt x="179" y="120"/>
                  </a:cubicBezTo>
                  <a:cubicBezTo>
                    <a:pt x="166" y="120"/>
                    <a:pt x="153" y="116"/>
                    <a:pt x="142" y="108"/>
                  </a:cubicBezTo>
                  <a:cubicBezTo>
                    <a:pt x="108" y="85"/>
                    <a:pt x="100" y="39"/>
                    <a:pt x="123" y="8"/>
                  </a:cubicBezTo>
                  <a:lnTo>
                    <a:pt x="123" y="4"/>
                  </a:lnTo>
                  <a:cubicBezTo>
                    <a:pt x="118" y="1"/>
                    <a:pt x="113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46" name="Google Shape;7546;p55"/>
            <p:cNvSpPr/>
            <p:nvPr/>
          </p:nvSpPr>
          <p:spPr>
            <a:xfrm>
              <a:off x="6190274" y="3918920"/>
              <a:ext cx="180105" cy="248295"/>
            </a:xfrm>
            <a:custGeom>
              <a:avLst/>
              <a:gdLst/>
              <a:ahLst/>
              <a:cxnLst/>
              <a:rect l="l" t="t" r="r" b="b"/>
              <a:pathLst>
                <a:path w="1606" h="2214" extrusionOk="0">
                  <a:moveTo>
                    <a:pt x="883" y="0"/>
                  </a:moveTo>
                  <a:cubicBezTo>
                    <a:pt x="847" y="0"/>
                    <a:pt x="810" y="1"/>
                    <a:pt x="771" y="3"/>
                  </a:cubicBezTo>
                  <a:cubicBezTo>
                    <a:pt x="525" y="15"/>
                    <a:pt x="115" y="68"/>
                    <a:pt x="0" y="95"/>
                  </a:cubicBezTo>
                  <a:lnTo>
                    <a:pt x="249" y="535"/>
                  </a:lnTo>
                  <a:cubicBezTo>
                    <a:pt x="334" y="517"/>
                    <a:pt x="525" y="482"/>
                    <a:pt x="721" y="466"/>
                  </a:cubicBezTo>
                  <a:cubicBezTo>
                    <a:pt x="778" y="462"/>
                    <a:pt x="828" y="461"/>
                    <a:pt x="871" y="461"/>
                  </a:cubicBezTo>
                  <a:cubicBezTo>
                    <a:pt x="1020" y="461"/>
                    <a:pt x="1088" y="481"/>
                    <a:pt x="1112" y="489"/>
                  </a:cubicBezTo>
                  <a:cubicBezTo>
                    <a:pt x="1127" y="528"/>
                    <a:pt x="1135" y="555"/>
                    <a:pt x="1135" y="586"/>
                  </a:cubicBezTo>
                  <a:cubicBezTo>
                    <a:pt x="1146" y="1103"/>
                    <a:pt x="1081" y="1513"/>
                    <a:pt x="886" y="1969"/>
                  </a:cubicBezTo>
                  <a:lnTo>
                    <a:pt x="1284" y="2214"/>
                  </a:lnTo>
                  <a:cubicBezTo>
                    <a:pt x="1507" y="1693"/>
                    <a:pt x="1606" y="1164"/>
                    <a:pt x="1595" y="574"/>
                  </a:cubicBezTo>
                  <a:cubicBezTo>
                    <a:pt x="1595" y="452"/>
                    <a:pt x="1556" y="356"/>
                    <a:pt x="1522" y="275"/>
                  </a:cubicBezTo>
                  <a:cubicBezTo>
                    <a:pt x="1464" y="149"/>
                    <a:pt x="1346" y="64"/>
                    <a:pt x="1165" y="26"/>
                  </a:cubicBezTo>
                  <a:cubicBezTo>
                    <a:pt x="1084" y="9"/>
                    <a:pt x="991" y="0"/>
                    <a:pt x="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47" name="Google Shape;7547;p55"/>
            <p:cNvSpPr/>
            <p:nvPr/>
          </p:nvSpPr>
          <p:spPr>
            <a:xfrm>
              <a:off x="6235019" y="4226437"/>
              <a:ext cx="31401" cy="78391"/>
            </a:xfrm>
            <a:custGeom>
              <a:avLst/>
              <a:gdLst/>
              <a:ahLst/>
              <a:cxnLst/>
              <a:rect l="l" t="t" r="r" b="b"/>
              <a:pathLst>
                <a:path w="280" h="699" extrusionOk="0">
                  <a:moveTo>
                    <a:pt x="172" y="1"/>
                  </a:moveTo>
                  <a:lnTo>
                    <a:pt x="0" y="672"/>
                  </a:lnTo>
                  <a:lnTo>
                    <a:pt x="112" y="699"/>
                  </a:lnTo>
                  <a:lnTo>
                    <a:pt x="280" y="32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48" name="Google Shape;7548;p55"/>
            <p:cNvSpPr/>
            <p:nvPr/>
          </p:nvSpPr>
          <p:spPr>
            <a:xfrm>
              <a:off x="6261148" y="4161614"/>
              <a:ext cx="38802" cy="13346"/>
            </a:xfrm>
            <a:custGeom>
              <a:avLst/>
              <a:gdLst/>
              <a:ahLst/>
              <a:cxnLst/>
              <a:rect l="l" t="t" r="r" b="b"/>
              <a:pathLst>
                <a:path w="346" h="119" extrusionOk="0">
                  <a:moveTo>
                    <a:pt x="31" y="0"/>
                  </a:moveTo>
                  <a:lnTo>
                    <a:pt x="1" y="119"/>
                  </a:lnTo>
                  <a:lnTo>
                    <a:pt x="346" y="11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1F2B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49" name="Google Shape;7549;p55"/>
            <p:cNvSpPr/>
            <p:nvPr/>
          </p:nvSpPr>
          <p:spPr>
            <a:xfrm>
              <a:off x="6182087" y="3985425"/>
              <a:ext cx="21195" cy="47775"/>
            </a:xfrm>
            <a:custGeom>
              <a:avLst/>
              <a:gdLst/>
              <a:ahLst/>
              <a:cxnLst/>
              <a:rect l="l" t="t" r="r" b="b"/>
              <a:pathLst>
                <a:path w="189" h="426" extrusionOk="0">
                  <a:moveTo>
                    <a:pt x="81" y="0"/>
                  </a:moveTo>
                  <a:lnTo>
                    <a:pt x="0" y="23"/>
                  </a:lnTo>
                  <a:lnTo>
                    <a:pt x="104" y="425"/>
                  </a:lnTo>
                  <a:lnTo>
                    <a:pt x="188" y="402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DB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50" name="Google Shape;7550;p55"/>
            <p:cNvSpPr/>
            <p:nvPr/>
          </p:nvSpPr>
          <p:spPr>
            <a:xfrm>
              <a:off x="6187246" y="4022771"/>
              <a:ext cx="25457" cy="31065"/>
            </a:xfrm>
            <a:custGeom>
              <a:avLst/>
              <a:gdLst/>
              <a:ahLst/>
              <a:cxnLst/>
              <a:rect l="l" t="t" r="r" b="b"/>
              <a:pathLst>
                <a:path w="227" h="277" extrusionOk="0">
                  <a:moveTo>
                    <a:pt x="170" y="0"/>
                  </a:moveTo>
                  <a:lnTo>
                    <a:pt x="0" y="46"/>
                  </a:lnTo>
                  <a:lnTo>
                    <a:pt x="62" y="276"/>
                  </a:lnTo>
                  <a:lnTo>
                    <a:pt x="227" y="235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FAFB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51" name="Google Shape;7551;p55"/>
            <p:cNvSpPr/>
            <p:nvPr/>
          </p:nvSpPr>
          <p:spPr>
            <a:xfrm>
              <a:off x="6129492" y="3965126"/>
              <a:ext cx="113379" cy="36336"/>
            </a:xfrm>
            <a:custGeom>
              <a:avLst/>
              <a:gdLst/>
              <a:ahLst/>
              <a:cxnLst/>
              <a:rect l="l" t="t" r="r" b="b"/>
              <a:pathLst>
                <a:path w="1011" h="324" extrusionOk="0">
                  <a:moveTo>
                    <a:pt x="52" y="1"/>
                  </a:moveTo>
                  <a:cubicBezTo>
                    <a:pt x="16" y="1"/>
                    <a:pt x="0" y="26"/>
                    <a:pt x="22" y="63"/>
                  </a:cubicBezTo>
                  <a:lnTo>
                    <a:pt x="144" y="261"/>
                  </a:lnTo>
                  <a:cubicBezTo>
                    <a:pt x="165" y="298"/>
                    <a:pt x="218" y="323"/>
                    <a:pt x="258" y="323"/>
                  </a:cubicBezTo>
                  <a:cubicBezTo>
                    <a:pt x="261" y="323"/>
                    <a:pt x="264" y="323"/>
                    <a:pt x="266" y="323"/>
                  </a:cubicBezTo>
                  <a:lnTo>
                    <a:pt x="929" y="266"/>
                  </a:lnTo>
                  <a:cubicBezTo>
                    <a:pt x="975" y="266"/>
                    <a:pt x="1010" y="224"/>
                    <a:pt x="1010" y="181"/>
                  </a:cubicBezTo>
                  <a:lnTo>
                    <a:pt x="1010" y="169"/>
                  </a:lnTo>
                  <a:cubicBezTo>
                    <a:pt x="1007" y="123"/>
                    <a:pt x="972" y="86"/>
                    <a:pt x="926" y="82"/>
                  </a:cubicBezTo>
                  <a:lnTo>
                    <a:pt x="59" y="1"/>
                  </a:lnTo>
                  <a:cubicBezTo>
                    <a:pt x="57" y="1"/>
                    <a:pt x="54" y="1"/>
                    <a:pt x="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52" name="Google Shape;7552;p55"/>
            <p:cNvSpPr/>
            <p:nvPr/>
          </p:nvSpPr>
          <p:spPr>
            <a:xfrm>
              <a:off x="6231094" y="4295186"/>
              <a:ext cx="54278" cy="27252"/>
            </a:xfrm>
            <a:custGeom>
              <a:avLst/>
              <a:gdLst/>
              <a:ahLst/>
              <a:cxnLst/>
              <a:rect l="l" t="t" r="r" b="b"/>
              <a:pathLst>
                <a:path w="484" h="243" extrusionOk="0">
                  <a:moveTo>
                    <a:pt x="32" y="1"/>
                  </a:moveTo>
                  <a:lnTo>
                    <a:pt x="0" y="116"/>
                  </a:lnTo>
                  <a:lnTo>
                    <a:pt x="453" y="243"/>
                  </a:lnTo>
                  <a:lnTo>
                    <a:pt x="483" y="128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53" name="Google Shape;7553;p55"/>
            <p:cNvSpPr/>
            <p:nvPr/>
          </p:nvSpPr>
          <p:spPr>
            <a:xfrm>
              <a:off x="6217749" y="4201540"/>
              <a:ext cx="72782" cy="72784"/>
            </a:xfrm>
            <a:custGeom>
              <a:avLst/>
              <a:gdLst/>
              <a:ahLst/>
              <a:cxnLst/>
              <a:rect l="l" t="t" r="r" b="b"/>
              <a:pathLst>
                <a:path w="649" h="649" extrusionOk="0">
                  <a:moveTo>
                    <a:pt x="399" y="47"/>
                  </a:moveTo>
                  <a:cubicBezTo>
                    <a:pt x="441" y="47"/>
                    <a:pt x="460" y="81"/>
                    <a:pt x="445" y="116"/>
                  </a:cubicBezTo>
                  <a:lnTo>
                    <a:pt x="418" y="177"/>
                  </a:lnTo>
                  <a:cubicBezTo>
                    <a:pt x="399" y="215"/>
                    <a:pt x="357" y="246"/>
                    <a:pt x="323" y="246"/>
                  </a:cubicBezTo>
                  <a:cubicBezTo>
                    <a:pt x="289" y="246"/>
                    <a:pt x="246" y="215"/>
                    <a:pt x="231" y="177"/>
                  </a:cubicBezTo>
                  <a:lnTo>
                    <a:pt x="204" y="116"/>
                  </a:lnTo>
                  <a:cubicBezTo>
                    <a:pt x="185" y="81"/>
                    <a:pt x="208" y="47"/>
                    <a:pt x="250" y="47"/>
                  </a:cubicBezTo>
                  <a:close/>
                  <a:moveTo>
                    <a:pt x="85" y="197"/>
                  </a:moveTo>
                  <a:cubicBezTo>
                    <a:pt x="94" y="197"/>
                    <a:pt x="102" y="199"/>
                    <a:pt x="112" y="204"/>
                  </a:cubicBezTo>
                  <a:lnTo>
                    <a:pt x="174" y="231"/>
                  </a:lnTo>
                  <a:cubicBezTo>
                    <a:pt x="211" y="250"/>
                    <a:pt x="243" y="288"/>
                    <a:pt x="243" y="323"/>
                  </a:cubicBezTo>
                  <a:cubicBezTo>
                    <a:pt x="243" y="357"/>
                    <a:pt x="211" y="399"/>
                    <a:pt x="174" y="418"/>
                  </a:cubicBezTo>
                  <a:lnTo>
                    <a:pt x="112" y="445"/>
                  </a:lnTo>
                  <a:cubicBezTo>
                    <a:pt x="103" y="449"/>
                    <a:pt x="94" y="450"/>
                    <a:pt x="87" y="450"/>
                  </a:cubicBezTo>
                  <a:cubicBezTo>
                    <a:pt x="61" y="450"/>
                    <a:pt x="43" y="432"/>
                    <a:pt x="43" y="399"/>
                  </a:cubicBezTo>
                  <a:lnTo>
                    <a:pt x="43" y="250"/>
                  </a:lnTo>
                  <a:cubicBezTo>
                    <a:pt x="43" y="218"/>
                    <a:pt x="60" y="197"/>
                    <a:pt x="85" y="197"/>
                  </a:cubicBezTo>
                  <a:close/>
                  <a:moveTo>
                    <a:pt x="555" y="202"/>
                  </a:moveTo>
                  <a:cubicBezTo>
                    <a:pt x="581" y="202"/>
                    <a:pt x="598" y="221"/>
                    <a:pt x="598" y="254"/>
                  </a:cubicBezTo>
                  <a:lnTo>
                    <a:pt x="598" y="406"/>
                  </a:lnTo>
                  <a:cubicBezTo>
                    <a:pt x="598" y="438"/>
                    <a:pt x="582" y="456"/>
                    <a:pt x="558" y="456"/>
                  </a:cubicBezTo>
                  <a:cubicBezTo>
                    <a:pt x="549" y="456"/>
                    <a:pt x="540" y="454"/>
                    <a:pt x="529" y="449"/>
                  </a:cubicBezTo>
                  <a:lnTo>
                    <a:pt x="472" y="422"/>
                  </a:lnTo>
                  <a:cubicBezTo>
                    <a:pt x="434" y="406"/>
                    <a:pt x="403" y="365"/>
                    <a:pt x="403" y="330"/>
                  </a:cubicBezTo>
                  <a:cubicBezTo>
                    <a:pt x="403" y="296"/>
                    <a:pt x="434" y="254"/>
                    <a:pt x="472" y="234"/>
                  </a:cubicBezTo>
                  <a:lnTo>
                    <a:pt x="529" y="208"/>
                  </a:lnTo>
                  <a:cubicBezTo>
                    <a:pt x="538" y="204"/>
                    <a:pt x="547" y="202"/>
                    <a:pt x="555" y="202"/>
                  </a:cubicBezTo>
                  <a:close/>
                  <a:moveTo>
                    <a:pt x="319" y="406"/>
                  </a:moveTo>
                  <a:cubicBezTo>
                    <a:pt x="353" y="406"/>
                    <a:pt x="395" y="438"/>
                    <a:pt x="411" y="475"/>
                  </a:cubicBezTo>
                  <a:lnTo>
                    <a:pt x="441" y="537"/>
                  </a:lnTo>
                  <a:cubicBezTo>
                    <a:pt x="457" y="576"/>
                    <a:pt x="437" y="606"/>
                    <a:pt x="395" y="606"/>
                  </a:cubicBezTo>
                  <a:lnTo>
                    <a:pt x="243" y="606"/>
                  </a:lnTo>
                  <a:cubicBezTo>
                    <a:pt x="200" y="606"/>
                    <a:pt x="181" y="576"/>
                    <a:pt x="200" y="537"/>
                  </a:cubicBezTo>
                  <a:lnTo>
                    <a:pt x="227" y="475"/>
                  </a:lnTo>
                  <a:cubicBezTo>
                    <a:pt x="243" y="438"/>
                    <a:pt x="284" y="406"/>
                    <a:pt x="319" y="406"/>
                  </a:cubicBezTo>
                  <a:close/>
                  <a:moveTo>
                    <a:pt x="323" y="1"/>
                  </a:moveTo>
                  <a:cubicBezTo>
                    <a:pt x="146" y="1"/>
                    <a:pt x="1" y="146"/>
                    <a:pt x="1" y="326"/>
                  </a:cubicBezTo>
                  <a:cubicBezTo>
                    <a:pt x="1" y="507"/>
                    <a:pt x="146" y="648"/>
                    <a:pt x="323" y="648"/>
                  </a:cubicBezTo>
                  <a:cubicBezTo>
                    <a:pt x="503" y="648"/>
                    <a:pt x="648" y="507"/>
                    <a:pt x="648" y="326"/>
                  </a:cubicBezTo>
                  <a:cubicBezTo>
                    <a:pt x="648" y="146"/>
                    <a:pt x="503" y="1"/>
                    <a:pt x="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54" name="Google Shape;7554;p55"/>
            <p:cNvSpPr/>
            <p:nvPr/>
          </p:nvSpPr>
          <p:spPr>
            <a:xfrm>
              <a:off x="6250046" y="4196829"/>
              <a:ext cx="8299" cy="5720"/>
            </a:xfrm>
            <a:custGeom>
              <a:avLst/>
              <a:gdLst/>
              <a:ahLst/>
              <a:cxnLst/>
              <a:rect l="l" t="t" r="r" b="b"/>
              <a:pathLst>
                <a:path w="74" h="51" extrusionOk="0">
                  <a:moveTo>
                    <a:pt x="36" y="1"/>
                  </a:moveTo>
                  <a:cubicBezTo>
                    <a:pt x="31" y="1"/>
                    <a:pt x="25" y="4"/>
                    <a:pt x="19" y="12"/>
                  </a:cubicBezTo>
                  <a:lnTo>
                    <a:pt x="1" y="50"/>
                  </a:lnTo>
                  <a:lnTo>
                    <a:pt x="73" y="50"/>
                  </a:lnTo>
                  <a:lnTo>
                    <a:pt x="54" y="12"/>
                  </a:lnTo>
                  <a:cubicBezTo>
                    <a:pt x="48" y="4"/>
                    <a:pt x="42" y="1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55" name="Google Shape;7555;p55"/>
            <p:cNvSpPr/>
            <p:nvPr/>
          </p:nvSpPr>
          <p:spPr>
            <a:xfrm>
              <a:off x="6240962" y="4198287"/>
              <a:ext cx="8299" cy="6392"/>
            </a:xfrm>
            <a:custGeom>
              <a:avLst/>
              <a:gdLst/>
              <a:ahLst/>
              <a:cxnLst/>
              <a:rect l="l" t="t" r="r" b="b"/>
              <a:pathLst>
                <a:path w="74" h="57" extrusionOk="0">
                  <a:moveTo>
                    <a:pt x="27" y="0"/>
                  </a:moveTo>
                  <a:cubicBezTo>
                    <a:pt x="20" y="0"/>
                    <a:pt x="15" y="6"/>
                    <a:pt x="13" y="18"/>
                  </a:cubicBezTo>
                  <a:lnTo>
                    <a:pt x="1" y="57"/>
                  </a:lnTo>
                  <a:lnTo>
                    <a:pt x="1" y="57"/>
                  </a:lnTo>
                  <a:lnTo>
                    <a:pt x="73" y="37"/>
                  </a:lnTo>
                  <a:lnTo>
                    <a:pt x="43" y="7"/>
                  </a:lnTo>
                  <a:cubicBezTo>
                    <a:pt x="37" y="2"/>
                    <a:pt x="32" y="0"/>
                    <a:pt x="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56" name="Google Shape;7556;p55"/>
            <p:cNvSpPr/>
            <p:nvPr/>
          </p:nvSpPr>
          <p:spPr>
            <a:xfrm>
              <a:off x="6232776" y="4202213"/>
              <a:ext cx="7514" cy="7177"/>
            </a:xfrm>
            <a:custGeom>
              <a:avLst/>
              <a:gdLst/>
              <a:ahLst/>
              <a:cxnLst/>
              <a:rect l="l" t="t" r="r" b="b"/>
              <a:pathLst>
                <a:path w="67" h="64" extrusionOk="0">
                  <a:moveTo>
                    <a:pt x="14" y="1"/>
                  </a:moveTo>
                  <a:cubicBezTo>
                    <a:pt x="6" y="1"/>
                    <a:pt x="1" y="8"/>
                    <a:pt x="1" y="22"/>
                  </a:cubicBezTo>
                  <a:lnTo>
                    <a:pt x="1" y="64"/>
                  </a:lnTo>
                  <a:lnTo>
                    <a:pt x="66" y="25"/>
                  </a:lnTo>
                  <a:lnTo>
                    <a:pt x="28" y="6"/>
                  </a:lnTo>
                  <a:cubicBezTo>
                    <a:pt x="23" y="2"/>
                    <a:pt x="18" y="1"/>
                    <a:pt x="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57" name="Google Shape;7557;p55"/>
            <p:cNvSpPr/>
            <p:nvPr/>
          </p:nvSpPr>
          <p:spPr>
            <a:xfrm>
              <a:off x="6224477" y="4208605"/>
              <a:ext cx="7626" cy="7177"/>
            </a:xfrm>
            <a:custGeom>
              <a:avLst/>
              <a:gdLst/>
              <a:ahLst/>
              <a:cxnLst/>
              <a:rect l="l" t="t" r="r" b="b"/>
              <a:pathLst>
                <a:path w="68" h="64" extrusionOk="0">
                  <a:moveTo>
                    <a:pt x="16" y="1"/>
                  </a:moveTo>
                  <a:cubicBezTo>
                    <a:pt x="6" y="1"/>
                    <a:pt x="0" y="11"/>
                    <a:pt x="6" y="26"/>
                  </a:cubicBezTo>
                  <a:lnTo>
                    <a:pt x="13" y="64"/>
                  </a:lnTo>
                  <a:lnTo>
                    <a:pt x="68" y="14"/>
                  </a:lnTo>
                  <a:lnTo>
                    <a:pt x="25" y="3"/>
                  </a:lnTo>
                  <a:cubicBezTo>
                    <a:pt x="22" y="1"/>
                    <a:pt x="19" y="1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58" name="Google Shape;7558;p55"/>
            <p:cNvSpPr/>
            <p:nvPr/>
          </p:nvSpPr>
          <p:spPr>
            <a:xfrm>
              <a:off x="6218197" y="4216680"/>
              <a:ext cx="7402" cy="72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23" y="0"/>
                  </a:moveTo>
                  <a:cubicBezTo>
                    <a:pt x="4" y="0"/>
                    <a:pt x="0" y="11"/>
                    <a:pt x="9" y="27"/>
                  </a:cubicBezTo>
                  <a:lnTo>
                    <a:pt x="32" y="6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59" name="Google Shape;7559;p55"/>
            <p:cNvSpPr/>
            <p:nvPr/>
          </p:nvSpPr>
          <p:spPr>
            <a:xfrm>
              <a:off x="6214384" y="4224755"/>
              <a:ext cx="6841" cy="8299"/>
            </a:xfrm>
            <a:custGeom>
              <a:avLst/>
              <a:gdLst/>
              <a:ahLst/>
              <a:cxnLst/>
              <a:rect l="l" t="t" r="r" b="b"/>
              <a:pathLst>
                <a:path w="61" h="74" extrusionOk="0">
                  <a:moveTo>
                    <a:pt x="61" y="1"/>
                  </a:moveTo>
                  <a:lnTo>
                    <a:pt x="20" y="12"/>
                  </a:lnTo>
                  <a:cubicBezTo>
                    <a:pt x="4" y="16"/>
                    <a:pt x="0" y="31"/>
                    <a:pt x="11" y="43"/>
                  </a:cubicBezTo>
                  <a:lnTo>
                    <a:pt x="43" y="73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60" name="Google Shape;7560;p55"/>
            <p:cNvSpPr/>
            <p:nvPr/>
          </p:nvSpPr>
          <p:spPr>
            <a:xfrm>
              <a:off x="6213039" y="4233727"/>
              <a:ext cx="6168" cy="8860"/>
            </a:xfrm>
            <a:custGeom>
              <a:avLst/>
              <a:gdLst/>
              <a:ahLst/>
              <a:cxnLst/>
              <a:rect l="l" t="t" r="r" b="b"/>
              <a:pathLst>
                <a:path w="55" h="79" extrusionOk="0">
                  <a:moveTo>
                    <a:pt x="55" y="1"/>
                  </a:moveTo>
                  <a:lnTo>
                    <a:pt x="16" y="24"/>
                  </a:lnTo>
                  <a:cubicBezTo>
                    <a:pt x="0" y="32"/>
                    <a:pt x="0" y="47"/>
                    <a:pt x="16" y="55"/>
                  </a:cubicBezTo>
                  <a:lnTo>
                    <a:pt x="55" y="7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61" name="Google Shape;7561;p55"/>
            <p:cNvSpPr/>
            <p:nvPr/>
          </p:nvSpPr>
          <p:spPr>
            <a:xfrm>
              <a:off x="6214384" y="4243260"/>
              <a:ext cx="6841" cy="8299"/>
            </a:xfrm>
            <a:custGeom>
              <a:avLst/>
              <a:gdLst/>
              <a:ahLst/>
              <a:cxnLst/>
              <a:rect l="l" t="t" r="r" b="b"/>
              <a:pathLst>
                <a:path w="61" h="74" extrusionOk="0">
                  <a:moveTo>
                    <a:pt x="43" y="0"/>
                  </a:moveTo>
                  <a:lnTo>
                    <a:pt x="11" y="31"/>
                  </a:lnTo>
                  <a:cubicBezTo>
                    <a:pt x="0" y="43"/>
                    <a:pt x="4" y="57"/>
                    <a:pt x="20" y="62"/>
                  </a:cubicBezTo>
                  <a:lnTo>
                    <a:pt x="61" y="7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62" name="Google Shape;7562;p55"/>
            <p:cNvSpPr/>
            <p:nvPr/>
          </p:nvSpPr>
          <p:spPr>
            <a:xfrm>
              <a:off x="6218197" y="4251783"/>
              <a:ext cx="7850" cy="7514"/>
            </a:xfrm>
            <a:custGeom>
              <a:avLst/>
              <a:gdLst/>
              <a:ahLst/>
              <a:cxnLst/>
              <a:rect l="l" t="t" r="r" b="b"/>
              <a:pathLst>
                <a:path w="70" h="67" extrusionOk="0">
                  <a:moveTo>
                    <a:pt x="32" y="1"/>
                  </a:moveTo>
                  <a:lnTo>
                    <a:pt x="12" y="39"/>
                  </a:lnTo>
                  <a:cubicBezTo>
                    <a:pt x="0" y="55"/>
                    <a:pt x="9" y="66"/>
                    <a:pt x="27" y="66"/>
                  </a:cubicBezTo>
                  <a:lnTo>
                    <a:pt x="69" y="66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63" name="Google Shape;7563;p55"/>
            <p:cNvSpPr/>
            <p:nvPr/>
          </p:nvSpPr>
          <p:spPr>
            <a:xfrm>
              <a:off x="6224701" y="4259970"/>
              <a:ext cx="7850" cy="7514"/>
            </a:xfrm>
            <a:custGeom>
              <a:avLst/>
              <a:gdLst/>
              <a:ahLst/>
              <a:cxnLst/>
              <a:rect l="l" t="t" r="r" b="b"/>
              <a:pathLst>
                <a:path w="70" h="67" extrusionOk="0">
                  <a:moveTo>
                    <a:pt x="15" y="0"/>
                  </a:moveTo>
                  <a:lnTo>
                    <a:pt x="4" y="43"/>
                  </a:lnTo>
                  <a:cubicBezTo>
                    <a:pt x="1" y="56"/>
                    <a:pt x="9" y="66"/>
                    <a:pt x="21" y="66"/>
                  </a:cubicBezTo>
                  <a:cubicBezTo>
                    <a:pt x="23" y="66"/>
                    <a:pt x="25" y="66"/>
                    <a:pt x="27" y="66"/>
                  </a:cubicBezTo>
                  <a:lnTo>
                    <a:pt x="69" y="5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64" name="Google Shape;7564;p55"/>
            <p:cNvSpPr/>
            <p:nvPr/>
          </p:nvSpPr>
          <p:spPr>
            <a:xfrm>
              <a:off x="6233224" y="4266475"/>
              <a:ext cx="7402" cy="7177"/>
            </a:xfrm>
            <a:custGeom>
              <a:avLst/>
              <a:gdLst/>
              <a:ahLst/>
              <a:cxnLst/>
              <a:rect l="l" t="t" r="r" b="b"/>
              <a:pathLst>
                <a:path w="66" h="64" extrusionOk="0">
                  <a:moveTo>
                    <a:pt x="1" y="0"/>
                  </a:moveTo>
                  <a:lnTo>
                    <a:pt x="1" y="43"/>
                  </a:lnTo>
                  <a:cubicBezTo>
                    <a:pt x="1" y="56"/>
                    <a:pt x="6" y="63"/>
                    <a:pt x="14" y="63"/>
                  </a:cubicBezTo>
                  <a:cubicBezTo>
                    <a:pt x="18" y="63"/>
                    <a:pt x="22" y="61"/>
                    <a:pt x="27" y="57"/>
                  </a:cubicBezTo>
                  <a:lnTo>
                    <a:pt x="66" y="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65" name="Google Shape;7565;p55"/>
            <p:cNvSpPr/>
            <p:nvPr/>
          </p:nvSpPr>
          <p:spPr>
            <a:xfrm>
              <a:off x="6241411" y="4270737"/>
              <a:ext cx="8187" cy="6729"/>
            </a:xfrm>
            <a:custGeom>
              <a:avLst/>
              <a:gdLst/>
              <a:ahLst/>
              <a:cxnLst/>
              <a:rect l="l" t="t" r="r" b="b"/>
              <a:pathLst>
                <a:path w="73" h="60" extrusionOk="0">
                  <a:moveTo>
                    <a:pt x="0" y="1"/>
                  </a:moveTo>
                  <a:lnTo>
                    <a:pt x="12" y="42"/>
                  </a:lnTo>
                  <a:cubicBezTo>
                    <a:pt x="14" y="54"/>
                    <a:pt x="21" y="60"/>
                    <a:pt x="28" y="60"/>
                  </a:cubicBezTo>
                  <a:cubicBezTo>
                    <a:pt x="33" y="60"/>
                    <a:pt x="38" y="57"/>
                    <a:pt x="43" y="51"/>
                  </a:cubicBezTo>
                  <a:lnTo>
                    <a:pt x="73" y="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66" name="Google Shape;7566;p55"/>
            <p:cNvSpPr/>
            <p:nvPr/>
          </p:nvSpPr>
          <p:spPr>
            <a:xfrm>
              <a:off x="6250494" y="4273316"/>
              <a:ext cx="8635" cy="5271"/>
            </a:xfrm>
            <a:custGeom>
              <a:avLst/>
              <a:gdLst/>
              <a:ahLst/>
              <a:cxnLst/>
              <a:rect l="l" t="t" r="r" b="b"/>
              <a:pathLst>
                <a:path w="77" h="47" extrusionOk="0">
                  <a:moveTo>
                    <a:pt x="0" y="1"/>
                  </a:moveTo>
                  <a:lnTo>
                    <a:pt x="23" y="35"/>
                  </a:lnTo>
                  <a:cubicBezTo>
                    <a:pt x="27" y="43"/>
                    <a:pt x="33" y="47"/>
                    <a:pt x="38" y="47"/>
                  </a:cubicBezTo>
                  <a:cubicBezTo>
                    <a:pt x="44" y="47"/>
                    <a:pt x="50" y="43"/>
                    <a:pt x="54" y="35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67" name="Google Shape;7567;p55"/>
            <p:cNvSpPr/>
            <p:nvPr/>
          </p:nvSpPr>
          <p:spPr>
            <a:xfrm>
              <a:off x="6259466" y="4270737"/>
              <a:ext cx="8187" cy="6392"/>
            </a:xfrm>
            <a:custGeom>
              <a:avLst/>
              <a:gdLst/>
              <a:ahLst/>
              <a:cxnLst/>
              <a:rect l="l" t="t" r="r" b="b"/>
              <a:pathLst>
                <a:path w="73" h="57" extrusionOk="0">
                  <a:moveTo>
                    <a:pt x="73" y="1"/>
                  </a:moveTo>
                  <a:lnTo>
                    <a:pt x="0" y="19"/>
                  </a:lnTo>
                  <a:lnTo>
                    <a:pt x="31" y="51"/>
                  </a:lnTo>
                  <a:cubicBezTo>
                    <a:pt x="37" y="55"/>
                    <a:pt x="43" y="57"/>
                    <a:pt x="47" y="57"/>
                  </a:cubicBezTo>
                  <a:cubicBezTo>
                    <a:pt x="55" y="57"/>
                    <a:pt x="61" y="52"/>
                    <a:pt x="65" y="42"/>
                  </a:cubicBezTo>
                  <a:lnTo>
                    <a:pt x="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68" name="Google Shape;7568;p55"/>
            <p:cNvSpPr/>
            <p:nvPr/>
          </p:nvSpPr>
          <p:spPr>
            <a:xfrm>
              <a:off x="6268549" y="4266026"/>
              <a:ext cx="7402" cy="7290"/>
            </a:xfrm>
            <a:custGeom>
              <a:avLst/>
              <a:gdLst/>
              <a:ahLst/>
              <a:cxnLst/>
              <a:rect l="l" t="t" r="r" b="b"/>
              <a:pathLst>
                <a:path w="66" h="65" extrusionOk="0">
                  <a:moveTo>
                    <a:pt x="65" y="1"/>
                  </a:moveTo>
                  <a:lnTo>
                    <a:pt x="0" y="38"/>
                  </a:lnTo>
                  <a:lnTo>
                    <a:pt x="38" y="61"/>
                  </a:lnTo>
                  <a:cubicBezTo>
                    <a:pt x="42" y="64"/>
                    <a:pt x="46" y="65"/>
                    <a:pt x="50" y="65"/>
                  </a:cubicBezTo>
                  <a:cubicBezTo>
                    <a:pt x="59" y="65"/>
                    <a:pt x="65" y="57"/>
                    <a:pt x="65" y="47"/>
                  </a:cubicBezTo>
                  <a:lnTo>
                    <a:pt x="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69" name="Google Shape;7569;p55"/>
            <p:cNvSpPr/>
            <p:nvPr/>
          </p:nvSpPr>
          <p:spPr>
            <a:xfrm>
              <a:off x="6276624" y="4259522"/>
              <a:ext cx="7850" cy="7514"/>
            </a:xfrm>
            <a:custGeom>
              <a:avLst/>
              <a:gdLst/>
              <a:ahLst/>
              <a:cxnLst/>
              <a:rect l="l" t="t" r="r" b="b"/>
              <a:pathLst>
                <a:path w="70" h="67" extrusionOk="0">
                  <a:moveTo>
                    <a:pt x="54" y="1"/>
                  </a:moveTo>
                  <a:lnTo>
                    <a:pt x="1" y="55"/>
                  </a:lnTo>
                  <a:lnTo>
                    <a:pt x="43" y="66"/>
                  </a:lnTo>
                  <a:cubicBezTo>
                    <a:pt x="45" y="67"/>
                    <a:pt x="47" y="67"/>
                    <a:pt x="49" y="67"/>
                  </a:cubicBezTo>
                  <a:cubicBezTo>
                    <a:pt x="61" y="67"/>
                    <a:pt x="69" y="57"/>
                    <a:pt x="66" y="43"/>
                  </a:cubicBezTo>
                  <a:lnTo>
                    <a:pt x="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70" name="Google Shape;7570;p55"/>
            <p:cNvSpPr/>
            <p:nvPr/>
          </p:nvSpPr>
          <p:spPr>
            <a:xfrm>
              <a:off x="6283016" y="4251447"/>
              <a:ext cx="7850" cy="7402"/>
            </a:xfrm>
            <a:custGeom>
              <a:avLst/>
              <a:gdLst/>
              <a:ahLst/>
              <a:cxnLst/>
              <a:rect l="l" t="t" r="r" b="b"/>
              <a:pathLst>
                <a:path w="70" h="66" extrusionOk="0">
                  <a:moveTo>
                    <a:pt x="39" y="0"/>
                  </a:moveTo>
                  <a:lnTo>
                    <a:pt x="1" y="65"/>
                  </a:lnTo>
                  <a:lnTo>
                    <a:pt x="43" y="65"/>
                  </a:lnTo>
                  <a:cubicBezTo>
                    <a:pt x="62" y="65"/>
                    <a:pt x="70" y="53"/>
                    <a:pt x="59" y="39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71" name="Google Shape;7571;p55"/>
            <p:cNvSpPr/>
            <p:nvPr/>
          </p:nvSpPr>
          <p:spPr>
            <a:xfrm>
              <a:off x="6287389" y="4242475"/>
              <a:ext cx="7402" cy="8187"/>
            </a:xfrm>
            <a:custGeom>
              <a:avLst/>
              <a:gdLst/>
              <a:ahLst/>
              <a:cxnLst/>
              <a:rect l="l" t="t" r="r" b="b"/>
              <a:pathLst>
                <a:path w="66" h="73" extrusionOk="0">
                  <a:moveTo>
                    <a:pt x="20" y="0"/>
                  </a:moveTo>
                  <a:lnTo>
                    <a:pt x="0" y="73"/>
                  </a:lnTo>
                  <a:lnTo>
                    <a:pt x="0" y="73"/>
                  </a:lnTo>
                  <a:lnTo>
                    <a:pt x="43" y="64"/>
                  </a:lnTo>
                  <a:cubicBezTo>
                    <a:pt x="62" y="57"/>
                    <a:pt x="66" y="46"/>
                    <a:pt x="50" y="3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72" name="Google Shape;7572;p55"/>
            <p:cNvSpPr/>
            <p:nvPr/>
          </p:nvSpPr>
          <p:spPr>
            <a:xfrm>
              <a:off x="6289520" y="4233391"/>
              <a:ext cx="6168" cy="8187"/>
            </a:xfrm>
            <a:custGeom>
              <a:avLst/>
              <a:gdLst/>
              <a:ahLst/>
              <a:cxnLst/>
              <a:rect l="l" t="t" r="r" b="b"/>
              <a:pathLst>
                <a:path w="55" h="73" extrusionOk="0">
                  <a:moveTo>
                    <a:pt x="1" y="0"/>
                  </a:moveTo>
                  <a:lnTo>
                    <a:pt x="1" y="73"/>
                  </a:lnTo>
                  <a:lnTo>
                    <a:pt x="39" y="53"/>
                  </a:lnTo>
                  <a:cubicBezTo>
                    <a:pt x="54" y="42"/>
                    <a:pt x="54" y="30"/>
                    <a:pt x="39" y="1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73" name="Google Shape;7573;p55"/>
            <p:cNvSpPr/>
            <p:nvPr/>
          </p:nvSpPr>
          <p:spPr>
            <a:xfrm>
              <a:off x="6287389" y="4224418"/>
              <a:ext cx="7065" cy="8187"/>
            </a:xfrm>
            <a:custGeom>
              <a:avLst/>
              <a:gdLst/>
              <a:ahLst/>
              <a:cxnLst/>
              <a:rect l="l" t="t" r="r" b="b"/>
              <a:pathLst>
                <a:path w="63" h="73" extrusionOk="0">
                  <a:moveTo>
                    <a:pt x="0" y="0"/>
                  </a:moveTo>
                  <a:lnTo>
                    <a:pt x="20" y="73"/>
                  </a:lnTo>
                  <a:lnTo>
                    <a:pt x="50" y="42"/>
                  </a:lnTo>
                  <a:cubicBezTo>
                    <a:pt x="62" y="30"/>
                    <a:pt x="58" y="15"/>
                    <a:pt x="43" y="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74" name="Google Shape;7574;p55"/>
            <p:cNvSpPr/>
            <p:nvPr/>
          </p:nvSpPr>
          <p:spPr>
            <a:xfrm>
              <a:off x="6282679" y="4216119"/>
              <a:ext cx="7850" cy="7402"/>
            </a:xfrm>
            <a:custGeom>
              <a:avLst/>
              <a:gdLst/>
              <a:ahLst/>
              <a:cxnLst/>
              <a:rect l="l" t="t" r="r" b="b"/>
              <a:pathLst>
                <a:path w="70" h="66" extrusionOk="0">
                  <a:moveTo>
                    <a:pt x="0" y="1"/>
                  </a:moveTo>
                  <a:lnTo>
                    <a:pt x="39" y="66"/>
                  </a:lnTo>
                  <a:lnTo>
                    <a:pt x="62" y="28"/>
                  </a:lnTo>
                  <a:cubicBezTo>
                    <a:pt x="69" y="13"/>
                    <a:pt x="62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75" name="Google Shape;7575;p55"/>
            <p:cNvSpPr/>
            <p:nvPr/>
          </p:nvSpPr>
          <p:spPr>
            <a:xfrm>
              <a:off x="6276287" y="4208269"/>
              <a:ext cx="7738" cy="7514"/>
            </a:xfrm>
            <a:custGeom>
              <a:avLst/>
              <a:gdLst/>
              <a:ahLst/>
              <a:cxnLst/>
              <a:rect l="l" t="t" r="r" b="b"/>
              <a:pathLst>
                <a:path w="69" h="67" extrusionOk="0">
                  <a:moveTo>
                    <a:pt x="49" y="1"/>
                  </a:moveTo>
                  <a:cubicBezTo>
                    <a:pt x="47" y="1"/>
                    <a:pt x="45" y="1"/>
                    <a:pt x="42" y="2"/>
                  </a:cubicBezTo>
                  <a:lnTo>
                    <a:pt x="0" y="14"/>
                  </a:lnTo>
                  <a:lnTo>
                    <a:pt x="53" y="67"/>
                  </a:lnTo>
                  <a:lnTo>
                    <a:pt x="65" y="25"/>
                  </a:lnTo>
                  <a:cubicBezTo>
                    <a:pt x="69" y="9"/>
                    <a:pt x="60" y="1"/>
                    <a:pt x="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76" name="Google Shape;7576;p55"/>
            <p:cNvSpPr/>
            <p:nvPr/>
          </p:nvSpPr>
          <p:spPr>
            <a:xfrm>
              <a:off x="6268101" y="4202100"/>
              <a:ext cx="7289" cy="729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50" y="0"/>
                  </a:moveTo>
                  <a:cubicBezTo>
                    <a:pt x="46" y="0"/>
                    <a:pt x="42" y="1"/>
                    <a:pt x="38" y="3"/>
                  </a:cubicBezTo>
                  <a:lnTo>
                    <a:pt x="0" y="26"/>
                  </a:lnTo>
                  <a:lnTo>
                    <a:pt x="65" y="65"/>
                  </a:lnTo>
                  <a:lnTo>
                    <a:pt x="65" y="19"/>
                  </a:lnTo>
                  <a:cubicBezTo>
                    <a:pt x="65" y="7"/>
                    <a:pt x="59" y="0"/>
                    <a:pt x="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77" name="Google Shape;7577;p55"/>
            <p:cNvSpPr/>
            <p:nvPr/>
          </p:nvSpPr>
          <p:spPr>
            <a:xfrm>
              <a:off x="6259017" y="4198175"/>
              <a:ext cx="8299" cy="6505"/>
            </a:xfrm>
            <a:custGeom>
              <a:avLst/>
              <a:gdLst/>
              <a:ahLst/>
              <a:cxnLst/>
              <a:rect l="l" t="t" r="r" b="b"/>
              <a:pathLst>
                <a:path w="74" h="58" extrusionOk="0">
                  <a:moveTo>
                    <a:pt x="46" y="1"/>
                  </a:moveTo>
                  <a:cubicBezTo>
                    <a:pt x="41" y="1"/>
                    <a:pt x="36" y="3"/>
                    <a:pt x="31" y="8"/>
                  </a:cubicBezTo>
                  <a:lnTo>
                    <a:pt x="1" y="38"/>
                  </a:lnTo>
                  <a:lnTo>
                    <a:pt x="73" y="58"/>
                  </a:lnTo>
                  <a:lnTo>
                    <a:pt x="62" y="15"/>
                  </a:lnTo>
                  <a:cubicBezTo>
                    <a:pt x="60" y="6"/>
                    <a:pt x="53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78" name="Google Shape;7578;p55"/>
            <p:cNvSpPr/>
            <p:nvPr/>
          </p:nvSpPr>
          <p:spPr>
            <a:xfrm>
              <a:off x="6240177" y="4221839"/>
              <a:ext cx="28485" cy="28485"/>
            </a:xfrm>
            <a:custGeom>
              <a:avLst/>
              <a:gdLst/>
              <a:ahLst/>
              <a:cxnLst/>
              <a:rect l="l" t="t" r="r" b="b"/>
              <a:pathLst>
                <a:path w="254" h="254" extrusionOk="0">
                  <a:moveTo>
                    <a:pt x="126" y="0"/>
                  </a:moveTo>
                  <a:cubicBezTo>
                    <a:pt x="57" y="0"/>
                    <a:pt x="0" y="57"/>
                    <a:pt x="0" y="126"/>
                  </a:cubicBezTo>
                  <a:cubicBezTo>
                    <a:pt x="0" y="195"/>
                    <a:pt x="57" y="253"/>
                    <a:pt x="126" y="253"/>
                  </a:cubicBezTo>
                  <a:cubicBezTo>
                    <a:pt x="195" y="253"/>
                    <a:pt x="253" y="195"/>
                    <a:pt x="253" y="126"/>
                  </a:cubicBezTo>
                  <a:cubicBezTo>
                    <a:pt x="253" y="57"/>
                    <a:pt x="19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7579" name="Google Shape;7579;p55"/>
            <p:cNvGrpSpPr/>
            <p:nvPr/>
          </p:nvGrpSpPr>
          <p:grpSpPr>
            <a:xfrm>
              <a:off x="6038096" y="3979369"/>
              <a:ext cx="465619" cy="269610"/>
              <a:chOff x="6038096" y="3979369"/>
              <a:chExt cx="465619" cy="269610"/>
            </a:xfrm>
          </p:grpSpPr>
          <p:sp>
            <p:nvSpPr>
              <p:cNvPr id="7580" name="Google Shape;7580;p55"/>
              <p:cNvSpPr/>
              <p:nvPr/>
            </p:nvSpPr>
            <p:spPr>
              <a:xfrm>
                <a:off x="6189825" y="4023669"/>
                <a:ext cx="68521" cy="211174"/>
              </a:xfrm>
              <a:custGeom>
                <a:avLst/>
                <a:gdLst/>
                <a:ahLst/>
                <a:cxnLst/>
                <a:rect l="l" t="t" r="r" b="b"/>
                <a:pathLst>
                  <a:path w="611" h="1883" extrusionOk="0">
                    <a:moveTo>
                      <a:pt x="124" y="0"/>
                    </a:moveTo>
                    <a:lnTo>
                      <a:pt x="0" y="31"/>
                    </a:lnTo>
                    <a:lnTo>
                      <a:pt x="487" y="1882"/>
                    </a:lnTo>
                    <a:lnTo>
                      <a:pt x="610" y="1851"/>
                    </a:lnTo>
                    <a:lnTo>
                      <a:pt x="12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581" name="Google Shape;7581;p55"/>
              <p:cNvSpPr/>
              <p:nvPr/>
            </p:nvSpPr>
            <p:spPr>
              <a:xfrm>
                <a:off x="6205301" y="4012453"/>
                <a:ext cx="222720" cy="65494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584" extrusionOk="0">
                    <a:moveTo>
                      <a:pt x="1955" y="0"/>
                    </a:moveTo>
                    <a:lnTo>
                      <a:pt x="0" y="460"/>
                    </a:lnTo>
                    <a:lnTo>
                      <a:pt x="32" y="583"/>
                    </a:lnTo>
                    <a:lnTo>
                      <a:pt x="1986" y="123"/>
                    </a:lnTo>
                    <a:lnTo>
                      <a:pt x="195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582" name="Google Shape;7582;p55"/>
              <p:cNvSpPr/>
              <p:nvPr/>
            </p:nvSpPr>
            <p:spPr>
              <a:xfrm>
                <a:off x="6038096" y="4064491"/>
                <a:ext cx="172030" cy="179324"/>
              </a:xfrm>
              <a:custGeom>
                <a:avLst/>
                <a:gdLst/>
                <a:ahLst/>
                <a:cxnLst/>
                <a:rect l="l" t="t" r="r" b="b"/>
                <a:pathLst>
                  <a:path w="1534" h="1599" extrusionOk="0">
                    <a:moveTo>
                      <a:pt x="1442" y="1"/>
                    </a:moveTo>
                    <a:lnTo>
                      <a:pt x="1" y="1513"/>
                    </a:lnTo>
                    <a:lnTo>
                      <a:pt x="93" y="1598"/>
                    </a:lnTo>
                    <a:lnTo>
                      <a:pt x="1534" y="84"/>
                    </a:lnTo>
                    <a:lnTo>
                      <a:pt x="144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583" name="Google Shape;7583;p55"/>
              <p:cNvSpPr/>
              <p:nvPr/>
            </p:nvSpPr>
            <p:spPr>
              <a:xfrm>
                <a:off x="6055702" y="4228568"/>
                <a:ext cx="194908" cy="20411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82" extrusionOk="0">
                    <a:moveTo>
                      <a:pt x="5" y="1"/>
                    </a:moveTo>
                    <a:lnTo>
                      <a:pt x="1" y="128"/>
                    </a:lnTo>
                    <a:lnTo>
                      <a:pt x="1734" y="181"/>
                    </a:lnTo>
                    <a:lnTo>
                      <a:pt x="1737" y="55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584" name="Google Shape;7584;p55"/>
              <p:cNvSpPr/>
              <p:nvPr/>
            </p:nvSpPr>
            <p:spPr>
              <a:xfrm>
                <a:off x="6256886" y="4012902"/>
                <a:ext cx="173264" cy="231697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2066" extrusionOk="0">
                    <a:moveTo>
                      <a:pt x="1445" y="1"/>
                    </a:moveTo>
                    <a:lnTo>
                      <a:pt x="0" y="1993"/>
                    </a:lnTo>
                    <a:lnTo>
                      <a:pt x="104" y="2065"/>
                    </a:lnTo>
                    <a:lnTo>
                      <a:pt x="1544" y="73"/>
                    </a:lnTo>
                    <a:lnTo>
                      <a:pt x="144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585" name="Google Shape;7585;p55"/>
              <p:cNvSpPr/>
              <p:nvPr/>
            </p:nvSpPr>
            <p:spPr>
              <a:xfrm>
                <a:off x="6409849" y="3979369"/>
                <a:ext cx="93865" cy="258388"/>
              </a:xfrm>
              <a:custGeom>
                <a:avLst/>
                <a:gdLst/>
                <a:ahLst/>
                <a:cxnLst/>
                <a:rect l="l" t="t" r="r" b="b"/>
                <a:pathLst>
                  <a:path w="837" h="2304" extrusionOk="0">
                    <a:moveTo>
                      <a:pt x="120" y="1"/>
                    </a:moveTo>
                    <a:lnTo>
                      <a:pt x="1" y="39"/>
                    </a:lnTo>
                    <a:lnTo>
                      <a:pt x="714" y="2304"/>
                    </a:lnTo>
                    <a:lnTo>
                      <a:pt x="836" y="2265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7586" name="Google Shape;7586;p55"/>
            <p:cNvSpPr/>
            <p:nvPr/>
          </p:nvSpPr>
          <p:spPr>
            <a:xfrm>
              <a:off x="6268886" y="4257391"/>
              <a:ext cx="23775" cy="21196"/>
            </a:xfrm>
            <a:custGeom>
              <a:avLst/>
              <a:gdLst/>
              <a:ahLst/>
              <a:cxnLst/>
              <a:rect l="l" t="t" r="r" b="b"/>
              <a:pathLst>
                <a:path w="212" h="189" extrusionOk="0">
                  <a:moveTo>
                    <a:pt x="39" y="0"/>
                  </a:moveTo>
                  <a:lnTo>
                    <a:pt x="1" y="143"/>
                  </a:lnTo>
                  <a:lnTo>
                    <a:pt x="173" y="189"/>
                  </a:lnTo>
                  <a:lnTo>
                    <a:pt x="211" y="4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87" name="Google Shape;7587;p55"/>
            <p:cNvSpPr/>
            <p:nvPr/>
          </p:nvSpPr>
          <p:spPr>
            <a:xfrm>
              <a:off x="6261817" y="4266924"/>
              <a:ext cx="29046" cy="29270"/>
            </a:xfrm>
            <a:custGeom>
              <a:avLst/>
              <a:gdLst/>
              <a:ahLst/>
              <a:cxnLst/>
              <a:rect l="l" t="t" r="r" b="b"/>
              <a:pathLst>
                <a:path w="259" h="261" extrusionOk="0">
                  <a:moveTo>
                    <a:pt x="59" y="0"/>
                  </a:moveTo>
                  <a:lnTo>
                    <a:pt x="1" y="207"/>
                  </a:lnTo>
                  <a:lnTo>
                    <a:pt x="200" y="260"/>
                  </a:lnTo>
                  <a:lnTo>
                    <a:pt x="258" y="58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88" name="Google Shape;7588;p55"/>
            <p:cNvSpPr/>
            <p:nvPr/>
          </p:nvSpPr>
          <p:spPr>
            <a:xfrm>
              <a:off x="6255989" y="4294849"/>
              <a:ext cx="67623" cy="25457"/>
            </a:xfrm>
            <a:custGeom>
              <a:avLst/>
              <a:gdLst/>
              <a:ahLst/>
              <a:cxnLst/>
              <a:rect l="l" t="t" r="r" b="b"/>
              <a:pathLst>
                <a:path w="603" h="227" extrusionOk="0">
                  <a:moveTo>
                    <a:pt x="12" y="0"/>
                  </a:moveTo>
                  <a:lnTo>
                    <a:pt x="8" y="11"/>
                  </a:lnTo>
                  <a:cubicBezTo>
                    <a:pt x="1" y="31"/>
                    <a:pt x="12" y="54"/>
                    <a:pt x="35" y="57"/>
                  </a:cubicBezTo>
                  <a:cubicBezTo>
                    <a:pt x="104" y="80"/>
                    <a:pt x="250" y="123"/>
                    <a:pt x="250" y="123"/>
                  </a:cubicBezTo>
                  <a:lnTo>
                    <a:pt x="591" y="226"/>
                  </a:lnTo>
                  <a:lnTo>
                    <a:pt x="602" y="17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89" name="Google Shape;7589;p55"/>
            <p:cNvSpPr/>
            <p:nvPr/>
          </p:nvSpPr>
          <p:spPr>
            <a:xfrm>
              <a:off x="6257223" y="4277129"/>
              <a:ext cx="68969" cy="37569"/>
            </a:xfrm>
            <a:custGeom>
              <a:avLst/>
              <a:gdLst/>
              <a:ahLst/>
              <a:cxnLst/>
              <a:rect l="l" t="t" r="r" b="b"/>
              <a:pathLst>
                <a:path w="615" h="335" extrusionOk="0">
                  <a:moveTo>
                    <a:pt x="74" y="0"/>
                  </a:moveTo>
                  <a:cubicBezTo>
                    <a:pt x="58" y="0"/>
                    <a:pt x="43" y="11"/>
                    <a:pt x="40" y="28"/>
                  </a:cubicBezTo>
                  <a:lnTo>
                    <a:pt x="17" y="100"/>
                  </a:lnTo>
                  <a:lnTo>
                    <a:pt x="1" y="158"/>
                  </a:lnTo>
                  <a:lnTo>
                    <a:pt x="591" y="335"/>
                  </a:lnTo>
                  <a:cubicBezTo>
                    <a:pt x="614" y="261"/>
                    <a:pt x="565" y="208"/>
                    <a:pt x="492" y="185"/>
                  </a:cubicBezTo>
                  <a:lnTo>
                    <a:pt x="419" y="162"/>
                  </a:lnTo>
                  <a:cubicBezTo>
                    <a:pt x="411" y="162"/>
                    <a:pt x="404" y="158"/>
                    <a:pt x="400" y="155"/>
                  </a:cubicBezTo>
                  <a:lnTo>
                    <a:pt x="392" y="155"/>
                  </a:lnTo>
                  <a:cubicBezTo>
                    <a:pt x="377" y="146"/>
                    <a:pt x="369" y="139"/>
                    <a:pt x="365" y="132"/>
                  </a:cubicBezTo>
                  <a:cubicBezTo>
                    <a:pt x="361" y="128"/>
                    <a:pt x="361" y="128"/>
                    <a:pt x="361" y="123"/>
                  </a:cubicBezTo>
                  <a:cubicBezTo>
                    <a:pt x="358" y="116"/>
                    <a:pt x="358" y="105"/>
                    <a:pt x="361" y="97"/>
                  </a:cubicBezTo>
                  <a:lnTo>
                    <a:pt x="361" y="93"/>
                  </a:lnTo>
                  <a:lnTo>
                    <a:pt x="220" y="40"/>
                  </a:lnTo>
                  <a:lnTo>
                    <a:pt x="216" y="47"/>
                  </a:lnTo>
                  <a:cubicBezTo>
                    <a:pt x="207" y="78"/>
                    <a:pt x="180" y="96"/>
                    <a:pt x="151" y="96"/>
                  </a:cubicBezTo>
                  <a:cubicBezTo>
                    <a:pt x="143" y="96"/>
                    <a:pt x="135" y="95"/>
                    <a:pt x="128" y="93"/>
                  </a:cubicBezTo>
                  <a:cubicBezTo>
                    <a:pt x="89" y="82"/>
                    <a:pt x="66" y="43"/>
                    <a:pt x="78" y="5"/>
                  </a:cubicBezTo>
                  <a:lnTo>
                    <a:pt x="82" y="1"/>
                  </a:lnTo>
                  <a:cubicBezTo>
                    <a:pt x="79" y="1"/>
                    <a:pt x="77" y="0"/>
                    <a:pt x="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90" name="Google Shape;7590;p55"/>
            <p:cNvSpPr/>
            <p:nvPr/>
          </p:nvSpPr>
          <p:spPr>
            <a:xfrm>
              <a:off x="6133081" y="3908490"/>
              <a:ext cx="74464" cy="66279"/>
            </a:xfrm>
            <a:custGeom>
              <a:avLst/>
              <a:gdLst/>
              <a:ahLst/>
              <a:cxnLst/>
              <a:rect l="l" t="t" r="r" b="b"/>
              <a:pathLst>
                <a:path w="664" h="591" extrusionOk="0">
                  <a:moveTo>
                    <a:pt x="239" y="0"/>
                  </a:moveTo>
                  <a:cubicBezTo>
                    <a:pt x="108" y="0"/>
                    <a:pt x="1" y="108"/>
                    <a:pt x="1" y="242"/>
                  </a:cubicBezTo>
                  <a:lnTo>
                    <a:pt x="1" y="349"/>
                  </a:lnTo>
                  <a:cubicBezTo>
                    <a:pt x="1" y="483"/>
                    <a:pt x="108" y="591"/>
                    <a:pt x="239" y="591"/>
                  </a:cubicBezTo>
                  <a:lnTo>
                    <a:pt x="664" y="59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91" name="Google Shape;7591;p55"/>
            <p:cNvSpPr/>
            <p:nvPr/>
          </p:nvSpPr>
          <p:spPr>
            <a:xfrm>
              <a:off x="6140370" y="3916116"/>
              <a:ext cx="169900" cy="353825"/>
            </a:xfrm>
            <a:custGeom>
              <a:avLst/>
              <a:gdLst/>
              <a:ahLst/>
              <a:cxnLst/>
              <a:rect l="l" t="t" r="r" b="b"/>
              <a:pathLst>
                <a:path w="1515" h="3155" extrusionOk="0">
                  <a:moveTo>
                    <a:pt x="282" y="1"/>
                  </a:moveTo>
                  <a:cubicBezTo>
                    <a:pt x="227" y="1"/>
                    <a:pt x="223" y="60"/>
                    <a:pt x="205" y="60"/>
                  </a:cubicBezTo>
                  <a:cubicBezTo>
                    <a:pt x="203" y="60"/>
                    <a:pt x="202" y="60"/>
                    <a:pt x="200" y="59"/>
                  </a:cubicBezTo>
                  <a:lnTo>
                    <a:pt x="8" y="454"/>
                  </a:lnTo>
                  <a:cubicBezTo>
                    <a:pt x="1" y="454"/>
                    <a:pt x="208" y="629"/>
                    <a:pt x="464" y="890"/>
                  </a:cubicBezTo>
                  <a:cubicBezTo>
                    <a:pt x="683" y="1117"/>
                    <a:pt x="836" y="1292"/>
                    <a:pt x="864" y="1335"/>
                  </a:cubicBezTo>
                  <a:cubicBezTo>
                    <a:pt x="951" y="1503"/>
                    <a:pt x="1089" y="1940"/>
                    <a:pt x="1043" y="3052"/>
                  </a:cubicBezTo>
                  <a:lnTo>
                    <a:pt x="1499" y="3155"/>
                  </a:lnTo>
                  <a:cubicBezTo>
                    <a:pt x="1515" y="2795"/>
                    <a:pt x="1515" y="2469"/>
                    <a:pt x="1499" y="2193"/>
                  </a:cubicBezTo>
                  <a:cubicBezTo>
                    <a:pt x="1472" y="1703"/>
                    <a:pt x="1396" y="1350"/>
                    <a:pt x="1265" y="1112"/>
                  </a:cubicBezTo>
                  <a:cubicBezTo>
                    <a:pt x="1196" y="982"/>
                    <a:pt x="729" y="353"/>
                    <a:pt x="634" y="258"/>
                  </a:cubicBezTo>
                  <a:cubicBezTo>
                    <a:pt x="433" y="53"/>
                    <a:pt x="334" y="1"/>
                    <a:pt x="2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92" name="Google Shape;7592;p55"/>
            <p:cNvSpPr/>
            <p:nvPr/>
          </p:nvSpPr>
          <p:spPr>
            <a:xfrm>
              <a:off x="6117156" y="3682730"/>
              <a:ext cx="205562" cy="248182"/>
            </a:xfrm>
            <a:custGeom>
              <a:avLst/>
              <a:gdLst/>
              <a:ahLst/>
              <a:cxnLst/>
              <a:rect l="l" t="t" r="r" b="b"/>
              <a:pathLst>
                <a:path w="1833" h="2213" extrusionOk="0">
                  <a:moveTo>
                    <a:pt x="1366" y="1"/>
                  </a:moveTo>
                  <a:cubicBezTo>
                    <a:pt x="1114" y="1"/>
                    <a:pt x="812" y="187"/>
                    <a:pt x="671" y="335"/>
                  </a:cubicBezTo>
                  <a:cubicBezTo>
                    <a:pt x="215" y="867"/>
                    <a:pt x="1" y="1530"/>
                    <a:pt x="51" y="2213"/>
                  </a:cubicBezTo>
                  <a:lnTo>
                    <a:pt x="1124" y="2213"/>
                  </a:lnTo>
                  <a:cubicBezTo>
                    <a:pt x="1071" y="1787"/>
                    <a:pt x="1189" y="1381"/>
                    <a:pt x="1472" y="1044"/>
                  </a:cubicBezTo>
                  <a:cubicBezTo>
                    <a:pt x="1649" y="844"/>
                    <a:pt x="1833" y="485"/>
                    <a:pt x="1706" y="216"/>
                  </a:cubicBezTo>
                  <a:cubicBezTo>
                    <a:pt x="1633" y="59"/>
                    <a:pt x="1507" y="1"/>
                    <a:pt x="13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93" name="Google Shape;7593;p55"/>
            <p:cNvSpPr/>
            <p:nvPr/>
          </p:nvSpPr>
          <p:spPr>
            <a:xfrm>
              <a:off x="6283016" y="3645832"/>
              <a:ext cx="90389" cy="79961"/>
            </a:xfrm>
            <a:custGeom>
              <a:avLst/>
              <a:gdLst/>
              <a:ahLst/>
              <a:cxnLst/>
              <a:rect l="l" t="t" r="r" b="b"/>
              <a:pathLst>
                <a:path w="806" h="713" extrusionOk="0">
                  <a:moveTo>
                    <a:pt x="618" y="1"/>
                  </a:moveTo>
                  <a:cubicBezTo>
                    <a:pt x="415" y="85"/>
                    <a:pt x="250" y="208"/>
                    <a:pt x="101" y="388"/>
                  </a:cubicBezTo>
                  <a:cubicBezTo>
                    <a:pt x="32" y="476"/>
                    <a:pt x="1" y="645"/>
                    <a:pt x="124" y="702"/>
                  </a:cubicBezTo>
                  <a:cubicBezTo>
                    <a:pt x="145" y="710"/>
                    <a:pt x="166" y="713"/>
                    <a:pt x="188" y="713"/>
                  </a:cubicBezTo>
                  <a:cubicBezTo>
                    <a:pt x="267" y="713"/>
                    <a:pt x="343" y="667"/>
                    <a:pt x="388" y="607"/>
                  </a:cubicBezTo>
                  <a:cubicBezTo>
                    <a:pt x="511" y="464"/>
                    <a:pt x="641" y="372"/>
                    <a:pt x="805" y="315"/>
                  </a:cubicBezTo>
                  <a:cubicBezTo>
                    <a:pt x="783" y="277"/>
                    <a:pt x="756" y="234"/>
                    <a:pt x="733" y="193"/>
                  </a:cubicBezTo>
                  <a:cubicBezTo>
                    <a:pt x="695" y="128"/>
                    <a:pt x="657" y="66"/>
                    <a:pt x="618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94" name="Google Shape;7594;p55"/>
            <p:cNvSpPr/>
            <p:nvPr/>
          </p:nvSpPr>
          <p:spPr>
            <a:xfrm>
              <a:off x="6275839" y="3581570"/>
              <a:ext cx="99360" cy="110914"/>
            </a:xfrm>
            <a:custGeom>
              <a:avLst/>
              <a:gdLst/>
              <a:ahLst/>
              <a:cxnLst/>
              <a:rect l="l" t="t" r="r" b="b"/>
              <a:pathLst>
                <a:path w="886" h="989" extrusionOk="0">
                  <a:moveTo>
                    <a:pt x="508" y="1"/>
                  </a:moveTo>
                  <a:cubicBezTo>
                    <a:pt x="322" y="1"/>
                    <a:pt x="133" y="180"/>
                    <a:pt x="69" y="405"/>
                  </a:cubicBezTo>
                  <a:cubicBezTo>
                    <a:pt x="0" y="662"/>
                    <a:pt x="107" y="919"/>
                    <a:pt x="310" y="977"/>
                  </a:cubicBezTo>
                  <a:cubicBezTo>
                    <a:pt x="338" y="984"/>
                    <a:pt x="367" y="988"/>
                    <a:pt x="395" y="988"/>
                  </a:cubicBezTo>
                  <a:cubicBezTo>
                    <a:pt x="576" y="988"/>
                    <a:pt x="753" y="838"/>
                    <a:pt x="816" y="616"/>
                  </a:cubicBezTo>
                  <a:cubicBezTo>
                    <a:pt x="885" y="359"/>
                    <a:pt x="789" y="68"/>
                    <a:pt x="583" y="11"/>
                  </a:cubicBezTo>
                  <a:cubicBezTo>
                    <a:pt x="558" y="4"/>
                    <a:pt x="533" y="1"/>
                    <a:pt x="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95" name="Google Shape;7595;p55"/>
            <p:cNvSpPr/>
            <p:nvPr/>
          </p:nvSpPr>
          <p:spPr>
            <a:xfrm>
              <a:off x="6300286" y="3593122"/>
              <a:ext cx="108781" cy="130988"/>
            </a:xfrm>
            <a:custGeom>
              <a:avLst/>
              <a:gdLst/>
              <a:ahLst/>
              <a:cxnLst/>
              <a:rect l="l" t="t" r="r" b="b"/>
              <a:pathLst>
                <a:path w="970" h="1168" extrusionOk="0">
                  <a:moveTo>
                    <a:pt x="541" y="1"/>
                  </a:moveTo>
                  <a:cubicBezTo>
                    <a:pt x="370" y="1"/>
                    <a:pt x="213" y="114"/>
                    <a:pt x="165" y="283"/>
                  </a:cubicBezTo>
                  <a:lnTo>
                    <a:pt x="58" y="674"/>
                  </a:lnTo>
                  <a:cubicBezTo>
                    <a:pt x="0" y="881"/>
                    <a:pt x="119" y="1095"/>
                    <a:pt x="326" y="1153"/>
                  </a:cubicBezTo>
                  <a:cubicBezTo>
                    <a:pt x="361" y="1163"/>
                    <a:pt x="396" y="1167"/>
                    <a:pt x="431" y="1167"/>
                  </a:cubicBezTo>
                  <a:cubicBezTo>
                    <a:pt x="600" y="1167"/>
                    <a:pt x="753" y="1056"/>
                    <a:pt x="801" y="885"/>
                  </a:cubicBezTo>
                  <a:lnTo>
                    <a:pt x="913" y="494"/>
                  </a:lnTo>
                  <a:cubicBezTo>
                    <a:pt x="970" y="287"/>
                    <a:pt x="851" y="73"/>
                    <a:pt x="644" y="15"/>
                  </a:cubicBezTo>
                  <a:cubicBezTo>
                    <a:pt x="610" y="5"/>
                    <a:pt x="575" y="1"/>
                    <a:pt x="541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96" name="Google Shape;7596;p55"/>
            <p:cNvSpPr/>
            <p:nvPr/>
          </p:nvSpPr>
          <p:spPr>
            <a:xfrm>
              <a:off x="6310154" y="3645496"/>
              <a:ext cx="8299" cy="20747"/>
            </a:xfrm>
            <a:custGeom>
              <a:avLst/>
              <a:gdLst/>
              <a:ahLst/>
              <a:cxnLst/>
              <a:rect l="l" t="t" r="r" b="b"/>
              <a:pathLst>
                <a:path w="74" h="185" extrusionOk="0">
                  <a:moveTo>
                    <a:pt x="27" y="0"/>
                  </a:moveTo>
                  <a:lnTo>
                    <a:pt x="1" y="96"/>
                  </a:lnTo>
                  <a:cubicBezTo>
                    <a:pt x="9" y="111"/>
                    <a:pt x="33" y="185"/>
                    <a:pt x="48" y="185"/>
                  </a:cubicBezTo>
                  <a:cubicBezTo>
                    <a:pt x="52" y="185"/>
                    <a:pt x="55" y="179"/>
                    <a:pt x="58" y="165"/>
                  </a:cubicBezTo>
                  <a:cubicBezTo>
                    <a:pt x="73" y="111"/>
                    <a:pt x="43" y="53"/>
                    <a:pt x="27" y="0"/>
                  </a:cubicBezTo>
                  <a:close/>
                </a:path>
              </a:pathLst>
            </a:custGeom>
            <a:solidFill>
              <a:srgbClr val="BD8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97" name="Google Shape;7597;p55"/>
            <p:cNvSpPr/>
            <p:nvPr/>
          </p:nvSpPr>
          <p:spPr>
            <a:xfrm>
              <a:off x="6292548" y="3578766"/>
              <a:ext cx="101491" cy="56522"/>
            </a:xfrm>
            <a:custGeom>
              <a:avLst/>
              <a:gdLst/>
              <a:ahLst/>
              <a:cxnLst/>
              <a:rect l="l" t="t" r="r" b="b"/>
              <a:pathLst>
                <a:path w="905" h="504" extrusionOk="0">
                  <a:moveTo>
                    <a:pt x="459" y="1"/>
                  </a:moveTo>
                  <a:cubicBezTo>
                    <a:pt x="178" y="1"/>
                    <a:pt x="23" y="198"/>
                    <a:pt x="0" y="281"/>
                  </a:cubicBezTo>
                  <a:lnTo>
                    <a:pt x="135" y="227"/>
                  </a:lnTo>
                  <a:lnTo>
                    <a:pt x="135" y="227"/>
                  </a:lnTo>
                  <a:cubicBezTo>
                    <a:pt x="108" y="319"/>
                    <a:pt x="395" y="388"/>
                    <a:pt x="491" y="415"/>
                  </a:cubicBezTo>
                  <a:lnTo>
                    <a:pt x="798" y="503"/>
                  </a:lnTo>
                  <a:lnTo>
                    <a:pt x="904" y="124"/>
                  </a:lnTo>
                  <a:cubicBezTo>
                    <a:pt x="835" y="89"/>
                    <a:pt x="748" y="51"/>
                    <a:pt x="602" y="17"/>
                  </a:cubicBezTo>
                  <a:cubicBezTo>
                    <a:pt x="551" y="6"/>
                    <a:pt x="504" y="1"/>
                    <a:pt x="459" y="1"/>
                  </a:cubicBezTo>
                  <a:close/>
                </a:path>
              </a:pathLst>
            </a:custGeom>
            <a:solidFill>
              <a:srgbClr val="2A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98" name="Google Shape;7598;p55"/>
            <p:cNvSpPr/>
            <p:nvPr/>
          </p:nvSpPr>
          <p:spPr>
            <a:xfrm>
              <a:off x="6308024" y="3624972"/>
              <a:ext cx="23326" cy="35999"/>
            </a:xfrm>
            <a:custGeom>
              <a:avLst/>
              <a:gdLst/>
              <a:ahLst/>
              <a:cxnLst/>
              <a:rect l="l" t="t" r="r" b="b"/>
              <a:pathLst>
                <a:path w="208" h="321" extrusionOk="0">
                  <a:moveTo>
                    <a:pt x="126" y="0"/>
                  </a:moveTo>
                  <a:cubicBezTo>
                    <a:pt x="96" y="0"/>
                    <a:pt x="67" y="21"/>
                    <a:pt x="58" y="52"/>
                  </a:cubicBezTo>
                  <a:lnTo>
                    <a:pt x="8" y="229"/>
                  </a:lnTo>
                  <a:cubicBezTo>
                    <a:pt x="0" y="268"/>
                    <a:pt x="20" y="305"/>
                    <a:pt x="58" y="317"/>
                  </a:cubicBezTo>
                  <a:cubicBezTo>
                    <a:pt x="65" y="319"/>
                    <a:pt x="71" y="320"/>
                    <a:pt x="78" y="320"/>
                  </a:cubicBezTo>
                  <a:cubicBezTo>
                    <a:pt x="108" y="320"/>
                    <a:pt x="137" y="299"/>
                    <a:pt x="146" y="268"/>
                  </a:cubicBezTo>
                  <a:lnTo>
                    <a:pt x="196" y="91"/>
                  </a:lnTo>
                  <a:cubicBezTo>
                    <a:pt x="207" y="52"/>
                    <a:pt x="184" y="15"/>
                    <a:pt x="146" y="3"/>
                  </a:cubicBezTo>
                  <a:cubicBezTo>
                    <a:pt x="139" y="1"/>
                    <a:pt x="133" y="0"/>
                    <a:pt x="126" y="0"/>
                  </a:cubicBezTo>
                  <a:close/>
                </a:path>
              </a:pathLst>
            </a:custGeom>
            <a:solidFill>
              <a:srgbClr val="2A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599" name="Google Shape;7599;p55"/>
            <p:cNvSpPr/>
            <p:nvPr/>
          </p:nvSpPr>
          <p:spPr>
            <a:xfrm>
              <a:off x="6311388" y="3593458"/>
              <a:ext cx="73679" cy="44410"/>
            </a:xfrm>
            <a:custGeom>
              <a:avLst/>
              <a:gdLst/>
              <a:ahLst/>
              <a:cxnLst/>
              <a:rect l="l" t="t" r="r" b="b"/>
              <a:pathLst>
                <a:path w="657" h="396" extrusionOk="0">
                  <a:moveTo>
                    <a:pt x="101" y="1"/>
                  </a:moveTo>
                  <a:lnTo>
                    <a:pt x="1" y="368"/>
                  </a:lnTo>
                  <a:lnTo>
                    <a:pt x="158" y="395"/>
                  </a:lnTo>
                  <a:cubicBezTo>
                    <a:pt x="158" y="395"/>
                    <a:pt x="162" y="388"/>
                    <a:pt x="174" y="345"/>
                  </a:cubicBezTo>
                  <a:cubicBezTo>
                    <a:pt x="187" y="304"/>
                    <a:pt x="231" y="273"/>
                    <a:pt x="281" y="273"/>
                  </a:cubicBezTo>
                  <a:cubicBezTo>
                    <a:pt x="291" y="273"/>
                    <a:pt x="301" y="274"/>
                    <a:pt x="312" y="276"/>
                  </a:cubicBezTo>
                  <a:lnTo>
                    <a:pt x="598" y="356"/>
                  </a:lnTo>
                  <a:lnTo>
                    <a:pt x="656" y="158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2A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00" name="Google Shape;7600;p55"/>
            <p:cNvSpPr/>
            <p:nvPr/>
          </p:nvSpPr>
          <p:spPr>
            <a:xfrm>
              <a:off x="6301071" y="3644599"/>
              <a:ext cx="20298" cy="28149"/>
            </a:xfrm>
            <a:custGeom>
              <a:avLst/>
              <a:gdLst/>
              <a:ahLst/>
              <a:cxnLst/>
              <a:rect l="l" t="t" r="r" b="b"/>
              <a:pathLst>
                <a:path w="181" h="251" extrusionOk="0">
                  <a:moveTo>
                    <a:pt x="82" y="1"/>
                  </a:moveTo>
                  <a:cubicBezTo>
                    <a:pt x="81" y="1"/>
                    <a:pt x="79" y="1"/>
                    <a:pt x="78" y="1"/>
                  </a:cubicBezTo>
                  <a:cubicBezTo>
                    <a:pt x="32" y="4"/>
                    <a:pt x="1" y="66"/>
                    <a:pt x="13" y="135"/>
                  </a:cubicBezTo>
                  <a:cubicBezTo>
                    <a:pt x="20" y="200"/>
                    <a:pt x="57" y="251"/>
                    <a:pt x="100" y="251"/>
                  </a:cubicBezTo>
                  <a:cubicBezTo>
                    <a:pt x="103" y="251"/>
                    <a:pt x="105" y="250"/>
                    <a:pt x="108" y="250"/>
                  </a:cubicBezTo>
                  <a:cubicBezTo>
                    <a:pt x="151" y="245"/>
                    <a:pt x="181" y="185"/>
                    <a:pt x="170" y="116"/>
                  </a:cubicBezTo>
                  <a:cubicBezTo>
                    <a:pt x="162" y="49"/>
                    <a:pt x="123" y="1"/>
                    <a:pt x="82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01" name="Google Shape;7601;p55"/>
            <p:cNvSpPr/>
            <p:nvPr/>
          </p:nvSpPr>
          <p:spPr>
            <a:xfrm>
              <a:off x="6330789" y="3580561"/>
              <a:ext cx="99809" cy="60223"/>
            </a:xfrm>
            <a:custGeom>
              <a:avLst/>
              <a:gdLst/>
              <a:ahLst/>
              <a:cxnLst/>
              <a:rect l="l" t="t" r="r" b="b"/>
              <a:pathLst>
                <a:path w="890" h="537" extrusionOk="0">
                  <a:moveTo>
                    <a:pt x="232" y="1"/>
                  </a:moveTo>
                  <a:cubicBezTo>
                    <a:pt x="141" y="1"/>
                    <a:pt x="57" y="61"/>
                    <a:pt x="31" y="150"/>
                  </a:cubicBezTo>
                  <a:cubicBezTo>
                    <a:pt x="1" y="261"/>
                    <a:pt x="66" y="376"/>
                    <a:pt x="177" y="407"/>
                  </a:cubicBezTo>
                  <a:lnTo>
                    <a:pt x="602" y="529"/>
                  </a:lnTo>
                  <a:cubicBezTo>
                    <a:pt x="621" y="534"/>
                    <a:pt x="639" y="537"/>
                    <a:pt x="657" y="537"/>
                  </a:cubicBezTo>
                  <a:cubicBezTo>
                    <a:pt x="749" y="537"/>
                    <a:pt x="833" y="476"/>
                    <a:pt x="859" y="384"/>
                  </a:cubicBezTo>
                  <a:cubicBezTo>
                    <a:pt x="890" y="273"/>
                    <a:pt x="825" y="158"/>
                    <a:pt x="713" y="127"/>
                  </a:cubicBezTo>
                  <a:lnTo>
                    <a:pt x="288" y="8"/>
                  </a:lnTo>
                  <a:cubicBezTo>
                    <a:pt x="269" y="3"/>
                    <a:pt x="251" y="1"/>
                    <a:pt x="2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02" name="Google Shape;7602;p55"/>
            <p:cNvSpPr/>
            <p:nvPr/>
          </p:nvSpPr>
          <p:spPr>
            <a:xfrm>
              <a:off x="6218646" y="3696412"/>
              <a:ext cx="173376" cy="291696"/>
            </a:xfrm>
            <a:custGeom>
              <a:avLst/>
              <a:gdLst/>
              <a:ahLst/>
              <a:cxnLst/>
              <a:rect l="l" t="t" r="r" b="b"/>
              <a:pathLst>
                <a:path w="1546" h="2601" extrusionOk="0">
                  <a:moveTo>
                    <a:pt x="398" y="0"/>
                  </a:moveTo>
                  <a:cubicBezTo>
                    <a:pt x="355" y="0"/>
                    <a:pt x="312" y="21"/>
                    <a:pt x="288" y="59"/>
                  </a:cubicBezTo>
                  <a:cubicBezTo>
                    <a:pt x="0" y="504"/>
                    <a:pt x="318" y="1224"/>
                    <a:pt x="330" y="1255"/>
                  </a:cubicBezTo>
                  <a:cubicBezTo>
                    <a:pt x="506" y="1646"/>
                    <a:pt x="797" y="2006"/>
                    <a:pt x="955" y="2183"/>
                  </a:cubicBezTo>
                  <a:cubicBezTo>
                    <a:pt x="1062" y="2301"/>
                    <a:pt x="1169" y="2409"/>
                    <a:pt x="1261" y="2493"/>
                  </a:cubicBezTo>
                  <a:cubicBezTo>
                    <a:pt x="1319" y="2542"/>
                    <a:pt x="1365" y="2577"/>
                    <a:pt x="1399" y="2600"/>
                  </a:cubicBezTo>
                  <a:lnTo>
                    <a:pt x="1545" y="2374"/>
                  </a:lnTo>
                  <a:cubicBezTo>
                    <a:pt x="1487" y="2335"/>
                    <a:pt x="1326" y="2197"/>
                    <a:pt x="1127" y="1972"/>
                  </a:cubicBezTo>
                  <a:cubicBezTo>
                    <a:pt x="886" y="1692"/>
                    <a:pt x="690" y="1401"/>
                    <a:pt x="575" y="1148"/>
                  </a:cubicBezTo>
                  <a:cubicBezTo>
                    <a:pt x="498" y="975"/>
                    <a:pt x="341" y="473"/>
                    <a:pt x="514" y="209"/>
                  </a:cubicBezTo>
                  <a:cubicBezTo>
                    <a:pt x="552" y="144"/>
                    <a:pt x="537" y="64"/>
                    <a:pt x="472" y="22"/>
                  </a:cubicBezTo>
                  <a:cubicBezTo>
                    <a:pt x="449" y="7"/>
                    <a:pt x="424" y="0"/>
                    <a:pt x="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03" name="Google Shape;7603;p55"/>
            <p:cNvSpPr/>
            <p:nvPr/>
          </p:nvSpPr>
          <p:spPr>
            <a:xfrm>
              <a:off x="6368132" y="3964341"/>
              <a:ext cx="120444" cy="57756"/>
            </a:xfrm>
            <a:custGeom>
              <a:avLst/>
              <a:gdLst/>
              <a:ahLst/>
              <a:cxnLst/>
              <a:rect l="l" t="t" r="r" b="b"/>
              <a:pathLst>
                <a:path w="1074" h="515" extrusionOk="0">
                  <a:moveTo>
                    <a:pt x="775" y="1"/>
                  </a:moveTo>
                  <a:cubicBezTo>
                    <a:pt x="745" y="1"/>
                    <a:pt x="715" y="5"/>
                    <a:pt x="687" y="15"/>
                  </a:cubicBezTo>
                  <a:lnTo>
                    <a:pt x="46" y="273"/>
                  </a:lnTo>
                  <a:cubicBezTo>
                    <a:pt x="16" y="284"/>
                    <a:pt x="1" y="319"/>
                    <a:pt x="16" y="349"/>
                  </a:cubicBezTo>
                  <a:cubicBezTo>
                    <a:pt x="25" y="373"/>
                    <a:pt x="48" y="387"/>
                    <a:pt x="71" y="387"/>
                  </a:cubicBezTo>
                  <a:cubicBezTo>
                    <a:pt x="78" y="387"/>
                    <a:pt x="86" y="386"/>
                    <a:pt x="92" y="383"/>
                  </a:cubicBezTo>
                  <a:lnTo>
                    <a:pt x="729" y="130"/>
                  </a:lnTo>
                  <a:cubicBezTo>
                    <a:pt x="744" y="124"/>
                    <a:pt x="760" y="121"/>
                    <a:pt x="775" y="121"/>
                  </a:cubicBezTo>
                  <a:cubicBezTo>
                    <a:pt x="796" y="121"/>
                    <a:pt x="817" y="126"/>
                    <a:pt x="836" y="135"/>
                  </a:cubicBezTo>
                  <a:cubicBezTo>
                    <a:pt x="871" y="150"/>
                    <a:pt x="897" y="176"/>
                    <a:pt x="913" y="215"/>
                  </a:cubicBezTo>
                  <a:cubicBezTo>
                    <a:pt x="939" y="288"/>
                    <a:pt x="902" y="369"/>
                    <a:pt x="828" y="395"/>
                  </a:cubicBezTo>
                  <a:cubicBezTo>
                    <a:pt x="794" y="406"/>
                    <a:pt x="779" y="441"/>
                    <a:pt x="791" y="472"/>
                  </a:cubicBezTo>
                  <a:cubicBezTo>
                    <a:pt x="800" y="500"/>
                    <a:pt x="823" y="514"/>
                    <a:pt x="848" y="514"/>
                  </a:cubicBezTo>
                  <a:cubicBezTo>
                    <a:pt x="850" y="514"/>
                    <a:pt x="853" y="514"/>
                    <a:pt x="856" y="514"/>
                  </a:cubicBezTo>
                  <a:cubicBezTo>
                    <a:pt x="859" y="510"/>
                    <a:pt x="863" y="510"/>
                    <a:pt x="871" y="510"/>
                  </a:cubicBezTo>
                  <a:cubicBezTo>
                    <a:pt x="1005" y="460"/>
                    <a:pt x="1074" y="307"/>
                    <a:pt x="1024" y="173"/>
                  </a:cubicBezTo>
                  <a:cubicBezTo>
                    <a:pt x="1001" y="107"/>
                    <a:pt x="951" y="54"/>
                    <a:pt x="886" y="24"/>
                  </a:cubicBezTo>
                  <a:cubicBezTo>
                    <a:pt x="851" y="9"/>
                    <a:pt x="813" y="1"/>
                    <a:pt x="7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04" name="Google Shape;7604;p55"/>
            <p:cNvSpPr/>
            <p:nvPr/>
          </p:nvSpPr>
          <p:spPr>
            <a:xfrm>
              <a:off x="6430932" y="3959182"/>
              <a:ext cx="28821" cy="31513"/>
            </a:xfrm>
            <a:custGeom>
              <a:avLst/>
              <a:gdLst/>
              <a:ahLst/>
              <a:cxnLst/>
              <a:rect l="l" t="t" r="r" b="b"/>
              <a:pathLst>
                <a:path w="257" h="281" extrusionOk="0">
                  <a:moveTo>
                    <a:pt x="142" y="1"/>
                  </a:moveTo>
                  <a:lnTo>
                    <a:pt x="1" y="66"/>
                  </a:lnTo>
                  <a:cubicBezTo>
                    <a:pt x="1" y="66"/>
                    <a:pt x="20" y="70"/>
                    <a:pt x="66" y="123"/>
                  </a:cubicBezTo>
                  <a:cubicBezTo>
                    <a:pt x="119" y="185"/>
                    <a:pt x="58" y="265"/>
                    <a:pt x="135" y="280"/>
                  </a:cubicBezTo>
                  <a:cubicBezTo>
                    <a:pt x="137" y="281"/>
                    <a:pt x="139" y="281"/>
                    <a:pt x="141" y="281"/>
                  </a:cubicBezTo>
                  <a:cubicBezTo>
                    <a:pt x="191" y="281"/>
                    <a:pt x="257" y="205"/>
                    <a:pt x="250" y="142"/>
                  </a:cubicBezTo>
                  <a:cubicBezTo>
                    <a:pt x="253" y="119"/>
                    <a:pt x="245" y="100"/>
                    <a:pt x="234" y="77"/>
                  </a:cubicBezTo>
                  <a:cubicBezTo>
                    <a:pt x="219" y="31"/>
                    <a:pt x="146" y="1"/>
                    <a:pt x="142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05" name="Google Shape;7605;p55"/>
            <p:cNvSpPr/>
            <p:nvPr/>
          </p:nvSpPr>
          <p:spPr>
            <a:xfrm>
              <a:off x="6383159" y="3974659"/>
              <a:ext cx="25905" cy="31513"/>
            </a:xfrm>
            <a:custGeom>
              <a:avLst/>
              <a:gdLst/>
              <a:ahLst/>
              <a:cxnLst/>
              <a:rect l="l" t="t" r="r" b="b"/>
              <a:pathLst>
                <a:path w="231" h="281" extrusionOk="0">
                  <a:moveTo>
                    <a:pt x="116" y="1"/>
                  </a:moveTo>
                  <a:lnTo>
                    <a:pt x="5" y="78"/>
                  </a:lnTo>
                  <a:lnTo>
                    <a:pt x="5" y="78"/>
                  </a:lnTo>
                  <a:cubicBezTo>
                    <a:pt x="4" y="77"/>
                    <a:pt x="3" y="77"/>
                    <a:pt x="3" y="77"/>
                  </a:cubicBezTo>
                  <a:cubicBezTo>
                    <a:pt x="0" y="77"/>
                    <a:pt x="1" y="81"/>
                    <a:pt x="1" y="81"/>
                  </a:cubicBezTo>
                  <a:lnTo>
                    <a:pt x="5" y="78"/>
                  </a:lnTo>
                  <a:lnTo>
                    <a:pt x="5" y="78"/>
                  </a:lnTo>
                  <a:cubicBezTo>
                    <a:pt x="10" y="80"/>
                    <a:pt x="20" y="88"/>
                    <a:pt x="39" y="112"/>
                  </a:cubicBezTo>
                  <a:cubicBezTo>
                    <a:pt x="96" y="176"/>
                    <a:pt x="32" y="268"/>
                    <a:pt x="108" y="280"/>
                  </a:cubicBezTo>
                  <a:cubicBezTo>
                    <a:pt x="111" y="281"/>
                    <a:pt x="113" y="281"/>
                    <a:pt x="115" y="281"/>
                  </a:cubicBezTo>
                  <a:cubicBezTo>
                    <a:pt x="164" y="281"/>
                    <a:pt x="230" y="208"/>
                    <a:pt x="223" y="146"/>
                  </a:cubicBezTo>
                  <a:cubicBezTo>
                    <a:pt x="227" y="123"/>
                    <a:pt x="220" y="100"/>
                    <a:pt x="208" y="81"/>
                  </a:cubicBezTo>
                  <a:cubicBezTo>
                    <a:pt x="188" y="31"/>
                    <a:pt x="119" y="1"/>
                    <a:pt x="116" y="1"/>
                  </a:cubicBez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7606" name="Google Shape;7606;p55"/>
            <p:cNvGrpSpPr/>
            <p:nvPr/>
          </p:nvGrpSpPr>
          <p:grpSpPr>
            <a:xfrm>
              <a:off x="5933354" y="4108432"/>
              <a:ext cx="244588" cy="244706"/>
              <a:chOff x="5933354" y="4119894"/>
              <a:chExt cx="244588" cy="244706"/>
            </a:xfrm>
          </p:grpSpPr>
          <p:sp>
            <p:nvSpPr>
              <p:cNvPr id="7607" name="Google Shape;7607;p55"/>
              <p:cNvSpPr/>
              <p:nvPr/>
            </p:nvSpPr>
            <p:spPr>
              <a:xfrm>
                <a:off x="6046394" y="4129763"/>
                <a:ext cx="3028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7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7" y="2001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08" name="Google Shape;7608;p55"/>
              <p:cNvSpPr/>
              <p:nvPr/>
            </p:nvSpPr>
            <p:spPr>
              <a:xfrm>
                <a:off x="6046394" y="4129763"/>
                <a:ext cx="3028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7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7" y="2001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09" name="Google Shape;7609;p55"/>
              <p:cNvSpPr/>
              <p:nvPr/>
            </p:nvSpPr>
            <p:spPr>
              <a:xfrm>
                <a:off x="6061870" y="4129763"/>
                <a:ext cx="3028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7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7" y="2001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10" name="Google Shape;7610;p55"/>
              <p:cNvSpPr/>
              <p:nvPr/>
            </p:nvSpPr>
            <p:spPr>
              <a:xfrm>
                <a:off x="600422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27" y="0"/>
                    </a:moveTo>
                    <a:lnTo>
                      <a:pt x="0" y="8"/>
                    </a:lnTo>
                    <a:lnTo>
                      <a:pt x="767" y="1859"/>
                    </a:lnTo>
                    <a:lnTo>
                      <a:pt x="790" y="1848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11" name="Google Shape;7611;p55"/>
              <p:cNvSpPr/>
              <p:nvPr/>
            </p:nvSpPr>
            <p:spPr>
              <a:xfrm>
                <a:off x="600422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27" y="0"/>
                    </a:moveTo>
                    <a:lnTo>
                      <a:pt x="0" y="8"/>
                    </a:lnTo>
                    <a:lnTo>
                      <a:pt x="767" y="1859"/>
                    </a:lnTo>
                    <a:lnTo>
                      <a:pt x="790" y="1848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12" name="Google Shape;7612;p55"/>
              <p:cNvSpPr/>
              <p:nvPr/>
            </p:nvSpPr>
            <p:spPr>
              <a:xfrm>
                <a:off x="6018358" y="4134922"/>
                <a:ext cx="88707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60" extrusionOk="0">
                    <a:moveTo>
                      <a:pt x="28" y="1"/>
                    </a:moveTo>
                    <a:lnTo>
                      <a:pt x="1" y="12"/>
                    </a:lnTo>
                    <a:lnTo>
                      <a:pt x="767" y="1859"/>
                    </a:lnTo>
                    <a:lnTo>
                      <a:pt x="790" y="1847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13" name="Google Shape;7613;p55"/>
              <p:cNvSpPr/>
              <p:nvPr/>
            </p:nvSpPr>
            <p:spPr>
              <a:xfrm>
                <a:off x="5948381" y="4205016"/>
                <a:ext cx="208478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51" y="789"/>
                    </a:lnTo>
                    <a:lnTo>
                      <a:pt x="1858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14" name="Google Shape;7614;p55"/>
              <p:cNvSpPr/>
              <p:nvPr/>
            </p:nvSpPr>
            <p:spPr>
              <a:xfrm>
                <a:off x="5948381" y="4205016"/>
                <a:ext cx="208478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51" y="789"/>
                    </a:lnTo>
                    <a:lnTo>
                      <a:pt x="1858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15" name="Google Shape;7615;p55"/>
              <p:cNvSpPr/>
              <p:nvPr/>
            </p:nvSpPr>
            <p:spPr>
              <a:xfrm>
                <a:off x="5954325" y="4190885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48" y="789"/>
                    </a:lnTo>
                    <a:lnTo>
                      <a:pt x="1859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16" name="Google Shape;7616;p55"/>
              <p:cNvSpPr/>
              <p:nvPr/>
            </p:nvSpPr>
            <p:spPr>
              <a:xfrm>
                <a:off x="5954325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8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17" name="Google Shape;7617;p55"/>
              <p:cNvSpPr/>
              <p:nvPr/>
            </p:nvSpPr>
            <p:spPr>
              <a:xfrm>
                <a:off x="5954325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8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18" name="Google Shape;7618;p55"/>
              <p:cNvSpPr/>
              <p:nvPr/>
            </p:nvSpPr>
            <p:spPr>
              <a:xfrm>
                <a:off x="5948381" y="4190885"/>
                <a:ext cx="208478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790" extrusionOk="0">
                    <a:moveTo>
                      <a:pt x="1851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8" y="23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19" name="Google Shape;7619;p55"/>
              <p:cNvSpPr/>
              <p:nvPr/>
            </p:nvSpPr>
            <p:spPr>
              <a:xfrm>
                <a:off x="601835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8" y="1859"/>
                    </a:lnTo>
                    <a:lnTo>
                      <a:pt x="790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20" name="Google Shape;7620;p55"/>
              <p:cNvSpPr/>
              <p:nvPr/>
            </p:nvSpPr>
            <p:spPr>
              <a:xfrm>
                <a:off x="6018358" y="4140978"/>
                <a:ext cx="88707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8" y="1859"/>
                    </a:lnTo>
                    <a:lnTo>
                      <a:pt x="790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21" name="Google Shape;7621;p55"/>
              <p:cNvSpPr/>
              <p:nvPr/>
            </p:nvSpPr>
            <p:spPr>
              <a:xfrm>
                <a:off x="6004228" y="4134922"/>
                <a:ext cx="88707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860" extrusionOk="0">
                    <a:moveTo>
                      <a:pt x="767" y="1"/>
                    </a:moveTo>
                    <a:lnTo>
                      <a:pt x="0" y="1847"/>
                    </a:lnTo>
                    <a:lnTo>
                      <a:pt x="27" y="1859"/>
                    </a:lnTo>
                    <a:lnTo>
                      <a:pt x="790" y="12"/>
                    </a:ln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22" name="Google Shape;7622;p55"/>
              <p:cNvSpPr/>
              <p:nvPr/>
            </p:nvSpPr>
            <p:spPr>
              <a:xfrm>
                <a:off x="5969800" y="4167109"/>
                <a:ext cx="160816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5" extrusionOk="0">
                    <a:moveTo>
                      <a:pt x="20" y="1"/>
                    </a:moveTo>
                    <a:lnTo>
                      <a:pt x="1" y="20"/>
                    </a:lnTo>
                    <a:lnTo>
                      <a:pt x="1414" y="1434"/>
                    </a:lnTo>
                    <a:lnTo>
                      <a:pt x="1434" y="1415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23" name="Google Shape;7623;p55"/>
              <p:cNvSpPr/>
              <p:nvPr/>
            </p:nvSpPr>
            <p:spPr>
              <a:xfrm>
                <a:off x="5980566" y="4156455"/>
                <a:ext cx="160816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4" extrusionOk="0">
                    <a:moveTo>
                      <a:pt x="20" y="0"/>
                    </a:moveTo>
                    <a:lnTo>
                      <a:pt x="0" y="19"/>
                    </a:lnTo>
                    <a:lnTo>
                      <a:pt x="1415" y="1434"/>
                    </a:lnTo>
                    <a:lnTo>
                      <a:pt x="1433" y="14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24" name="Google Shape;7624;p55"/>
              <p:cNvSpPr/>
              <p:nvPr/>
            </p:nvSpPr>
            <p:spPr>
              <a:xfrm>
                <a:off x="5980566" y="4167109"/>
                <a:ext cx="160816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5" extrusionOk="0">
                    <a:moveTo>
                      <a:pt x="1415" y="1"/>
                    </a:moveTo>
                    <a:lnTo>
                      <a:pt x="0" y="1415"/>
                    </a:lnTo>
                    <a:lnTo>
                      <a:pt x="20" y="1434"/>
                    </a:lnTo>
                    <a:lnTo>
                      <a:pt x="1433" y="20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25" name="Google Shape;7625;p55"/>
              <p:cNvSpPr/>
              <p:nvPr/>
            </p:nvSpPr>
            <p:spPr>
              <a:xfrm>
                <a:off x="5969800" y="4156455"/>
                <a:ext cx="160816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4" extrusionOk="0">
                    <a:moveTo>
                      <a:pt x="1414" y="0"/>
                    </a:moveTo>
                    <a:lnTo>
                      <a:pt x="1" y="1415"/>
                    </a:lnTo>
                    <a:lnTo>
                      <a:pt x="20" y="1434"/>
                    </a:lnTo>
                    <a:lnTo>
                      <a:pt x="1434" y="19"/>
                    </a:lnTo>
                    <a:lnTo>
                      <a:pt x="141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26" name="Google Shape;7626;p55"/>
              <p:cNvSpPr/>
              <p:nvPr/>
            </p:nvSpPr>
            <p:spPr>
              <a:xfrm>
                <a:off x="5943671" y="4248419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27" name="Google Shape;7627;p55"/>
              <p:cNvSpPr/>
              <p:nvPr/>
            </p:nvSpPr>
            <p:spPr>
              <a:xfrm>
                <a:off x="5943671" y="4232942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28" name="Google Shape;7628;p55"/>
              <p:cNvSpPr/>
              <p:nvPr/>
            </p:nvSpPr>
            <p:spPr>
              <a:xfrm>
                <a:off x="5940643" y="4127184"/>
                <a:ext cx="230009" cy="230015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2051" extrusionOk="0">
                    <a:moveTo>
                      <a:pt x="1027" y="200"/>
                    </a:moveTo>
                    <a:cubicBezTo>
                      <a:pt x="1483" y="200"/>
                      <a:pt x="1851" y="568"/>
                      <a:pt x="1851" y="1023"/>
                    </a:cubicBezTo>
                    <a:cubicBezTo>
                      <a:pt x="1851" y="1480"/>
                      <a:pt x="1483" y="1851"/>
                      <a:pt x="1027" y="1851"/>
                    </a:cubicBezTo>
                    <a:cubicBezTo>
                      <a:pt x="571" y="1851"/>
                      <a:pt x="199" y="1480"/>
                      <a:pt x="199" y="1023"/>
                    </a:cubicBezTo>
                    <a:cubicBezTo>
                      <a:pt x="199" y="568"/>
                      <a:pt x="571" y="200"/>
                      <a:pt x="1027" y="200"/>
                    </a:cubicBezTo>
                    <a:close/>
                    <a:moveTo>
                      <a:pt x="1027" y="1"/>
                    </a:moveTo>
                    <a:cubicBezTo>
                      <a:pt x="460" y="1"/>
                      <a:pt x="1" y="461"/>
                      <a:pt x="1" y="1023"/>
                    </a:cubicBezTo>
                    <a:cubicBezTo>
                      <a:pt x="1" y="1591"/>
                      <a:pt x="460" y="2051"/>
                      <a:pt x="1027" y="2051"/>
                    </a:cubicBezTo>
                    <a:cubicBezTo>
                      <a:pt x="1591" y="2051"/>
                      <a:pt x="2050" y="1591"/>
                      <a:pt x="2050" y="1023"/>
                    </a:cubicBezTo>
                    <a:cubicBezTo>
                      <a:pt x="2050" y="461"/>
                      <a:pt x="1591" y="1"/>
                      <a:pt x="10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29" name="Google Shape;7629;p55"/>
              <p:cNvSpPr/>
              <p:nvPr/>
            </p:nvSpPr>
            <p:spPr>
              <a:xfrm>
                <a:off x="5933354" y="4119894"/>
                <a:ext cx="244588" cy="244706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2182" extrusionOk="0">
                    <a:moveTo>
                      <a:pt x="1092" y="211"/>
                    </a:moveTo>
                    <a:cubicBezTo>
                      <a:pt x="1575" y="211"/>
                      <a:pt x="1969" y="606"/>
                      <a:pt x="1969" y="1088"/>
                    </a:cubicBezTo>
                    <a:cubicBezTo>
                      <a:pt x="1969" y="1576"/>
                      <a:pt x="1575" y="1967"/>
                      <a:pt x="1092" y="1967"/>
                    </a:cubicBezTo>
                    <a:cubicBezTo>
                      <a:pt x="605" y="1967"/>
                      <a:pt x="211" y="1576"/>
                      <a:pt x="211" y="1088"/>
                    </a:cubicBezTo>
                    <a:cubicBezTo>
                      <a:pt x="211" y="606"/>
                      <a:pt x="605" y="211"/>
                      <a:pt x="1092" y="211"/>
                    </a:cubicBezTo>
                    <a:close/>
                    <a:moveTo>
                      <a:pt x="1092" y="1"/>
                    </a:moveTo>
                    <a:cubicBezTo>
                      <a:pt x="490" y="1"/>
                      <a:pt x="0" y="491"/>
                      <a:pt x="0" y="1088"/>
                    </a:cubicBezTo>
                    <a:cubicBezTo>
                      <a:pt x="0" y="1691"/>
                      <a:pt x="490" y="2181"/>
                      <a:pt x="1092" y="2181"/>
                    </a:cubicBezTo>
                    <a:cubicBezTo>
                      <a:pt x="1690" y="2181"/>
                      <a:pt x="2181" y="1691"/>
                      <a:pt x="2181" y="1088"/>
                    </a:cubicBezTo>
                    <a:cubicBezTo>
                      <a:pt x="2181" y="491"/>
                      <a:pt x="1690" y="1"/>
                      <a:pt x="10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30" name="Google Shape;7630;p55"/>
              <p:cNvSpPr/>
              <p:nvPr/>
            </p:nvSpPr>
            <p:spPr>
              <a:xfrm>
                <a:off x="6033834" y="4220493"/>
                <a:ext cx="43624" cy="4351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8" extrusionOk="0">
                    <a:moveTo>
                      <a:pt x="196" y="0"/>
                    </a:moveTo>
                    <a:cubicBezTo>
                      <a:pt x="85" y="0"/>
                      <a:pt x="1" y="85"/>
                      <a:pt x="1" y="191"/>
                    </a:cubicBezTo>
                    <a:cubicBezTo>
                      <a:pt x="1" y="303"/>
                      <a:pt x="85" y="387"/>
                      <a:pt x="196" y="387"/>
                    </a:cubicBezTo>
                    <a:cubicBezTo>
                      <a:pt x="303" y="387"/>
                      <a:pt x="388" y="303"/>
                      <a:pt x="388" y="191"/>
                    </a:cubicBezTo>
                    <a:cubicBezTo>
                      <a:pt x="388" y="85"/>
                      <a:pt x="303" y="0"/>
                      <a:pt x="1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grpSp>
          <p:nvGrpSpPr>
            <p:cNvPr id="7631" name="Google Shape;7631;p55"/>
            <p:cNvGrpSpPr/>
            <p:nvPr/>
          </p:nvGrpSpPr>
          <p:grpSpPr>
            <a:xfrm>
              <a:off x="6371609" y="4108432"/>
              <a:ext cx="244140" cy="244706"/>
              <a:chOff x="6371609" y="4119894"/>
              <a:chExt cx="244140" cy="244706"/>
            </a:xfrm>
          </p:grpSpPr>
          <p:sp>
            <p:nvSpPr>
              <p:cNvPr id="7632" name="Google Shape;7632;p55"/>
              <p:cNvSpPr/>
              <p:nvPr/>
            </p:nvSpPr>
            <p:spPr>
              <a:xfrm>
                <a:off x="6484200" y="4129763"/>
                <a:ext cx="3589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32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31" y="2001"/>
                    </a:ln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33" name="Google Shape;7633;p55"/>
              <p:cNvSpPr/>
              <p:nvPr/>
            </p:nvSpPr>
            <p:spPr>
              <a:xfrm>
                <a:off x="6484200" y="4129763"/>
                <a:ext cx="3589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32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31" y="2001"/>
                    </a:ln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34" name="Google Shape;7634;p55"/>
              <p:cNvSpPr/>
              <p:nvPr/>
            </p:nvSpPr>
            <p:spPr>
              <a:xfrm>
                <a:off x="6499676" y="4129763"/>
                <a:ext cx="3140" cy="224519"/>
              </a:xfrm>
              <a:custGeom>
                <a:avLst/>
                <a:gdLst/>
                <a:ahLst/>
                <a:cxnLst/>
                <a:rect l="l" t="t" r="r" b="b"/>
                <a:pathLst>
                  <a:path w="28" h="2002" extrusionOk="0">
                    <a:moveTo>
                      <a:pt x="0" y="1"/>
                    </a:moveTo>
                    <a:lnTo>
                      <a:pt x="0" y="2001"/>
                    </a:lnTo>
                    <a:lnTo>
                      <a:pt x="28" y="2001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35" name="Google Shape;7635;p55"/>
              <p:cNvSpPr/>
              <p:nvPr/>
            </p:nvSpPr>
            <p:spPr>
              <a:xfrm>
                <a:off x="6442034" y="4140978"/>
                <a:ext cx="89155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859" extrusionOk="0">
                    <a:moveTo>
                      <a:pt x="28" y="0"/>
                    </a:moveTo>
                    <a:lnTo>
                      <a:pt x="1" y="8"/>
                    </a:lnTo>
                    <a:lnTo>
                      <a:pt x="767" y="1859"/>
                    </a:lnTo>
                    <a:lnTo>
                      <a:pt x="795" y="184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36" name="Google Shape;7636;p55"/>
              <p:cNvSpPr/>
              <p:nvPr/>
            </p:nvSpPr>
            <p:spPr>
              <a:xfrm>
                <a:off x="6442034" y="4140978"/>
                <a:ext cx="89155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859" extrusionOk="0">
                    <a:moveTo>
                      <a:pt x="28" y="0"/>
                    </a:moveTo>
                    <a:lnTo>
                      <a:pt x="1" y="8"/>
                    </a:lnTo>
                    <a:lnTo>
                      <a:pt x="767" y="1859"/>
                    </a:lnTo>
                    <a:lnTo>
                      <a:pt x="795" y="184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37" name="Google Shape;7637;p55"/>
              <p:cNvSpPr/>
              <p:nvPr/>
            </p:nvSpPr>
            <p:spPr>
              <a:xfrm>
                <a:off x="6456277" y="4134922"/>
                <a:ext cx="89043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860" extrusionOk="0">
                    <a:moveTo>
                      <a:pt x="27" y="1"/>
                    </a:moveTo>
                    <a:lnTo>
                      <a:pt x="1" y="12"/>
                    </a:lnTo>
                    <a:lnTo>
                      <a:pt x="767" y="1859"/>
                    </a:lnTo>
                    <a:lnTo>
                      <a:pt x="794" y="1847"/>
                    </a:ln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38" name="Google Shape;7638;p55"/>
              <p:cNvSpPr/>
              <p:nvPr/>
            </p:nvSpPr>
            <p:spPr>
              <a:xfrm>
                <a:off x="6386187" y="4205016"/>
                <a:ext cx="208926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90" extrusionOk="0">
                    <a:moveTo>
                      <a:pt x="12" y="0"/>
                    </a:moveTo>
                    <a:lnTo>
                      <a:pt x="0" y="23"/>
                    </a:lnTo>
                    <a:lnTo>
                      <a:pt x="1852" y="789"/>
                    </a:lnTo>
                    <a:lnTo>
                      <a:pt x="1863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39" name="Google Shape;7639;p55"/>
              <p:cNvSpPr/>
              <p:nvPr/>
            </p:nvSpPr>
            <p:spPr>
              <a:xfrm>
                <a:off x="6386187" y="4205016"/>
                <a:ext cx="208926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90" extrusionOk="0">
                    <a:moveTo>
                      <a:pt x="12" y="0"/>
                    </a:moveTo>
                    <a:lnTo>
                      <a:pt x="0" y="23"/>
                    </a:lnTo>
                    <a:lnTo>
                      <a:pt x="1852" y="789"/>
                    </a:lnTo>
                    <a:lnTo>
                      <a:pt x="1863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40" name="Google Shape;7640;p55"/>
              <p:cNvSpPr/>
              <p:nvPr/>
            </p:nvSpPr>
            <p:spPr>
              <a:xfrm>
                <a:off x="6392243" y="4190885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2" y="0"/>
                    </a:moveTo>
                    <a:lnTo>
                      <a:pt x="1" y="23"/>
                    </a:lnTo>
                    <a:lnTo>
                      <a:pt x="1847" y="789"/>
                    </a:lnTo>
                    <a:lnTo>
                      <a:pt x="1859" y="76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41" name="Google Shape;7641;p55"/>
              <p:cNvSpPr/>
              <p:nvPr/>
            </p:nvSpPr>
            <p:spPr>
              <a:xfrm>
                <a:off x="6392243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7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42" name="Google Shape;7642;p55"/>
              <p:cNvSpPr/>
              <p:nvPr/>
            </p:nvSpPr>
            <p:spPr>
              <a:xfrm>
                <a:off x="6392243" y="4205016"/>
                <a:ext cx="208590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790" extrusionOk="0">
                    <a:moveTo>
                      <a:pt x="1847" y="0"/>
                    </a:moveTo>
                    <a:lnTo>
                      <a:pt x="1" y="763"/>
                    </a:lnTo>
                    <a:lnTo>
                      <a:pt x="12" y="789"/>
                    </a:lnTo>
                    <a:lnTo>
                      <a:pt x="1859" y="23"/>
                    </a:lnTo>
                    <a:lnTo>
                      <a:pt x="18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43" name="Google Shape;7643;p55"/>
              <p:cNvSpPr/>
              <p:nvPr/>
            </p:nvSpPr>
            <p:spPr>
              <a:xfrm>
                <a:off x="6386187" y="4190885"/>
                <a:ext cx="208926" cy="885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90" extrusionOk="0">
                    <a:moveTo>
                      <a:pt x="1852" y="0"/>
                    </a:moveTo>
                    <a:lnTo>
                      <a:pt x="0" y="763"/>
                    </a:lnTo>
                    <a:lnTo>
                      <a:pt x="12" y="789"/>
                    </a:lnTo>
                    <a:lnTo>
                      <a:pt x="1863" y="23"/>
                    </a:lnTo>
                    <a:lnTo>
                      <a:pt x="185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44" name="Google Shape;7644;p55"/>
              <p:cNvSpPr/>
              <p:nvPr/>
            </p:nvSpPr>
            <p:spPr>
              <a:xfrm>
                <a:off x="6456277" y="4140978"/>
                <a:ext cx="89043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7" y="1859"/>
                    </a:lnTo>
                    <a:lnTo>
                      <a:pt x="794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45" name="Google Shape;7645;p55"/>
              <p:cNvSpPr/>
              <p:nvPr/>
            </p:nvSpPr>
            <p:spPr>
              <a:xfrm>
                <a:off x="6456277" y="4140978"/>
                <a:ext cx="89043" cy="208482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859" extrusionOk="0">
                    <a:moveTo>
                      <a:pt x="767" y="0"/>
                    </a:moveTo>
                    <a:lnTo>
                      <a:pt x="1" y="1848"/>
                    </a:lnTo>
                    <a:lnTo>
                      <a:pt x="27" y="1859"/>
                    </a:lnTo>
                    <a:lnTo>
                      <a:pt x="794" y="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46" name="Google Shape;7646;p55"/>
              <p:cNvSpPr/>
              <p:nvPr/>
            </p:nvSpPr>
            <p:spPr>
              <a:xfrm>
                <a:off x="6442034" y="4134922"/>
                <a:ext cx="89155" cy="208594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860" extrusionOk="0">
                    <a:moveTo>
                      <a:pt x="767" y="1"/>
                    </a:moveTo>
                    <a:lnTo>
                      <a:pt x="1" y="1847"/>
                    </a:lnTo>
                    <a:lnTo>
                      <a:pt x="28" y="1859"/>
                    </a:lnTo>
                    <a:lnTo>
                      <a:pt x="795" y="12"/>
                    </a:ln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47" name="Google Shape;7647;p55"/>
              <p:cNvSpPr/>
              <p:nvPr/>
            </p:nvSpPr>
            <p:spPr>
              <a:xfrm>
                <a:off x="6407719" y="4167109"/>
                <a:ext cx="160816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5" extrusionOk="0">
                    <a:moveTo>
                      <a:pt x="20" y="1"/>
                    </a:moveTo>
                    <a:lnTo>
                      <a:pt x="1" y="20"/>
                    </a:lnTo>
                    <a:lnTo>
                      <a:pt x="1414" y="1434"/>
                    </a:lnTo>
                    <a:lnTo>
                      <a:pt x="1433" y="1415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48" name="Google Shape;7648;p55"/>
              <p:cNvSpPr/>
              <p:nvPr/>
            </p:nvSpPr>
            <p:spPr>
              <a:xfrm>
                <a:off x="6418484" y="4156455"/>
                <a:ext cx="161152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4" extrusionOk="0">
                    <a:moveTo>
                      <a:pt x="20" y="0"/>
                    </a:moveTo>
                    <a:lnTo>
                      <a:pt x="0" y="19"/>
                    </a:lnTo>
                    <a:lnTo>
                      <a:pt x="1414" y="1434"/>
                    </a:lnTo>
                    <a:lnTo>
                      <a:pt x="1437" y="141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49" name="Google Shape;7649;p55"/>
              <p:cNvSpPr/>
              <p:nvPr/>
            </p:nvSpPr>
            <p:spPr>
              <a:xfrm>
                <a:off x="6418484" y="4167109"/>
                <a:ext cx="161152" cy="160932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5" extrusionOk="0">
                    <a:moveTo>
                      <a:pt x="1414" y="1"/>
                    </a:moveTo>
                    <a:lnTo>
                      <a:pt x="0" y="1415"/>
                    </a:lnTo>
                    <a:lnTo>
                      <a:pt x="20" y="1434"/>
                    </a:lnTo>
                    <a:lnTo>
                      <a:pt x="1437" y="20"/>
                    </a:lnTo>
                    <a:lnTo>
                      <a:pt x="141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50" name="Google Shape;7650;p55"/>
              <p:cNvSpPr/>
              <p:nvPr/>
            </p:nvSpPr>
            <p:spPr>
              <a:xfrm>
                <a:off x="6407719" y="4156455"/>
                <a:ext cx="160816" cy="16082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434" extrusionOk="0">
                    <a:moveTo>
                      <a:pt x="1414" y="0"/>
                    </a:moveTo>
                    <a:lnTo>
                      <a:pt x="1" y="1415"/>
                    </a:lnTo>
                    <a:lnTo>
                      <a:pt x="20" y="1434"/>
                    </a:lnTo>
                    <a:lnTo>
                      <a:pt x="1433" y="19"/>
                    </a:lnTo>
                    <a:lnTo>
                      <a:pt x="141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51" name="Google Shape;7651;p55"/>
              <p:cNvSpPr/>
              <p:nvPr/>
            </p:nvSpPr>
            <p:spPr>
              <a:xfrm>
                <a:off x="6381589" y="4248419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52" name="Google Shape;7652;p55"/>
              <p:cNvSpPr/>
              <p:nvPr/>
            </p:nvSpPr>
            <p:spPr>
              <a:xfrm>
                <a:off x="6381589" y="4232942"/>
                <a:ext cx="224402" cy="3140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2000" y="27"/>
                    </a:lnTo>
                    <a:lnTo>
                      <a:pt x="20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53" name="Google Shape;7653;p55"/>
              <p:cNvSpPr/>
              <p:nvPr/>
            </p:nvSpPr>
            <p:spPr>
              <a:xfrm>
                <a:off x="6378449" y="4127184"/>
                <a:ext cx="230122" cy="230015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2051" extrusionOk="0">
                    <a:moveTo>
                      <a:pt x="1028" y="200"/>
                    </a:moveTo>
                    <a:cubicBezTo>
                      <a:pt x="1484" y="200"/>
                      <a:pt x="1855" y="568"/>
                      <a:pt x="1855" y="1023"/>
                    </a:cubicBezTo>
                    <a:cubicBezTo>
                      <a:pt x="1855" y="1480"/>
                      <a:pt x="1484" y="1851"/>
                      <a:pt x="1028" y="1851"/>
                    </a:cubicBezTo>
                    <a:cubicBezTo>
                      <a:pt x="572" y="1851"/>
                      <a:pt x="200" y="1480"/>
                      <a:pt x="200" y="1023"/>
                    </a:cubicBezTo>
                    <a:cubicBezTo>
                      <a:pt x="200" y="568"/>
                      <a:pt x="572" y="200"/>
                      <a:pt x="1028" y="200"/>
                    </a:cubicBezTo>
                    <a:close/>
                    <a:moveTo>
                      <a:pt x="1028" y="1"/>
                    </a:moveTo>
                    <a:cubicBezTo>
                      <a:pt x="460" y="1"/>
                      <a:pt x="0" y="461"/>
                      <a:pt x="0" y="1023"/>
                    </a:cubicBezTo>
                    <a:cubicBezTo>
                      <a:pt x="0" y="1591"/>
                      <a:pt x="460" y="2051"/>
                      <a:pt x="1028" y="2051"/>
                    </a:cubicBezTo>
                    <a:cubicBezTo>
                      <a:pt x="1591" y="2051"/>
                      <a:pt x="2051" y="1591"/>
                      <a:pt x="2051" y="1023"/>
                    </a:cubicBezTo>
                    <a:cubicBezTo>
                      <a:pt x="2051" y="461"/>
                      <a:pt x="1591" y="1"/>
                      <a:pt x="10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54" name="Google Shape;7654;p55"/>
              <p:cNvSpPr/>
              <p:nvPr/>
            </p:nvSpPr>
            <p:spPr>
              <a:xfrm>
                <a:off x="6371609" y="4119894"/>
                <a:ext cx="244140" cy="244706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2182" extrusionOk="0">
                    <a:moveTo>
                      <a:pt x="1089" y="211"/>
                    </a:moveTo>
                    <a:cubicBezTo>
                      <a:pt x="1572" y="211"/>
                      <a:pt x="1966" y="606"/>
                      <a:pt x="1966" y="1088"/>
                    </a:cubicBezTo>
                    <a:cubicBezTo>
                      <a:pt x="1966" y="1576"/>
                      <a:pt x="1572" y="1967"/>
                      <a:pt x="1089" y="1967"/>
                    </a:cubicBezTo>
                    <a:cubicBezTo>
                      <a:pt x="602" y="1967"/>
                      <a:pt x="211" y="1576"/>
                      <a:pt x="211" y="1088"/>
                    </a:cubicBezTo>
                    <a:cubicBezTo>
                      <a:pt x="211" y="606"/>
                      <a:pt x="602" y="211"/>
                      <a:pt x="1089" y="211"/>
                    </a:cubicBezTo>
                    <a:close/>
                    <a:moveTo>
                      <a:pt x="1089" y="1"/>
                    </a:moveTo>
                    <a:cubicBezTo>
                      <a:pt x="487" y="1"/>
                      <a:pt x="1" y="491"/>
                      <a:pt x="1" y="1088"/>
                    </a:cubicBezTo>
                    <a:cubicBezTo>
                      <a:pt x="1" y="1691"/>
                      <a:pt x="487" y="2181"/>
                      <a:pt x="1089" y="2181"/>
                    </a:cubicBezTo>
                    <a:cubicBezTo>
                      <a:pt x="1687" y="2181"/>
                      <a:pt x="2177" y="1691"/>
                      <a:pt x="2177" y="1088"/>
                    </a:cubicBezTo>
                    <a:cubicBezTo>
                      <a:pt x="2177" y="491"/>
                      <a:pt x="1687" y="1"/>
                      <a:pt x="10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655" name="Google Shape;7655;p55"/>
              <p:cNvSpPr/>
              <p:nvPr/>
            </p:nvSpPr>
            <p:spPr>
              <a:xfrm>
                <a:off x="6471752" y="4220493"/>
                <a:ext cx="43961" cy="43513"/>
              </a:xfrm>
              <a:custGeom>
                <a:avLst/>
                <a:gdLst/>
                <a:ahLst/>
                <a:cxnLst/>
                <a:rect l="l" t="t" r="r" b="b"/>
                <a:pathLst>
                  <a:path w="392" h="388" extrusionOk="0">
                    <a:moveTo>
                      <a:pt x="196" y="0"/>
                    </a:moveTo>
                    <a:cubicBezTo>
                      <a:pt x="88" y="0"/>
                      <a:pt x="1" y="85"/>
                      <a:pt x="1" y="191"/>
                    </a:cubicBezTo>
                    <a:cubicBezTo>
                      <a:pt x="1" y="303"/>
                      <a:pt x="88" y="387"/>
                      <a:pt x="196" y="387"/>
                    </a:cubicBezTo>
                    <a:cubicBezTo>
                      <a:pt x="303" y="387"/>
                      <a:pt x="392" y="303"/>
                      <a:pt x="392" y="191"/>
                    </a:cubicBezTo>
                    <a:cubicBezTo>
                      <a:pt x="392" y="85"/>
                      <a:pt x="303" y="0"/>
                      <a:pt x="1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</p:grpSp>
      <p:grpSp>
        <p:nvGrpSpPr>
          <p:cNvPr id="7656" name="Google Shape;7656;p55"/>
          <p:cNvGrpSpPr/>
          <p:nvPr/>
        </p:nvGrpSpPr>
        <p:grpSpPr>
          <a:xfrm>
            <a:off x="5095415" y="4281803"/>
            <a:ext cx="1707861" cy="740164"/>
            <a:chOff x="3718065" y="3595878"/>
            <a:chExt cx="1707861" cy="740164"/>
          </a:xfrm>
        </p:grpSpPr>
        <p:sp>
          <p:nvSpPr>
            <p:cNvPr id="7657" name="Google Shape;7657;p55"/>
            <p:cNvSpPr/>
            <p:nvPr/>
          </p:nvSpPr>
          <p:spPr>
            <a:xfrm>
              <a:off x="4124743" y="3652887"/>
              <a:ext cx="217573" cy="215750"/>
            </a:xfrm>
            <a:custGeom>
              <a:avLst/>
              <a:gdLst/>
              <a:ahLst/>
              <a:cxnLst/>
              <a:rect l="l" t="t" r="r" b="b"/>
              <a:pathLst>
                <a:path w="2515" h="2494" extrusionOk="0">
                  <a:moveTo>
                    <a:pt x="1580" y="1"/>
                  </a:moveTo>
                  <a:cubicBezTo>
                    <a:pt x="1387" y="1"/>
                    <a:pt x="1236" y="4"/>
                    <a:pt x="1216" y="14"/>
                  </a:cubicBezTo>
                  <a:cubicBezTo>
                    <a:pt x="1159" y="45"/>
                    <a:pt x="1" y="2451"/>
                    <a:pt x="1" y="2451"/>
                  </a:cubicBezTo>
                  <a:lnTo>
                    <a:pt x="315" y="2494"/>
                  </a:lnTo>
                  <a:cubicBezTo>
                    <a:pt x="315" y="2494"/>
                    <a:pt x="1254" y="651"/>
                    <a:pt x="1334" y="593"/>
                  </a:cubicBezTo>
                  <a:cubicBezTo>
                    <a:pt x="1373" y="566"/>
                    <a:pt x="1611" y="559"/>
                    <a:pt x="1839" y="559"/>
                  </a:cubicBezTo>
                  <a:cubicBezTo>
                    <a:pt x="2067" y="559"/>
                    <a:pt x="2285" y="566"/>
                    <a:pt x="2285" y="566"/>
                  </a:cubicBezTo>
                  <a:lnTo>
                    <a:pt x="2515" y="14"/>
                  </a:lnTo>
                  <a:cubicBezTo>
                    <a:pt x="2515" y="14"/>
                    <a:pt x="1965" y="1"/>
                    <a:pt x="15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58" name="Google Shape;7658;p55"/>
            <p:cNvSpPr/>
            <p:nvPr/>
          </p:nvSpPr>
          <p:spPr>
            <a:xfrm>
              <a:off x="4352521" y="3595878"/>
              <a:ext cx="427446" cy="50347"/>
            </a:xfrm>
            <a:custGeom>
              <a:avLst/>
              <a:gdLst/>
              <a:ahLst/>
              <a:cxnLst/>
              <a:rect l="l" t="t" r="r" b="b"/>
              <a:pathLst>
                <a:path w="4941" h="582" extrusionOk="0">
                  <a:moveTo>
                    <a:pt x="608" y="1"/>
                  </a:moveTo>
                  <a:cubicBezTo>
                    <a:pt x="464" y="1"/>
                    <a:pt x="373" y="2"/>
                    <a:pt x="357" y="7"/>
                  </a:cubicBezTo>
                  <a:cubicBezTo>
                    <a:pt x="234" y="42"/>
                    <a:pt x="1" y="509"/>
                    <a:pt x="1" y="509"/>
                  </a:cubicBezTo>
                  <a:lnTo>
                    <a:pt x="460" y="509"/>
                  </a:lnTo>
                  <a:cubicBezTo>
                    <a:pt x="460" y="509"/>
                    <a:pt x="567" y="137"/>
                    <a:pt x="606" y="118"/>
                  </a:cubicBezTo>
                  <a:cubicBezTo>
                    <a:pt x="611" y="115"/>
                    <a:pt x="670" y="114"/>
                    <a:pt x="770" y="114"/>
                  </a:cubicBezTo>
                  <a:cubicBezTo>
                    <a:pt x="1489" y="114"/>
                    <a:pt x="4314" y="179"/>
                    <a:pt x="4338" y="206"/>
                  </a:cubicBezTo>
                  <a:cubicBezTo>
                    <a:pt x="4369" y="237"/>
                    <a:pt x="4445" y="581"/>
                    <a:pt x="4445" y="581"/>
                  </a:cubicBezTo>
                  <a:lnTo>
                    <a:pt x="4940" y="581"/>
                  </a:lnTo>
                  <a:cubicBezTo>
                    <a:pt x="4940" y="581"/>
                    <a:pt x="4810" y="191"/>
                    <a:pt x="4710" y="129"/>
                  </a:cubicBezTo>
                  <a:cubicBezTo>
                    <a:pt x="4624" y="76"/>
                    <a:pt x="1526" y="1"/>
                    <a:pt x="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59" name="Google Shape;7659;p55"/>
            <p:cNvSpPr/>
            <p:nvPr/>
          </p:nvSpPr>
          <p:spPr>
            <a:xfrm>
              <a:off x="3725678" y="3630395"/>
              <a:ext cx="1677775" cy="618788"/>
            </a:xfrm>
            <a:custGeom>
              <a:avLst/>
              <a:gdLst/>
              <a:ahLst/>
              <a:cxnLst/>
              <a:rect l="l" t="t" r="r" b="b"/>
              <a:pathLst>
                <a:path w="19394" h="7153" extrusionOk="0">
                  <a:moveTo>
                    <a:pt x="7739" y="1"/>
                  </a:moveTo>
                  <a:cubicBezTo>
                    <a:pt x="7374" y="1"/>
                    <a:pt x="7146" y="2"/>
                    <a:pt x="7146" y="2"/>
                  </a:cubicBezTo>
                  <a:cubicBezTo>
                    <a:pt x="6859" y="405"/>
                    <a:pt x="6239" y="2669"/>
                    <a:pt x="6239" y="2669"/>
                  </a:cubicBezTo>
                  <a:lnTo>
                    <a:pt x="483" y="2669"/>
                  </a:lnTo>
                  <a:cubicBezTo>
                    <a:pt x="111" y="2926"/>
                    <a:pt x="376" y="3156"/>
                    <a:pt x="376" y="3156"/>
                  </a:cubicBezTo>
                  <a:cubicBezTo>
                    <a:pt x="1" y="4160"/>
                    <a:pt x="199" y="6417"/>
                    <a:pt x="199" y="6417"/>
                  </a:cubicBezTo>
                  <a:lnTo>
                    <a:pt x="3112" y="7152"/>
                  </a:lnTo>
                  <a:lnTo>
                    <a:pt x="5802" y="7152"/>
                  </a:lnTo>
                  <a:lnTo>
                    <a:pt x="6997" y="6532"/>
                  </a:lnTo>
                  <a:lnTo>
                    <a:pt x="12917" y="6532"/>
                  </a:lnTo>
                  <a:lnTo>
                    <a:pt x="14619" y="6992"/>
                  </a:lnTo>
                  <a:lnTo>
                    <a:pt x="17091" y="6992"/>
                  </a:lnTo>
                  <a:lnTo>
                    <a:pt x="19072" y="6344"/>
                  </a:lnTo>
                  <a:cubicBezTo>
                    <a:pt x="19393" y="6344"/>
                    <a:pt x="19317" y="4876"/>
                    <a:pt x="19072" y="4876"/>
                  </a:cubicBezTo>
                  <a:lnTo>
                    <a:pt x="18872" y="3719"/>
                  </a:lnTo>
                  <a:lnTo>
                    <a:pt x="18156" y="3095"/>
                  </a:lnTo>
                  <a:cubicBezTo>
                    <a:pt x="17393" y="2842"/>
                    <a:pt x="14516" y="2669"/>
                    <a:pt x="14516" y="2669"/>
                  </a:cubicBezTo>
                  <a:cubicBezTo>
                    <a:pt x="13776" y="1451"/>
                    <a:pt x="12416" y="121"/>
                    <a:pt x="12416" y="121"/>
                  </a:cubicBezTo>
                  <a:cubicBezTo>
                    <a:pt x="11293" y="14"/>
                    <a:pt x="8863" y="1"/>
                    <a:pt x="7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60" name="Google Shape;7660;p55"/>
            <p:cNvSpPr/>
            <p:nvPr/>
          </p:nvSpPr>
          <p:spPr>
            <a:xfrm>
              <a:off x="5339069" y="4084046"/>
              <a:ext cx="45504" cy="61247"/>
            </a:xfrm>
            <a:custGeom>
              <a:avLst/>
              <a:gdLst/>
              <a:ahLst/>
              <a:cxnLst/>
              <a:rect l="l" t="t" r="r" b="b"/>
              <a:pathLst>
                <a:path w="526" h="708" extrusionOk="0">
                  <a:moveTo>
                    <a:pt x="389" y="0"/>
                  </a:moveTo>
                  <a:cubicBezTo>
                    <a:pt x="381" y="0"/>
                    <a:pt x="372" y="2"/>
                    <a:pt x="365" y="4"/>
                  </a:cubicBezTo>
                  <a:cubicBezTo>
                    <a:pt x="43" y="104"/>
                    <a:pt x="0" y="575"/>
                    <a:pt x="356" y="702"/>
                  </a:cubicBezTo>
                  <a:cubicBezTo>
                    <a:pt x="367" y="706"/>
                    <a:pt x="377" y="707"/>
                    <a:pt x="387" y="707"/>
                  </a:cubicBezTo>
                  <a:cubicBezTo>
                    <a:pt x="430" y="707"/>
                    <a:pt x="470" y="676"/>
                    <a:pt x="480" y="629"/>
                  </a:cubicBezTo>
                  <a:cubicBezTo>
                    <a:pt x="498" y="502"/>
                    <a:pt x="525" y="272"/>
                    <a:pt x="483" y="73"/>
                  </a:cubicBezTo>
                  <a:cubicBezTo>
                    <a:pt x="473" y="31"/>
                    <a:pt x="431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61" name="Google Shape;7661;p55"/>
            <p:cNvSpPr/>
            <p:nvPr/>
          </p:nvSpPr>
          <p:spPr>
            <a:xfrm>
              <a:off x="5296593" y="3950477"/>
              <a:ext cx="67045" cy="100349"/>
            </a:xfrm>
            <a:custGeom>
              <a:avLst/>
              <a:gdLst/>
              <a:ahLst/>
              <a:cxnLst/>
              <a:rect l="l" t="t" r="r" b="b"/>
              <a:pathLst>
                <a:path w="775" h="1160" extrusionOk="0">
                  <a:moveTo>
                    <a:pt x="266" y="1"/>
                  </a:moveTo>
                  <a:cubicBezTo>
                    <a:pt x="147" y="1"/>
                    <a:pt x="45" y="11"/>
                    <a:pt x="32" y="30"/>
                  </a:cubicBezTo>
                  <a:cubicBezTo>
                    <a:pt x="0" y="69"/>
                    <a:pt x="181" y="1153"/>
                    <a:pt x="219" y="1157"/>
                  </a:cubicBezTo>
                  <a:cubicBezTo>
                    <a:pt x="233" y="1159"/>
                    <a:pt x="300" y="1159"/>
                    <a:pt x="382" y="1159"/>
                  </a:cubicBezTo>
                  <a:cubicBezTo>
                    <a:pt x="547" y="1159"/>
                    <a:pt x="775" y="1157"/>
                    <a:pt x="775" y="1157"/>
                  </a:cubicBezTo>
                  <a:lnTo>
                    <a:pt x="591" y="30"/>
                  </a:lnTo>
                  <a:cubicBezTo>
                    <a:pt x="508" y="10"/>
                    <a:pt x="380" y="1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62" name="Google Shape;7662;p55"/>
            <p:cNvSpPr/>
            <p:nvPr/>
          </p:nvSpPr>
          <p:spPr>
            <a:xfrm>
              <a:off x="5311559" y="4006794"/>
              <a:ext cx="25953" cy="39966"/>
            </a:xfrm>
            <a:custGeom>
              <a:avLst/>
              <a:gdLst/>
              <a:ahLst/>
              <a:cxnLst/>
              <a:rect l="l" t="t" r="r" b="b"/>
              <a:pathLst>
                <a:path w="300" h="462" extrusionOk="0">
                  <a:moveTo>
                    <a:pt x="23" y="0"/>
                  </a:moveTo>
                  <a:cubicBezTo>
                    <a:pt x="11" y="0"/>
                    <a:pt x="0" y="12"/>
                    <a:pt x="4" y="23"/>
                  </a:cubicBezTo>
                  <a:cubicBezTo>
                    <a:pt x="16" y="115"/>
                    <a:pt x="69" y="453"/>
                    <a:pt x="80" y="460"/>
                  </a:cubicBezTo>
                  <a:cubicBezTo>
                    <a:pt x="83" y="461"/>
                    <a:pt x="91" y="461"/>
                    <a:pt x="103" y="461"/>
                  </a:cubicBezTo>
                  <a:cubicBezTo>
                    <a:pt x="147" y="461"/>
                    <a:pt x="238" y="456"/>
                    <a:pt x="280" y="456"/>
                  </a:cubicBezTo>
                  <a:cubicBezTo>
                    <a:pt x="292" y="456"/>
                    <a:pt x="299" y="445"/>
                    <a:pt x="299" y="433"/>
                  </a:cubicBezTo>
                  <a:lnTo>
                    <a:pt x="226" y="16"/>
                  </a:lnTo>
                  <a:cubicBezTo>
                    <a:pt x="223" y="8"/>
                    <a:pt x="214" y="0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63" name="Google Shape;7663;p55"/>
            <p:cNvSpPr/>
            <p:nvPr/>
          </p:nvSpPr>
          <p:spPr>
            <a:xfrm>
              <a:off x="5218043" y="4032660"/>
              <a:ext cx="207884" cy="214193"/>
            </a:xfrm>
            <a:custGeom>
              <a:avLst/>
              <a:gdLst/>
              <a:ahLst/>
              <a:cxnLst/>
              <a:rect l="l" t="t" r="r" b="b"/>
              <a:pathLst>
                <a:path w="2403" h="2476" extrusionOk="0">
                  <a:moveTo>
                    <a:pt x="2116" y="203"/>
                  </a:moveTo>
                  <a:cubicBezTo>
                    <a:pt x="2131" y="479"/>
                    <a:pt x="2165" y="1311"/>
                    <a:pt x="2043" y="1721"/>
                  </a:cubicBezTo>
                  <a:lnTo>
                    <a:pt x="1568" y="1871"/>
                  </a:lnTo>
                  <a:cubicBezTo>
                    <a:pt x="1548" y="1598"/>
                    <a:pt x="1499" y="656"/>
                    <a:pt x="1603" y="203"/>
                  </a:cubicBezTo>
                  <a:close/>
                  <a:moveTo>
                    <a:pt x="1522" y="0"/>
                  </a:moveTo>
                  <a:cubicBezTo>
                    <a:pt x="1479" y="0"/>
                    <a:pt x="1442" y="31"/>
                    <a:pt x="1426" y="74"/>
                  </a:cubicBezTo>
                  <a:cubicBezTo>
                    <a:pt x="1281" y="560"/>
                    <a:pt x="1353" y="1733"/>
                    <a:pt x="1368" y="1936"/>
                  </a:cubicBezTo>
                  <a:lnTo>
                    <a:pt x="310" y="2276"/>
                  </a:lnTo>
                  <a:lnTo>
                    <a:pt x="100" y="2276"/>
                  </a:lnTo>
                  <a:cubicBezTo>
                    <a:pt x="47" y="2276"/>
                    <a:pt x="1" y="2319"/>
                    <a:pt x="1" y="2376"/>
                  </a:cubicBezTo>
                  <a:cubicBezTo>
                    <a:pt x="1" y="2430"/>
                    <a:pt x="47" y="2476"/>
                    <a:pt x="100" y="2476"/>
                  </a:cubicBezTo>
                  <a:lnTo>
                    <a:pt x="326" y="2476"/>
                  </a:lnTo>
                  <a:cubicBezTo>
                    <a:pt x="338" y="2476"/>
                    <a:pt x="345" y="2476"/>
                    <a:pt x="356" y="2472"/>
                  </a:cubicBezTo>
                  <a:lnTo>
                    <a:pt x="2154" y="1897"/>
                  </a:lnTo>
                  <a:cubicBezTo>
                    <a:pt x="2181" y="1885"/>
                    <a:pt x="2204" y="1862"/>
                    <a:pt x="2215" y="1836"/>
                  </a:cubicBezTo>
                  <a:cubicBezTo>
                    <a:pt x="2403" y="1326"/>
                    <a:pt x="2315" y="146"/>
                    <a:pt x="2311" y="92"/>
                  </a:cubicBezTo>
                  <a:cubicBezTo>
                    <a:pt x="2307" y="42"/>
                    <a:pt x="2265" y="0"/>
                    <a:pt x="2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64" name="Google Shape;7664;p55"/>
            <p:cNvSpPr/>
            <p:nvPr/>
          </p:nvSpPr>
          <p:spPr>
            <a:xfrm>
              <a:off x="3723342" y="3929974"/>
              <a:ext cx="89192" cy="154156"/>
            </a:xfrm>
            <a:custGeom>
              <a:avLst/>
              <a:gdLst/>
              <a:ahLst/>
              <a:cxnLst/>
              <a:rect l="l" t="t" r="r" b="b"/>
              <a:pathLst>
                <a:path w="1031" h="1782" extrusionOk="0">
                  <a:moveTo>
                    <a:pt x="489" y="1"/>
                  </a:moveTo>
                  <a:cubicBezTo>
                    <a:pt x="343" y="1"/>
                    <a:pt x="226" y="3"/>
                    <a:pt x="226" y="3"/>
                  </a:cubicBezTo>
                  <a:cubicBezTo>
                    <a:pt x="0" y="896"/>
                    <a:pt x="104" y="1755"/>
                    <a:pt x="104" y="1755"/>
                  </a:cubicBezTo>
                  <a:cubicBezTo>
                    <a:pt x="202" y="1775"/>
                    <a:pt x="329" y="1782"/>
                    <a:pt x="454" y="1782"/>
                  </a:cubicBezTo>
                  <a:cubicBezTo>
                    <a:pt x="704" y="1782"/>
                    <a:pt x="947" y="1755"/>
                    <a:pt x="947" y="1755"/>
                  </a:cubicBezTo>
                  <a:cubicBezTo>
                    <a:pt x="997" y="1341"/>
                    <a:pt x="1031" y="30"/>
                    <a:pt x="1031" y="30"/>
                  </a:cubicBezTo>
                  <a:cubicBezTo>
                    <a:pt x="938" y="6"/>
                    <a:pt x="686" y="1"/>
                    <a:pt x="4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65" name="Google Shape;7665;p55"/>
            <p:cNvSpPr/>
            <p:nvPr/>
          </p:nvSpPr>
          <p:spPr>
            <a:xfrm>
              <a:off x="3746180" y="4045550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6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66" name="Google Shape;7666;p55"/>
            <p:cNvSpPr/>
            <p:nvPr/>
          </p:nvSpPr>
          <p:spPr>
            <a:xfrm>
              <a:off x="3746180" y="4025999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4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67" name="Google Shape;7667;p55"/>
            <p:cNvSpPr/>
            <p:nvPr/>
          </p:nvSpPr>
          <p:spPr>
            <a:xfrm>
              <a:off x="3746180" y="4006102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68" name="Google Shape;7668;p55"/>
            <p:cNvSpPr/>
            <p:nvPr/>
          </p:nvSpPr>
          <p:spPr>
            <a:xfrm>
              <a:off x="4256756" y="3883432"/>
              <a:ext cx="687235" cy="292482"/>
            </a:xfrm>
            <a:custGeom>
              <a:avLst/>
              <a:gdLst/>
              <a:ahLst/>
              <a:cxnLst/>
              <a:rect l="l" t="t" r="r" b="b"/>
              <a:pathLst>
                <a:path w="7944" h="3381" extrusionOk="0">
                  <a:moveTo>
                    <a:pt x="337" y="1"/>
                  </a:moveTo>
                  <a:lnTo>
                    <a:pt x="0" y="1507"/>
                  </a:lnTo>
                  <a:lnTo>
                    <a:pt x="8" y="1518"/>
                  </a:lnTo>
                  <a:cubicBezTo>
                    <a:pt x="364" y="1948"/>
                    <a:pt x="552" y="2407"/>
                    <a:pt x="651" y="2760"/>
                  </a:cubicBezTo>
                  <a:cubicBezTo>
                    <a:pt x="701" y="2936"/>
                    <a:pt x="728" y="3086"/>
                    <a:pt x="743" y="3189"/>
                  </a:cubicBezTo>
                  <a:cubicBezTo>
                    <a:pt x="751" y="3243"/>
                    <a:pt x="754" y="3285"/>
                    <a:pt x="759" y="3311"/>
                  </a:cubicBezTo>
                  <a:cubicBezTo>
                    <a:pt x="759" y="3327"/>
                    <a:pt x="763" y="3334"/>
                    <a:pt x="763" y="3343"/>
                  </a:cubicBezTo>
                  <a:lnTo>
                    <a:pt x="763" y="3350"/>
                  </a:lnTo>
                  <a:lnTo>
                    <a:pt x="763" y="3354"/>
                  </a:lnTo>
                  <a:lnTo>
                    <a:pt x="763" y="3380"/>
                  </a:lnTo>
                  <a:lnTo>
                    <a:pt x="6993" y="3380"/>
                  </a:lnTo>
                  <a:lnTo>
                    <a:pt x="7001" y="3362"/>
                  </a:lnTo>
                  <a:cubicBezTo>
                    <a:pt x="7154" y="2833"/>
                    <a:pt x="7388" y="2434"/>
                    <a:pt x="7583" y="2174"/>
                  </a:cubicBezTo>
                  <a:cubicBezTo>
                    <a:pt x="7679" y="2040"/>
                    <a:pt x="7767" y="1944"/>
                    <a:pt x="7828" y="1879"/>
                  </a:cubicBezTo>
                  <a:cubicBezTo>
                    <a:pt x="7863" y="1845"/>
                    <a:pt x="7886" y="1822"/>
                    <a:pt x="7905" y="1806"/>
                  </a:cubicBezTo>
                  <a:cubicBezTo>
                    <a:pt x="7913" y="1794"/>
                    <a:pt x="7920" y="1790"/>
                    <a:pt x="7924" y="1787"/>
                  </a:cubicBezTo>
                  <a:lnTo>
                    <a:pt x="7928" y="1783"/>
                  </a:lnTo>
                  <a:lnTo>
                    <a:pt x="7932" y="1779"/>
                  </a:lnTo>
                  <a:lnTo>
                    <a:pt x="7940" y="1771"/>
                  </a:lnTo>
                  <a:lnTo>
                    <a:pt x="7940" y="1760"/>
                  </a:lnTo>
                  <a:cubicBezTo>
                    <a:pt x="7943" y="1725"/>
                    <a:pt x="7943" y="1687"/>
                    <a:pt x="7943" y="1652"/>
                  </a:cubicBezTo>
                  <a:cubicBezTo>
                    <a:pt x="7943" y="1350"/>
                    <a:pt x="7890" y="963"/>
                    <a:pt x="7836" y="649"/>
                  </a:cubicBezTo>
                  <a:cubicBezTo>
                    <a:pt x="7782" y="338"/>
                    <a:pt x="7729" y="101"/>
                    <a:pt x="7729" y="101"/>
                  </a:cubicBezTo>
                  <a:lnTo>
                    <a:pt x="7671" y="116"/>
                  </a:lnTo>
                  <a:lnTo>
                    <a:pt x="7671" y="124"/>
                  </a:lnTo>
                  <a:cubicBezTo>
                    <a:pt x="7687" y="177"/>
                    <a:pt x="7737" y="419"/>
                    <a:pt x="7786" y="718"/>
                  </a:cubicBezTo>
                  <a:cubicBezTo>
                    <a:pt x="7840" y="1017"/>
                    <a:pt x="7886" y="1373"/>
                    <a:pt x="7886" y="1652"/>
                  </a:cubicBezTo>
                  <a:cubicBezTo>
                    <a:pt x="7886" y="1684"/>
                    <a:pt x="7886" y="1714"/>
                    <a:pt x="7883" y="1746"/>
                  </a:cubicBezTo>
                  <a:lnTo>
                    <a:pt x="7883" y="1746"/>
                  </a:lnTo>
                  <a:cubicBezTo>
                    <a:pt x="7799" y="1818"/>
                    <a:pt x="7240" y="2341"/>
                    <a:pt x="6950" y="3323"/>
                  </a:cubicBezTo>
                  <a:lnTo>
                    <a:pt x="818" y="3323"/>
                  </a:lnTo>
                  <a:cubicBezTo>
                    <a:pt x="812" y="3250"/>
                    <a:pt x="789" y="3032"/>
                    <a:pt x="709" y="2745"/>
                  </a:cubicBezTo>
                  <a:cubicBezTo>
                    <a:pt x="607" y="2388"/>
                    <a:pt x="418" y="1930"/>
                    <a:pt x="64" y="1493"/>
                  </a:cubicBezTo>
                  <a:lnTo>
                    <a:pt x="64" y="1493"/>
                  </a:lnTo>
                  <a:lnTo>
                    <a:pt x="395" y="13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69" name="Google Shape;7669;p55"/>
            <p:cNvSpPr/>
            <p:nvPr/>
          </p:nvSpPr>
          <p:spPr>
            <a:xfrm>
              <a:off x="4485053" y="3883865"/>
              <a:ext cx="13755" cy="290060"/>
            </a:xfrm>
            <a:custGeom>
              <a:avLst/>
              <a:gdLst/>
              <a:ahLst/>
              <a:cxnLst/>
              <a:rect l="l" t="t" r="r" b="b"/>
              <a:pathLst>
                <a:path w="159" h="3353" extrusionOk="0">
                  <a:moveTo>
                    <a:pt x="47" y="0"/>
                  </a:moveTo>
                  <a:cubicBezTo>
                    <a:pt x="13" y="387"/>
                    <a:pt x="1" y="805"/>
                    <a:pt x="1" y="1207"/>
                  </a:cubicBezTo>
                  <a:cubicBezTo>
                    <a:pt x="1" y="2333"/>
                    <a:pt x="101" y="3349"/>
                    <a:pt x="101" y="3352"/>
                  </a:cubicBezTo>
                  <a:lnTo>
                    <a:pt x="158" y="3345"/>
                  </a:lnTo>
                  <a:lnTo>
                    <a:pt x="158" y="3334"/>
                  </a:lnTo>
                  <a:cubicBezTo>
                    <a:pt x="147" y="3219"/>
                    <a:pt x="59" y="2261"/>
                    <a:pt x="59" y="1207"/>
                  </a:cubicBezTo>
                  <a:cubicBezTo>
                    <a:pt x="59" y="805"/>
                    <a:pt x="74" y="391"/>
                    <a:pt x="105" y="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70" name="Google Shape;7670;p55"/>
            <p:cNvSpPr/>
            <p:nvPr/>
          </p:nvSpPr>
          <p:spPr>
            <a:xfrm>
              <a:off x="4548378" y="3926600"/>
              <a:ext cx="55193" cy="5363"/>
            </a:xfrm>
            <a:custGeom>
              <a:avLst/>
              <a:gdLst/>
              <a:ahLst/>
              <a:cxnLst/>
              <a:rect l="l" t="t" r="r" b="b"/>
              <a:pathLst>
                <a:path w="638" h="62" extrusionOk="0">
                  <a:moveTo>
                    <a:pt x="1" y="0"/>
                  </a:moveTo>
                  <a:lnTo>
                    <a:pt x="1" y="62"/>
                  </a:lnTo>
                  <a:lnTo>
                    <a:pt x="637" y="62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71" name="Google Shape;7671;p55"/>
            <p:cNvSpPr/>
            <p:nvPr/>
          </p:nvSpPr>
          <p:spPr>
            <a:xfrm>
              <a:off x="4311430" y="3926600"/>
              <a:ext cx="54761" cy="5363"/>
            </a:xfrm>
            <a:custGeom>
              <a:avLst/>
              <a:gdLst/>
              <a:ahLst/>
              <a:cxnLst/>
              <a:rect l="l" t="t" r="r" b="b"/>
              <a:pathLst>
                <a:path w="633" h="62" extrusionOk="0">
                  <a:moveTo>
                    <a:pt x="0" y="0"/>
                  </a:moveTo>
                  <a:lnTo>
                    <a:pt x="0" y="62"/>
                  </a:lnTo>
                  <a:lnTo>
                    <a:pt x="633" y="62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72" name="Google Shape;7672;p55"/>
            <p:cNvSpPr/>
            <p:nvPr/>
          </p:nvSpPr>
          <p:spPr>
            <a:xfrm>
              <a:off x="4977375" y="3874263"/>
              <a:ext cx="312042" cy="56403"/>
            </a:xfrm>
            <a:custGeom>
              <a:avLst/>
              <a:gdLst/>
              <a:ahLst/>
              <a:cxnLst/>
              <a:rect l="l" t="t" r="r" b="b"/>
              <a:pathLst>
                <a:path w="3607" h="652" extrusionOk="0">
                  <a:moveTo>
                    <a:pt x="12" y="0"/>
                  </a:moveTo>
                  <a:lnTo>
                    <a:pt x="1" y="57"/>
                  </a:lnTo>
                  <a:cubicBezTo>
                    <a:pt x="1" y="57"/>
                    <a:pt x="759" y="207"/>
                    <a:pt x="1534" y="352"/>
                  </a:cubicBezTo>
                  <a:cubicBezTo>
                    <a:pt x="1925" y="429"/>
                    <a:pt x="2315" y="502"/>
                    <a:pt x="2614" y="556"/>
                  </a:cubicBezTo>
                  <a:cubicBezTo>
                    <a:pt x="2763" y="586"/>
                    <a:pt x="2894" y="609"/>
                    <a:pt x="2986" y="624"/>
                  </a:cubicBezTo>
                  <a:cubicBezTo>
                    <a:pt x="3035" y="632"/>
                    <a:pt x="3074" y="640"/>
                    <a:pt x="3101" y="644"/>
                  </a:cubicBezTo>
                  <a:cubicBezTo>
                    <a:pt x="3115" y="644"/>
                    <a:pt x="3127" y="647"/>
                    <a:pt x="3135" y="647"/>
                  </a:cubicBezTo>
                  <a:cubicBezTo>
                    <a:pt x="3147" y="651"/>
                    <a:pt x="3150" y="651"/>
                    <a:pt x="3158" y="651"/>
                  </a:cubicBezTo>
                  <a:cubicBezTo>
                    <a:pt x="3177" y="651"/>
                    <a:pt x="3196" y="647"/>
                    <a:pt x="3219" y="640"/>
                  </a:cubicBezTo>
                  <a:cubicBezTo>
                    <a:pt x="3253" y="628"/>
                    <a:pt x="3296" y="605"/>
                    <a:pt x="3338" y="582"/>
                  </a:cubicBezTo>
                  <a:cubicBezTo>
                    <a:pt x="3469" y="513"/>
                    <a:pt x="3607" y="414"/>
                    <a:pt x="3607" y="414"/>
                  </a:cubicBezTo>
                  <a:lnTo>
                    <a:pt x="3572" y="364"/>
                  </a:lnTo>
                  <a:cubicBezTo>
                    <a:pt x="3572" y="364"/>
                    <a:pt x="3572" y="368"/>
                    <a:pt x="3568" y="368"/>
                  </a:cubicBezTo>
                  <a:cubicBezTo>
                    <a:pt x="3552" y="379"/>
                    <a:pt x="3472" y="437"/>
                    <a:pt x="3384" y="490"/>
                  </a:cubicBezTo>
                  <a:cubicBezTo>
                    <a:pt x="3338" y="517"/>
                    <a:pt x="3292" y="544"/>
                    <a:pt x="3250" y="563"/>
                  </a:cubicBezTo>
                  <a:cubicBezTo>
                    <a:pt x="3230" y="571"/>
                    <a:pt x="3212" y="579"/>
                    <a:pt x="3196" y="582"/>
                  </a:cubicBezTo>
                  <a:cubicBezTo>
                    <a:pt x="3181" y="590"/>
                    <a:pt x="3166" y="590"/>
                    <a:pt x="3158" y="590"/>
                  </a:cubicBezTo>
                  <a:lnTo>
                    <a:pt x="3143" y="590"/>
                  </a:lnTo>
                  <a:cubicBezTo>
                    <a:pt x="3108" y="586"/>
                    <a:pt x="3035" y="575"/>
                    <a:pt x="2932" y="556"/>
                  </a:cubicBezTo>
                  <a:cubicBezTo>
                    <a:pt x="2564" y="490"/>
                    <a:pt x="1833" y="352"/>
                    <a:pt x="1196" y="230"/>
                  </a:cubicBezTo>
                  <a:cubicBezTo>
                    <a:pt x="878" y="168"/>
                    <a:pt x="579" y="111"/>
                    <a:pt x="365" y="69"/>
                  </a:cubicBezTo>
                  <a:cubicBezTo>
                    <a:pt x="254" y="50"/>
                    <a:pt x="165" y="30"/>
                    <a:pt x="104" y="19"/>
                  </a:cubicBezTo>
                  <a:cubicBezTo>
                    <a:pt x="73" y="15"/>
                    <a:pt x="50" y="7"/>
                    <a:pt x="35" y="7"/>
                  </a:cubicBezTo>
                  <a:cubicBezTo>
                    <a:pt x="20" y="4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73" name="Google Shape;7673;p55"/>
            <p:cNvSpPr/>
            <p:nvPr/>
          </p:nvSpPr>
          <p:spPr>
            <a:xfrm>
              <a:off x="3718065" y="4144688"/>
              <a:ext cx="208230" cy="88930"/>
            </a:xfrm>
            <a:custGeom>
              <a:avLst/>
              <a:gdLst/>
              <a:ahLst/>
              <a:cxnLst/>
              <a:rect l="l" t="t" r="r" b="b"/>
              <a:pathLst>
                <a:path w="2407" h="1028" extrusionOk="0">
                  <a:moveTo>
                    <a:pt x="176" y="1"/>
                  </a:moveTo>
                  <a:cubicBezTo>
                    <a:pt x="0" y="291"/>
                    <a:pt x="135" y="668"/>
                    <a:pt x="135" y="668"/>
                  </a:cubicBezTo>
                  <a:lnTo>
                    <a:pt x="713" y="668"/>
                  </a:lnTo>
                  <a:lnTo>
                    <a:pt x="2268" y="1027"/>
                  </a:lnTo>
                  <a:lnTo>
                    <a:pt x="2406" y="429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74" name="Google Shape;7674;p55"/>
            <p:cNvSpPr/>
            <p:nvPr/>
          </p:nvSpPr>
          <p:spPr>
            <a:xfrm>
              <a:off x="3913316" y="4014753"/>
              <a:ext cx="369657" cy="234435"/>
            </a:xfrm>
            <a:custGeom>
              <a:avLst/>
              <a:gdLst/>
              <a:ahLst/>
              <a:cxnLst/>
              <a:rect l="l" t="t" r="r" b="b"/>
              <a:pathLst>
                <a:path w="4273" h="2710" extrusionOk="0">
                  <a:moveTo>
                    <a:pt x="2204" y="0"/>
                  </a:moveTo>
                  <a:cubicBezTo>
                    <a:pt x="476" y="0"/>
                    <a:pt x="0" y="2472"/>
                    <a:pt x="0" y="2472"/>
                  </a:cubicBezTo>
                  <a:lnTo>
                    <a:pt x="943" y="2709"/>
                  </a:lnTo>
                  <a:lnTo>
                    <a:pt x="3633" y="2709"/>
                  </a:lnTo>
                  <a:lnTo>
                    <a:pt x="4273" y="2377"/>
                  </a:lnTo>
                  <a:cubicBezTo>
                    <a:pt x="4273" y="2377"/>
                    <a:pt x="3932" y="0"/>
                    <a:pt x="2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75" name="Google Shape;7675;p55"/>
            <p:cNvSpPr/>
            <p:nvPr/>
          </p:nvSpPr>
          <p:spPr>
            <a:xfrm>
              <a:off x="4900123" y="4013109"/>
              <a:ext cx="371733" cy="222151"/>
            </a:xfrm>
            <a:custGeom>
              <a:avLst/>
              <a:gdLst/>
              <a:ahLst/>
              <a:cxnLst/>
              <a:rect l="l" t="t" r="r" b="b"/>
              <a:pathLst>
                <a:path w="4297" h="2568" extrusionOk="0">
                  <a:moveTo>
                    <a:pt x="2197" y="1"/>
                  </a:moveTo>
                  <a:cubicBezTo>
                    <a:pt x="1449" y="1"/>
                    <a:pt x="449" y="510"/>
                    <a:pt x="1" y="2288"/>
                  </a:cubicBezTo>
                  <a:lnTo>
                    <a:pt x="1043" y="2568"/>
                  </a:lnTo>
                  <a:lnTo>
                    <a:pt x="3515" y="2568"/>
                  </a:lnTo>
                  <a:lnTo>
                    <a:pt x="4296" y="2315"/>
                  </a:lnTo>
                  <a:cubicBezTo>
                    <a:pt x="3844" y="449"/>
                    <a:pt x="2940" y="1"/>
                    <a:pt x="2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76" name="Google Shape;7676;p55"/>
            <p:cNvSpPr/>
            <p:nvPr/>
          </p:nvSpPr>
          <p:spPr>
            <a:xfrm>
              <a:off x="4941301" y="4038629"/>
              <a:ext cx="297335" cy="297413"/>
            </a:xfrm>
            <a:custGeom>
              <a:avLst/>
              <a:gdLst/>
              <a:ahLst/>
              <a:cxnLst/>
              <a:rect l="l" t="t" r="r" b="b"/>
              <a:pathLst>
                <a:path w="3437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67" y="3438"/>
                    <a:pt x="3437" y="2672"/>
                    <a:pt x="3437" y="1721"/>
                  </a:cubicBezTo>
                  <a:cubicBezTo>
                    <a:pt x="3437" y="771"/>
                    <a:pt x="2667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77" name="Google Shape;7677;p55"/>
            <p:cNvSpPr/>
            <p:nvPr/>
          </p:nvSpPr>
          <p:spPr>
            <a:xfrm>
              <a:off x="4992255" y="4100310"/>
              <a:ext cx="195426" cy="174140"/>
            </a:xfrm>
            <a:custGeom>
              <a:avLst/>
              <a:gdLst/>
              <a:ahLst/>
              <a:cxnLst/>
              <a:rect l="l" t="t" r="r" b="b"/>
              <a:pathLst>
                <a:path w="2259" h="2013" extrusionOk="0">
                  <a:moveTo>
                    <a:pt x="1130" y="1"/>
                  </a:moveTo>
                  <a:cubicBezTo>
                    <a:pt x="706" y="1"/>
                    <a:pt x="312" y="272"/>
                    <a:pt x="173" y="698"/>
                  </a:cubicBezTo>
                  <a:cubicBezTo>
                    <a:pt x="1" y="1223"/>
                    <a:pt x="292" y="1793"/>
                    <a:pt x="817" y="1962"/>
                  </a:cubicBezTo>
                  <a:cubicBezTo>
                    <a:pt x="921" y="1996"/>
                    <a:pt x="1027" y="2012"/>
                    <a:pt x="1130" y="2012"/>
                  </a:cubicBezTo>
                  <a:cubicBezTo>
                    <a:pt x="1554" y="2012"/>
                    <a:pt x="1947" y="1743"/>
                    <a:pt x="2085" y="1319"/>
                  </a:cubicBezTo>
                  <a:cubicBezTo>
                    <a:pt x="2258" y="790"/>
                    <a:pt x="1967" y="222"/>
                    <a:pt x="1442" y="50"/>
                  </a:cubicBezTo>
                  <a:cubicBezTo>
                    <a:pt x="1338" y="17"/>
                    <a:pt x="1233" y="1"/>
                    <a:pt x="1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78" name="Google Shape;7678;p55"/>
            <p:cNvSpPr/>
            <p:nvPr/>
          </p:nvSpPr>
          <p:spPr>
            <a:xfrm>
              <a:off x="4997618" y="4104895"/>
              <a:ext cx="184699" cy="165056"/>
            </a:xfrm>
            <a:custGeom>
              <a:avLst/>
              <a:gdLst/>
              <a:ahLst/>
              <a:cxnLst/>
              <a:rect l="l" t="t" r="r" b="b"/>
              <a:pathLst>
                <a:path w="2135" h="1908" extrusionOk="0">
                  <a:moveTo>
                    <a:pt x="1068" y="1"/>
                  </a:moveTo>
                  <a:cubicBezTo>
                    <a:pt x="668" y="1"/>
                    <a:pt x="294" y="256"/>
                    <a:pt x="161" y="660"/>
                  </a:cubicBezTo>
                  <a:cubicBezTo>
                    <a:pt x="0" y="1158"/>
                    <a:pt x="272" y="1699"/>
                    <a:pt x="775" y="1860"/>
                  </a:cubicBezTo>
                  <a:cubicBezTo>
                    <a:pt x="872" y="1892"/>
                    <a:pt x="972" y="1907"/>
                    <a:pt x="1069" y="1907"/>
                  </a:cubicBezTo>
                  <a:cubicBezTo>
                    <a:pt x="1469" y="1907"/>
                    <a:pt x="1841" y="1651"/>
                    <a:pt x="1974" y="1250"/>
                  </a:cubicBezTo>
                  <a:cubicBezTo>
                    <a:pt x="2135" y="748"/>
                    <a:pt x="1863" y="212"/>
                    <a:pt x="1360" y="47"/>
                  </a:cubicBezTo>
                  <a:cubicBezTo>
                    <a:pt x="1264" y="16"/>
                    <a:pt x="1165" y="1"/>
                    <a:pt x="1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79" name="Google Shape;7679;p55"/>
            <p:cNvSpPr/>
            <p:nvPr/>
          </p:nvSpPr>
          <p:spPr>
            <a:xfrm>
              <a:off x="5020803" y="4125657"/>
              <a:ext cx="138329" cy="123619"/>
            </a:xfrm>
            <a:custGeom>
              <a:avLst/>
              <a:gdLst/>
              <a:ahLst/>
              <a:cxnLst/>
              <a:rect l="l" t="t" r="r" b="b"/>
              <a:pathLst>
                <a:path w="1599" h="1429" extrusionOk="0">
                  <a:moveTo>
                    <a:pt x="796" y="1"/>
                  </a:moveTo>
                  <a:cubicBezTo>
                    <a:pt x="496" y="1"/>
                    <a:pt x="217" y="191"/>
                    <a:pt x="119" y="493"/>
                  </a:cubicBezTo>
                  <a:cubicBezTo>
                    <a:pt x="1" y="868"/>
                    <a:pt x="204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80" y="934"/>
                  </a:cubicBezTo>
                  <a:cubicBezTo>
                    <a:pt x="1598" y="557"/>
                    <a:pt x="1395" y="156"/>
                    <a:pt x="1020" y="37"/>
                  </a:cubicBezTo>
                  <a:cubicBezTo>
                    <a:pt x="945" y="13"/>
                    <a:pt x="870" y="1"/>
                    <a:pt x="7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80" name="Google Shape;7680;p55"/>
            <p:cNvSpPr/>
            <p:nvPr/>
          </p:nvSpPr>
          <p:spPr>
            <a:xfrm>
              <a:off x="5070545" y="4170036"/>
              <a:ext cx="38843" cy="34603"/>
            </a:xfrm>
            <a:custGeom>
              <a:avLst/>
              <a:gdLst/>
              <a:ahLst/>
              <a:cxnLst/>
              <a:rect l="l" t="t" r="r" b="b"/>
              <a:pathLst>
                <a:path w="449" h="400" extrusionOk="0">
                  <a:moveTo>
                    <a:pt x="224" y="0"/>
                  </a:moveTo>
                  <a:cubicBezTo>
                    <a:pt x="140" y="0"/>
                    <a:pt x="63" y="55"/>
                    <a:pt x="35" y="141"/>
                  </a:cubicBezTo>
                  <a:cubicBezTo>
                    <a:pt x="1" y="244"/>
                    <a:pt x="58" y="355"/>
                    <a:pt x="161" y="389"/>
                  </a:cubicBezTo>
                  <a:cubicBezTo>
                    <a:pt x="183" y="396"/>
                    <a:pt x="204" y="400"/>
                    <a:pt x="225" y="400"/>
                  </a:cubicBezTo>
                  <a:cubicBezTo>
                    <a:pt x="309" y="400"/>
                    <a:pt x="386" y="346"/>
                    <a:pt x="414" y="263"/>
                  </a:cubicBezTo>
                  <a:cubicBezTo>
                    <a:pt x="448" y="156"/>
                    <a:pt x="391" y="44"/>
                    <a:pt x="287" y="10"/>
                  </a:cubicBezTo>
                  <a:cubicBezTo>
                    <a:pt x="266" y="4"/>
                    <a:pt x="245" y="0"/>
                    <a:pt x="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81" name="Google Shape;7681;p55"/>
            <p:cNvSpPr/>
            <p:nvPr/>
          </p:nvSpPr>
          <p:spPr>
            <a:xfrm>
              <a:off x="5079110" y="4123494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1" y="0"/>
                  </a:moveTo>
                  <a:lnTo>
                    <a:pt x="62" y="674"/>
                  </a:lnTo>
                  <a:lnTo>
                    <a:pt x="188" y="674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82" name="Google Shape;7682;p55"/>
            <p:cNvSpPr/>
            <p:nvPr/>
          </p:nvSpPr>
          <p:spPr>
            <a:xfrm>
              <a:off x="5029107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126" y="1"/>
                  </a:moveTo>
                  <a:lnTo>
                    <a:pt x="66" y="108"/>
                  </a:lnTo>
                  <a:lnTo>
                    <a:pt x="0" y="216"/>
                  </a:lnTo>
                  <a:lnTo>
                    <a:pt x="617" y="499"/>
                  </a:lnTo>
                  <a:lnTo>
                    <a:pt x="648" y="446"/>
                  </a:lnTo>
                  <a:lnTo>
                    <a:pt x="678" y="39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83" name="Google Shape;7683;p55"/>
            <p:cNvSpPr/>
            <p:nvPr/>
          </p:nvSpPr>
          <p:spPr>
            <a:xfrm>
              <a:off x="5029107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7" y="1"/>
                  </a:moveTo>
                  <a:lnTo>
                    <a:pt x="0" y="285"/>
                  </a:lnTo>
                  <a:lnTo>
                    <a:pt x="66" y="392"/>
                  </a:lnTo>
                  <a:lnTo>
                    <a:pt x="126" y="499"/>
                  </a:lnTo>
                  <a:lnTo>
                    <a:pt x="678" y="108"/>
                  </a:lnTo>
                  <a:lnTo>
                    <a:pt x="648" y="55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84" name="Google Shape;7684;p55"/>
            <p:cNvSpPr/>
            <p:nvPr/>
          </p:nvSpPr>
          <p:spPr>
            <a:xfrm>
              <a:off x="5079110" y="4193133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62" y="0"/>
                  </a:moveTo>
                  <a:lnTo>
                    <a:pt x="1" y="674"/>
                  </a:lnTo>
                  <a:lnTo>
                    <a:pt x="250" y="674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85" name="Google Shape;7685;p55"/>
            <p:cNvSpPr/>
            <p:nvPr/>
          </p:nvSpPr>
          <p:spPr>
            <a:xfrm>
              <a:off x="5092086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" y="1"/>
                  </a:moveTo>
                  <a:lnTo>
                    <a:pt x="31" y="55"/>
                  </a:lnTo>
                  <a:lnTo>
                    <a:pt x="1" y="108"/>
                  </a:lnTo>
                  <a:lnTo>
                    <a:pt x="553" y="499"/>
                  </a:lnTo>
                  <a:lnTo>
                    <a:pt x="617" y="392"/>
                  </a:lnTo>
                  <a:lnTo>
                    <a:pt x="679" y="285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86" name="Google Shape;7686;p55"/>
            <p:cNvSpPr/>
            <p:nvPr/>
          </p:nvSpPr>
          <p:spPr>
            <a:xfrm>
              <a:off x="5092086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553" y="1"/>
                  </a:moveTo>
                  <a:lnTo>
                    <a:pt x="1" y="391"/>
                  </a:lnTo>
                  <a:lnTo>
                    <a:pt x="31" y="446"/>
                  </a:lnTo>
                  <a:lnTo>
                    <a:pt x="61" y="499"/>
                  </a:lnTo>
                  <a:lnTo>
                    <a:pt x="679" y="216"/>
                  </a:lnTo>
                  <a:lnTo>
                    <a:pt x="617" y="108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87" name="Google Shape;7687;p55"/>
            <p:cNvSpPr/>
            <p:nvPr/>
          </p:nvSpPr>
          <p:spPr>
            <a:xfrm>
              <a:off x="5080840" y="4179119"/>
              <a:ext cx="18254" cy="16436"/>
            </a:xfrm>
            <a:custGeom>
              <a:avLst/>
              <a:gdLst/>
              <a:ahLst/>
              <a:cxnLst/>
              <a:rect l="l" t="t" r="r" b="b"/>
              <a:pathLst>
                <a:path w="211" h="190" extrusionOk="0">
                  <a:moveTo>
                    <a:pt x="107" y="1"/>
                  </a:moveTo>
                  <a:cubicBezTo>
                    <a:pt x="66" y="1"/>
                    <a:pt x="28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5" y="189"/>
                  </a:cubicBezTo>
                  <a:cubicBezTo>
                    <a:pt x="146" y="189"/>
                    <a:pt x="183" y="164"/>
                    <a:pt x="195" y="123"/>
                  </a:cubicBezTo>
                  <a:cubicBezTo>
                    <a:pt x="211" y="74"/>
                    <a:pt x="184" y="20"/>
                    <a:pt x="134" y="5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88" name="Google Shape;7688;p55"/>
            <p:cNvSpPr/>
            <p:nvPr/>
          </p:nvSpPr>
          <p:spPr>
            <a:xfrm>
              <a:off x="3955099" y="4038629"/>
              <a:ext cx="297767" cy="297413"/>
            </a:xfrm>
            <a:custGeom>
              <a:avLst/>
              <a:gdLst/>
              <a:ahLst/>
              <a:cxnLst/>
              <a:rect l="l" t="t" r="r" b="b"/>
              <a:pathLst>
                <a:path w="3442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71" y="3438"/>
                    <a:pt x="3441" y="2672"/>
                    <a:pt x="3441" y="1721"/>
                  </a:cubicBezTo>
                  <a:cubicBezTo>
                    <a:pt x="3441" y="771"/>
                    <a:pt x="2671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89" name="Google Shape;7689;p55"/>
            <p:cNvSpPr/>
            <p:nvPr/>
          </p:nvSpPr>
          <p:spPr>
            <a:xfrm>
              <a:off x="4006486" y="4100310"/>
              <a:ext cx="194994" cy="174140"/>
            </a:xfrm>
            <a:custGeom>
              <a:avLst/>
              <a:gdLst/>
              <a:ahLst/>
              <a:cxnLst/>
              <a:rect l="l" t="t" r="r" b="b"/>
              <a:pathLst>
                <a:path w="2254" h="2013" extrusionOk="0">
                  <a:moveTo>
                    <a:pt x="1125" y="1"/>
                  </a:moveTo>
                  <a:cubicBezTo>
                    <a:pt x="701" y="1"/>
                    <a:pt x="308" y="272"/>
                    <a:pt x="168" y="698"/>
                  </a:cubicBezTo>
                  <a:cubicBezTo>
                    <a:pt x="0" y="1223"/>
                    <a:pt x="287" y="1793"/>
                    <a:pt x="816" y="1962"/>
                  </a:cubicBezTo>
                  <a:cubicBezTo>
                    <a:pt x="920" y="1996"/>
                    <a:pt x="1025" y="2012"/>
                    <a:pt x="1129" y="2012"/>
                  </a:cubicBezTo>
                  <a:cubicBezTo>
                    <a:pt x="1552" y="2012"/>
                    <a:pt x="1946" y="1743"/>
                    <a:pt x="2084" y="1319"/>
                  </a:cubicBezTo>
                  <a:cubicBezTo>
                    <a:pt x="2253" y="790"/>
                    <a:pt x="1965" y="222"/>
                    <a:pt x="1437" y="50"/>
                  </a:cubicBezTo>
                  <a:cubicBezTo>
                    <a:pt x="1333" y="17"/>
                    <a:pt x="1228" y="1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90" name="Google Shape;7690;p55"/>
            <p:cNvSpPr/>
            <p:nvPr/>
          </p:nvSpPr>
          <p:spPr>
            <a:xfrm>
              <a:off x="4011417" y="4104895"/>
              <a:ext cx="185045" cy="165056"/>
            </a:xfrm>
            <a:custGeom>
              <a:avLst/>
              <a:gdLst/>
              <a:ahLst/>
              <a:cxnLst/>
              <a:rect l="l" t="t" r="r" b="b"/>
              <a:pathLst>
                <a:path w="2139" h="1908" extrusionOk="0">
                  <a:moveTo>
                    <a:pt x="1071" y="1"/>
                  </a:moveTo>
                  <a:cubicBezTo>
                    <a:pt x="668" y="1"/>
                    <a:pt x="294" y="256"/>
                    <a:pt x="165" y="660"/>
                  </a:cubicBezTo>
                  <a:cubicBezTo>
                    <a:pt x="0" y="1158"/>
                    <a:pt x="276" y="1699"/>
                    <a:pt x="774" y="1860"/>
                  </a:cubicBezTo>
                  <a:cubicBezTo>
                    <a:pt x="873" y="1892"/>
                    <a:pt x="973" y="1907"/>
                    <a:pt x="1071" y="1907"/>
                  </a:cubicBezTo>
                  <a:cubicBezTo>
                    <a:pt x="1473" y="1907"/>
                    <a:pt x="1844" y="1651"/>
                    <a:pt x="1974" y="1250"/>
                  </a:cubicBezTo>
                  <a:cubicBezTo>
                    <a:pt x="2138" y="748"/>
                    <a:pt x="1862" y="212"/>
                    <a:pt x="1365" y="47"/>
                  </a:cubicBezTo>
                  <a:cubicBezTo>
                    <a:pt x="1267" y="16"/>
                    <a:pt x="1168" y="1"/>
                    <a:pt x="10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91" name="Google Shape;7691;p55"/>
            <p:cNvSpPr/>
            <p:nvPr/>
          </p:nvSpPr>
          <p:spPr>
            <a:xfrm>
              <a:off x="4034601" y="4125657"/>
              <a:ext cx="138676" cy="123619"/>
            </a:xfrm>
            <a:custGeom>
              <a:avLst/>
              <a:gdLst/>
              <a:ahLst/>
              <a:cxnLst/>
              <a:rect l="l" t="t" r="r" b="b"/>
              <a:pathLst>
                <a:path w="1603" h="1429" extrusionOk="0">
                  <a:moveTo>
                    <a:pt x="800" y="1"/>
                  </a:moveTo>
                  <a:cubicBezTo>
                    <a:pt x="500" y="1"/>
                    <a:pt x="222" y="191"/>
                    <a:pt x="123" y="493"/>
                  </a:cubicBezTo>
                  <a:cubicBezTo>
                    <a:pt x="1" y="868"/>
                    <a:pt x="208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79" y="934"/>
                  </a:cubicBezTo>
                  <a:cubicBezTo>
                    <a:pt x="1603" y="557"/>
                    <a:pt x="1396" y="156"/>
                    <a:pt x="1023" y="37"/>
                  </a:cubicBezTo>
                  <a:cubicBezTo>
                    <a:pt x="949" y="13"/>
                    <a:pt x="874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92" name="Google Shape;7692;p55"/>
            <p:cNvSpPr/>
            <p:nvPr/>
          </p:nvSpPr>
          <p:spPr>
            <a:xfrm>
              <a:off x="4084344" y="4170036"/>
              <a:ext cx="39189" cy="34603"/>
            </a:xfrm>
            <a:custGeom>
              <a:avLst/>
              <a:gdLst/>
              <a:ahLst/>
              <a:cxnLst/>
              <a:rect l="l" t="t" r="r" b="b"/>
              <a:pathLst>
                <a:path w="453" h="400" extrusionOk="0">
                  <a:moveTo>
                    <a:pt x="226" y="0"/>
                  </a:moveTo>
                  <a:cubicBezTo>
                    <a:pt x="142" y="0"/>
                    <a:pt x="63" y="55"/>
                    <a:pt x="35" y="141"/>
                  </a:cubicBezTo>
                  <a:cubicBezTo>
                    <a:pt x="0" y="244"/>
                    <a:pt x="57" y="355"/>
                    <a:pt x="165" y="389"/>
                  </a:cubicBezTo>
                  <a:cubicBezTo>
                    <a:pt x="186" y="396"/>
                    <a:pt x="207" y="400"/>
                    <a:pt x="227" y="400"/>
                  </a:cubicBezTo>
                  <a:cubicBezTo>
                    <a:pt x="311" y="400"/>
                    <a:pt x="391" y="346"/>
                    <a:pt x="418" y="263"/>
                  </a:cubicBezTo>
                  <a:cubicBezTo>
                    <a:pt x="453" y="156"/>
                    <a:pt x="395" y="44"/>
                    <a:pt x="287" y="10"/>
                  </a:cubicBezTo>
                  <a:cubicBezTo>
                    <a:pt x="267" y="4"/>
                    <a:pt x="246" y="0"/>
                    <a:pt x="2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93" name="Google Shape;7693;p55"/>
            <p:cNvSpPr/>
            <p:nvPr/>
          </p:nvSpPr>
          <p:spPr>
            <a:xfrm>
              <a:off x="4093254" y="4123494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0" y="0"/>
                  </a:moveTo>
                  <a:lnTo>
                    <a:pt x="62" y="674"/>
                  </a:lnTo>
                  <a:lnTo>
                    <a:pt x="184" y="674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94" name="Google Shape;7694;p55"/>
            <p:cNvSpPr/>
            <p:nvPr/>
          </p:nvSpPr>
          <p:spPr>
            <a:xfrm>
              <a:off x="4043252" y="4145986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123" y="1"/>
                  </a:moveTo>
                  <a:lnTo>
                    <a:pt x="62" y="108"/>
                  </a:lnTo>
                  <a:lnTo>
                    <a:pt x="0" y="216"/>
                  </a:lnTo>
                  <a:lnTo>
                    <a:pt x="613" y="499"/>
                  </a:lnTo>
                  <a:lnTo>
                    <a:pt x="644" y="446"/>
                  </a:lnTo>
                  <a:lnTo>
                    <a:pt x="675" y="391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95" name="Google Shape;7695;p55"/>
            <p:cNvSpPr/>
            <p:nvPr/>
          </p:nvSpPr>
          <p:spPr>
            <a:xfrm>
              <a:off x="4043252" y="4185434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613" y="1"/>
                  </a:moveTo>
                  <a:lnTo>
                    <a:pt x="0" y="285"/>
                  </a:lnTo>
                  <a:lnTo>
                    <a:pt x="62" y="392"/>
                  </a:lnTo>
                  <a:lnTo>
                    <a:pt x="123" y="499"/>
                  </a:lnTo>
                  <a:lnTo>
                    <a:pt x="675" y="108"/>
                  </a:lnTo>
                  <a:lnTo>
                    <a:pt x="644" y="55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96" name="Google Shape;7696;p55"/>
            <p:cNvSpPr/>
            <p:nvPr/>
          </p:nvSpPr>
          <p:spPr>
            <a:xfrm>
              <a:off x="4093254" y="4193133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62" y="0"/>
                  </a:moveTo>
                  <a:lnTo>
                    <a:pt x="0" y="674"/>
                  </a:lnTo>
                  <a:lnTo>
                    <a:pt x="246" y="674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97" name="Google Shape;7697;p55"/>
            <p:cNvSpPr/>
            <p:nvPr/>
          </p:nvSpPr>
          <p:spPr>
            <a:xfrm>
              <a:off x="4106231" y="4185434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62" y="1"/>
                  </a:moveTo>
                  <a:lnTo>
                    <a:pt x="31" y="55"/>
                  </a:lnTo>
                  <a:lnTo>
                    <a:pt x="0" y="108"/>
                  </a:lnTo>
                  <a:lnTo>
                    <a:pt x="552" y="499"/>
                  </a:lnTo>
                  <a:lnTo>
                    <a:pt x="614" y="392"/>
                  </a:lnTo>
                  <a:lnTo>
                    <a:pt x="674" y="285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98" name="Google Shape;7698;p55"/>
            <p:cNvSpPr/>
            <p:nvPr/>
          </p:nvSpPr>
          <p:spPr>
            <a:xfrm>
              <a:off x="4106231" y="4145986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552" y="1"/>
                  </a:moveTo>
                  <a:lnTo>
                    <a:pt x="0" y="391"/>
                  </a:lnTo>
                  <a:lnTo>
                    <a:pt x="31" y="446"/>
                  </a:lnTo>
                  <a:lnTo>
                    <a:pt x="62" y="499"/>
                  </a:lnTo>
                  <a:lnTo>
                    <a:pt x="674" y="216"/>
                  </a:lnTo>
                  <a:lnTo>
                    <a:pt x="614" y="108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699" name="Google Shape;7699;p55"/>
            <p:cNvSpPr/>
            <p:nvPr/>
          </p:nvSpPr>
          <p:spPr>
            <a:xfrm>
              <a:off x="4094638" y="4179119"/>
              <a:ext cx="18600" cy="16436"/>
            </a:xfrm>
            <a:custGeom>
              <a:avLst/>
              <a:gdLst/>
              <a:ahLst/>
              <a:cxnLst/>
              <a:rect l="l" t="t" r="r" b="b"/>
              <a:pathLst>
                <a:path w="215" h="190" extrusionOk="0">
                  <a:moveTo>
                    <a:pt x="110" y="1"/>
                  </a:moveTo>
                  <a:cubicBezTo>
                    <a:pt x="70" y="1"/>
                    <a:pt x="31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6" y="189"/>
                  </a:cubicBezTo>
                  <a:cubicBezTo>
                    <a:pt x="146" y="189"/>
                    <a:pt x="184" y="164"/>
                    <a:pt x="200" y="123"/>
                  </a:cubicBezTo>
                  <a:cubicBezTo>
                    <a:pt x="214" y="74"/>
                    <a:pt x="188" y="20"/>
                    <a:pt x="138" y="5"/>
                  </a:cubicBezTo>
                  <a:cubicBezTo>
                    <a:pt x="129" y="2"/>
                    <a:pt x="120" y="1"/>
                    <a:pt x="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00" name="Google Shape;7700;p55"/>
            <p:cNvSpPr/>
            <p:nvPr/>
          </p:nvSpPr>
          <p:spPr>
            <a:xfrm>
              <a:off x="4519916" y="3646485"/>
              <a:ext cx="375972" cy="226477"/>
            </a:xfrm>
            <a:custGeom>
              <a:avLst/>
              <a:gdLst/>
              <a:ahLst/>
              <a:cxnLst/>
              <a:rect l="l" t="t" r="r" b="b"/>
              <a:pathLst>
                <a:path w="4346" h="2618" extrusionOk="0">
                  <a:moveTo>
                    <a:pt x="1" y="0"/>
                  </a:moveTo>
                  <a:lnTo>
                    <a:pt x="1" y="2617"/>
                  </a:lnTo>
                  <a:lnTo>
                    <a:pt x="4227" y="2617"/>
                  </a:lnTo>
                  <a:lnTo>
                    <a:pt x="4346" y="2131"/>
                  </a:lnTo>
                  <a:lnTo>
                    <a:pt x="2928" y="146"/>
                  </a:lnTo>
                  <a:lnTo>
                    <a:pt x="2905" y="146"/>
                  </a:lnTo>
                  <a:cubicBezTo>
                    <a:pt x="1989" y="62"/>
                    <a:pt x="73" y="4"/>
                    <a:pt x="54" y="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01" name="Google Shape;7701;p55"/>
            <p:cNvSpPr/>
            <p:nvPr/>
          </p:nvSpPr>
          <p:spPr>
            <a:xfrm>
              <a:off x="4524242" y="3651416"/>
              <a:ext cx="366370" cy="217220"/>
            </a:xfrm>
            <a:custGeom>
              <a:avLst/>
              <a:gdLst/>
              <a:ahLst/>
              <a:cxnLst/>
              <a:rect l="l" t="t" r="r" b="b"/>
              <a:pathLst>
                <a:path w="4235" h="2511" extrusionOk="0">
                  <a:moveTo>
                    <a:pt x="144" y="1"/>
                  </a:moveTo>
                  <a:cubicBezTo>
                    <a:pt x="66" y="1"/>
                    <a:pt x="0" y="64"/>
                    <a:pt x="0" y="146"/>
                  </a:cubicBezTo>
                  <a:lnTo>
                    <a:pt x="0" y="2369"/>
                  </a:lnTo>
                  <a:cubicBezTo>
                    <a:pt x="0" y="2445"/>
                    <a:pt x="66" y="2511"/>
                    <a:pt x="146" y="2511"/>
                  </a:cubicBezTo>
                  <a:lnTo>
                    <a:pt x="4024" y="2511"/>
                  </a:lnTo>
                  <a:cubicBezTo>
                    <a:pt x="4093" y="2511"/>
                    <a:pt x="4151" y="2465"/>
                    <a:pt x="4165" y="2403"/>
                  </a:cubicBezTo>
                  <a:lnTo>
                    <a:pt x="4227" y="2150"/>
                  </a:lnTo>
                  <a:cubicBezTo>
                    <a:pt x="4234" y="2108"/>
                    <a:pt x="4227" y="2067"/>
                    <a:pt x="4204" y="2032"/>
                  </a:cubicBezTo>
                  <a:lnTo>
                    <a:pt x="2890" y="192"/>
                  </a:lnTo>
                  <a:cubicBezTo>
                    <a:pt x="2867" y="158"/>
                    <a:pt x="2828" y="135"/>
                    <a:pt x="2786" y="135"/>
                  </a:cubicBezTo>
                  <a:cubicBezTo>
                    <a:pt x="2671" y="123"/>
                    <a:pt x="2549" y="116"/>
                    <a:pt x="2418" y="104"/>
                  </a:cubicBezTo>
                  <a:cubicBezTo>
                    <a:pt x="2077" y="81"/>
                    <a:pt x="1686" y="62"/>
                    <a:pt x="1314" y="47"/>
                  </a:cubicBezTo>
                  <a:cubicBezTo>
                    <a:pt x="1277" y="43"/>
                    <a:pt x="1234" y="43"/>
                    <a:pt x="1192" y="43"/>
                  </a:cubicBezTo>
                  <a:cubicBezTo>
                    <a:pt x="1058" y="35"/>
                    <a:pt x="927" y="31"/>
                    <a:pt x="801" y="24"/>
                  </a:cubicBezTo>
                  <a:cubicBezTo>
                    <a:pt x="525" y="16"/>
                    <a:pt x="292" y="5"/>
                    <a:pt x="150" y="1"/>
                  </a:cubicBezTo>
                  <a:cubicBezTo>
                    <a:pt x="148" y="1"/>
                    <a:pt x="146" y="1"/>
                    <a:pt x="1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02" name="Google Shape;7702;p55"/>
            <p:cNvSpPr/>
            <p:nvPr/>
          </p:nvSpPr>
          <p:spPr>
            <a:xfrm>
              <a:off x="4739389" y="3661105"/>
              <a:ext cx="84261" cy="207531"/>
            </a:xfrm>
            <a:custGeom>
              <a:avLst/>
              <a:gdLst/>
              <a:ahLst/>
              <a:cxnLst/>
              <a:rect l="l" t="t" r="r" b="b"/>
              <a:pathLst>
                <a:path w="974" h="2399" extrusionOk="0">
                  <a:moveTo>
                    <a:pt x="0" y="0"/>
                  </a:moveTo>
                  <a:lnTo>
                    <a:pt x="0" y="0"/>
                  </a:lnTo>
                  <a:cubicBezTo>
                    <a:pt x="180" y="226"/>
                    <a:pt x="345" y="2249"/>
                    <a:pt x="345" y="2299"/>
                  </a:cubicBezTo>
                  <a:cubicBezTo>
                    <a:pt x="345" y="2353"/>
                    <a:pt x="230" y="2399"/>
                    <a:pt x="230" y="2399"/>
                  </a:cubicBezTo>
                  <a:lnTo>
                    <a:pt x="974" y="2399"/>
                  </a:lnTo>
                  <a:cubicBezTo>
                    <a:pt x="974" y="2399"/>
                    <a:pt x="877" y="2387"/>
                    <a:pt x="836" y="2318"/>
                  </a:cubicBezTo>
                  <a:cubicBezTo>
                    <a:pt x="790" y="2249"/>
                    <a:pt x="184" y="61"/>
                    <a:pt x="226" y="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03" name="Google Shape;7703;p55"/>
            <p:cNvSpPr/>
            <p:nvPr/>
          </p:nvSpPr>
          <p:spPr>
            <a:xfrm>
              <a:off x="4311430" y="3646139"/>
              <a:ext cx="154853" cy="226823"/>
            </a:xfrm>
            <a:custGeom>
              <a:avLst/>
              <a:gdLst/>
              <a:ahLst/>
              <a:cxnLst/>
              <a:rect l="l" t="t" r="r" b="b"/>
              <a:pathLst>
                <a:path w="1790" h="2622" extrusionOk="0">
                  <a:moveTo>
                    <a:pt x="1330" y="0"/>
                  </a:moveTo>
                  <a:cubicBezTo>
                    <a:pt x="1035" y="0"/>
                    <a:pt x="743" y="8"/>
                    <a:pt x="740" y="8"/>
                  </a:cubicBezTo>
                  <a:lnTo>
                    <a:pt x="709" y="8"/>
                  </a:lnTo>
                  <a:lnTo>
                    <a:pt x="694" y="39"/>
                  </a:lnTo>
                  <a:cubicBezTo>
                    <a:pt x="303" y="959"/>
                    <a:pt x="12" y="2549"/>
                    <a:pt x="8" y="2564"/>
                  </a:cubicBezTo>
                  <a:lnTo>
                    <a:pt x="0" y="2621"/>
                  </a:lnTo>
                  <a:lnTo>
                    <a:pt x="1790" y="2621"/>
                  </a:lnTo>
                  <a:lnTo>
                    <a:pt x="1790" y="8"/>
                  </a:lnTo>
                  <a:lnTo>
                    <a:pt x="1740" y="8"/>
                  </a:lnTo>
                  <a:cubicBezTo>
                    <a:pt x="1640" y="0"/>
                    <a:pt x="1502" y="0"/>
                    <a:pt x="1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04" name="Google Shape;7704;p55"/>
            <p:cNvSpPr/>
            <p:nvPr/>
          </p:nvSpPr>
          <p:spPr>
            <a:xfrm>
              <a:off x="4316447" y="3650205"/>
              <a:ext cx="145596" cy="218431"/>
            </a:xfrm>
            <a:custGeom>
              <a:avLst/>
              <a:gdLst/>
              <a:ahLst/>
              <a:cxnLst/>
              <a:rect l="l" t="t" r="r" b="b"/>
              <a:pathLst>
                <a:path w="1683" h="2525" extrusionOk="0">
                  <a:moveTo>
                    <a:pt x="1283" y="1"/>
                  </a:moveTo>
                  <a:cubicBezTo>
                    <a:pt x="1203" y="1"/>
                    <a:pt x="1123" y="2"/>
                    <a:pt x="1049" y="3"/>
                  </a:cubicBezTo>
                  <a:cubicBezTo>
                    <a:pt x="1000" y="3"/>
                    <a:pt x="957" y="3"/>
                    <a:pt x="915" y="7"/>
                  </a:cubicBezTo>
                  <a:cubicBezTo>
                    <a:pt x="777" y="7"/>
                    <a:pt x="682" y="11"/>
                    <a:pt x="682" y="11"/>
                  </a:cubicBezTo>
                  <a:cubicBezTo>
                    <a:pt x="575" y="268"/>
                    <a:pt x="475" y="570"/>
                    <a:pt x="386" y="880"/>
                  </a:cubicBezTo>
                  <a:cubicBezTo>
                    <a:pt x="352" y="1000"/>
                    <a:pt x="322" y="1119"/>
                    <a:pt x="291" y="1234"/>
                  </a:cubicBezTo>
                  <a:cubicBezTo>
                    <a:pt x="110" y="1915"/>
                    <a:pt x="0" y="2525"/>
                    <a:pt x="0" y="2525"/>
                  </a:cubicBezTo>
                  <a:lnTo>
                    <a:pt x="1306" y="2525"/>
                  </a:lnTo>
                  <a:cubicBezTo>
                    <a:pt x="1513" y="2525"/>
                    <a:pt x="1682" y="2356"/>
                    <a:pt x="1682" y="2150"/>
                  </a:cubicBezTo>
                  <a:lnTo>
                    <a:pt x="1682" y="11"/>
                  </a:lnTo>
                  <a:cubicBezTo>
                    <a:pt x="1571" y="4"/>
                    <a:pt x="1427" y="1"/>
                    <a:pt x="12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05" name="Google Shape;7705;p55"/>
            <p:cNvSpPr/>
            <p:nvPr/>
          </p:nvSpPr>
          <p:spPr>
            <a:xfrm>
              <a:off x="4763525" y="3782304"/>
              <a:ext cx="164888" cy="94639"/>
            </a:xfrm>
            <a:custGeom>
              <a:avLst/>
              <a:gdLst/>
              <a:ahLst/>
              <a:cxnLst/>
              <a:rect l="l" t="t" r="r" b="b"/>
              <a:pathLst>
                <a:path w="1906" h="1094" extrusionOk="0">
                  <a:moveTo>
                    <a:pt x="838" y="0"/>
                  </a:moveTo>
                  <a:cubicBezTo>
                    <a:pt x="668" y="0"/>
                    <a:pt x="512" y="11"/>
                    <a:pt x="434" y="36"/>
                  </a:cubicBezTo>
                  <a:cubicBezTo>
                    <a:pt x="219" y="105"/>
                    <a:pt x="1" y="925"/>
                    <a:pt x="308" y="1093"/>
                  </a:cubicBezTo>
                  <a:lnTo>
                    <a:pt x="1741" y="1093"/>
                  </a:lnTo>
                  <a:cubicBezTo>
                    <a:pt x="1741" y="1093"/>
                    <a:pt x="1905" y="833"/>
                    <a:pt x="1813" y="699"/>
                  </a:cubicBezTo>
                  <a:lnTo>
                    <a:pt x="1661" y="660"/>
                  </a:lnTo>
                  <a:cubicBezTo>
                    <a:pt x="1661" y="660"/>
                    <a:pt x="1599" y="143"/>
                    <a:pt x="1530" y="74"/>
                  </a:cubicBezTo>
                  <a:cubicBezTo>
                    <a:pt x="1486" y="33"/>
                    <a:pt x="1139" y="0"/>
                    <a:pt x="8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06" name="Google Shape;7706;p55"/>
            <p:cNvSpPr/>
            <p:nvPr/>
          </p:nvSpPr>
          <p:spPr>
            <a:xfrm>
              <a:off x="3746180" y="3834728"/>
              <a:ext cx="526586" cy="38236"/>
            </a:xfrm>
            <a:custGeom>
              <a:avLst/>
              <a:gdLst/>
              <a:ahLst/>
              <a:cxnLst/>
              <a:rect l="l" t="t" r="r" b="b"/>
              <a:pathLst>
                <a:path w="6087" h="442" extrusionOk="0">
                  <a:moveTo>
                    <a:pt x="901" y="0"/>
                  </a:moveTo>
                  <a:cubicBezTo>
                    <a:pt x="519" y="0"/>
                    <a:pt x="271" y="1"/>
                    <a:pt x="246" y="5"/>
                  </a:cubicBezTo>
                  <a:cubicBezTo>
                    <a:pt x="123" y="17"/>
                    <a:pt x="1" y="254"/>
                    <a:pt x="100" y="441"/>
                  </a:cubicBezTo>
                  <a:lnTo>
                    <a:pt x="5975" y="441"/>
                  </a:lnTo>
                  <a:lnTo>
                    <a:pt x="6086" y="20"/>
                  </a:lnTo>
                  <a:cubicBezTo>
                    <a:pt x="6086" y="20"/>
                    <a:pt x="2427" y="0"/>
                    <a:pt x="9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07" name="Google Shape;7707;p55"/>
            <p:cNvSpPr/>
            <p:nvPr/>
          </p:nvSpPr>
          <p:spPr>
            <a:xfrm>
              <a:off x="3773777" y="3899783"/>
              <a:ext cx="1153351" cy="5017"/>
            </a:xfrm>
            <a:custGeom>
              <a:avLst/>
              <a:gdLst/>
              <a:ahLst/>
              <a:cxnLst/>
              <a:rect l="l" t="t" r="r" b="b"/>
              <a:pathLst>
                <a:path w="13332" h="58" extrusionOk="0">
                  <a:moveTo>
                    <a:pt x="0" y="0"/>
                  </a:moveTo>
                  <a:lnTo>
                    <a:pt x="0" y="57"/>
                  </a:lnTo>
                  <a:lnTo>
                    <a:pt x="13331" y="57"/>
                  </a:lnTo>
                  <a:lnTo>
                    <a:pt x="133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08" name="Google Shape;7708;p55"/>
            <p:cNvSpPr/>
            <p:nvPr/>
          </p:nvSpPr>
          <p:spPr>
            <a:xfrm>
              <a:off x="3794885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8" y="1"/>
                  </a:moveTo>
                  <a:cubicBezTo>
                    <a:pt x="59" y="1"/>
                    <a:pt x="39" y="8"/>
                    <a:pt x="24" y="20"/>
                  </a:cubicBezTo>
                  <a:cubicBezTo>
                    <a:pt x="13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9" y="215"/>
                    <a:pt x="24" y="231"/>
                  </a:cubicBezTo>
                  <a:cubicBezTo>
                    <a:pt x="32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5" y="251"/>
                    <a:pt x="78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7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7" y="35"/>
                    <a:pt x="131" y="20"/>
                  </a:cubicBezTo>
                  <a:cubicBezTo>
                    <a:pt x="124" y="16"/>
                    <a:pt x="116" y="8"/>
                    <a:pt x="108" y="4"/>
                  </a:cubicBezTo>
                  <a:cubicBezTo>
                    <a:pt x="97" y="1"/>
                    <a:pt x="89" y="1"/>
                    <a:pt x="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09" name="Google Shape;7709;p55"/>
            <p:cNvSpPr/>
            <p:nvPr/>
          </p:nvSpPr>
          <p:spPr>
            <a:xfrm>
              <a:off x="3902675" y="3860594"/>
              <a:ext cx="12976" cy="21800"/>
            </a:xfrm>
            <a:custGeom>
              <a:avLst/>
              <a:gdLst/>
              <a:ahLst/>
              <a:cxnLst/>
              <a:rect l="l" t="t" r="r" b="b"/>
              <a:pathLst>
                <a:path w="150" h="252" extrusionOk="0">
                  <a:moveTo>
                    <a:pt x="77" y="1"/>
                  </a:moveTo>
                  <a:cubicBezTo>
                    <a:pt x="58" y="1"/>
                    <a:pt x="35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2" y="249"/>
                    <a:pt x="59" y="252"/>
                    <a:pt x="67" y="252"/>
                  </a:cubicBezTo>
                  <a:cubicBezTo>
                    <a:pt x="70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3" y="215"/>
                    <a:pt x="150" y="196"/>
                    <a:pt x="150" y="177"/>
                  </a:cubicBezTo>
                  <a:lnTo>
                    <a:pt x="150" y="73"/>
                  </a:lnTo>
                  <a:cubicBezTo>
                    <a:pt x="150" y="54"/>
                    <a:pt x="143" y="35"/>
                    <a:pt x="131" y="20"/>
                  </a:cubicBezTo>
                  <a:cubicBezTo>
                    <a:pt x="123" y="16"/>
                    <a:pt x="116" y="8"/>
                    <a:pt x="104" y="4"/>
                  </a:cubicBezTo>
                  <a:cubicBezTo>
                    <a:pt x="97" y="1"/>
                    <a:pt x="85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10" name="Google Shape;7710;p55"/>
            <p:cNvSpPr/>
            <p:nvPr/>
          </p:nvSpPr>
          <p:spPr>
            <a:xfrm>
              <a:off x="4024999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5" y="8"/>
                    <a:pt x="23" y="20"/>
                  </a:cubicBezTo>
                  <a:cubicBezTo>
                    <a:pt x="8" y="35"/>
                    <a:pt x="0" y="54"/>
                    <a:pt x="0" y="73"/>
                  </a:cubicBezTo>
                  <a:lnTo>
                    <a:pt x="0" y="177"/>
                  </a:lnTo>
                  <a:cubicBezTo>
                    <a:pt x="0" y="196"/>
                    <a:pt x="8" y="215"/>
                    <a:pt x="23" y="231"/>
                  </a:cubicBezTo>
                  <a:cubicBezTo>
                    <a:pt x="31" y="238"/>
                    <a:pt x="39" y="242"/>
                    <a:pt x="46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5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5" y="8"/>
                    <a:pt x="104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11" name="Google Shape;7711;p55"/>
            <p:cNvSpPr/>
            <p:nvPr/>
          </p:nvSpPr>
          <p:spPr>
            <a:xfrm>
              <a:off x="4117823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8" y="8"/>
                    <a:pt x="24" y="20"/>
                  </a:cubicBezTo>
                  <a:cubicBezTo>
                    <a:pt x="12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12" y="215"/>
                    <a:pt x="24" y="231"/>
                  </a:cubicBezTo>
                  <a:cubicBezTo>
                    <a:pt x="31" y="238"/>
                    <a:pt x="38" y="242"/>
                    <a:pt x="50" y="246"/>
                  </a:cubicBezTo>
                  <a:cubicBezTo>
                    <a:pt x="56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9" y="246"/>
                    <a:pt x="130" y="231"/>
                  </a:cubicBezTo>
                  <a:cubicBezTo>
                    <a:pt x="146" y="215"/>
                    <a:pt x="153" y="196"/>
                    <a:pt x="153" y="177"/>
                  </a:cubicBezTo>
                  <a:lnTo>
                    <a:pt x="153" y="73"/>
                  </a:lnTo>
                  <a:cubicBezTo>
                    <a:pt x="153" y="54"/>
                    <a:pt x="146" y="35"/>
                    <a:pt x="130" y="20"/>
                  </a:cubicBezTo>
                  <a:cubicBezTo>
                    <a:pt x="123" y="16"/>
                    <a:pt x="116" y="8"/>
                    <a:pt x="107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12" name="Google Shape;7712;p55"/>
            <p:cNvSpPr/>
            <p:nvPr/>
          </p:nvSpPr>
          <p:spPr>
            <a:xfrm>
              <a:off x="4225526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7" y="1"/>
                  </a:moveTo>
                  <a:cubicBezTo>
                    <a:pt x="58" y="1"/>
                    <a:pt x="39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6" y="8"/>
                    <a:pt x="108" y="4"/>
                  </a:cubicBezTo>
                  <a:cubicBezTo>
                    <a:pt x="97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sp>
        <p:nvSpPr>
          <p:cNvPr id="2" name="Google Shape;5982;p46">
            <a:extLst>
              <a:ext uri="{FF2B5EF4-FFF2-40B4-BE49-F238E27FC236}">
                <a16:creationId xmlns:a16="http://schemas.microsoft.com/office/drawing/2014/main" id="{F066DF07-DE7B-85A6-E9AC-E3A786B90004}"/>
              </a:ext>
            </a:extLst>
          </p:cNvPr>
          <p:cNvSpPr txBox="1">
            <a:spLocks/>
          </p:cNvSpPr>
          <p:nvPr/>
        </p:nvSpPr>
        <p:spPr>
          <a:xfrm>
            <a:off x="720000" y="188735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hanga One"/>
              <a:buNone/>
              <a:defRPr sz="6000" b="0" i="0" u="none" strike="noStrike" cap="none">
                <a:solidFill>
                  <a:schemeClr val="lt1"/>
                </a:solidFill>
                <a:latin typeface="Changa One"/>
                <a:ea typeface="Changa One"/>
                <a:cs typeface="Changa One"/>
                <a:sym typeface="Chang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hanga One"/>
              <a:buNone/>
              <a:defRPr sz="12000" b="0" i="0" u="none" strike="noStrike" cap="none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hanga One"/>
              <a:buNone/>
              <a:defRPr sz="12000" b="0" i="0" u="none" strike="noStrike" cap="none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hanga One"/>
              <a:buNone/>
              <a:defRPr sz="12000" b="0" i="0" u="none" strike="noStrike" cap="none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hanga One"/>
              <a:buNone/>
              <a:defRPr sz="12000" b="0" i="0" u="none" strike="noStrike" cap="none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hanga One"/>
              <a:buNone/>
              <a:defRPr sz="12000" b="0" i="0" u="none" strike="noStrike" cap="none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hanga One"/>
              <a:buNone/>
              <a:defRPr sz="12000" b="0" i="0" u="none" strike="noStrike" cap="none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hanga One"/>
              <a:buNone/>
              <a:defRPr sz="12000" b="0" i="0" u="none" strike="noStrike" cap="none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hanga One"/>
              <a:buNone/>
              <a:defRPr sz="12000" b="0" i="0" u="none" strike="noStrike" cap="none">
                <a:solidFill>
                  <a:schemeClr val="dk1"/>
                </a:solidFill>
                <a:latin typeface="Changa One"/>
                <a:ea typeface="Changa One"/>
                <a:cs typeface="Changa One"/>
                <a:sym typeface="Changa One"/>
              </a:defRPr>
            </a:lvl9pPr>
          </a:lstStyle>
          <a:p>
            <a:r>
              <a:rPr lang="it-IT" dirty="0">
                <a:solidFill>
                  <a:schemeClr val="tx1"/>
                </a:solidFill>
              </a:rPr>
              <a:t>mIoU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B7F8D2-5249-8A53-F91E-D7DF985BE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757" y="3213923"/>
            <a:ext cx="5102700" cy="1177954"/>
          </a:xfrm>
        </p:spPr>
        <p:txBody>
          <a:bodyPr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Robusta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allo</a:t>
            </a: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sbilanciamento</a:t>
            </a: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ogni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classe</a:t>
            </a: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pesa</a:t>
            </a: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uguale</a:t>
            </a:r>
            <a:b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Pixel Accuracy: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metrica</a:t>
            </a: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secondaria</a:t>
            </a: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favorisce</a:t>
            </a: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classi</a:t>
            </a: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dominanti</a:t>
            </a: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</a:t>
            </a:r>
            <a:b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ignore_index</a:t>
            </a: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=255: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bordi</a:t>
            </a: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 void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esclusi</a:t>
            </a: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dal </a:t>
            </a:r>
            <a:r>
              <a:rPr lang="en-US" sz="14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calcolo</a:t>
            </a:r>
            <a:b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5E02F9-D491-6FA9-884C-B5D540A42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619942" y="3498027"/>
            <a:ext cx="117630" cy="1176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0EE08D-3C95-8BAD-1227-F3C68EA82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619942" y="3699230"/>
            <a:ext cx="117630" cy="117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5A540E-32D8-4950-032D-0220A77F2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619942" y="3927923"/>
            <a:ext cx="117630" cy="11763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1F23C477-C864-6DB4-5BB9-C381B226CD95}"/>
              </a:ext>
            </a:extLst>
          </p:cNvPr>
          <p:cNvSpPr/>
          <p:nvPr/>
        </p:nvSpPr>
        <p:spPr>
          <a:xfrm>
            <a:off x="3754039" y="2298011"/>
            <a:ext cx="914400" cy="914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EACCD2-FA2A-C1DD-CC9B-6CC7CFFC3D51}"/>
              </a:ext>
            </a:extLst>
          </p:cNvPr>
          <p:cNvSpPr/>
          <p:nvPr/>
        </p:nvSpPr>
        <p:spPr>
          <a:xfrm>
            <a:off x="4369575" y="2298011"/>
            <a:ext cx="914400" cy="914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9F25C77-5305-2478-746B-B8305EE0E568}"/>
              </a:ext>
            </a:extLst>
          </p:cNvPr>
          <p:cNvSpPr/>
          <p:nvPr/>
        </p:nvSpPr>
        <p:spPr>
          <a:xfrm>
            <a:off x="4369575" y="2426598"/>
            <a:ext cx="298864" cy="657225"/>
          </a:xfrm>
          <a:prstGeom prst="ellipse">
            <a:avLst/>
          </a:prstGeom>
          <a:solidFill>
            <a:srgbClr val="65F773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8FDA59-808B-DE95-ACF7-01742B7CCF22}"/>
              </a:ext>
            </a:extLst>
          </p:cNvPr>
          <p:cNvSpPr txBox="1"/>
          <p:nvPr/>
        </p:nvSpPr>
        <p:spPr>
          <a:xfrm>
            <a:off x="2360662" y="2310140"/>
            <a:ext cx="1134097" cy="26161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Ground Truth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67BE60-D965-6606-E0A8-30A143706FD6}"/>
              </a:ext>
            </a:extLst>
          </p:cNvPr>
          <p:cNvSpPr txBox="1"/>
          <p:nvPr/>
        </p:nvSpPr>
        <p:spPr>
          <a:xfrm>
            <a:off x="5350131" y="2310140"/>
            <a:ext cx="1134097" cy="26161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Predicted Box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BE07B6-140F-05B9-A5AF-817D9BB9A053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83B28B4-DAC3-0920-D00B-AE1DA45A2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2DAA47-CAD5-0B52-0E9D-2885FA5D9336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14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4080353-6FA4-2B8E-DEC2-14F0D5DC0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07" y="1315595"/>
            <a:ext cx="3658200" cy="7128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4">
          <a:extLst>
            <a:ext uri="{FF2B5EF4-FFF2-40B4-BE49-F238E27FC236}">
              <a16:creationId xmlns:a16="http://schemas.microsoft.com/office/drawing/2014/main" id="{92DF4E90-9A50-68E4-DE56-4B34B0503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5" name="Google Shape;5515;p43">
            <a:extLst>
              <a:ext uri="{FF2B5EF4-FFF2-40B4-BE49-F238E27FC236}">
                <a16:creationId xmlns:a16="http://schemas.microsoft.com/office/drawing/2014/main" id="{367837F2-E9B6-B72B-43D6-22F2698BA6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301152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/>
              <a:t>Convergenza Durante il Training</a:t>
            </a:r>
          </a:p>
        </p:txBody>
      </p:sp>
      <p:sp>
        <p:nvSpPr>
          <p:cNvPr id="5517" name="Google Shape;5517;p43">
            <a:extLst>
              <a:ext uri="{FF2B5EF4-FFF2-40B4-BE49-F238E27FC236}">
                <a16:creationId xmlns:a16="http://schemas.microsoft.com/office/drawing/2014/main" id="{1038CB71-C682-2AA0-229B-AB36B00D85F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5675" y="3647243"/>
            <a:ext cx="8485092" cy="8447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Training </a:t>
            </a:r>
            <a:r>
              <a:rPr lang="it-IT" b="0" err="1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loss</a:t>
            </a: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it-IT" b="0" err="1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DeepLab</a:t>
            </a: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converge molto più rapidamente di U-Net (partenza ~0.55 vs ~1.5)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U-Net ha discesa più graduale ma regolare, senza instabilità</a:t>
            </a:r>
          </a:p>
          <a:p>
            <a:pPr>
              <a:lnSpc>
                <a:spcPts val="1350"/>
              </a:lnSpc>
            </a:pP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Val </a:t>
            </a:r>
            <a:r>
              <a:rPr lang="it-IT" b="0" err="1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mIoU</a:t>
            </a: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it-IT" b="0" err="1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DeepLab</a:t>
            </a: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Scratch (rosso) sale subito sopra il 70% e raggiunge il picco verso epoca 10–15</a:t>
            </a:r>
          </a:p>
        </p:txBody>
      </p:sp>
      <p:grpSp>
        <p:nvGrpSpPr>
          <p:cNvPr id="5518" name="Google Shape;5518;p43">
            <a:extLst>
              <a:ext uri="{FF2B5EF4-FFF2-40B4-BE49-F238E27FC236}">
                <a16:creationId xmlns:a16="http://schemas.microsoft.com/office/drawing/2014/main" id="{F81E6986-F161-A5C8-DEB2-0590902FD905}"/>
              </a:ext>
            </a:extLst>
          </p:cNvPr>
          <p:cNvGrpSpPr/>
          <p:nvPr/>
        </p:nvGrpSpPr>
        <p:grpSpPr>
          <a:xfrm>
            <a:off x="8505380" y="3880808"/>
            <a:ext cx="177548" cy="768131"/>
            <a:chOff x="8742709" y="2196290"/>
            <a:chExt cx="250703" cy="1084471"/>
          </a:xfrm>
        </p:grpSpPr>
        <p:sp>
          <p:nvSpPr>
            <p:cNvPr id="5519" name="Google Shape;5519;p43">
              <a:extLst>
                <a:ext uri="{FF2B5EF4-FFF2-40B4-BE49-F238E27FC236}">
                  <a16:creationId xmlns:a16="http://schemas.microsoft.com/office/drawing/2014/main" id="{E060D2AB-044B-902E-1362-B71BDDA96B71}"/>
                </a:ext>
              </a:extLst>
            </p:cNvPr>
            <p:cNvSpPr/>
            <p:nvPr/>
          </p:nvSpPr>
          <p:spPr>
            <a:xfrm>
              <a:off x="8938305" y="2203989"/>
              <a:ext cx="55107" cy="407796"/>
            </a:xfrm>
            <a:custGeom>
              <a:avLst/>
              <a:gdLst/>
              <a:ahLst/>
              <a:cxnLst/>
              <a:rect l="l" t="t" r="r" b="b"/>
              <a:pathLst>
                <a:path w="637" h="4714" extrusionOk="0">
                  <a:moveTo>
                    <a:pt x="0" y="1"/>
                  </a:moveTo>
                  <a:lnTo>
                    <a:pt x="0" y="4714"/>
                  </a:lnTo>
                  <a:cubicBezTo>
                    <a:pt x="0" y="4714"/>
                    <a:pt x="421" y="4687"/>
                    <a:pt x="533" y="4625"/>
                  </a:cubicBezTo>
                  <a:cubicBezTo>
                    <a:pt x="533" y="4625"/>
                    <a:pt x="636" y="1534"/>
                    <a:pt x="441" y="161"/>
                  </a:cubicBezTo>
                  <a:cubicBezTo>
                    <a:pt x="441" y="161"/>
                    <a:pt x="226" y="35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520" name="Google Shape;5520;p43">
              <a:extLst>
                <a:ext uri="{FF2B5EF4-FFF2-40B4-BE49-F238E27FC236}">
                  <a16:creationId xmlns:a16="http://schemas.microsoft.com/office/drawing/2014/main" id="{1DD805CC-2D47-CA65-3E7B-1249BED0F0AF}"/>
                </a:ext>
              </a:extLst>
            </p:cNvPr>
            <p:cNvSpPr/>
            <p:nvPr/>
          </p:nvSpPr>
          <p:spPr>
            <a:xfrm>
              <a:off x="8828525" y="2609109"/>
              <a:ext cx="54155" cy="628563"/>
            </a:xfrm>
            <a:custGeom>
              <a:avLst/>
              <a:gdLst/>
              <a:ahLst/>
              <a:cxnLst/>
              <a:rect l="l" t="t" r="r" b="b"/>
              <a:pathLst>
                <a:path w="626" h="7266" extrusionOk="0">
                  <a:moveTo>
                    <a:pt x="625" y="0"/>
                  </a:moveTo>
                  <a:lnTo>
                    <a:pt x="1" y="31"/>
                  </a:lnTo>
                  <a:lnTo>
                    <a:pt x="104" y="7266"/>
                  </a:lnTo>
                  <a:cubicBezTo>
                    <a:pt x="104" y="7266"/>
                    <a:pt x="326" y="7266"/>
                    <a:pt x="530" y="7220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521" name="Google Shape;5521;p43">
              <a:extLst>
                <a:ext uri="{FF2B5EF4-FFF2-40B4-BE49-F238E27FC236}">
                  <a16:creationId xmlns:a16="http://schemas.microsoft.com/office/drawing/2014/main" id="{515F85C3-85C7-87D2-C864-4FA89D7C8B27}"/>
                </a:ext>
              </a:extLst>
            </p:cNvPr>
            <p:cNvSpPr/>
            <p:nvPr/>
          </p:nvSpPr>
          <p:spPr>
            <a:xfrm>
              <a:off x="8864686" y="2627362"/>
              <a:ext cx="10381" cy="598372"/>
            </a:xfrm>
            <a:custGeom>
              <a:avLst/>
              <a:gdLst/>
              <a:ahLst/>
              <a:cxnLst/>
              <a:rect l="l" t="t" r="r" b="b"/>
              <a:pathLst>
                <a:path w="120" h="6917" extrusionOk="0">
                  <a:moveTo>
                    <a:pt x="62" y="0"/>
                  </a:moveTo>
                  <a:lnTo>
                    <a:pt x="0" y="6909"/>
                  </a:lnTo>
                  <a:lnTo>
                    <a:pt x="0" y="6917"/>
                  </a:lnTo>
                  <a:lnTo>
                    <a:pt x="58" y="6917"/>
                  </a:lnTo>
                  <a:lnTo>
                    <a:pt x="58" y="6909"/>
                  </a:lnTo>
                  <a:lnTo>
                    <a:pt x="119" y="4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522" name="Google Shape;5522;p43">
              <a:extLst>
                <a:ext uri="{FF2B5EF4-FFF2-40B4-BE49-F238E27FC236}">
                  <a16:creationId xmlns:a16="http://schemas.microsoft.com/office/drawing/2014/main" id="{0CA21D9C-4D45-FE1C-B50E-815CB6AD17B5}"/>
                </a:ext>
              </a:extLst>
            </p:cNvPr>
            <p:cNvSpPr/>
            <p:nvPr/>
          </p:nvSpPr>
          <p:spPr>
            <a:xfrm>
              <a:off x="8828525" y="2613694"/>
              <a:ext cx="54155" cy="13409"/>
            </a:xfrm>
            <a:custGeom>
              <a:avLst/>
              <a:gdLst/>
              <a:ahLst/>
              <a:cxnLst/>
              <a:rect l="l" t="t" r="r" b="b"/>
              <a:pathLst>
                <a:path w="626" h="155" extrusionOk="0">
                  <a:moveTo>
                    <a:pt x="625" y="1"/>
                  </a:moveTo>
                  <a:lnTo>
                    <a:pt x="1" y="24"/>
                  </a:lnTo>
                  <a:lnTo>
                    <a:pt x="12" y="154"/>
                  </a:lnTo>
                  <a:cubicBezTo>
                    <a:pt x="17" y="154"/>
                    <a:pt x="22" y="154"/>
                    <a:pt x="26" y="154"/>
                  </a:cubicBezTo>
                  <a:cubicBezTo>
                    <a:pt x="299" y="154"/>
                    <a:pt x="618" y="54"/>
                    <a:pt x="618" y="54"/>
                  </a:cubicBez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523" name="Google Shape;5523;p43">
              <a:extLst>
                <a:ext uri="{FF2B5EF4-FFF2-40B4-BE49-F238E27FC236}">
                  <a16:creationId xmlns:a16="http://schemas.microsoft.com/office/drawing/2014/main" id="{89F2BE25-E812-AA52-8C2F-0A21AB9526E1}"/>
                </a:ext>
              </a:extLst>
            </p:cNvPr>
            <p:cNvSpPr/>
            <p:nvPr/>
          </p:nvSpPr>
          <p:spPr>
            <a:xfrm>
              <a:off x="8742709" y="2196290"/>
              <a:ext cx="203645" cy="422070"/>
            </a:xfrm>
            <a:custGeom>
              <a:avLst/>
              <a:gdLst/>
              <a:ahLst/>
              <a:cxnLst/>
              <a:rect l="l" t="t" r="r" b="b"/>
              <a:pathLst>
                <a:path w="2354" h="4879" extrusionOk="0">
                  <a:moveTo>
                    <a:pt x="1092" y="1"/>
                  </a:moveTo>
                  <a:cubicBezTo>
                    <a:pt x="447" y="1"/>
                    <a:pt x="84" y="90"/>
                    <a:pt x="84" y="90"/>
                  </a:cubicBezTo>
                  <a:cubicBezTo>
                    <a:pt x="1" y="1810"/>
                    <a:pt x="176" y="4829"/>
                    <a:pt x="176" y="4829"/>
                  </a:cubicBezTo>
                  <a:cubicBezTo>
                    <a:pt x="366" y="4865"/>
                    <a:pt x="622" y="4878"/>
                    <a:pt x="890" y="4878"/>
                  </a:cubicBezTo>
                  <a:cubicBezTo>
                    <a:pt x="1541" y="4878"/>
                    <a:pt x="2261" y="4803"/>
                    <a:pt x="2261" y="4803"/>
                  </a:cubicBezTo>
                  <a:cubicBezTo>
                    <a:pt x="2353" y="2366"/>
                    <a:pt x="2261" y="90"/>
                    <a:pt x="2261" y="90"/>
                  </a:cubicBezTo>
                  <a:cubicBezTo>
                    <a:pt x="1808" y="23"/>
                    <a:pt x="1415" y="1"/>
                    <a:pt x="10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524" name="Google Shape;5524;p43">
              <a:extLst>
                <a:ext uri="{FF2B5EF4-FFF2-40B4-BE49-F238E27FC236}">
                  <a16:creationId xmlns:a16="http://schemas.microsoft.com/office/drawing/2014/main" id="{237250E4-5DA3-09FB-F051-ED395D03EE63}"/>
                </a:ext>
              </a:extLst>
            </p:cNvPr>
            <p:cNvSpPr/>
            <p:nvPr/>
          </p:nvSpPr>
          <p:spPr>
            <a:xfrm>
              <a:off x="8761222" y="2209612"/>
              <a:ext cx="167483" cy="395599"/>
            </a:xfrm>
            <a:custGeom>
              <a:avLst/>
              <a:gdLst/>
              <a:ahLst/>
              <a:cxnLst/>
              <a:rect l="l" t="t" r="r" b="b"/>
              <a:pathLst>
                <a:path w="1936" h="4573" extrusionOk="0">
                  <a:moveTo>
                    <a:pt x="878" y="58"/>
                  </a:moveTo>
                  <a:cubicBezTo>
                    <a:pt x="1188" y="58"/>
                    <a:pt x="1509" y="80"/>
                    <a:pt x="1841" y="120"/>
                  </a:cubicBezTo>
                  <a:lnTo>
                    <a:pt x="1841" y="120"/>
                  </a:lnTo>
                  <a:cubicBezTo>
                    <a:pt x="1853" y="469"/>
                    <a:pt x="1879" y="1301"/>
                    <a:pt x="1879" y="2350"/>
                  </a:cubicBezTo>
                  <a:cubicBezTo>
                    <a:pt x="1879" y="2994"/>
                    <a:pt x="1867" y="3717"/>
                    <a:pt x="1841" y="4456"/>
                  </a:cubicBezTo>
                  <a:lnTo>
                    <a:pt x="1841" y="4456"/>
                  </a:lnTo>
                  <a:cubicBezTo>
                    <a:pt x="1592" y="4475"/>
                    <a:pt x="1119" y="4511"/>
                    <a:pt x="683" y="4511"/>
                  </a:cubicBezTo>
                  <a:cubicBezTo>
                    <a:pt x="480" y="4511"/>
                    <a:pt x="305" y="4504"/>
                    <a:pt x="164" y="4490"/>
                  </a:cubicBezTo>
                  <a:lnTo>
                    <a:pt x="164" y="4490"/>
                  </a:lnTo>
                  <a:cubicBezTo>
                    <a:pt x="136" y="3974"/>
                    <a:pt x="59" y="2393"/>
                    <a:pt x="59" y="1032"/>
                  </a:cubicBezTo>
                  <a:cubicBezTo>
                    <a:pt x="59" y="707"/>
                    <a:pt x="62" y="394"/>
                    <a:pt x="73" y="113"/>
                  </a:cubicBezTo>
                  <a:lnTo>
                    <a:pt x="73" y="113"/>
                  </a:lnTo>
                  <a:cubicBezTo>
                    <a:pt x="230" y="90"/>
                    <a:pt x="505" y="58"/>
                    <a:pt x="878" y="58"/>
                  </a:cubicBezTo>
                  <a:close/>
                  <a:moveTo>
                    <a:pt x="878" y="1"/>
                  </a:moveTo>
                  <a:cubicBezTo>
                    <a:pt x="484" y="1"/>
                    <a:pt x="197" y="35"/>
                    <a:pt x="43" y="58"/>
                  </a:cubicBezTo>
                  <a:lnTo>
                    <a:pt x="16" y="62"/>
                  </a:lnTo>
                  <a:lnTo>
                    <a:pt x="16" y="85"/>
                  </a:lnTo>
                  <a:cubicBezTo>
                    <a:pt x="5" y="376"/>
                    <a:pt x="1" y="694"/>
                    <a:pt x="1" y="1032"/>
                  </a:cubicBezTo>
                  <a:cubicBezTo>
                    <a:pt x="1" y="2419"/>
                    <a:pt x="82" y="4028"/>
                    <a:pt x="108" y="4518"/>
                  </a:cubicBezTo>
                  <a:lnTo>
                    <a:pt x="108" y="4541"/>
                  </a:lnTo>
                  <a:lnTo>
                    <a:pt x="135" y="4546"/>
                  </a:lnTo>
                  <a:cubicBezTo>
                    <a:pt x="280" y="4560"/>
                    <a:pt x="464" y="4572"/>
                    <a:pt x="683" y="4572"/>
                  </a:cubicBezTo>
                  <a:cubicBezTo>
                    <a:pt x="1139" y="4572"/>
                    <a:pt x="1630" y="4534"/>
                    <a:pt x="1875" y="4511"/>
                  </a:cubicBezTo>
                  <a:lnTo>
                    <a:pt x="1898" y="4507"/>
                  </a:lnTo>
                  <a:lnTo>
                    <a:pt x="1902" y="4484"/>
                  </a:lnTo>
                  <a:cubicBezTo>
                    <a:pt x="1928" y="3733"/>
                    <a:pt x="1936" y="3001"/>
                    <a:pt x="1936" y="2350"/>
                  </a:cubicBezTo>
                  <a:cubicBezTo>
                    <a:pt x="1936" y="1276"/>
                    <a:pt x="1913" y="426"/>
                    <a:pt x="1902" y="93"/>
                  </a:cubicBezTo>
                  <a:lnTo>
                    <a:pt x="1898" y="70"/>
                  </a:lnTo>
                  <a:lnTo>
                    <a:pt x="1875" y="66"/>
                  </a:lnTo>
                  <a:cubicBezTo>
                    <a:pt x="1534" y="24"/>
                    <a:pt x="1200" y="1"/>
                    <a:pt x="8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grpSp>
          <p:nvGrpSpPr>
            <p:cNvPr id="5525" name="Google Shape;5525;p43">
              <a:extLst>
                <a:ext uri="{FF2B5EF4-FFF2-40B4-BE49-F238E27FC236}">
                  <a16:creationId xmlns:a16="http://schemas.microsoft.com/office/drawing/2014/main" id="{4AD8EE2F-453F-C39F-BE76-F11A1DF9EB2A}"/>
                </a:ext>
              </a:extLst>
            </p:cNvPr>
            <p:cNvGrpSpPr/>
            <p:nvPr/>
          </p:nvGrpSpPr>
          <p:grpSpPr>
            <a:xfrm>
              <a:off x="8794962" y="2230201"/>
              <a:ext cx="91528" cy="351743"/>
              <a:chOff x="8426487" y="2163076"/>
              <a:chExt cx="91528" cy="351743"/>
            </a:xfrm>
          </p:grpSpPr>
          <p:sp>
            <p:nvSpPr>
              <p:cNvPr id="5526" name="Google Shape;5526;p43">
                <a:extLst>
                  <a:ext uri="{FF2B5EF4-FFF2-40B4-BE49-F238E27FC236}">
                    <a16:creationId xmlns:a16="http://schemas.microsoft.com/office/drawing/2014/main" id="{5FC27A95-290C-70A0-1773-306DAD672F78}"/>
                  </a:ext>
                </a:extLst>
              </p:cNvPr>
              <p:cNvSpPr/>
              <p:nvPr/>
            </p:nvSpPr>
            <p:spPr>
              <a:xfrm>
                <a:off x="8426487" y="2163076"/>
                <a:ext cx="91528" cy="106837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1235" extrusionOk="0">
                    <a:moveTo>
                      <a:pt x="529" y="0"/>
                    </a:moveTo>
                    <a:cubicBezTo>
                      <a:pt x="237" y="0"/>
                      <a:pt x="0" y="276"/>
                      <a:pt x="0" y="617"/>
                    </a:cubicBezTo>
                    <a:cubicBezTo>
                      <a:pt x="0" y="958"/>
                      <a:pt x="237" y="1234"/>
                      <a:pt x="529" y="1234"/>
                    </a:cubicBezTo>
                    <a:cubicBezTo>
                      <a:pt x="824" y="1234"/>
                      <a:pt x="1058" y="958"/>
                      <a:pt x="1058" y="617"/>
                    </a:cubicBezTo>
                    <a:cubicBezTo>
                      <a:pt x="1058" y="276"/>
                      <a:pt x="824" y="0"/>
                      <a:pt x="5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27" name="Google Shape;5527;p43">
                <a:extLst>
                  <a:ext uri="{FF2B5EF4-FFF2-40B4-BE49-F238E27FC236}">
                    <a16:creationId xmlns:a16="http://schemas.microsoft.com/office/drawing/2014/main" id="{7399C12A-B698-097E-09C3-E04E538C77A8}"/>
                  </a:ext>
                </a:extLst>
              </p:cNvPr>
              <p:cNvSpPr/>
              <p:nvPr/>
            </p:nvSpPr>
            <p:spPr>
              <a:xfrm>
                <a:off x="8429428" y="2169045"/>
                <a:ext cx="79330" cy="94899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097" extrusionOk="0">
                    <a:moveTo>
                      <a:pt x="460" y="0"/>
                    </a:moveTo>
                    <a:cubicBezTo>
                      <a:pt x="203" y="0"/>
                      <a:pt x="0" y="246"/>
                      <a:pt x="0" y="548"/>
                    </a:cubicBezTo>
                    <a:cubicBezTo>
                      <a:pt x="0" y="851"/>
                      <a:pt x="203" y="1096"/>
                      <a:pt x="460" y="1096"/>
                    </a:cubicBezTo>
                    <a:cubicBezTo>
                      <a:pt x="713" y="1096"/>
                      <a:pt x="916" y="851"/>
                      <a:pt x="916" y="548"/>
                    </a:cubicBezTo>
                    <a:cubicBezTo>
                      <a:pt x="916" y="246"/>
                      <a:pt x="713" y="0"/>
                      <a:pt x="4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28" name="Google Shape;5528;p43">
                <a:extLst>
                  <a:ext uri="{FF2B5EF4-FFF2-40B4-BE49-F238E27FC236}">
                    <a16:creationId xmlns:a16="http://schemas.microsoft.com/office/drawing/2014/main" id="{BFEE7677-9C54-E428-ABA4-37078CABD518}"/>
                  </a:ext>
                </a:extLst>
              </p:cNvPr>
              <p:cNvSpPr/>
              <p:nvPr/>
            </p:nvSpPr>
            <p:spPr>
              <a:xfrm>
                <a:off x="8469914" y="2180291"/>
                <a:ext cx="10641" cy="70677"/>
              </a:xfrm>
              <a:custGeom>
                <a:avLst/>
                <a:gdLst/>
                <a:ahLst/>
                <a:cxnLst/>
                <a:rect l="l" t="t" r="r" b="b"/>
                <a:pathLst>
                  <a:path w="123" h="817" extrusionOk="0">
                    <a:moveTo>
                      <a:pt x="65" y="1"/>
                    </a:moveTo>
                    <a:cubicBezTo>
                      <a:pt x="23" y="208"/>
                      <a:pt x="0" y="418"/>
                      <a:pt x="0" y="629"/>
                    </a:cubicBezTo>
                    <a:cubicBezTo>
                      <a:pt x="0" y="690"/>
                      <a:pt x="0" y="756"/>
                      <a:pt x="4" y="816"/>
                    </a:cubicBezTo>
                    <a:lnTo>
                      <a:pt x="65" y="816"/>
                    </a:lnTo>
                    <a:cubicBezTo>
                      <a:pt x="61" y="752"/>
                      <a:pt x="57" y="690"/>
                      <a:pt x="57" y="629"/>
                    </a:cubicBezTo>
                    <a:cubicBezTo>
                      <a:pt x="57" y="422"/>
                      <a:pt x="80" y="215"/>
                      <a:pt x="122" y="12"/>
                    </a:cubicBezTo>
                    <a:lnTo>
                      <a:pt x="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29" name="Google Shape;5529;p43">
                <a:extLst>
                  <a:ext uri="{FF2B5EF4-FFF2-40B4-BE49-F238E27FC236}">
                    <a16:creationId xmlns:a16="http://schemas.microsoft.com/office/drawing/2014/main" id="{424A7681-383F-C56F-847D-F4EE85D8F94F}"/>
                  </a:ext>
                </a:extLst>
              </p:cNvPr>
              <p:cNvSpPr/>
              <p:nvPr/>
            </p:nvSpPr>
            <p:spPr>
              <a:xfrm>
                <a:off x="8449671" y="2180637"/>
                <a:ext cx="10035" cy="6738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779" extrusionOk="0">
                    <a:moveTo>
                      <a:pt x="58" y="0"/>
                    </a:moveTo>
                    <a:cubicBezTo>
                      <a:pt x="19" y="192"/>
                      <a:pt x="1" y="388"/>
                      <a:pt x="1" y="582"/>
                    </a:cubicBezTo>
                    <a:cubicBezTo>
                      <a:pt x="1" y="648"/>
                      <a:pt x="4" y="713"/>
                      <a:pt x="8" y="778"/>
                    </a:cubicBezTo>
                    <a:lnTo>
                      <a:pt x="65" y="775"/>
                    </a:lnTo>
                    <a:cubicBezTo>
                      <a:pt x="61" y="709"/>
                      <a:pt x="58" y="644"/>
                      <a:pt x="58" y="582"/>
                    </a:cubicBezTo>
                    <a:cubicBezTo>
                      <a:pt x="58" y="391"/>
                      <a:pt x="77" y="200"/>
                      <a:pt x="116" y="12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30" name="Google Shape;5530;p43">
                <a:extLst>
                  <a:ext uri="{FF2B5EF4-FFF2-40B4-BE49-F238E27FC236}">
                    <a16:creationId xmlns:a16="http://schemas.microsoft.com/office/drawing/2014/main" id="{0A9CCF24-794A-97C2-9B40-3B9DB0EC3612}"/>
                  </a:ext>
                </a:extLst>
              </p:cNvPr>
              <p:cNvSpPr/>
              <p:nvPr/>
            </p:nvSpPr>
            <p:spPr>
              <a:xfrm>
                <a:off x="8438079" y="2224411"/>
                <a:ext cx="59778" cy="12284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42" extrusionOk="0">
                    <a:moveTo>
                      <a:pt x="20" y="0"/>
                    </a:moveTo>
                    <a:lnTo>
                      <a:pt x="0" y="53"/>
                    </a:lnTo>
                    <a:cubicBezTo>
                      <a:pt x="172" y="115"/>
                      <a:pt x="349" y="142"/>
                      <a:pt x="529" y="142"/>
                    </a:cubicBezTo>
                    <a:cubicBezTo>
                      <a:pt x="582" y="142"/>
                      <a:pt x="636" y="142"/>
                      <a:pt x="690" y="134"/>
                    </a:cubicBezTo>
                    <a:lnTo>
                      <a:pt x="682" y="76"/>
                    </a:lnTo>
                    <a:cubicBezTo>
                      <a:pt x="632" y="81"/>
                      <a:pt x="582" y="85"/>
                      <a:pt x="529" y="85"/>
                    </a:cubicBezTo>
                    <a:cubicBezTo>
                      <a:pt x="356" y="85"/>
                      <a:pt x="184" y="58"/>
                      <a:pt x="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31" name="Google Shape;5531;p43">
                <a:extLst>
                  <a:ext uri="{FF2B5EF4-FFF2-40B4-BE49-F238E27FC236}">
                    <a16:creationId xmlns:a16="http://schemas.microsoft.com/office/drawing/2014/main" id="{14C74391-F0DE-AC60-453D-DB930E82DF99}"/>
                  </a:ext>
                </a:extLst>
              </p:cNvPr>
              <p:cNvSpPr/>
              <p:nvPr/>
            </p:nvSpPr>
            <p:spPr>
              <a:xfrm>
                <a:off x="8441020" y="2200534"/>
                <a:ext cx="54069" cy="1003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16" extrusionOk="0">
                    <a:moveTo>
                      <a:pt x="16" y="0"/>
                    </a:moveTo>
                    <a:lnTo>
                      <a:pt x="0" y="58"/>
                    </a:lnTo>
                    <a:cubicBezTo>
                      <a:pt x="158" y="96"/>
                      <a:pt x="315" y="115"/>
                      <a:pt x="476" y="115"/>
                    </a:cubicBezTo>
                    <a:cubicBezTo>
                      <a:pt x="525" y="115"/>
                      <a:pt x="575" y="112"/>
                      <a:pt x="625" y="108"/>
                    </a:cubicBezTo>
                    <a:lnTo>
                      <a:pt x="617" y="50"/>
                    </a:lnTo>
                    <a:cubicBezTo>
                      <a:pt x="571" y="54"/>
                      <a:pt x="525" y="58"/>
                      <a:pt x="476" y="58"/>
                    </a:cubicBezTo>
                    <a:cubicBezTo>
                      <a:pt x="322" y="58"/>
                      <a:pt x="165" y="39"/>
                      <a:pt x="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32" name="Google Shape;5532;p43">
                <a:extLst>
                  <a:ext uri="{FF2B5EF4-FFF2-40B4-BE49-F238E27FC236}">
                    <a16:creationId xmlns:a16="http://schemas.microsoft.com/office/drawing/2014/main" id="{B7E35015-18BF-4B1B-C5BA-FE1E509B7038}"/>
                  </a:ext>
                </a:extLst>
              </p:cNvPr>
              <p:cNvSpPr/>
              <p:nvPr/>
            </p:nvSpPr>
            <p:spPr>
              <a:xfrm>
                <a:off x="8426487" y="2285399"/>
                <a:ext cx="91528" cy="107183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1239" extrusionOk="0">
                    <a:moveTo>
                      <a:pt x="529" y="1"/>
                    </a:moveTo>
                    <a:cubicBezTo>
                      <a:pt x="237" y="1"/>
                      <a:pt x="0" y="276"/>
                      <a:pt x="0" y="618"/>
                    </a:cubicBezTo>
                    <a:cubicBezTo>
                      <a:pt x="0" y="958"/>
                      <a:pt x="237" y="1238"/>
                      <a:pt x="529" y="1238"/>
                    </a:cubicBezTo>
                    <a:cubicBezTo>
                      <a:pt x="824" y="1238"/>
                      <a:pt x="1058" y="958"/>
                      <a:pt x="1058" y="618"/>
                    </a:cubicBezTo>
                    <a:cubicBezTo>
                      <a:pt x="1058" y="276"/>
                      <a:pt x="824" y="1"/>
                      <a:pt x="5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33" name="Google Shape;5533;p43">
                <a:extLst>
                  <a:ext uri="{FF2B5EF4-FFF2-40B4-BE49-F238E27FC236}">
                    <a16:creationId xmlns:a16="http://schemas.microsoft.com/office/drawing/2014/main" id="{E3F049A6-7F6A-1099-D0E0-228F63620CF1}"/>
                  </a:ext>
                </a:extLst>
              </p:cNvPr>
              <p:cNvSpPr/>
              <p:nvPr/>
            </p:nvSpPr>
            <p:spPr>
              <a:xfrm>
                <a:off x="8429428" y="2291368"/>
                <a:ext cx="79330" cy="95245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101" extrusionOk="0">
                    <a:moveTo>
                      <a:pt x="460" y="1"/>
                    </a:moveTo>
                    <a:cubicBezTo>
                      <a:pt x="203" y="1"/>
                      <a:pt x="0" y="245"/>
                      <a:pt x="0" y="549"/>
                    </a:cubicBezTo>
                    <a:cubicBezTo>
                      <a:pt x="0" y="855"/>
                      <a:pt x="203" y="1100"/>
                      <a:pt x="460" y="1100"/>
                    </a:cubicBezTo>
                    <a:cubicBezTo>
                      <a:pt x="713" y="1100"/>
                      <a:pt x="916" y="855"/>
                      <a:pt x="916" y="549"/>
                    </a:cubicBezTo>
                    <a:cubicBezTo>
                      <a:pt x="916" y="245"/>
                      <a:pt x="713" y="1"/>
                      <a:pt x="4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34" name="Google Shape;5534;p43">
                <a:extLst>
                  <a:ext uri="{FF2B5EF4-FFF2-40B4-BE49-F238E27FC236}">
                    <a16:creationId xmlns:a16="http://schemas.microsoft.com/office/drawing/2014/main" id="{A6D1F094-5817-A2F0-5706-1B79D56A9A2D}"/>
                  </a:ext>
                </a:extLst>
              </p:cNvPr>
              <p:cNvSpPr/>
              <p:nvPr/>
            </p:nvSpPr>
            <p:spPr>
              <a:xfrm>
                <a:off x="8469914" y="2302960"/>
                <a:ext cx="10641" cy="70677"/>
              </a:xfrm>
              <a:custGeom>
                <a:avLst/>
                <a:gdLst/>
                <a:ahLst/>
                <a:cxnLst/>
                <a:rect l="l" t="t" r="r" b="b"/>
                <a:pathLst>
                  <a:path w="123" h="817" extrusionOk="0">
                    <a:moveTo>
                      <a:pt x="65" y="1"/>
                    </a:moveTo>
                    <a:cubicBezTo>
                      <a:pt x="23" y="203"/>
                      <a:pt x="0" y="415"/>
                      <a:pt x="0" y="625"/>
                    </a:cubicBezTo>
                    <a:cubicBezTo>
                      <a:pt x="0" y="691"/>
                      <a:pt x="0" y="751"/>
                      <a:pt x="4" y="817"/>
                    </a:cubicBezTo>
                    <a:lnTo>
                      <a:pt x="65" y="813"/>
                    </a:lnTo>
                    <a:cubicBezTo>
                      <a:pt x="61" y="751"/>
                      <a:pt x="57" y="686"/>
                      <a:pt x="57" y="625"/>
                    </a:cubicBezTo>
                    <a:cubicBezTo>
                      <a:pt x="57" y="418"/>
                      <a:pt x="80" y="211"/>
                      <a:pt x="122" y="12"/>
                    </a:cubicBezTo>
                    <a:lnTo>
                      <a:pt x="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35" name="Google Shape;5535;p43">
                <a:extLst>
                  <a:ext uri="{FF2B5EF4-FFF2-40B4-BE49-F238E27FC236}">
                    <a16:creationId xmlns:a16="http://schemas.microsoft.com/office/drawing/2014/main" id="{BCAF8D39-668E-0AC8-AEA1-C849485EB5A1}"/>
                  </a:ext>
                </a:extLst>
              </p:cNvPr>
              <p:cNvSpPr/>
              <p:nvPr/>
            </p:nvSpPr>
            <p:spPr>
              <a:xfrm>
                <a:off x="8449671" y="2302960"/>
                <a:ext cx="10035" cy="6730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778" extrusionOk="0">
                    <a:moveTo>
                      <a:pt x="58" y="1"/>
                    </a:moveTo>
                    <a:cubicBezTo>
                      <a:pt x="19" y="192"/>
                      <a:pt x="1" y="387"/>
                      <a:pt x="1" y="583"/>
                    </a:cubicBezTo>
                    <a:cubicBezTo>
                      <a:pt x="1" y="648"/>
                      <a:pt x="4" y="714"/>
                      <a:pt x="8" y="778"/>
                    </a:cubicBezTo>
                    <a:lnTo>
                      <a:pt x="65" y="774"/>
                    </a:lnTo>
                    <a:cubicBezTo>
                      <a:pt x="61" y="714"/>
                      <a:pt x="58" y="648"/>
                      <a:pt x="58" y="583"/>
                    </a:cubicBezTo>
                    <a:cubicBezTo>
                      <a:pt x="58" y="392"/>
                      <a:pt x="77" y="199"/>
                      <a:pt x="116" y="12"/>
                    </a:cubicBez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36" name="Google Shape;5536;p43">
                <a:extLst>
                  <a:ext uri="{FF2B5EF4-FFF2-40B4-BE49-F238E27FC236}">
                    <a16:creationId xmlns:a16="http://schemas.microsoft.com/office/drawing/2014/main" id="{CC372488-8D04-0F84-2C38-9C30EA15CDDA}"/>
                  </a:ext>
                </a:extLst>
              </p:cNvPr>
              <p:cNvSpPr/>
              <p:nvPr/>
            </p:nvSpPr>
            <p:spPr>
              <a:xfrm>
                <a:off x="8438079" y="2346734"/>
                <a:ext cx="59778" cy="12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46" extrusionOk="0">
                    <a:moveTo>
                      <a:pt x="20" y="1"/>
                    </a:moveTo>
                    <a:lnTo>
                      <a:pt x="0" y="54"/>
                    </a:lnTo>
                    <a:cubicBezTo>
                      <a:pt x="172" y="116"/>
                      <a:pt x="349" y="146"/>
                      <a:pt x="529" y="146"/>
                    </a:cubicBezTo>
                    <a:cubicBezTo>
                      <a:pt x="582" y="146"/>
                      <a:pt x="636" y="142"/>
                      <a:pt x="690" y="139"/>
                    </a:cubicBezTo>
                    <a:lnTo>
                      <a:pt x="682" y="77"/>
                    </a:lnTo>
                    <a:cubicBezTo>
                      <a:pt x="632" y="84"/>
                      <a:pt x="582" y="84"/>
                      <a:pt x="529" y="84"/>
                    </a:cubicBezTo>
                    <a:cubicBezTo>
                      <a:pt x="356" y="84"/>
                      <a:pt x="184" y="58"/>
                      <a:pt x="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37" name="Google Shape;5537;p43">
                <a:extLst>
                  <a:ext uri="{FF2B5EF4-FFF2-40B4-BE49-F238E27FC236}">
                    <a16:creationId xmlns:a16="http://schemas.microsoft.com/office/drawing/2014/main" id="{8D903AF5-8346-BB29-BA62-FD63A44C09E9}"/>
                  </a:ext>
                </a:extLst>
              </p:cNvPr>
              <p:cNvSpPr/>
              <p:nvPr/>
            </p:nvSpPr>
            <p:spPr>
              <a:xfrm>
                <a:off x="8441020" y="2322857"/>
                <a:ext cx="54069" cy="1003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16" extrusionOk="0">
                    <a:moveTo>
                      <a:pt x="16" y="1"/>
                    </a:moveTo>
                    <a:lnTo>
                      <a:pt x="0" y="58"/>
                    </a:lnTo>
                    <a:cubicBezTo>
                      <a:pt x="158" y="96"/>
                      <a:pt x="315" y="116"/>
                      <a:pt x="476" y="116"/>
                    </a:cubicBezTo>
                    <a:cubicBezTo>
                      <a:pt x="525" y="116"/>
                      <a:pt x="575" y="116"/>
                      <a:pt x="625" y="111"/>
                    </a:cubicBezTo>
                    <a:lnTo>
                      <a:pt x="617" y="50"/>
                    </a:lnTo>
                    <a:cubicBezTo>
                      <a:pt x="571" y="54"/>
                      <a:pt x="525" y="58"/>
                      <a:pt x="476" y="58"/>
                    </a:cubicBezTo>
                    <a:cubicBezTo>
                      <a:pt x="322" y="58"/>
                      <a:pt x="165" y="38"/>
                      <a:pt x="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38" name="Google Shape;5538;p43">
                <a:extLst>
                  <a:ext uri="{FF2B5EF4-FFF2-40B4-BE49-F238E27FC236}">
                    <a16:creationId xmlns:a16="http://schemas.microsoft.com/office/drawing/2014/main" id="{9568DF0C-DD6F-E69C-B21A-13717198C9CA}"/>
                  </a:ext>
                </a:extLst>
              </p:cNvPr>
              <p:cNvSpPr/>
              <p:nvPr/>
            </p:nvSpPr>
            <p:spPr>
              <a:xfrm>
                <a:off x="8426487" y="2407722"/>
                <a:ext cx="91528" cy="107096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1238" extrusionOk="0">
                    <a:moveTo>
                      <a:pt x="529" y="0"/>
                    </a:moveTo>
                    <a:cubicBezTo>
                      <a:pt x="237" y="0"/>
                      <a:pt x="0" y="276"/>
                      <a:pt x="0" y="621"/>
                    </a:cubicBezTo>
                    <a:cubicBezTo>
                      <a:pt x="0" y="962"/>
                      <a:pt x="237" y="1238"/>
                      <a:pt x="529" y="1238"/>
                    </a:cubicBezTo>
                    <a:cubicBezTo>
                      <a:pt x="824" y="1238"/>
                      <a:pt x="1058" y="962"/>
                      <a:pt x="1058" y="621"/>
                    </a:cubicBezTo>
                    <a:cubicBezTo>
                      <a:pt x="1058" y="276"/>
                      <a:pt x="824" y="0"/>
                      <a:pt x="5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39" name="Google Shape;5539;p43">
                <a:extLst>
                  <a:ext uri="{FF2B5EF4-FFF2-40B4-BE49-F238E27FC236}">
                    <a16:creationId xmlns:a16="http://schemas.microsoft.com/office/drawing/2014/main" id="{C7309701-87FC-8B3F-0713-0020B8A8C2E9}"/>
                  </a:ext>
                </a:extLst>
              </p:cNvPr>
              <p:cNvSpPr/>
              <p:nvPr/>
            </p:nvSpPr>
            <p:spPr>
              <a:xfrm>
                <a:off x="8429428" y="2413691"/>
                <a:ext cx="79330" cy="95158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100" extrusionOk="0">
                    <a:moveTo>
                      <a:pt x="460" y="0"/>
                    </a:moveTo>
                    <a:cubicBezTo>
                      <a:pt x="203" y="0"/>
                      <a:pt x="0" y="246"/>
                      <a:pt x="0" y="552"/>
                    </a:cubicBezTo>
                    <a:cubicBezTo>
                      <a:pt x="0" y="854"/>
                      <a:pt x="203" y="1100"/>
                      <a:pt x="460" y="1100"/>
                    </a:cubicBezTo>
                    <a:cubicBezTo>
                      <a:pt x="713" y="1100"/>
                      <a:pt x="916" y="854"/>
                      <a:pt x="916" y="552"/>
                    </a:cubicBezTo>
                    <a:cubicBezTo>
                      <a:pt x="916" y="246"/>
                      <a:pt x="713" y="0"/>
                      <a:pt x="4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40" name="Google Shape;5540;p43">
                <a:extLst>
                  <a:ext uri="{FF2B5EF4-FFF2-40B4-BE49-F238E27FC236}">
                    <a16:creationId xmlns:a16="http://schemas.microsoft.com/office/drawing/2014/main" id="{92788409-EAF9-12F8-C75E-DD68AA0759ED}"/>
                  </a:ext>
                </a:extLst>
              </p:cNvPr>
              <p:cNvSpPr/>
              <p:nvPr/>
            </p:nvSpPr>
            <p:spPr>
              <a:xfrm>
                <a:off x="8469914" y="2425284"/>
                <a:ext cx="10641" cy="70677"/>
              </a:xfrm>
              <a:custGeom>
                <a:avLst/>
                <a:gdLst/>
                <a:ahLst/>
                <a:cxnLst/>
                <a:rect l="l" t="t" r="r" b="b"/>
                <a:pathLst>
                  <a:path w="123" h="817" extrusionOk="0">
                    <a:moveTo>
                      <a:pt x="65" y="0"/>
                    </a:moveTo>
                    <a:cubicBezTo>
                      <a:pt x="23" y="204"/>
                      <a:pt x="0" y="414"/>
                      <a:pt x="0" y="625"/>
                    </a:cubicBezTo>
                    <a:cubicBezTo>
                      <a:pt x="0" y="690"/>
                      <a:pt x="0" y="752"/>
                      <a:pt x="4" y="817"/>
                    </a:cubicBezTo>
                    <a:lnTo>
                      <a:pt x="65" y="812"/>
                    </a:lnTo>
                    <a:cubicBezTo>
                      <a:pt x="61" y="752"/>
                      <a:pt x="57" y="690"/>
                      <a:pt x="57" y="625"/>
                    </a:cubicBezTo>
                    <a:cubicBezTo>
                      <a:pt x="57" y="421"/>
                      <a:pt x="80" y="215"/>
                      <a:pt x="122" y="12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41" name="Google Shape;5541;p43">
                <a:extLst>
                  <a:ext uri="{FF2B5EF4-FFF2-40B4-BE49-F238E27FC236}">
                    <a16:creationId xmlns:a16="http://schemas.microsoft.com/office/drawing/2014/main" id="{E4A3ABF3-5E41-CA9B-8F36-4674D49D9825}"/>
                  </a:ext>
                </a:extLst>
              </p:cNvPr>
              <p:cNvSpPr/>
              <p:nvPr/>
            </p:nvSpPr>
            <p:spPr>
              <a:xfrm>
                <a:off x="8449671" y="2425284"/>
                <a:ext cx="10035" cy="676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782" extrusionOk="0">
                    <a:moveTo>
                      <a:pt x="58" y="0"/>
                    </a:moveTo>
                    <a:cubicBezTo>
                      <a:pt x="19" y="192"/>
                      <a:pt x="1" y="387"/>
                      <a:pt x="1" y="582"/>
                    </a:cubicBezTo>
                    <a:cubicBezTo>
                      <a:pt x="1" y="648"/>
                      <a:pt x="4" y="717"/>
                      <a:pt x="8" y="782"/>
                    </a:cubicBezTo>
                    <a:lnTo>
                      <a:pt x="65" y="778"/>
                    </a:lnTo>
                    <a:cubicBezTo>
                      <a:pt x="61" y="713"/>
                      <a:pt x="58" y="648"/>
                      <a:pt x="58" y="582"/>
                    </a:cubicBezTo>
                    <a:cubicBezTo>
                      <a:pt x="58" y="391"/>
                      <a:pt x="77" y="200"/>
                      <a:pt x="116" y="12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42" name="Google Shape;5542;p43">
                <a:extLst>
                  <a:ext uri="{FF2B5EF4-FFF2-40B4-BE49-F238E27FC236}">
                    <a16:creationId xmlns:a16="http://schemas.microsoft.com/office/drawing/2014/main" id="{3E57CBBB-BA0E-BDE8-EE5A-304D8E10BE48}"/>
                  </a:ext>
                </a:extLst>
              </p:cNvPr>
              <p:cNvSpPr/>
              <p:nvPr/>
            </p:nvSpPr>
            <p:spPr>
              <a:xfrm>
                <a:off x="8438079" y="2469057"/>
                <a:ext cx="59778" cy="12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46" extrusionOk="0">
                    <a:moveTo>
                      <a:pt x="20" y="0"/>
                    </a:moveTo>
                    <a:lnTo>
                      <a:pt x="0" y="58"/>
                    </a:lnTo>
                    <a:cubicBezTo>
                      <a:pt x="172" y="115"/>
                      <a:pt x="349" y="145"/>
                      <a:pt x="529" y="145"/>
                    </a:cubicBezTo>
                    <a:cubicBezTo>
                      <a:pt x="582" y="145"/>
                      <a:pt x="636" y="142"/>
                      <a:pt x="690" y="138"/>
                    </a:cubicBezTo>
                    <a:lnTo>
                      <a:pt x="682" y="81"/>
                    </a:lnTo>
                    <a:cubicBezTo>
                      <a:pt x="632" y="85"/>
                      <a:pt x="582" y="88"/>
                      <a:pt x="529" y="88"/>
                    </a:cubicBezTo>
                    <a:cubicBezTo>
                      <a:pt x="356" y="88"/>
                      <a:pt x="184" y="58"/>
                      <a:pt x="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43" name="Google Shape;5543;p43">
                <a:extLst>
                  <a:ext uri="{FF2B5EF4-FFF2-40B4-BE49-F238E27FC236}">
                    <a16:creationId xmlns:a16="http://schemas.microsoft.com/office/drawing/2014/main" id="{EB54634B-D1E1-48AF-3F2E-F921535A5BF5}"/>
                  </a:ext>
                </a:extLst>
              </p:cNvPr>
              <p:cNvSpPr/>
              <p:nvPr/>
            </p:nvSpPr>
            <p:spPr>
              <a:xfrm>
                <a:off x="8441020" y="2445181"/>
                <a:ext cx="54069" cy="1003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16" extrusionOk="0">
                    <a:moveTo>
                      <a:pt x="16" y="0"/>
                    </a:moveTo>
                    <a:lnTo>
                      <a:pt x="0" y="58"/>
                    </a:lnTo>
                    <a:cubicBezTo>
                      <a:pt x="158" y="96"/>
                      <a:pt x="315" y="115"/>
                      <a:pt x="476" y="115"/>
                    </a:cubicBezTo>
                    <a:cubicBezTo>
                      <a:pt x="525" y="115"/>
                      <a:pt x="575" y="115"/>
                      <a:pt x="625" y="111"/>
                    </a:cubicBezTo>
                    <a:lnTo>
                      <a:pt x="617" y="54"/>
                    </a:lnTo>
                    <a:cubicBezTo>
                      <a:pt x="571" y="58"/>
                      <a:pt x="525" y="58"/>
                      <a:pt x="476" y="58"/>
                    </a:cubicBezTo>
                    <a:cubicBezTo>
                      <a:pt x="322" y="58"/>
                      <a:pt x="165" y="39"/>
                      <a:pt x="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44" name="Google Shape;5544;p43">
                <a:extLst>
                  <a:ext uri="{FF2B5EF4-FFF2-40B4-BE49-F238E27FC236}">
                    <a16:creationId xmlns:a16="http://schemas.microsoft.com/office/drawing/2014/main" id="{22E4384E-32C0-9BF5-0914-805EFA49B7E0}"/>
                  </a:ext>
                </a:extLst>
              </p:cNvPr>
              <p:cNvSpPr/>
              <p:nvPr/>
            </p:nvSpPr>
            <p:spPr>
              <a:xfrm>
                <a:off x="8430466" y="2168180"/>
                <a:ext cx="79243" cy="50347"/>
              </a:xfrm>
              <a:custGeom>
                <a:avLst/>
                <a:gdLst/>
                <a:ahLst/>
                <a:cxnLst/>
                <a:rect l="l" t="t" r="r" b="b"/>
                <a:pathLst>
                  <a:path w="916" h="582" extrusionOk="0">
                    <a:moveTo>
                      <a:pt x="450" y="1"/>
                    </a:moveTo>
                    <a:cubicBezTo>
                      <a:pt x="294" y="1"/>
                      <a:pt x="64" y="95"/>
                      <a:pt x="0" y="432"/>
                    </a:cubicBezTo>
                    <a:cubicBezTo>
                      <a:pt x="0" y="432"/>
                      <a:pt x="88" y="106"/>
                      <a:pt x="306" y="106"/>
                    </a:cubicBezTo>
                    <a:cubicBezTo>
                      <a:pt x="525" y="106"/>
                      <a:pt x="755" y="558"/>
                      <a:pt x="904" y="581"/>
                    </a:cubicBezTo>
                    <a:cubicBezTo>
                      <a:pt x="916" y="171"/>
                      <a:pt x="647" y="14"/>
                      <a:pt x="487" y="3"/>
                    </a:cubicBezTo>
                    <a:cubicBezTo>
                      <a:pt x="475" y="2"/>
                      <a:pt x="463" y="1"/>
                      <a:pt x="4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45" name="Google Shape;5545;p43">
                <a:extLst>
                  <a:ext uri="{FF2B5EF4-FFF2-40B4-BE49-F238E27FC236}">
                    <a16:creationId xmlns:a16="http://schemas.microsoft.com/office/drawing/2014/main" id="{0D8D75F5-0FA5-AFBF-89FC-83697CCEC704}"/>
                  </a:ext>
                </a:extLst>
              </p:cNvPr>
              <p:cNvSpPr/>
              <p:nvPr/>
            </p:nvSpPr>
            <p:spPr>
              <a:xfrm>
                <a:off x="8430466" y="2291195"/>
                <a:ext cx="79243" cy="50261"/>
              </a:xfrm>
              <a:custGeom>
                <a:avLst/>
                <a:gdLst/>
                <a:ahLst/>
                <a:cxnLst/>
                <a:rect l="l" t="t" r="r" b="b"/>
                <a:pathLst>
                  <a:path w="916" h="581" extrusionOk="0">
                    <a:moveTo>
                      <a:pt x="450" y="1"/>
                    </a:moveTo>
                    <a:cubicBezTo>
                      <a:pt x="294" y="1"/>
                      <a:pt x="64" y="95"/>
                      <a:pt x="0" y="431"/>
                    </a:cubicBezTo>
                    <a:cubicBezTo>
                      <a:pt x="0" y="431"/>
                      <a:pt x="88" y="106"/>
                      <a:pt x="306" y="106"/>
                    </a:cubicBezTo>
                    <a:cubicBezTo>
                      <a:pt x="525" y="106"/>
                      <a:pt x="755" y="558"/>
                      <a:pt x="904" y="581"/>
                    </a:cubicBezTo>
                    <a:cubicBezTo>
                      <a:pt x="916" y="171"/>
                      <a:pt x="647" y="14"/>
                      <a:pt x="487" y="3"/>
                    </a:cubicBezTo>
                    <a:cubicBezTo>
                      <a:pt x="475" y="1"/>
                      <a:pt x="463" y="1"/>
                      <a:pt x="4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46" name="Google Shape;5546;p43">
                <a:extLst>
                  <a:ext uri="{FF2B5EF4-FFF2-40B4-BE49-F238E27FC236}">
                    <a16:creationId xmlns:a16="http://schemas.microsoft.com/office/drawing/2014/main" id="{F6EC973D-EDC3-3881-BD41-DDB579510677}"/>
                  </a:ext>
                </a:extLst>
              </p:cNvPr>
              <p:cNvSpPr/>
              <p:nvPr/>
            </p:nvSpPr>
            <p:spPr>
              <a:xfrm>
                <a:off x="8430466" y="2413864"/>
                <a:ext cx="79243" cy="50347"/>
              </a:xfrm>
              <a:custGeom>
                <a:avLst/>
                <a:gdLst/>
                <a:ahLst/>
                <a:cxnLst/>
                <a:rect l="l" t="t" r="r" b="b"/>
                <a:pathLst>
                  <a:path w="916" h="582" extrusionOk="0">
                    <a:moveTo>
                      <a:pt x="452" y="0"/>
                    </a:moveTo>
                    <a:cubicBezTo>
                      <a:pt x="296" y="0"/>
                      <a:pt x="64" y="93"/>
                      <a:pt x="0" y="431"/>
                    </a:cubicBezTo>
                    <a:cubicBezTo>
                      <a:pt x="0" y="431"/>
                      <a:pt x="88" y="106"/>
                      <a:pt x="306" y="106"/>
                    </a:cubicBezTo>
                    <a:cubicBezTo>
                      <a:pt x="525" y="106"/>
                      <a:pt x="755" y="553"/>
                      <a:pt x="904" y="581"/>
                    </a:cubicBezTo>
                    <a:cubicBezTo>
                      <a:pt x="916" y="171"/>
                      <a:pt x="647" y="14"/>
                      <a:pt x="487" y="2"/>
                    </a:cubicBezTo>
                    <a:cubicBezTo>
                      <a:pt x="475" y="1"/>
                      <a:pt x="464" y="0"/>
                      <a:pt x="4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</p:grpSp>
        <p:sp>
          <p:nvSpPr>
            <p:cNvPr id="5547" name="Google Shape;5547;p43">
              <a:extLst>
                <a:ext uri="{FF2B5EF4-FFF2-40B4-BE49-F238E27FC236}">
                  <a16:creationId xmlns:a16="http://schemas.microsoft.com/office/drawing/2014/main" id="{C66BBBB7-3BAA-4CDE-CEF4-412F04DB420C}"/>
                </a:ext>
              </a:extLst>
            </p:cNvPr>
            <p:cNvSpPr/>
            <p:nvPr/>
          </p:nvSpPr>
          <p:spPr>
            <a:xfrm>
              <a:off x="8795739" y="3227991"/>
              <a:ext cx="113847" cy="52770"/>
            </a:xfrm>
            <a:custGeom>
              <a:avLst/>
              <a:gdLst/>
              <a:ahLst/>
              <a:cxnLst/>
              <a:rect l="l" t="t" r="r" b="b"/>
              <a:pathLst>
                <a:path w="1316" h="610" extrusionOk="0">
                  <a:moveTo>
                    <a:pt x="885" y="0"/>
                  </a:moveTo>
                  <a:cubicBezTo>
                    <a:pt x="667" y="0"/>
                    <a:pt x="451" y="13"/>
                    <a:pt x="238" y="39"/>
                  </a:cubicBezTo>
                  <a:lnTo>
                    <a:pt x="0" y="609"/>
                  </a:lnTo>
                  <a:lnTo>
                    <a:pt x="1315" y="609"/>
                  </a:lnTo>
                  <a:lnTo>
                    <a:pt x="1100" y="4"/>
                  </a:lnTo>
                  <a:cubicBezTo>
                    <a:pt x="1028" y="1"/>
                    <a:pt x="956" y="0"/>
                    <a:pt x="8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</p:grpSp>
      <p:grpSp>
        <p:nvGrpSpPr>
          <p:cNvPr id="5548" name="Google Shape;5548;p43">
            <a:extLst>
              <a:ext uri="{FF2B5EF4-FFF2-40B4-BE49-F238E27FC236}">
                <a16:creationId xmlns:a16="http://schemas.microsoft.com/office/drawing/2014/main" id="{CE45E2FF-E0E1-5668-500B-16611161A1CD}"/>
              </a:ext>
            </a:extLst>
          </p:cNvPr>
          <p:cNvGrpSpPr/>
          <p:nvPr/>
        </p:nvGrpSpPr>
        <p:grpSpPr>
          <a:xfrm>
            <a:off x="8070691" y="3816161"/>
            <a:ext cx="304126" cy="832653"/>
            <a:chOff x="8081081" y="420775"/>
            <a:chExt cx="429436" cy="1175565"/>
          </a:xfrm>
        </p:grpSpPr>
        <p:sp>
          <p:nvSpPr>
            <p:cNvPr id="5549" name="Google Shape;5549;p43">
              <a:extLst>
                <a:ext uri="{FF2B5EF4-FFF2-40B4-BE49-F238E27FC236}">
                  <a16:creationId xmlns:a16="http://schemas.microsoft.com/office/drawing/2014/main" id="{789FA8C4-9FA8-C78B-30F7-E4C54856D258}"/>
                </a:ext>
              </a:extLst>
            </p:cNvPr>
            <p:cNvSpPr/>
            <p:nvPr/>
          </p:nvSpPr>
          <p:spPr>
            <a:xfrm>
              <a:off x="8287059" y="834546"/>
              <a:ext cx="12890" cy="748549"/>
            </a:xfrm>
            <a:custGeom>
              <a:avLst/>
              <a:gdLst/>
              <a:ahLst/>
              <a:cxnLst/>
              <a:rect l="l" t="t" r="r" b="b"/>
              <a:pathLst>
                <a:path w="149" h="8653" extrusionOk="0">
                  <a:moveTo>
                    <a:pt x="0" y="0"/>
                  </a:moveTo>
                  <a:lnTo>
                    <a:pt x="0" y="8652"/>
                  </a:lnTo>
                  <a:lnTo>
                    <a:pt x="149" y="8652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550" name="Google Shape;5550;p43">
              <a:extLst>
                <a:ext uri="{FF2B5EF4-FFF2-40B4-BE49-F238E27FC236}">
                  <a16:creationId xmlns:a16="http://schemas.microsoft.com/office/drawing/2014/main" id="{7787BC0D-C4F5-4E64-B2AE-CF084BA3442F}"/>
                </a:ext>
              </a:extLst>
            </p:cNvPr>
            <p:cNvSpPr/>
            <p:nvPr/>
          </p:nvSpPr>
          <p:spPr>
            <a:xfrm>
              <a:off x="8081081" y="420775"/>
              <a:ext cx="429436" cy="429337"/>
            </a:xfrm>
            <a:custGeom>
              <a:avLst/>
              <a:gdLst/>
              <a:ahLst/>
              <a:cxnLst/>
              <a:rect l="l" t="t" r="r" b="b"/>
              <a:pathLst>
                <a:path w="4964" h="4963" extrusionOk="0">
                  <a:moveTo>
                    <a:pt x="2480" y="1"/>
                  </a:moveTo>
                  <a:cubicBezTo>
                    <a:pt x="1112" y="1"/>
                    <a:pt x="1" y="1112"/>
                    <a:pt x="1" y="2484"/>
                  </a:cubicBezTo>
                  <a:cubicBezTo>
                    <a:pt x="1" y="2817"/>
                    <a:pt x="66" y="3139"/>
                    <a:pt x="185" y="3430"/>
                  </a:cubicBezTo>
                  <a:cubicBezTo>
                    <a:pt x="231" y="3537"/>
                    <a:pt x="281" y="3641"/>
                    <a:pt x="342" y="3740"/>
                  </a:cubicBezTo>
                  <a:cubicBezTo>
                    <a:pt x="361" y="3775"/>
                    <a:pt x="381" y="3809"/>
                    <a:pt x="404" y="3840"/>
                  </a:cubicBezTo>
                  <a:cubicBezTo>
                    <a:pt x="576" y="4104"/>
                    <a:pt x="798" y="4334"/>
                    <a:pt x="1055" y="4514"/>
                  </a:cubicBezTo>
                  <a:cubicBezTo>
                    <a:pt x="1457" y="4798"/>
                    <a:pt x="1952" y="4962"/>
                    <a:pt x="2480" y="4962"/>
                  </a:cubicBezTo>
                  <a:cubicBezTo>
                    <a:pt x="3852" y="4962"/>
                    <a:pt x="4963" y="3855"/>
                    <a:pt x="4963" y="2484"/>
                  </a:cubicBezTo>
                  <a:cubicBezTo>
                    <a:pt x="4963" y="1950"/>
                    <a:pt x="4795" y="1457"/>
                    <a:pt x="4507" y="1050"/>
                  </a:cubicBezTo>
                  <a:cubicBezTo>
                    <a:pt x="4258" y="698"/>
                    <a:pt x="3917" y="415"/>
                    <a:pt x="3522" y="231"/>
                  </a:cubicBezTo>
                  <a:cubicBezTo>
                    <a:pt x="3476" y="211"/>
                    <a:pt x="3430" y="188"/>
                    <a:pt x="3381" y="169"/>
                  </a:cubicBezTo>
                  <a:cubicBezTo>
                    <a:pt x="3269" y="127"/>
                    <a:pt x="3154" y="93"/>
                    <a:pt x="3036" y="65"/>
                  </a:cubicBezTo>
                  <a:cubicBezTo>
                    <a:pt x="2856" y="24"/>
                    <a:pt x="2672" y="1"/>
                    <a:pt x="24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551" name="Google Shape;5551;p43">
              <a:extLst>
                <a:ext uri="{FF2B5EF4-FFF2-40B4-BE49-F238E27FC236}">
                  <a16:creationId xmlns:a16="http://schemas.microsoft.com/office/drawing/2014/main" id="{C58AF65D-BD52-606A-62AC-D3F83C92CF75}"/>
                </a:ext>
              </a:extLst>
            </p:cNvPr>
            <p:cNvSpPr/>
            <p:nvPr/>
          </p:nvSpPr>
          <p:spPr>
            <a:xfrm>
              <a:off x="8112657" y="452610"/>
              <a:ext cx="366024" cy="366100"/>
            </a:xfrm>
            <a:custGeom>
              <a:avLst/>
              <a:gdLst/>
              <a:ahLst/>
              <a:cxnLst/>
              <a:rect l="l" t="t" r="r" b="b"/>
              <a:pathLst>
                <a:path w="4231" h="4232" extrusionOk="0">
                  <a:moveTo>
                    <a:pt x="2115" y="119"/>
                  </a:moveTo>
                  <a:cubicBezTo>
                    <a:pt x="3215" y="119"/>
                    <a:pt x="4112" y="1016"/>
                    <a:pt x="4112" y="2116"/>
                  </a:cubicBezTo>
                  <a:cubicBezTo>
                    <a:pt x="4112" y="3215"/>
                    <a:pt x="3215" y="4112"/>
                    <a:pt x="2115" y="4112"/>
                  </a:cubicBezTo>
                  <a:cubicBezTo>
                    <a:pt x="1015" y="4112"/>
                    <a:pt x="122" y="3215"/>
                    <a:pt x="122" y="2116"/>
                  </a:cubicBezTo>
                  <a:cubicBezTo>
                    <a:pt x="122" y="1016"/>
                    <a:pt x="1015" y="119"/>
                    <a:pt x="2115" y="119"/>
                  </a:cubicBezTo>
                  <a:close/>
                  <a:moveTo>
                    <a:pt x="2115" y="1"/>
                  </a:moveTo>
                  <a:cubicBezTo>
                    <a:pt x="950" y="1"/>
                    <a:pt x="0" y="947"/>
                    <a:pt x="0" y="2116"/>
                  </a:cubicBezTo>
                  <a:cubicBezTo>
                    <a:pt x="0" y="3284"/>
                    <a:pt x="950" y="4231"/>
                    <a:pt x="2115" y="4231"/>
                  </a:cubicBezTo>
                  <a:cubicBezTo>
                    <a:pt x="3284" y="4231"/>
                    <a:pt x="4231" y="3284"/>
                    <a:pt x="4231" y="2116"/>
                  </a:cubicBezTo>
                  <a:cubicBezTo>
                    <a:pt x="4231" y="947"/>
                    <a:pt x="3284" y="1"/>
                    <a:pt x="21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552" name="Google Shape;5552;p43">
              <a:extLst>
                <a:ext uri="{FF2B5EF4-FFF2-40B4-BE49-F238E27FC236}">
                  <a16:creationId xmlns:a16="http://schemas.microsoft.com/office/drawing/2014/main" id="{DF0FC807-0580-83F3-079D-6E4287B8DA22}"/>
                </a:ext>
              </a:extLst>
            </p:cNvPr>
            <p:cNvSpPr/>
            <p:nvPr/>
          </p:nvSpPr>
          <p:spPr>
            <a:xfrm>
              <a:off x="8256434" y="1538207"/>
              <a:ext cx="74053" cy="58133"/>
            </a:xfrm>
            <a:custGeom>
              <a:avLst/>
              <a:gdLst/>
              <a:ahLst/>
              <a:cxnLst/>
              <a:rect l="l" t="t" r="r" b="b"/>
              <a:pathLst>
                <a:path w="856" h="672" extrusionOk="0">
                  <a:moveTo>
                    <a:pt x="208" y="0"/>
                  </a:moveTo>
                  <a:lnTo>
                    <a:pt x="1" y="672"/>
                  </a:lnTo>
                  <a:lnTo>
                    <a:pt x="855" y="672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</p:grpSp>
      <p:grpSp>
        <p:nvGrpSpPr>
          <p:cNvPr id="5553" name="Google Shape;5553;p43">
            <a:extLst>
              <a:ext uri="{FF2B5EF4-FFF2-40B4-BE49-F238E27FC236}">
                <a16:creationId xmlns:a16="http://schemas.microsoft.com/office/drawing/2014/main" id="{D4D37B97-6BF6-D9B2-9306-0A85BD57726B}"/>
              </a:ext>
            </a:extLst>
          </p:cNvPr>
          <p:cNvGrpSpPr/>
          <p:nvPr/>
        </p:nvGrpSpPr>
        <p:grpSpPr>
          <a:xfrm flipH="1">
            <a:off x="5821197" y="4370719"/>
            <a:ext cx="1475980" cy="662494"/>
            <a:chOff x="6706693" y="1706442"/>
            <a:chExt cx="821767" cy="368854"/>
          </a:xfrm>
        </p:grpSpPr>
        <p:sp>
          <p:nvSpPr>
            <p:cNvPr id="5554" name="Google Shape;5554;p43">
              <a:extLst>
                <a:ext uri="{FF2B5EF4-FFF2-40B4-BE49-F238E27FC236}">
                  <a16:creationId xmlns:a16="http://schemas.microsoft.com/office/drawing/2014/main" id="{030A4A17-3239-BA32-D951-9C01ABA4F9BD}"/>
                </a:ext>
              </a:extLst>
            </p:cNvPr>
            <p:cNvSpPr/>
            <p:nvPr/>
          </p:nvSpPr>
          <p:spPr>
            <a:xfrm>
              <a:off x="7136577" y="1706442"/>
              <a:ext cx="56500" cy="45564"/>
            </a:xfrm>
            <a:custGeom>
              <a:avLst/>
              <a:gdLst/>
              <a:ahLst/>
              <a:cxnLst/>
              <a:rect l="l" t="t" r="r" b="b"/>
              <a:pathLst>
                <a:path w="1173" h="946" extrusionOk="0">
                  <a:moveTo>
                    <a:pt x="590" y="1"/>
                  </a:moveTo>
                  <a:cubicBezTo>
                    <a:pt x="459" y="1"/>
                    <a:pt x="360" y="15"/>
                    <a:pt x="360" y="15"/>
                  </a:cubicBezTo>
                  <a:lnTo>
                    <a:pt x="0" y="945"/>
                  </a:lnTo>
                  <a:lnTo>
                    <a:pt x="1173" y="945"/>
                  </a:lnTo>
                  <a:lnTo>
                    <a:pt x="801" y="15"/>
                  </a:lnTo>
                  <a:cubicBezTo>
                    <a:pt x="728" y="4"/>
                    <a:pt x="655" y="1"/>
                    <a:pt x="5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555" name="Google Shape;5555;p43">
              <a:extLst>
                <a:ext uri="{FF2B5EF4-FFF2-40B4-BE49-F238E27FC236}">
                  <a16:creationId xmlns:a16="http://schemas.microsoft.com/office/drawing/2014/main" id="{BB0C609B-1F8A-B72A-5B79-11763E1E64A8}"/>
                </a:ext>
              </a:extLst>
            </p:cNvPr>
            <p:cNvSpPr/>
            <p:nvPr/>
          </p:nvSpPr>
          <p:spPr>
            <a:xfrm>
              <a:off x="7130605" y="1747865"/>
              <a:ext cx="68398" cy="8044"/>
            </a:xfrm>
            <a:custGeom>
              <a:avLst/>
              <a:gdLst/>
              <a:ahLst/>
              <a:cxnLst/>
              <a:rect l="l" t="t" r="r" b="b"/>
              <a:pathLst>
                <a:path w="1420" h="167" extrusionOk="0">
                  <a:moveTo>
                    <a:pt x="1323" y="1"/>
                  </a:moveTo>
                  <a:cubicBezTo>
                    <a:pt x="913" y="5"/>
                    <a:pt x="507" y="13"/>
                    <a:pt x="98" y="16"/>
                  </a:cubicBezTo>
                  <a:cubicBezTo>
                    <a:pt x="1" y="20"/>
                    <a:pt x="1" y="166"/>
                    <a:pt x="98" y="166"/>
                  </a:cubicBezTo>
                  <a:cubicBezTo>
                    <a:pt x="507" y="162"/>
                    <a:pt x="913" y="154"/>
                    <a:pt x="1323" y="151"/>
                  </a:cubicBezTo>
                  <a:cubicBezTo>
                    <a:pt x="1419" y="147"/>
                    <a:pt x="1419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556" name="Google Shape;5556;p43">
              <a:extLst>
                <a:ext uri="{FF2B5EF4-FFF2-40B4-BE49-F238E27FC236}">
                  <a16:creationId xmlns:a16="http://schemas.microsoft.com/office/drawing/2014/main" id="{13D10DA0-640F-C218-F44C-EF4B22B5CFD6}"/>
                </a:ext>
              </a:extLst>
            </p:cNvPr>
            <p:cNvSpPr/>
            <p:nvPr/>
          </p:nvSpPr>
          <p:spPr>
            <a:xfrm>
              <a:off x="6709741" y="1751863"/>
              <a:ext cx="815668" cy="270350"/>
            </a:xfrm>
            <a:custGeom>
              <a:avLst/>
              <a:gdLst/>
              <a:ahLst/>
              <a:cxnLst/>
              <a:rect l="l" t="t" r="r" b="b"/>
              <a:pathLst>
                <a:path w="16934" h="5613" extrusionOk="0">
                  <a:moveTo>
                    <a:pt x="9780" y="1"/>
                  </a:moveTo>
                  <a:cubicBezTo>
                    <a:pt x="8530" y="1"/>
                    <a:pt x="7103" y="57"/>
                    <a:pt x="5733" y="240"/>
                  </a:cubicBezTo>
                  <a:lnTo>
                    <a:pt x="3821" y="2608"/>
                  </a:lnTo>
                  <a:cubicBezTo>
                    <a:pt x="3821" y="2608"/>
                    <a:pt x="1031" y="3198"/>
                    <a:pt x="759" y="3294"/>
                  </a:cubicBezTo>
                  <a:cubicBezTo>
                    <a:pt x="488" y="3386"/>
                    <a:pt x="0" y="4314"/>
                    <a:pt x="330" y="5612"/>
                  </a:cubicBezTo>
                  <a:lnTo>
                    <a:pt x="16708" y="5612"/>
                  </a:lnTo>
                  <a:cubicBezTo>
                    <a:pt x="16708" y="5612"/>
                    <a:pt x="16934" y="4164"/>
                    <a:pt x="16573" y="3045"/>
                  </a:cubicBezTo>
                  <a:lnTo>
                    <a:pt x="15072" y="2597"/>
                  </a:lnTo>
                  <a:cubicBezTo>
                    <a:pt x="15072" y="2597"/>
                    <a:pt x="14159" y="722"/>
                    <a:pt x="13458" y="160"/>
                  </a:cubicBezTo>
                  <a:cubicBezTo>
                    <a:pt x="13458" y="160"/>
                    <a:pt x="11867" y="1"/>
                    <a:pt x="9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grpSp>
          <p:nvGrpSpPr>
            <p:cNvPr id="5557" name="Google Shape;5557;p43">
              <a:extLst>
                <a:ext uri="{FF2B5EF4-FFF2-40B4-BE49-F238E27FC236}">
                  <a16:creationId xmlns:a16="http://schemas.microsoft.com/office/drawing/2014/main" id="{19D7E3A5-E2BD-C707-F3A9-37F3AF2AA3ED}"/>
                </a:ext>
              </a:extLst>
            </p:cNvPr>
            <p:cNvGrpSpPr/>
            <p:nvPr/>
          </p:nvGrpSpPr>
          <p:grpSpPr>
            <a:xfrm>
              <a:off x="6867617" y="1903827"/>
              <a:ext cx="604342" cy="15220"/>
              <a:chOff x="6867617" y="1903827"/>
              <a:chExt cx="604342" cy="15220"/>
            </a:xfrm>
          </p:grpSpPr>
          <p:sp>
            <p:nvSpPr>
              <p:cNvPr id="5558" name="Google Shape;5558;p43">
                <a:extLst>
                  <a:ext uri="{FF2B5EF4-FFF2-40B4-BE49-F238E27FC236}">
                    <a16:creationId xmlns:a16="http://schemas.microsoft.com/office/drawing/2014/main" id="{D2008CCD-D01E-9496-5573-E89DF6452E45}"/>
                  </a:ext>
                </a:extLst>
              </p:cNvPr>
              <p:cNvSpPr/>
              <p:nvPr/>
            </p:nvSpPr>
            <p:spPr>
              <a:xfrm>
                <a:off x="746434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59" name="Google Shape;5559;p43">
                <a:extLst>
                  <a:ext uri="{FF2B5EF4-FFF2-40B4-BE49-F238E27FC236}">
                    <a16:creationId xmlns:a16="http://schemas.microsoft.com/office/drawing/2014/main" id="{05A63292-495A-B646-E510-FC8A2B761F09}"/>
                  </a:ext>
                </a:extLst>
              </p:cNvPr>
              <p:cNvSpPr/>
              <p:nvPr/>
            </p:nvSpPr>
            <p:spPr>
              <a:xfrm>
                <a:off x="745678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60" name="Google Shape;5560;p43">
                <a:extLst>
                  <a:ext uri="{FF2B5EF4-FFF2-40B4-BE49-F238E27FC236}">
                    <a16:creationId xmlns:a16="http://schemas.microsoft.com/office/drawing/2014/main" id="{B6289747-B1BF-A976-E0B6-7FDBF6671CE5}"/>
                  </a:ext>
                </a:extLst>
              </p:cNvPr>
              <p:cNvSpPr/>
              <p:nvPr/>
            </p:nvSpPr>
            <p:spPr>
              <a:xfrm>
                <a:off x="7449225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61" name="Google Shape;5561;p43">
                <a:extLst>
                  <a:ext uri="{FF2B5EF4-FFF2-40B4-BE49-F238E27FC236}">
                    <a16:creationId xmlns:a16="http://schemas.microsoft.com/office/drawing/2014/main" id="{5AC1A15D-7295-5A11-9832-5495C134E165}"/>
                  </a:ext>
                </a:extLst>
              </p:cNvPr>
              <p:cNvSpPr/>
              <p:nvPr/>
            </p:nvSpPr>
            <p:spPr>
              <a:xfrm>
                <a:off x="744161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62" name="Google Shape;5562;p43">
                <a:extLst>
                  <a:ext uri="{FF2B5EF4-FFF2-40B4-BE49-F238E27FC236}">
                    <a16:creationId xmlns:a16="http://schemas.microsoft.com/office/drawing/2014/main" id="{047CCEEE-110D-9852-2F41-3C893A200C3C}"/>
                  </a:ext>
                </a:extLst>
              </p:cNvPr>
              <p:cNvSpPr/>
              <p:nvPr/>
            </p:nvSpPr>
            <p:spPr>
              <a:xfrm>
                <a:off x="743405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63" name="Google Shape;5563;p43">
                <a:extLst>
                  <a:ext uri="{FF2B5EF4-FFF2-40B4-BE49-F238E27FC236}">
                    <a16:creationId xmlns:a16="http://schemas.microsoft.com/office/drawing/2014/main" id="{46667B6E-181A-DB8D-6509-5892721474AA}"/>
                  </a:ext>
                </a:extLst>
              </p:cNvPr>
              <p:cNvSpPr/>
              <p:nvPr/>
            </p:nvSpPr>
            <p:spPr>
              <a:xfrm>
                <a:off x="742653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64" name="Google Shape;5564;p43">
                <a:extLst>
                  <a:ext uri="{FF2B5EF4-FFF2-40B4-BE49-F238E27FC236}">
                    <a16:creationId xmlns:a16="http://schemas.microsoft.com/office/drawing/2014/main" id="{1A253147-A86B-7342-5CC2-39CFF09534AB}"/>
                  </a:ext>
                </a:extLst>
              </p:cNvPr>
              <p:cNvSpPr/>
              <p:nvPr/>
            </p:nvSpPr>
            <p:spPr>
              <a:xfrm>
                <a:off x="741897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65" name="Google Shape;5565;p43">
                <a:extLst>
                  <a:ext uri="{FF2B5EF4-FFF2-40B4-BE49-F238E27FC236}">
                    <a16:creationId xmlns:a16="http://schemas.microsoft.com/office/drawing/2014/main" id="{A6DCF797-56B1-2E04-E0A5-CD0BBA4AAF9F}"/>
                  </a:ext>
                </a:extLst>
              </p:cNvPr>
              <p:cNvSpPr/>
              <p:nvPr/>
            </p:nvSpPr>
            <p:spPr>
              <a:xfrm>
                <a:off x="7411366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66" name="Google Shape;5566;p43">
                <a:extLst>
                  <a:ext uri="{FF2B5EF4-FFF2-40B4-BE49-F238E27FC236}">
                    <a16:creationId xmlns:a16="http://schemas.microsoft.com/office/drawing/2014/main" id="{AE9DAB3D-1754-637D-95DD-A50947752504}"/>
                  </a:ext>
                </a:extLst>
              </p:cNvPr>
              <p:cNvSpPr/>
              <p:nvPr/>
            </p:nvSpPr>
            <p:spPr>
              <a:xfrm>
                <a:off x="740380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67" name="Google Shape;5567;p43">
                <a:extLst>
                  <a:ext uri="{FF2B5EF4-FFF2-40B4-BE49-F238E27FC236}">
                    <a16:creationId xmlns:a16="http://schemas.microsoft.com/office/drawing/2014/main" id="{085DE88B-EA3F-73A3-AED9-8E53C337C800}"/>
                  </a:ext>
                </a:extLst>
              </p:cNvPr>
              <p:cNvSpPr/>
              <p:nvPr/>
            </p:nvSpPr>
            <p:spPr>
              <a:xfrm>
                <a:off x="73962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68" name="Google Shape;5568;p43">
                <a:extLst>
                  <a:ext uri="{FF2B5EF4-FFF2-40B4-BE49-F238E27FC236}">
                    <a16:creationId xmlns:a16="http://schemas.microsoft.com/office/drawing/2014/main" id="{D3AA144D-7F55-B015-56BB-B3E11EA532DA}"/>
                  </a:ext>
                </a:extLst>
              </p:cNvPr>
              <p:cNvSpPr/>
              <p:nvPr/>
            </p:nvSpPr>
            <p:spPr>
              <a:xfrm>
                <a:off x="7388632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69" name="Google Shape;5569;p43">
                <a:extLst>
                  <a:ext uri="{FF2B5EF4-FFF2-40B4-BE49-F238E27FC236}">
                    <a16:creationId xmlns:a16="http://schemas.microsoft.com/office/drawing/2014/main" id="{63CB12C8-564F-3E65-3290-83BCA2BC066E}"/>
                  </a:ext>
                </a:extLst>
              </p:cNvPr>
              <p:cNvSpPr/>
              <p:nvPr/>
            </p:nvSpPr>
            <p:spPr>
              <a:xfrm>
                <a:off x="7381118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70" name="Google Shape;5570;p43">
                <a:extLst>
                  <a:ext uri="{FF2B5EF4-FFF2-40B4-BE49-F238E27FC236}">
                    <a16:creationId xmlns:a16="http://schemas.microsoft.com/office/drawing/2014/main" id="{9DD5CB22-DCA3-703A-5248-48C1589190F7}"/>
                  </a:ext>
                </a:extLst>
              </p:cNvPr>
              <p:cNvSpPr/>
              <p:nvPr/>
            </p:nvSpPr>
            <p:spPr>
              <a:xfrm>
                <a:off x="7373748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71" name="Google Shape;5571;p43">
                <a:extLst>
                  <a:ext uri="{FF2B5EF4-FFF2-40B4-BE49-F238E27FC236}">
                    <a16:creationId xmlns:a16="http://schemas.microsoft.com/office/drawing/2014/main" id="{2B59C273-2C48-6D45-78CF-74ACEAEDA7B8}"/>
                  </a:ext>
                </a:extLst>
              </p:cNvPr>
              <p:cNvSpPr/>
              <p:nvPr/>
            </p:nvSpPr>
            <p:spPr>
              <a:xfrm>
                <a:off x="7366138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72" name="Google Shape;5572;p43">
                <a:extLst>
                  <a:ext uri="{FF2B5EF4-FFF2-40B4-BE49-F238E27FC236}">
                    <a16:creationId xmlns:a16="http://schemas.microsoft.com/office/drawing/2014/main" id="{C0567DD9-0A8B-7BA8-73C4-5CEB132ABE47}"/>
                  </a:ext>
                </a:extLst>
              </p:cNvPr>
              <p:cNvSpPr/>
              <p:nvPr/>
            </p:nvSpPr>
            <p:spPr>
              <a:xfrm>
                <a:off x="735857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73" name="Google Shape;5573;p43">
                <a:extLst>
                  <a:ext uri="{FF2B5EF4-FFF2-40B4-BE49-F238E27FC236}">
                    <a16:creationId xmlns:a16="http://schemas.microsoft.com/office/drawing/2014/main" id="{F9138250-6E46-56FC-2D1F-21144F2804DA}"/>
                  </a:ext>
                </a:extLst>
              </p:cNvPr>
              <p:cNvSpPr/>
              <p:nvPr/>
            </p:nvSpPr>
            <p:spPr>
              <a:xfrm>
                <a:off x="7351014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74" name="Google Shape;5574;p43">
                <a:extLst>
                  <a:ext uri="{FF2B5EF4-FFF2-40B4-BE49-F238E27FC236}">
                    <a16:creationId xmlns:a16="http://schemas.microsoft.com/office/drawing/2014/main" id="{637545A2-6F09-3F2E-8F76-AB295A9231CD}"/>
                  </a:ext>
                </a:extLst>
              </p:cNvPr>
              <p:cNvSpPr/>
              <p:nvPr/>
            </p:nvSpPr>
            <p:spPr>
              <a:xfrm>
                <a:off x="73434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75" name="Google Shape;5575;p43">
                <a:extLst>
                  <a:ext uri="{FF2B5EF4-FFF2-40B4-BE49-F238E27FC236}">
                    <a16:creationId xmlns:a16="http://schemas.microsoft.com/office/drawing/2014/main" id="{99D28D17-0E03-6887-A0D7-4F458E202C69}"/>
                  </a:ext>
                </a:extLst>
              </p:cNvPr>
              <p:cNvSpPr/>
              <p:nvPr/>
            </p:nvSpPr>
            <p:spPr>
              <a:xfrm>
                <a:off x="73358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76" name="Google Shape;5576;p43">
                <a:extLst>
                  <a:ext uri="{FF2B5EF4-FFF2-40B4-BE49-F238E27FC236}">
                    <a16:creationId xmlns:a16="http://schemas.microsoft.com/office/drawing/2014/main" id="{9E998000-B85F-FD40-2EEC-2CFB789B6004}"/>
                  </a:ext>
                </a:extLst>
              </p:cNvPr>
              <p:cNvSpPr/>
              <p:nvPr/>
            </p:nvSpPr>
            <p:spPr>
              <a:xfrm>
                <a:off x="73283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77" name="Google Shape;5577;p43">
                <a:extLst>
                  <a:ext uri="{FF2B5EF4-FFF2-40B4-BE49-F238E27FC236}">
                    <a16:creationId xmlns:a16="http://schemas.microsoft.com/office/drawing/2014/main" id="{1B1FCC08-2D5D-B36C-9E1A-83B35C562B85}"/>
                  </a:ext>
                </a:extLst>
              </p:cNvPr>
              <p:cNvSpPr/>
              <p:nvPr/>
            </p:nvSpPr>
            <p:spPr>
              <a:xfrm>
                <a:off x="732076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78" name="Google Shape;5578;p43">
                <a:extLst>
                  <a:ext uri="{FF2B5EF4-FFF2-40B4-BE49-F238E27FC236}">
                    <a16:creationId xmlns:a16="http://schemas.microsoft.com/office/drawing/2014/main" id="{D3F2AC72-BCB0-293E-23F8-8A8D2F361FCC}"/>
                  </a:ext>
                </a:extLst>
              </p:cNvPr>
              <p:cNvSpPr/>
              <p:nvPr/>
            </p:nvSpPr>
            <p:spPr>
              <a:xfrm>
                <a:off x="7313155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79" name="Google Shape;5579;p43">
                <a:extLst>
                  <a:ext uri="{FF2B5EF4-FFF2-40B4-BE49-F238E27FC236}">
                    <a16:creationId xmlns:a16="http://schemas.microsoft.com/office/drawing/2014/main" id="{8DADCFDD-0CAE-FE3A-3772-108DB2504D6A}"/>
                  </a:ext>
                </a:extLst>
              </p:cNvPr>
              <p:cNvSpPr/>
              <p:nvPr/>
            </p:nvSpPr>
            <p:spPr>
              <a:xfrm>
                <a:off x="730559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80" name="Google Shape;5580;p43">
                <a:extLst>
                  <a:ext uri="{FF2B5EF4-FFF2-40B4-BE49-F238E27FC236}">
                    <a16:creationId xmlns:a16="http://schemas.microsoft.com/office/drawing/2014/main" id="{D6C6EC8A-A6DB-C66A-C68A-01E9C2E7EDA9}"/>
                  </a:ext>
                </a:extLst>
              </p:cNvPr>
              <p:cNvSpPr/>
              <p:nvPr/>
            </p:nvSpPr>
            <p:spPr>
              <a:xfrm>
                <a:off x="7298079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81" name="Google Shape;5581;p43">
                <a:extLst>
                  <a:ext uri="{FF2B5EF4-FFF2-40B4-BE49-F238E27FC236}">
                    <a16:creationId xmlns:a16="http://schemas.microsoft.com/office/drawing/2014/main" id="{C007AEE1-21E1-776B-889B-A390A11C130F}"/>
                  </a:ext>
                </a:extLst>
              </p:cNvPr>
              <p:cNvSpPr/>
              <p:nvPr/>
            </p:nvSpPr>
            <p:spPr>
              <a:xfrm>
                <a:off x="729051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82" name="Google Shape;5582;p43">
                <a:extLst>
                  <a:ext uri="{FF2B5EF4-FFF2-40B4-BE49-F238E27FC236}">
                    <a16:creationId xmlns:a16="http://schemas.microsoft.com/office/drawing/2014/main" id="{07F4242A-1CBD-7920-88BA-DF7BCA846F01}"/>
                  </a:ext>
                </a:extLst>
              </p:cNvPr>
              <p:cNvSpPr/>
              <p:nvPr/>
            </p:nvSpPr>
            <p:spPr>
              <a:xfrm>
                <a:off x="7283099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83" name="Google Shape;5583;p43">
                <a:extLst>
                  <a:ext uri="{FF2B5EF4-FFF2-40B4-BE49-F238E27FC236}">
                    <a16:creationId xmlns:a16="http://schemas.microsoft.com/office/drawing/2014/main" id="{B5055510-27BE-C019-A251-DCC8EE1B1875}"/>
                  </a:ext>
                </a:extLst>
              </p:cNvPr>
              <p:cNvSpPr/>
              <p:nvPr/>
            </p:nvSpPr>
            <p:spPr>
              <a:xfrm>
                <a:off x="727553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84" name="Google Shape;5584;p43">
                <a:extLst>
                  <a:ext uri="{FF2B5EF4-FFF2-40B4-BE49-F238E27FC236}">
                    <a16:creationId xmlns:a16="http://schemas.microsoft.com/office/drawing/2014/main" id="{A73EE834-E872-8B91-CD99-CD38BB5B9838}"/>
                  </a:ext>
                </a:extLst>
              </p:cNvPr>
              <p:cNvSpPr/>
              <p:nvPr/>
            </p:nvSpPr>
            <p:spPr>
              <a:xfrm>
                <a:off x="7267927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85" name="Google Shape;5585;p43">
                <a:extLst>
                  <a:ext uri="{FF2B5EF4-FFF2-40B4-BE49-F238E27FC236}">
                    <a16:creationId xmlns:a16="http://schemas.microsoft.com/office/drawing/2014/main" id="{2AB0B801-9AC6-3A9C-7C36-3056DA67A414}"/>
                  </a:ext>
                </a:extLst>
              </p:cNvPr>
              <p:cNvSpPr/>
              <p:nvPr/>
            </p:nvSpPr>
            <p:spPr>
              <a:xfrm>
                <a:off x="7260413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86" name="Google Shape;5586;p43">
                <a:extLst>
                  <a:ext uri="{FF2B5EF4-FFF2-40B4-BE49-F238E27FC236}">
                    <a16:creationId xmlns:a16="http://schemas.microsoft.com/office/drawing/2014/main" id="{A881EBD5-E002-C7EC-9516-95CF1FEF2F09}"/>
                  </a:ext>
                </a:extLst>
              </p:cNvPr>
              <p:cNvSpPr/>
              <p:nvPr/>
            </p:nvSpPr>
            <p:spPr>
              <a:xfrm>
                <a:off x="725285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87" name="Google Shape;5587;p43">
                <a:extLst>
                  <a:ext uri="{FF2B5EF4-FFF2-40B4-BE49-F238E27FC236}">
                    <a16:creationId xmlns:a16="http://schemas.microsoft.com/office/drawing/2014/main" id="{209584CC-ACB3-45AF-DA1C-C6576D99E928}"/>
                  </a:ext>
                </a:extLst>
              </p:cNvPr>
              <p:cNvSpPr/>
              <p:nvPr/>
            </p:nvSpPr>
            <p:spPr>
              <a:xfrm>
                <a:off x="724528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88" name="Google Shape;5588;p43">
                <a:extLst>
                  <a:ext uri="{FF2B5EF4-FFF2-40B4-BE49-F238E27FC236}">
                    <a16:creationId xmlns:a16="http://schemas.microsoft.com/office/drawing/2014/main" id="{12F9D524-2E5C-AE55-5910-9D2A8B7EAE36}"/>
                  </a:ext>
                </a:extLst>
              </p:cNvPr>
              <p:cNvSpPr/>
              <p:nvPr/>
            </p:nvSpPr>
            <p:spPr>
              <a:xfrm>
                <a:off x="723767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89" name="Google Shape;5589;p43">
                <a:extLst>
                  <a:ext uri="{FF2B5EF4-FFF2-40B4-BE49-F238E27FC236}">
                    <a16:creationId xmlns:a16="http://schemas.microsoft.com/office/drawing/2014/main" id="{BEDFE38A-1F7A-F871-88D1-6C46C9CADA2B}"/>
                  </a:ext>
                </a:extLst>
              </p:cNvPr>
              <p:cNvSpPr/>
              <p:nvPr/>
            </p:nvSpPr>
            <p:spPr>
              <a:xfrm>
                <a:off x="723011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90" name="Google Shape;5590;p43">
                <a:extLst>
                  <a:ext uri="{FF2B5EF4-FFF2-40B4-BE49-F238E27FC236}">
                    <a16:creationId xmlns:a16="http://schemas.microsoft.com/office/drawing/2014/main" id="{5E047515-ED89-2D46-DA1C-65C987B1432E}"/>
                  </a:ext>
                </a:extLst>
              </p:cNvPr>
              <p:cNvSpPr/>
              <p:nvPr/>
            </p:nvSpPr>
            <p:spPr>
              <a:xfrm>
                <a:off x="722255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91" name="Google Shape;5591;p43">
                <a:extLst>
                  <a:ext uri="{FF2B5EF4-FFF2-40B4-BE49-F238E27FC236}">
                    <a16:creationId xmlns:a16="http://schemas.microsoft.com/office/drawing/2014/main" id="{52977D3D-535B-2005-E427-2AA9182EC7EA}"/>
                  </a:ext>
                </a:extLst>
              </p:cNvPr>
              <p:cNvSpPr/>
              <p:nvPr/>
            </p:nvSpPr>
            <p:spPr>
              <a:xfrm>
                <a:off x="721499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92" name="Google Shape;5592;p43">
                <a:extLst>
                  <a:ext uri="{FF2B5EF4-FFF2-40B4-BE49-F238E27FC236}">
                    <a16:creationId xmlns:a16="http://schemas.microsoft.com/office/drawing/2014/main" id="{E260EDB8-7166-9EB2-CD9B-39278D4D1DDB}"/>
                  </a:ext>
                </a:extLst>
              </p:cNvPr>
              <p:cNvSpPr/>
              <p:nvPr/>
            </p:nvSpPr>
            <p:spPr>
              <a:xfrm>
                <a:off x="720743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93" name="Google Shape;5593;p43">
                <a:extLst>
                  <a:ext uri="{FF2B5EF4-FFF2-40B4-BE49-F238E27FC236}">
                    <a16:creationId xmlns:a16="http://schemas.microsoft.com/office/drawing/2014/main" id="{730A03FE-224B-1C80-C618-F6CA5D7BF7F7}"/>
                  </a:ext>
                </a:extLst>
              </p:cNvPr>
              <p:cNvSpPr/>
              <p:nvPr/>
            </p:nvSpPr>
            <p:spPr>
              <a:xfrm>
                <a:off x="719986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94" name="Google Shape;5594;p43">
                <a:extLst>
                  <a:ext uri="{FF2B5EF4-FFF2-40B4-BE49-F238E27FC236}">
                    <a16:creationId xmlns:a16="http://schemas.microsoft.com/office/drawing/2014/main" id="{7001DD96-FBA1-857E-A5F8-F16C9AF45CB7}"/>
                  </a:ext>
                </a:extLst>
              </p:cNvPr>
              <p:cNvSpPr/>
              <p:nvPr/>
            </p:nvSpPr>
            <p:spPr>
              <a:xfrm>
                <a:off x="719230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95" name="Google Shape;5595;p43">
                <a:extLst>
                  <a:ext uri="{FF2B5EF4-FFF2-40B4-BE49-F238E27FC236}">
                    <a16:creationId xmlns:a16="http://schemas.microsoft.com/office/drawing/2014/main" id="{7469F9C1-0DFA-0C95-A63A-A535859DAC35}"/>
                  </a:ext>
                </a:extLst>
              </p:cNvPr>
              <p:cNvSpPr/>
              <p:nvPr/>
            </p:nvSpPr>
            <p:spPr>
              <a:xfrm>
                <a:off x="7184888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96" name="Google Shape;5596;p43">
                <a:extLst>
                  <a:ext uri="{FF2B5EF4-FFF2-40B4-BE49-F238E27FC236}">
                    <a16:creationId xmlns:a16="http://schemas.microsoft.com/office/drawing/2014/main" id="{492C9331-CBDD-EF70-60D4-6F7473B0E1F3}"/>
                  </a:ext>
                </a:extLst>
              </p:cNvPr>
              <p:cNvSpPr/>
              <p:nvPr/>
            </p:nvSpPr>
            <p:spPr>
              <a:xfrm>
                <a:off x="7177374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97" name="Google Shape;5597;p43">
                <a:extLst>
                  <a:ext uri="{FF2B5EF4-FFF2-40B4-BE49-F238E27FC236}">
                    <a16:creationId xmlns:a16="http://schemas.microsoft.com/office/drawing/2014/main" id="{F302FD4C-0E88-8E58-7F6B-65CC08C044D1}"/>
                  </a:ext>
                </a:extLst>
              </p:cNvPr>
              <p:cNvSpPr/>
              <p:nvPr/>
            </p:nvSpPr>
            <p:spPr>
              <a:xfrm>
                <a:off x="7169764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98" name="Google Shape;5598;p43">
                <a:extLst>
                  <a:ext uri="{FF2B5EF4-FFF2-40B4-BE49-F238E27FC236}">
                    <a16:creationId xmlns:a16="http://schemas.microsoft.com/office/drawing/2014/main" id="{2A8ACDD9-ED2A-478B-759E-FB108B4B6206}"/>
                  </a:ext>
                </a:extLst>
              </p:cNvPr>
              <p:cNvSpPr/>
              <p:nvPr/>
            </p:nvSpPr>
            <p:spPr>
              <a:xfrm>
                <a:off x="716220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99" name="Google Shape;5599;p43">
                <a:extLst>
                  <a:ext uri="{FF2B5EF4-FFF2-40B4-BE49-F238E27FC236}">
                    <a16:creationId xmlns:a16="http://schemas.microsoft.com/office/drawing/2014/main" id="{3E25C1BB-3D51-BFF1-8BBC-8C0B90E47552}"/>
                  </a:ext>
                </a:extLst>
              </p:cNvPr>
              <p:cNvSpPr/>
              <p:nvPr/>
            </p:nvSpPr>
            <p:spPr>
              <a:xfrm>
                <a:off x="715464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00" name="Google Shape;5600;p43">
                <a:extLst>
                  <a:ext uri="{FF2B5EF4-FFF2-40B4-BE49-F238E27FC236}">
                    <a16:creationId xmlns:a16="http://schemas.microsoft.com/office/drawing/2014/main" id="{B892AFB0-3571-1248-6485-6C7C3F35DD3E}"/>
                  </a:ext>
                </a:extLst>
              </p:cNvPr>
              <p:cNvSpPr/>
              <p:nvPr/>
            </p:nvSpPr>
            <p:spPr>
              <a:xfrm>
                <a:off x="714707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01" name="Google Shape;5601;p43">
                <a:extLst>
                  <a:ext uri="{FF2B5EF4-FFF2-40B4-BE49-F238E27FC236}">
                    <a16:creationId xmlns:a16="http://schemas.microsoft.com/office/drawing/2014/main" id="{4B13562F-76BE-D6E7-C9C6-15067532D78F}"/>
                  </a:ext>
                </a:extLst>
              </p:cNvPr>
              <p:cNvSpPr/>
              <p:nvPr/>
            </p:nvSpPr>
            <p:spPr>
              <a:xfrm>
                <a:off x="713946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02" name="Google Shape;5602;p43">
                <a:extLst>
                  <a:ext uri="{FF2B5EF4-FFF2-40B4-BE49-F238E27FC236}">
                    <a16:creationId xmlns:a16="http://schemas.microsoft.com/office/drawing/2014/main" id="{68035A06-E3CC-ABDE-C322-1548723174F4}"/>
                  </a:ext>
                </a:extLst>
              </p:cNvPr>
              <p:cNvSpPr/>
              <p:nvPr/>
            </p:nvSpPr>
            <p:spPr>
              <a:xfrm>
                <a:off x="7131953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03" name="Google Shape;5603;p43">
                <a:extLst>
                  <a:ext uri="{FF2B5EF4-FFF2-40B4-BE49-F238E27FC236}">
                    <a16:creationId xmlns:a16="http://schemas.microsoft.com/office/drawing/2014/main" id="{2B818BB1-63E0-B40D-8537-17475D094AE3}"/>
                  </a:ext>
                </a:extLst>
              </p:cNvPr>
              <p:cNvSpPr/>
              <p:nvPr/>
            </p:nvSpPr>
            <p:spPr>
              <a:xfrm>
                <a:off x="712439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04" name="Google Shape;5604;p43">
                <a:extLst>
                  <a:ext uri="{FF2B5EF4-FFF2-40B4-BE49-F238E27FC236}">
                    <a16:creationId xmlns:a16="http://schemas.microsoft.com/office/drawing/2014/main" id="{388256B9-D5AA-9E25-9AAB-4779DC7D24D1}"/>
                  </a:ext>
                </a:extLst>
              </p:cNvPr>
              <p:cNvSpPr/>
              <p:nvPr/>
            </p:nvSpPr>
            <p:spPr>
              <a:xfrm>
                <a:off x="71168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05" name="Google Shape;5605;p43">
                <a:extLst>
                  <a:ext uri="{FF2B5EF4-FFF2-40B4-BE49-F238E27FC236}">
                    <a16:creationId xmlns:a16="http://schemas.microsoft.com/office/drawing/2014/main" id="{ADB8DC88-9604-50EC-49C5-67E57CA47D40}"/>
                  </a:ext>
                </a:extLst>
              </p:cNvPr>
              <p:cNvSpPr/>
              <p:nvPr/>
            </p:nvSpPr>
            <p:spPr>
              <a:xfrm>
                <a:off x="7109219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06" name="Google Shape;5606;p43">
                <a:extLst>
                  <a:ext uri="{FF2B5EF4-FFF2-40B4-BE49-F238E27FC236}">
                    <a16:creationId xmlns:a16="http://schemas.microsoft.com/office/drawing/2014/main" id="{AB0BD7DF-B16A-DD81-5B18-FFED897FEF6A}"/>
                  </a:ext>
                </a:extLst>
              </p:cNvPr>
              <p:cNvSpPr/>
              <p:nvPr/>
            </p:nvSpPr>
            <p:spPr>
              <a:xfrm>
                <a:off x="710165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07" name="Google Shape;5607;p43">
                <a:extLst>
                  <a:ext uri="{FF2B5EF4-FFF2-40B4-BE49-F238E27FC236}">
                    <a16:creationId xmlns:a16="http://schemas.microsoft.com/office/drawing/2014/main" id="{99D040D7-F6D5-07C5-BBCB-EDB6F77B7DF0}"/>
                  </a:ext>
                </a:extLst>
              </p:cNvPr>
              <p:cNvSpPr/>
              <p:nvPr/>
            </p:nvSpPr>
            <p:spPr>
              <a:xfrm>
                <a:off x="709409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08" name="Google Shape;5608;p43">
                <a:extLst>
                  <a:ext uri="{FF2B5EF4-FFF2-40B4-BE49-F238E27FC236}">
                    <a16:creationId xmlns:a16="http://schemas.microsoft.com/office/drawing/2014/main" id="{417EA392-C204-305C-6E5E-43F3624F6D6F}"/>
                  </a:ext>
                </a:extLst>
              </p:cNvPr>
              <p:cNvSpPr/>
              <p:nvPr/>
            </p:nvSpPr>
            <p:spPr>
              <a:xfrm>
                <a:off x="7086725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3" y="158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09" name="Google Shape;5609;p43">
                <a:extLst>
                  <a:ext uri="{FF2B5EF4-FFF2-40B4-BE49-F238E27FC236}">
                    <a16:creationId xmlns:a16="http://schemas.microsoft.com/office/drawing/2014/main" id="{0D74EDCB-367B-915D-E2D8-426E194FF0B8}"/>
                  </a:ext>
                </a:extLst>
              </p:cNvPr>
              <p:cNvSpPr/>
              <p:nvPr/>
            </p:nvSpPr>
            <p:spPr>
              <a:xfrm>
                <a:off x="707916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10" name="Google Shape;5610;p43">
                <a:extLst>
                  <a:ext uri="{FF2B5EF4-FFF2-40B4-BE49-F238E27FC236}">
                    <a16:creationId xmlns:a16="http://schemas.microsoft.com/office/drawing/2014/main" id="{DC6C5DE2-0397-D40C-43DA-EFFD6C50BEB5}"/>
                  </a:ext>
                </a:extLst>
              </p:cNvPr>
              <p:cNvSpPr/>
              <p:nvPr/>
            </p:nvSpPr>
            <p:spPr>
              <a:xfrm>
                <a:off x="707160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11" name="Google Shape;5611;p43">
                <a:extLst>
                  <a:ext uri="{FF2B5EF4-FFF2-40B4-BE49-F238E27FC236}">
                    <a16:creationId xmlns:a16="http://schemas.microsoft.com/office/drawing/2014/main" id="{2A202FC6-E91C-925D-9503-0ADEAAFFEC56}"/>
                  </a:ext>
                </a:extLst>
              </p:cNvPr>
              <p:cNvSpPr/>
              <p:nvPr/>
            </p:nvSpPr>
            <p:spPr>
              <a:xfrm>
                <a:off x="7063991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12" name="Google Shape;5612;p43">
                <a:extLst>
                  <a:ext uri="{FF2B5EF4-FFF2-40B4-BE49-F238E27FC236}">
                    <a16:creationId xmlns:a16="http://schemas.microsoft.com/office/drawing/2014/main" id="{E871B786-C47A-9588-B254-7CA9A73FF749}"/>
                  </a:ext>
                </a:extLst>
              </p:cNvPr>
              <p:cNvSpPr/>
              <p:nvPr/>
            </p:nvSpPr>
            <p:spPr>
              <a:xfrm>
                <a:off x="70564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13" name="Google Shape;5613;p43">
                <a:extLst>
                  <a:ext uri="{FF2B5EF4-FFF2-40B4-BE49-F238E27FC236}">
                    <a16:creationId xmlns:a16="http://schemas.microsoft.com/office/drawing/2014/main" id="{4B70CD1B-5A09-68F9-9C47-3EB7E865DEE5}"/>
                  </a:ext>
                </a:extLst>
              </p:cNvPr>
              <p:cNvSpPr/>
              <p:nvPr/>
            </p:nvSpPr>
            <p:spPr>
              <a:xfrm>
                <a:off x="7048915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14" name="Google Shape;5614;p43">
                <a:extLst>
                  <a:ext uri="{FF2B5EF4-FFF2-40B4-BE49-F238E27FC236}">
                    <a16:creationId xmlns:a16="http://schemas.microsoft.com/office/drawing/2014/main" id="{0DEB235C-72E5-1E25-F084-D288DA7AABBA}"/>
                  </a:ext>
                </a:extLst>
              </p:cNvPr>
              <p:cNvSpPr/>
              <p:nvPr/>
            </p:nvSpPr>
            <p:spPr>
              <a:xfrm>
                <a:off x="7041304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15" name="Google Shape;5615;p43">
                <a:extLst>
                  <a:ext uri="{FF2B5EF4-FFF2-40B4-BE49-F238E27FC236}">
                    <a16:creationId xmlns:a16="http://schemas.microsoft.com/office/drawing/2014/main" id="{65571531-387D-38BF-9B9C-CD68BAF0D49C}"/>
                  </a:ext>
                </a:extLst>
              </p:cNvPr>
              <p:cNvSpPr/>
              <p:nvPr/>
            </p:nvSpPr>
            <p:spPr>
              <a:xfrm>
                <a:off x="70337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16" name="Google Shape;5616;p43">
                <a:extLst>
                  <a:ext uri="{FF2B5EF4-FFF2-40B4-BE49-F238E27FC236}">
                    <a16:creationId xmlns:a16="http://schemas.microsoft.com/office/drawing/2014/main" id="{F4A47CF3-E8C9-D76E-F3C5-26A6F4B48589}"/>
                  </a:ext>
                </a:extLst>
              </p:cNvPr>
              <p:cNvSpPr/>
              <p:nvPr/>
            </p:nvSpPr>
            <p:spPr>
              <a:xfrm>
                <a:off x="702618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17" name="Google Shape;5617;p43">
                <a:extLst>
                  <a:ext uri="{FF2B5EF4-FFF2-40B4-BE49-F238E27FC236}">
                    <a16:creationId xmlns:a16="http://schemas.microsoft.com/office/drawing/2014/main" id="{D6D607DB-6CB3-C49C-43CA-2F0D46EE23FF}"/>
                  </a:ext>
                </a:extLst>
              </p:cNvPr>
              <p:cNvSpPr/>
              <p:nvPr/>
            </p:nvSpPr>
            <p:spPr>
              <a:xfrm>
                <a:off x="701861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18" name="Google Shape;5618;p43">
                <a:extLst>
                  <a:ext uri="{FF2B5EF4-FFF2-40B4-BE49-F238E27FC236}">
                    <a16:creationId xmlns:a16="http://schemas.microsoft.com/office/drawing/2014/main" id="{E683588E-2D26-FCC1-C22E-634552ED804E}"/>
                  </a:ext>
                </a:extLst>
              </p:cNvPr>
              <p:cNvSpPr/>
              <p:nvPr/>
            </p:nvSpPr>
            <p:spPr>
              <a:xfrm>
                <a:off x="701100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19" name="Google Shape;5619;p43">
                <a:extLst>
                  <a:ext uri="{FF2B5EF4-FFF2-40B4-BE49-F238E27FC236}">
                    <a16:creationId xmlns:a16="http://schemas.microsoft.com/office/drawing/2014/main" id="{44F1E3E4-D184-8C84-9A79-48A1651E00E1}"/>
                  </a:ext>
                </a:extLst>
              </p:cNvPr>
              <p:cNvSpPr/>
              <p:nvPr/>
            </p:nvSpPr>
            <p:spPr>
              <a:xfrm>
                <a:off x="7003494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20" name="Google Shape;5620;p43">
                <a:extLst>
                  <a:ext uri="{FF2B5EF4-FFF2-40B4-BE49-F238E27FC236}">
                    <a16:creationId xmlns:a16="http://schemas.microsoft.com/office/drawing/2014/main" id="{4022F358-C326-5579-E92B-EB66F021253D}"/>
                  </a:ext>
                </a:extLst>
              </p:cNvPr>
              <p:cNvSpPr/>
              <p:nvPr/>
            </p:nvSpPr>
            <p:spPr>
              <a:xfrm>
                <a:off x="699593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21" name="Google Shape;5621;p43">
                <a:extLst>
                  <a:ext uri="{FF2B5EF4-FFF2-40B4-BE49-F238E27FC236}">
                    <a16:creationId xmlns:a16="http://schemas.microsoft.com/office/drawing/2014/main" id="{665E0BC5-D812-B1ED-ECB7-7683D03E60EA}"/>
                  </a:ext>
                </a:extLst>
              </p:cNvPr>
              <p:cNvSpPr/>
              <p:nvPr/>
            </p:nvSpPr>
            <p:spPr>
              <a:xfrm>
                <a:off x="6988514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22" name="Google Shape;5622;p43">
                <a:extLst>
                  <a:ext uri="{FF2B5EF4-FFF2-40B4-BE49-F238E27FC236}">
                    <a16:creationId xmlns:a16="http://schemas.microsoft.com/office/drawing/2014/main" id="{183AAD8F-9578-3F09-0A86-05B2DAE605F8}"/>
                  </a:ext>
                </a:extLst>
              </p:cNvPr>
              <p:cNvSpPr/>
              <p:nvPr/>
            </p:nvSpPr>
            <p:spPr>
              <a:xfrm>
                <a:off x="69809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23" name="Google Shape;5623;p43">
                <a:extLst>
                  <a:ext uri="{FF2B5EF4-FFF2-40B4-BE49-F238E27FC236}">
                    <a16:creationId xmlns:a16="http://schemas.microsoft.com/office/drawing/2014/main" id="{235A162C-6721-1AB6-50B5-0F045F04DFB3}"/>
                  </a:ext>
                </a:extLst>
              </p:cNvPr>
              <p:cNvSpPr/>
              <p:nvPr/>
            </p:nvSpPr>
            <p:spPr>
              <a:xfrm>
                <a:off x="69733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24" name="Google Shape;5624;p43">
                <a:extLst>
                  <a:ext uri="{FF2B5EF4-FFF2-40B4-BE49-F238E27FC236}">
                    <a16:creationId xmlns:a16="http://schemas.microsoft.com/office/drawing/2014/main" id="{C1C7F2E8-FBF9-A3F6-EFF6-68CB3749B420}"/>
                  </a:ext>
                </a:extLst>
              </p:cNvPr>
              <p:cNvSpPr/>
              <p:nvPr/>
            </p:nvSpPr>
            <p:spPr>
              <a:xfrm>
                <a:off x="69658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25" name="Google Shape;5625;p43">
                <a:extLst>
                  <a:ext uri="{FF2B5EF4-FFF2-40B4-BE49-F238E27FC236}">
                    <a16:creationId xmlns:a16="http://schemas.microsoft.com/office/drawing/2014/main" id="{2D24A3BF-90C2-34ED-D8AC-702D6F6F266C}"/>
                  </a:ext>
                </a:extLst>
              </p:cNvPr>
              <p:cNvSpPr/>
              <p:nvPr/>
            </p:nvSpPr>
            <p:spPr>
              <a:xfrm>
                <a:off x="695826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26" name="Google Shape;5626;p43">
                <a:extLst>
                  <a:ext uri="{FF2B5EF4-FFF2-40B4-BE49-F238E27FC236}">
                    <a16:creationId xmlns:a16="http://schemas.microsoft.com/office/drawing/2014/main" id="{16E67AD9-3C79-0ED8-2B36-823792383A02}"/>
                  </a:ext>
                </a:extLst>
              </p:cNvPr>
              <p:cNvSpPr/>
              <p:nvPr/>
            </p:nvSpPr>
            <p:spPr>
              <a:xfrm>
                <a:off x="695070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27" name="Google Shape;5627;p43">
                <a:extLst>
                  <a:ext uri="{FF2B5EF4-FFF2-40B4-BE49-F238E27FC236}">
                    <a16:creationId xmlns:a16="http://schemas.microsoft.com/office/drawing/2014/main" id="{6390EFEB-EC4F-93C7-40DF-99B428BF538C}"/>
                  </a:ext>
                </a:extLst>
              </p:cNvPr>
              <p:cNvSpPr/>
              <p:nvPr/>
            </p:nvSpPr>
            <p:spPr>
              <a:xfrm>
                <a:off x="694314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28" name="Google Shape;5628;p43">
                <a:extLst>
                  <a:ext uri="{FF2B5EF4-FFF2-40B4-BE49-F238E27FC236}">
                    <a16:creationId xmlns:a16="http://schemas.microsoft.com/office/drawing/2014/main" id="{89F0D1A0-94D4-FDF4-A9D3-4EB95AEA90F2}"/>
                  </a:ext>
                </a:extLst>
              </p:cNvPr>
              <p:cNvSpPr/>
              <p:nvPr/>
            </p:nvSpPr>
            <p:spPr>
              <a:xfrm>
                <a:off x="6935531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29" name="Google Shape;5629;p43">
                <a:extLst>
                  <a:ext uri="{FF2B5EF4-FFF2-40B4-BE49-F238E27FC236}">
                    <a16:creationId xmlns:a16="http://schemas.microsoft.com/office/drawing/2014/main" id="{06CB493F-3B6A-9AE5-6DC2-317A85B93CC6}"/>
                  </a:ext>
                </a:extLst>
              </p:cNvPr>
              <p:cNvSpPr/>
              <p:nvPr/>
            </p:nvSpPr>
            <p:spPr>
              <a:xfrm>
                <a:off x="692796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30" name="Google Shape;5630;p43">
                <a:extLst>
                  <a:ext uri="{FF2B5EF4-FFF2-40B4-BE49-F238E27FC236}">
                    <a16:creationId xmlns:a16="http://schemas.microsoft.com/office/drawing/2014/main" id="{3BB104AF-E9FE-EC8F-85DC-EDE0CECE000E}"/>
                  </a:ext>
                </a:extLst>
              </p:cNvPr>
              <p:cNvSpPr/>
              <p:nvPr/>
            </p:nvSpPr>
            <p:spPr>
              <a:xfrm>
                <a:off x="6920455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31" name="Google Shape;5631;p43">
                <a:extLst>
                  <a:ext uri="{FF2B5EF4-FFF2-40B4-BE49-F238E27FC236}">
                    <a16:creationId xmlns:a16="http://schemas.microsoft.com/office/drawing/2014/main" id="{596B59C9-B103-2CFF-20F0-D9439E2D60F0}"/>
                  </a:ext>
                </a:extLst>
              </p:cNvPr>
              <p:cNvSpPr/>
              <p:nvPr/>
            </p:nvSpPr>
            <p:spPr>
              <a:xfrm>
                <a:off x="691284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32" name="Google Shape;5632;p43">
                <a:extLst>
                  <a:ext uri="{FF2B5EF4-FFF2-40B4-BE49-F238E27FC236}">
                    <a16:creationId xmlns:a16="http://schemas.microsoft.com/office/drawing/2014/main" id="{B04188C6-6F84-2670-B7E8-C5292DACE83B}"/>
                  </a:ext>
                </a:extLst>
              </p:cNvPr>
              <p:cNvSpPr/>
              <p:nvPr/>
            </p:nvSpPr>
            <p:spPr>
              <a:xfrm>
                <a:off x="690528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33" name="Google Shape;5633;p43">
                <a:extLst>
                  <a:ext uri="{FF2B5EF4-FFF2-40B4-BE49-F238E27FC236}">
                    <a16:creationId xmlns:a16="http://schemas.microsoft.com/office/drawing/2014/main" id="{CD50CC61-89D3-8BC0-FF6D-821A9A4A9FFC}"/>
                  </a:ext>
                </a:extLst>
              </p:cNvPr>
              <p:cNvSpPr/>
              <p:nvPr/>
            </p:nvSpPr>
            <p:spPr>
              <a:xfrm>
                <a:off x="689772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34" name="Google Shape;5634;p43">
                <a:extLst>
                  <a:ext uri="{FF2B5EF4-FFF2-40B4-BE49-F238E27FC236}">
                    <a16:creationId xmlns:a16="http://schemas.microsoft.com/office/drawing/2014/main" id="{C63E806A-0659-D86F-C7F7-E1FEC1609DD5}"/>
                  </a:ext>
                </a:extLst>
              </p:cNvPr>
              <p:cNvSpPr/>
              <p:nvPr/>
            </p:nvSpPr>
            <p:spPr>
              <a:xfrm>
                <a:off x="6890303" y="1903827"/>
                <a:ext cx="7466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35" name="Google Shape;5635;p43">
                <a:extLst>
                  <a:ext uri="{FF2B5EF4-FFF2-40B4-BE49-F238E27FC236}">
                    <a16:creationId xmlns:a16="http://schemas.microsoft.com/office/drawing/2014/main" id="{2154E779-A82F-2ECF-F4B9-FD4BD0F5656F}"/>
                  </a:ext>
                </a:extLst>
              </p:cNvPr>
              <p:cNvSpPr/>
              <p:nvPr/>
            </p:nvSpPr>
            <p:spPr>
              <a:xfrm>
                <a:off x="688278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36" name="Google Shape;5636;p43">
                <a:extLst>
                  <a:ext uri="{FF2B5EF4-FFF2-40B4-BE49-F238E27FC236}">
                    <a16:creationId xmlns:a16="http://schemas.microsoft.com/office/drawing/2014/main" id="{CD021AC2-24B3-0521-A6FB-CEFCDCBD251E}"/>
                  </a:ext>
                </a:extLst>
              </p:cNvPr>
              <p:cNvSpPr/>
              <p:nvPr/>
            </p:nvSpPr>
            <p:spPr>
              <a:xfrm>
                <a:off x="687522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37" name="Google Shape;5637;p43">
                <a:extLst>
                  <a:ext uri="{FF2B5EF4-FFF2-40B4-BE49-F238E27FC236}">
                    <a16:creationId xmlns:a16="http://schemas.microsoft.com/office/drawing/2014/main" id="{64BCCACC-1583-45D7-6D28-9032C40A458D}"/>
                  </a:ext>
                </a:extLst>
              </p:cNvPr>
              <p:cNvSpPr/>
              <p:nvPr/>
            </p:nvSpPr>
            <p:spPr>
              <a:xfrm>
                <a:off x="686761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</p:grpSp>
        <p:sp>
          <p:nvSpPr>
            <p:cNvPr id="5638" name="Google Shape;5638;p43">
              <a:extLst>
                <a:ext uri="{FF2B5EF4-FFF2-40B4-BE49-F238E27FC236}">
                  <a16:creationId xmlns:a16="http://schemas.microsoft.com/office/drawing/2014/main" id="{4779347F-EC4F-3E85-C86A-B4F1CA45C678}"/>
                </a:ext>
              </a:extLst>
            </p:cNvPr>
            <p:cNvSpPr/>
            <p:nvPr/>
          </p:nvSpPr>
          <p:spPr>
            <a:xfrm>
              <a:off x="7485013" y="1913460"/>
              <a:ext cx="43447" cy="61892"/>
            </a:xfrm>
            <a:custGeom>
              <a:avLst/>
              <a:gdLst/>
              <a:ahLst/>
              <a:cxnLst/>
              <a:rect l="l" t="t" r="r" b="b"/>
              <a:pathLst>
                <a:path w="902" h="1285" extrusionOk="0">
                  <a:moveTo>
                    <a:pt x="382" y="0"/>
                  </a:moveTo>
                  <a:cubicBezTo>
                    <a:pt x="238" y="0"/>
                    <a:pt x="78" y="11"/>
                    <a:pt x="51" y="39"/>
                  </a:cubicBezTo>
                  <a:cubicBezTo>
                    <a:pt x="0" y="92"/>
                    <a:pt x="322" y="1284"/>
                    <a:pt x="380" y="1284"/>
                  </a:cubicBezTo>
                  <a:lnTo>
                    <a:pt x="741" y="1284"/>
                  </a:lnTo>
                  <a:cubicBezTo>
                    <a:pt x="901" y="1284"/>
                    <a:pt x="767" y="23"/>
                    <a:pt x="626" y="20"/>
                  </a:cubicBezTo>
                  <a:cubicBezTo>
                    <a:pt x="610" y="8"/>
                    <a:pt x="501" y="0"/>
                    <a:pt x="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39" name="Google Shape;5639;p43">
              <a:extLst>
                <a:ext uri="{FF2B5EF4-FFF2-40B4-BE49-F238E27FC236}">
                  <a16:creationId xmlns:a16="http://schemas.microsoft.com/office/drawing/2014/main" id="{854ADB9B-9593-0E10-5F6D-D9B092C8B6B8}"/>
                </a:ext>
              </a:extLst>
            </p:cNvPr>
            <p:cNvSpPr/>
            <p:nvPr/>
          </p:nvSpPr>
          <p:spPr>
            <a:xfrm>
              <a:off x="7496476" y="1923045"/>
              <a:ext cx="17774" cy="771"/>
            </a:xfrm>
            <a:custGeom>
              <a:avLst/>
              <a:gdLst/>
              <a:ahLst/>
              <a:cxnLst/>
              <a:rect l="l" t="t" r="r" b="b"/>
              <a:pathLst>
                <a:path w="369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40" name="Google Shape;5640;p43">
              <a:extLst>
                <a:ext uri="{FF2B5EF4-FFF2-40B4-BE49-F238E27FC236}">
                  <a16:creationId xmlns:a16="http://schemas.microsoft.com/office/drawing/2014/main" id="{E239B4AB-D5F5-9010-11B6-4353CFD1FEF4}"/>
                </a:ext>
              </a:extLst>
            </p:cNvPr>
            <p:cNvSpPr/>
            <p:nvPr/>
          </p:nvSpPr>
          <p:spPr>
            <a:xfrm>
              <a:off x="7497584" y="1929114"/>
              <a:ext cx="17774" cy="819"/>
            </a:xfrm>
            <a:custGeom>
              <a:avLst/>
              <a:gdLst/>
              <a:ahLst/>
              <a:cxnLst/>
              <a:rect l="l" t="t" r="r" b="b"/>
              <a:pathLst>
                <a:path w="369" h="17" extrusionOk="0">
                  <a:moveTo>
                    <a:pt x="0" y="1"/>
                  </a:moveTo>
                  <a:lnTo>
                    <a:pt x="0" y="17"/>
                  </a:lnTo>
                  <a:lnTo>
                    <a:pt x="368" y="17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41" name="Google Shape;5641;p43">
              <a:extLst>
                <a:ext uri="{FF2B5EF4-FFF2-40B4-BE49-F238E27FC236}">
                  <a16:creationId xmlns:a16="http://schemas.microsoft.com/office/drawing/2014/main" id="{DB73F5BE-EB03-983C-93AC-CFDBD883F5F3}"/>
                </a:ext>
              </a:extLst>
            </p:cNvPr>
            <p:cNvSpPr/>
            <p:nvPr/>
          </p:nvSpPr>
          <p:spPr>
            <a:xfrm>
              <a:off x="7498885" y="1935231"/>
              <a:ext cx="17726" cy="771"/>
            </a:xfrm>
            <a:custGeom>
              <a:avLst/>
              <a:gdLst/>
              <a:ahLst/>
              <a:cxnLst/>
              <a:rect l="l" t="t" r="r" b="b"/>
              <a:pathLst>
                <a:path w="368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42" name="Google Shape;5642;p43">
              <a:extLst>
                <a:ext uri="{FF2B5EF4-FFF2-40B4-BE49-F238E27FC236}">
                  <a16:creationId xmlns:a16="http://schemas.microsoft.com/office/drawing/2014/main" id="{4460FE44-CAD6-200D-444F-5B3A3EEEBBCA}"/>
                </a:ext>
              </a:extLst>
            </p:cNvPr>
            <p:cNvSpPr/>
            <p:nvPr/>
          </p:nvSpPr>
          <p:spPr>
            <a:xfrm>
              <a:off x="6724611" y="1929307"/>
              <a:ext cx="33284" cy="48887"/>
            </a:xfrm>
            <a:custGeom>
              <a:avLst/>
              <a:gdLst/>
              <a:ahLst/>
              <a:cxnLst/>
              <a:rect l="l" t="t" r="r" b="b"/>
              <a:pathLst>
                <a:path w="691" h="1015" extrusionOk="0">
                  <a:moveTo>
                    <a:pt x="238" y="1"/>
                  </a:moveTo>
                  <a:cubicBezTo>
                    <a:pt x="0" y="430"/>
                    <a:pt x="0" y="947"/>
                    <a:pt x="0" y="947"/>
                  </a:cubicBezTo>
                  <a:cubicBezTo>
                    <a:pt x="95" y="992"/>
                    <a:pt x="235" y="1015"/>
                    <a:pt x="351" y="1015"/>
                  </a:cubicBezTo>
                  <a:cubicBezTo>
                    <a:pt x="451" y="1015"/>
                    <a:pt x="533" y="998"/>
                    <a:pt x="552" y="966"/>
                  </a:cubicBezTo>
                  <a:cubicBezTo>
                    <a:pt x="598" y="894"/>
                    <a:pt x="690" y="165"/>
                    <a:pt x="678" y="101"/>
                  </a:cubicBezTo>
                  <a:cubicBezTo>
                    <a:pt x="667" y="39"/>
                    <a:pt x="238" y="1"/>
                    <a:pt x="2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43" name="Google Shape;5643;p43">
              <a:extLst>
                <a:ext uri="{FF2B5EF4-FFF2-40B4-BE49-F238E27FC236}">
                  <a16:creationId xmlns:a16="http://schemas.microsoft.com/office/drawing/2014/main" id="{8D34E8B7-7FF5-AF45-FC66-9DD7FB9EDC57}"/>
                </a:ext>
              </a:extLst>
            </p:cNvPr>
            <p:cNvSpPr/>
            <p:nvPr/>
          </p:nvSpPr>
          <p:spPr>
            <a:xfrm>
              <a:off x="6892759" y="1769299"/>
              <a:ext cx="93782" cy="108179"/>
            </a:xfrm>
            <a:custGeom>
              <a:avLst/>
              <a:gdLst/>
              <a:ahLst/>
              <a:cxnLst/>
              <a:rect l="l" t="t" r="r" b="b"/>
              <a:pathLst>
                <a:path w="1947" h="2246" extrusionOk="0">
                  <a:moveTo>
                    <a:pt x="1808" y="1"/>
                  </a:moveTo>
                  <a:lnTo>
                    <a:pt x="0" y="2246"/>
                  </a:lnTo>
                  <a:lnTo>
                    <a:pt x="0" y="2246"/>
                  </a:lnTo>
                  <a:lnTo>
                    <a:pt x="560" y="2173"/>
                  </a:lnTo>
                  <a:cubicBezTo>
                    <a:pt x="560" y="2173"/>
                    <a:pt x="1483" y="1311"/>
                    <a:pt x="1946" y="28"/>
                  </a:cubicBezTo>
                  <a:lnTo>
                    <a:pt x="18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44" name="Google Shape;5644;p43">
              <a:extLst>
                <a:ext uri="{FF2B5EF4-FFF2-40B4-BE49-F238E27FC236}">
                  <a16:creationId xmlns:a16="http://schemas.microsoft.com/office/drawing/2014/main" id="{87378E96-F31B-CBCA-82BD-2E588AB3389F}"/>
                </a:ext>
              </a:extLst>
            </p:cNvPr>
            <p:cNvSpPr/>
            <p:nvPr/>
          </p:nvSpPr>
          <p:spPr>
            <a:xfrm>
              <a:off x="7456594" y="1995921"/>
              <a:ext cx="68735" cy="31066"/>
            </a:xfrm>
            <a:custGeom>
              <a:avLst/>
              <a:gdLst/>
              <a:ahLst/>
              <a:cxnLst/>
              <a:rect l="l" t="t" r="r" b="b"/>
              <a:pathLst>
                <a:path w="1427" h="645" extrusionOk="0">
                  <a:moveTo>
                    <a:pt x="89" y="1"/>
                  </a:moveTo>
                  <a:lnTo>
                    <a:pt x="1" y="645"/>
                  </a:lnTo>
                  <a:lnTo>
                    <a:pt x="1101" y="645"/>
                  </a:lnTo>
                  <a:cubicBezTo>
                    <a:pt x="1250" y="626"/>
                    <a:pt x="1426" y="62"/>
                    <a:pt x="1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45" name="Google Shape;5645;p43">
              <a:extLst>
                <a:ext uri="{FF2B5EF4-FFF2-40B4-BE49-F238E27FC236}">
                  <a16:creationId xmlns:a16="http://schemas.microsoft.com/office/drawing/2014/main" id="{A63AF49A-7D9D-DD47-A072-EAC2043319A8}"/>
                </a:ext>
              </a:extLst>
            </p:cNvPr>
            <p:cNvSpPr/>
            <p:nvPr/>
          </p:nvSpPr>
          <p:spPr>
            <a:xfrm>
              <a:off x="7310795" y="1934316"/>
              <a:ext cx="145851" cy="88479"/>
            </a:xfrm>
            <a:custGeom>
              <a:avLst/>
              <a:gdLst/>
              <a:ahLst/>
              <a:cxnLst/>
              <a:rect l="l" t="t" r="r" b="b"/>
              <a:pathLst>
                <a:path w="3028" h="1837" extrusionOk="0">
                  <a:moveTo>
                    <a:pt x="1527" y="1"/>
                  </a:moveTo>
                  <a:cubicBezTo>
                    <a:pt x="766" y="1"/>
                    <a:pt x="0" y="620"/>
                    <a:pt x="0" y="1836"/>
                  </a:cubicBezTo>
                  <a:lnTo>
                    <a:pt x="3028" y="1836"/>
                  </a:lnTo>
                  <a:cubicBezTo>
                    <a:pt x="3028" y="606"/>
                    <a:pt x="2280" y="1"/>
                    <a:pt x="15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46" name="Google Shape;5646;p43">
              <a:extLst>
                <a:ext uri="{FF2B5EF4-FFF2-40B4-BE49-F238E27FC236}">
                  <a16:creationId xmlns:a16="http://schemas.microsoft.com/office/drawing/2014/main" id="{4D44ACF8-E482-FAB7-5953-465AB61D9DA9}"/>
                </a:ext>
              </a:extLst>
            </p:cNvPr>
            <p:cNvSpPr/>
            <p:nvPr/>
          </p:nvSpPr>
          <p:spPr>
            <a:xfrm>
              <a:off x="6814489" y="1934124"/>
              <a:ext cx="145851" cy="88672"/>
            </a:xfrm>
            <a:custGeom>
              <a:avLst/>
              <a:gdLst/>
              <a:ahLst/>
              <a:cxnLst/>
              <a:rect l="l" t="t" r="r" b="b"/>
              <a:pathLst>
                <a:path w="3028" h="1841" extrusionOk="0">
                  <a:moveTo>
                    <a:pt x="1523" y="1"/>
                  </a:moveTo>
                  <a:cubicBezTo>
                    <a:pt x="763" y="1"/>
                    <a:pt x="0" y="617"/>
                    <a:pt x="0" y="1828"/>
                  </a:cubicBezTo>
                  <a:lnTo>
                    <a:pt x="3028" y="1840"/>
                  </a:lnTo>
                  <a:cubicBezTo>
                    <a:pt x="3028" y="607"/>
                    <a:pt x="2277" y="1"/>
                    <a:pt x="1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47" name="Google Shape;5647;p43">
              <a:extLst>
                <a:ext uri="{FF2B5EF4-FFF2-40B4-BE49-F238E27FC236}">
                  <a16:creationId xmlns:a16="http://schemas.microsoft.com/office/drawing/2014/main" id="{9345583A-368D-6405-F759-1A3E1589B4B9}"/>
                </a:ext>
              </a:extLst>
            </p:cNvPr>
            <p:cNvSpPr/>
            <p:nvPr/>
          </p:nvSpPr>
          <p:spPr>
            <a:xfrm>
              <a:off x="6800087" y="1945539"/>
              <a:ext cx="174848" cy="129757"/>
            </a:xfrm>
            <a:custGeom>
              <a:avLst/>
              <a:gdLst/>
              <a:ahLst/>
              <a:cxnLst/>
              <a:rect l="l" t="t" r="r" b="b"/>
              <a:pathLst>
                <a:path w="3630" h="2694" extrusionOk="0">
                  <a:moveTo>
                    <a:pt x="1814" y="1"/>
                  </a:moveTo>
                  <a:cubicBezTo>
                    <a:pt x="1512" y="1"/>
                    <a:pt x="1187" y="100"/>
                    <a:pt x="870" y="330"/>
                  </a:cubicBezTo>
                  <a:cubicBezTo>
                    <a:pt x="839" y="350"/>
                    <a:pt x="816" y="373"/>
                    <a:pt x="798" y="399"/>
                  </a:cubicBezTo>
                  <a:cubicBezTo>
                    <a:pt x="0" y="1500"/>
                    <a:pt x="769" y="2693"/>
                    <a:pt x="1816" y="2693"/>
                  </a:cubicBezTo>
                  <a:cubicBezTo>
                    <a:pt x="2118" y="2693"/>
                    <a:pt x="2442" y="2594"/>
                    <a:pt x="2759" y="2366"/>
                  </a:cubicBezTo>
                  <a:cubicBezTo>
                    <a:pt x="2786" y="2343"/>
                    <a:pt x="2813" y="2320"/>
                    <a:pt x="2832" y="2293"/>
                  </a:cubicBezTo>
                  <a:cubicBezTo>
                    <a:pt x="3629" y="1193"/>
                    <a:pt x="2860" y="1"/>
                    <a:pt x="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48" name="Google Shape;5648;p43">
              <a:extLst>
                <a:ext uri="{FF2B5EF4-FFF2-40B4-BE49-F238E27FC236}">
                  <a16:creationId xmlns:a16="http://schemas.microsoft.com/office/drawing/2014/main" id="{E7A3B40A-0145-E4F8-AA5D-0DEB82F14F7F}"/>
                </a:ext>
              </a:extLst>
            </p:cNvPr>
            <p:cNvSpPr/>
            <p:nvPr/>
          </p:nvSpPr>
          <p:spPr>
            <a:xfrm>
              <a:off x="6832551" y="1969670"/>
              <a:ext cx="109870" cy="81399"/>
            </a:xfrm>
            <a:custGeom>
              <a:avLst/>
              <a:gdLst/>
              <a:ahLst/>
              <a:cxnLst/>
              <a:rect l="l" t="t" r="r" b="b"/>
              <a:pathLst>
                <a:path w="2281" h="1690" extrusionOk="0">
                  <a:moveTo>
                    <a:pt x="1140" y="1"/>
                  </a:moveTo>
                  <a:cubicBezTo>
                    <a:pt x="950" y="1"/>
                    <a:pt x="745" y="64"/>
                    <a:pt x="545" y="209"/>
                  </a:cubicBezTo>
                  <a:cubicBezTo>
                    <a:pt x="529" y="220"/>
                    <a:pt x="515" y="236"/>
                    <a:pt x="503" y="252"/>
                  </a:cubicBezTo>
                  <a:cubicBezTo>
                    <a:pt x="1" y="940"/>
                    <a:pt x="482" y="1689"/>
                    <a:pt x="1140" y="1689"/>
                  </a:cubicBezTo>
                  <a:cubicBezTo>
                    <a:pt x="1331" y="1689"/>
                    <a:pt x="1536" y="1627"/>
                    <a:pt x="1737" y="1481"/>
                  </a:cubicBezTo>
                  <a:cubicBezTo>
                    <a:pt x="1752" y="1470"/>
                    <a:pt x="1764" y="1458"/>
                    <a:pt x="1775" y="1442"/>
                  </a:cubicBezTo>
                  <a:cubicBezTo>
                    <a:pt x="2280" y="751"/>
                    <a:pt x="1797" y="1"/>
                    <a:pt x="1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49" name="Google Shape;5649;p43">
              <a:extLst>
                <a:ext uri="{FF2B5EF4-FFF2-40B4-BE49-F238E27FC236}">
                  <a16:creationId xmlns:a16="http://schemas.microsoft.com/office/drawing/2014/main" id="{F8FD93FC-6F38-7E83-95AA-7C0110B9738A}"/>
                </a:ext>
              </a:extLst>
            </p:cNvPr>
            <p:cNvSpPr/>
            <p:nvPr/>
          </p:nvSpPr>
          <p:spPr>
            <a:xfrm>
              <a:off x="6841077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2" y="12"/>
                  </a:moveTo>
                  <a:cubicBezTo>
                    <a:pt x="1226" y="12"/>
                    <a:pt x="1464" y="119"/>
                    <a:pt x="1633" y="291"/>
                  </a:cubicBezTo>
                  <a:cubicBezTo>
                    <a:pt x="1805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9" y="1633"/>
                  </a:cubicBezTo>
                  <a:cubicBezTo>
                    <a:pt x="1663" y="1648"/>
                    <a:pt x="1652" y="1663"/>
                    <a:pt x="1633" y="1679"/>
                  </a:cubicBezTo>
                  <a:cubicBezTo>
                    <a:pt x="1406" y="1840"/>
                    <a:pt x="1176" y="1913"/>
                    <a:pt x="962" y="1913"/>
                  </a:cubicBezTo>
                  <a:cubicBezTo>
                    <a:pt x="701" y="1913"/>
                    <a:pt x="464" y="1805"/>
                    <a:pt x="292" y="1633"/>
                  </a:cubicBezTo>
                  <a:cubicBezTo>
                    <a:pt x="119" y="1460"/>
                    <a:pt x="16" y="1227"/>
                    <a:pt x="16" y="962"/>
                  </a:cubicBezTo>
                  <a:cubicBezTo>
                    <a:pt x="16" y="747"/>
                    <a:pt x="85" y="518"/>
                    <a:pt x="249" y="291"/>
                  </a:cubicBezTo>
                  <a:cubicBezTo>
                    <a:pt x="260" y="277"/>
                    <a:pt x="276" y="261"/>
                    <a:pt x="292" y="249"/>
                  </a:cubicBezTo>
                  <a:cubicBezTo>
                    <a:pt x="517" y="84"/>
                    <a:pt x="747" y="12"/>
                    <a:pt x="962" y="12"/>
                  </a:cubicBezTo>
                  <a:close/>
                  <a:moveTo>
                    <a:pt x="962" y="1"/>
                  </a:moveTo>
                  <a:cubicBezTo>
                    <a:pt x="747" y="1"/>
                    <a:pt x="513" y="70"/>
                    <a:pt x="283" y="238"/>
                  </a:cubicBezTo>
                  <a:cubicBezTo>
                    <a:pt x="264" y="249"/>
                    <a:pt x="249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0" y="1927"/>
                    <a:pt x="962" y="1927"/>
                  </a:cubicBezTo>
                  <a:cubicBezTo>
                    <a:pt x="1180" y="1927"/>
                    <a:pt x="1414" y="1855"/>
                    <a:pt x="1644" y="1690"/>
                  </a:cubicBezTo>
                  <a:cubicBezTo>
                    <a:pt x="1659" y="1674"/>
                    <a:pt x="1675" y="1660"/>
                    <a:pt x="1690" y="1640"/>
                  </a:cubicBezTo>
                  <a:cubicBezTo>
                    <a:pt x="1855" y="1414"/>
                    <a:pt x="1928" y="1181"/>
                    <a:pt x="1928" y="962"/>
                  </a:cubicBezTo>
                  <a:cubicBezTo>
                    <a:pt x="1928" y="429"/>
                    <a:pt x="1495" y="1"/>
                    <a:pt x="9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50" name="Google Shape;5650;p43">
              <a:extLst>
                <a:ext uri="{FF2B5EF4-FFF2-40B4-BE49-F238E27FC236}">
                  <a16:creationId xmlns:a16="http://schemas.microsoft.com/office/drawing/2014/main" id="{51C03F3F-A6D4-C82C-A541-34F1DDBBEB1F}"/>
                </a:ext>
              </a:extLst>
            </p:cNvPr>
            <p:cNvSpPr/>
            <p:nvPr/>
          </p:nvSpPr>
          <p:spPr>
            <a:xfrm>
              <a:off x="6841318" y="1978051"/>
              <a:ext cx="92337" cy="64686"/>
            </a:xfrm>
            <a:custGeom>
              <a:avLst/>
              <a:gdLst/>
              <a:ahLst/>
              <a:cxnLst/>
              <a:rect l="l" t="t" r="r" b="b"/>
              <a:pathLst>
                <a:path w="1917" h="1343" extrusionOk="0">
                  <a:moveTo>
                    <a:pt x="977" y="1"/>
                  </a:moveTo>
                  <a:cubicBezTo>
                    <a:pt x="320" y="1"/>
                    <a:pt x="1" y="822"/>
                    <a:pt x="623" y="1277"/>
                  </a:cubicBezTo>
                  <a:cubicBezTo>
                    <a:pt x="635" y="1284"/>
                    <a:pt x="650" y="1291"/>
                    <a:pt x="666" y="1296"/>
                  </a:cubicBezTo>
                  <a:cubicBezTo>
                    <a:pt x="763" y="1328"/>
                    <a:pt x="855" y="1342"/>
                    <a:pt x="942" y="1342"/>
                  </a:cubicBezTo>
                  <a:cubicBezTo>
                    <a:pt x="1595" y="1342"/>
                    <a:pt x="1916" y="519"/>
                    <a:pt x="1290" y="66"/>
                  </a:cubicBezTo>
                  <a:cubicBezTo>
                    <a:pt x="1279" y="58"/>
                    <a:pt x="1267" y="50"/>
                    <a:pt x="1252" y="46"/>
                  </a:cubicBezTo>
                  <a:cubicBezTo>
                    <a:pt x="1156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51" name="Google Shape;5651;p43">
              <a:extLst>
                <a:ext uri="{FF2B5EF4-FFF2-40B4-BE49-F238E27FC236}">
                  <a16:creationId xmlns:a16="http://schemas.microsoft.com/office/drawing/2014/main" id="{DEA25B12-4767-4705-2B4F-26FF01CEFA98}"/>
                </a:ext>
              </a:extLst>
            </p:cNvPr>
            <p:cNvSpPr/>
            <p:nvPr/>
          </p:nvSpPr>
          <p:spPr>
            <a:xfrm>
              <a:off x="6852685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1" y="472"/>
                  </a:moveTo>
                  <a:lnTo>
                    <a:pt x="751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67" y="614"/>
                  </a:lnTo>
                  <a:lnTo>
                    <a:pt x="774" y="637"/>
                  </a:lnTo>
                  <a:lnTo>
                    <a:pt x="824" y="622"/>
                  </a:lnTo>
                  <a:lnTo>
                    <a:pt x="817" y="591"/>
                  </a:lnTo>
                  <a:lnTo>
                    <a:pt x="901" y="545"/>
                  </a:lnTo>
                  <a:lnTo>
                    <a:pt x="859" y="633"/>
                  </a:lnTo>
                  <a:lnTo>
                    <a:pt x="828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8" y="829"/>
                  </a:lnTo>
                  <a:lnTo>
                    <a:pt x="859" y="817"/>
                  </a:lnTo>
                  <a:lnTo>
                    <a:pt x="901" y="905"/>
                  </a:lnTo>
                  <a:lnTo>
                    <a:pt x="817" y="863"/>
                  </a:lnTo>
                  <a:lnTo>
                    <a:pt x="824" y="832"/>
                  </a:lnTo>
                  <a:lnTo>
                    <a:pt x="774" y="817"/>
                  </a:lnTo>
                  <a:lnTo>
                    <a:pt x="767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1" y="886"/>
                  </a:lnTo>
                  <a:lnTo>
                    <a:pt x="721" y="982"/>
                  </a:lnTo>
                  <a:lnTo>
                    <a:pt x="690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5" y="836"/>
                  </a:lnTo>
                  <a:lnTo>
                    <a:pt x="667" y="817"/>
                  </a:lnTo>
                  <a:lnTo>
                    <a:pt x="621" y="832"/>
                  </a:lnTo>
                  <a:lnTo>
                    <a:pt x="629" y="863"/>
                  </a:lnTo>
                  <a:lnTo>
                    <a:pt x="541" y="905"/>
                  </a:lnTo>
                  <a:lnTo>
                    <a:pt x="541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0" y="771"/>
                  </a:lnTo>
                  <a:lnTo>
                    <a:pt x="621" y="752"/>
                  </a:lnTo>
                  <a:lnTo>
                    <a:pt x="575" y="729"/>
                  </a:lnTo>
                  <a:lnTo>
                    <a:pt x="560" y="756"/>
                  </a:lnTo>
                  <a:lnTo>
                    <a:pt x="468" y="725"/>
                  </a:lnTo>
                  <a:lnTo>
                    <a:pt x="560" y="694"/>
                  </a:lnTo>
                  <a:lnTo>
                    <a:pt x="575" y="725"/>
                  </a:lnTo>
                  <a:lnTo>
                    <a:pt x="621" y="698"/>
                  </a:lnTo>
                  <a:lnTo>
                    <a:pt x="610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1" y="545"/>
                  </a:lnTo>
                  <a:lnTo>
                    <a:pt x="629" y="591"/>
                  </a:lnTo>
                  <a:lnTo>
                    <a:pt x="621" y="622"/>
                  </a:lnTo>
                  <a:lnTo>
                    <a:pt x="667" y="637"/>
                  </a:lnTo>
                  <a:lnTo>
                    <a:pt x="675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0" y="564"/>
                  </a:lnTo>
                  <a:lnTo>
                    <a:pt x="721" y="472"/>
                  </a:lnTo>
                  <a:close/>
                  <a:moveTo>
                    <a:pt x="625" y="1"/>
                  </a:moveTo>
                  <a:lnTo>
                    <a:pt x="575" y="20"/>
                  </a:lnTo>
                  <a:lnTo>
                    <a:pt x="694" y="388"/>
                  </a:lnTo>
                  <a:lnTo>
                    <a:pt x="644" y="541"/>
                  </a:lnTo>
                  <a:lnTo>
                    <a:pt x="502" y="468"/>
                  </a:lnTo>
                  <a:lnTo>
                    <a:pt x="327" y="123"/>
                  </a:lnTo>
                  <a:lnTo>
                    <a:pt x="281" y="146"/>
                  </a:lnTo>
                  <a:lnTo>
                    <a:pt x="422" y="426"/>
                  </a:lnTo>
                  <a:lnTo>
                    <a:pt x="422" y="426"/>
                  </a:lnTo>
                  <a:lnTo>
                    <a:pt x="143" y="284"/>
                  </a:lnTo>
                  <a:lnTo>
                    <a:pt x="120" y="330"/>
                  </a:lnTo>
                  <a:lnTo>
                    <a:pt x="465" y="507"/>
                  </a:lnTo>
                  <a:lnTo>
                    <a:pt x="537" y="648"/>
                  </a:lnTo>
                  <a:lnTo>
                    <a:pt x="384" y="698"/>
                  </a:lnTo>
                  <a:lnTo>
                    <a:pt x="16" y="579"/>
                  </a:lnTo>
                  <a:lnTo>
                    <a:pt x="0" y="629"/>
                  </a:lnTo>
                  <a:lnTo>
                    <a:pt x="299" y="725"/>
                  </a:lnTo>
                  <a:lnTo>
                    <a:pt x="0" y="825"/>
                  </a:lnTo>
                  <a:lnTo>
                    <a:pt x="16" y="871"/>
                  </a:lnTo>
                  <a:lnTo>
                    <a:pt x="384" y="752"/>
                  </a:lnTo>
                  <a:lnTo>
                    <a:pt x="537" y="802"/>
                  </a:lnTo>
                  <a:lnTo>
                    <a:pt x="465" y="947"/>
                  </a:lnTo>
                  <a:lnTo>
                    <a:pt x="120" y="1124"/>
                  </a:lnTo>
                  <a:lnTo>
                    <a:pt x="143" y="1170"/>
                  </a:lnTo>
                  <a:lnTo>
                    <a:pt x="422" y="1024"/>
                  </a:lnTo>
                  <a:lnTo>
                    <a:pt x="281" y="1308"/>
                  </a:lnTo>
                  <a:lnTo>
                    <a:pt x="327" y="1331"/>
                  </a:lnTo>
                  <a:lnTo>
                    <a:pt x="502" y="986"/>
                  </a:lnTo>
                  <a:lnTo>
                    <a:pt x="644" y="913"/>
                  </a:lnTo>
                  <a:lnTo>
                    <a:pt x="694" y="1066"/>
                  </a:lnTo>
                  <a:lnTo>
                    <a:pt x="575" y="1434"/>
                  </a:lnTo>
                  <a:lnTo>
                    <a:pt x="625" y="1449"/>
                  </a:lnTo>
                  <a:lnTo>
                    <a:pt x="721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48" y="1066"/>
                  </a:lnTo>
                  <a:lnTo>
                    <a:pt x="797" y="913"/>
                  </a:lnTo>
                  <a:lnTo>
                    <a:pt x="943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0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0" y="426"/>
                  </a:lnTo>
                  <a:lnTo>
                    <a:pt x="1020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3" y="468"/>
                  </a:lnTo>
                  <a:lnTo>
                    <a:pt x="797" y="541"/>
                  </a:lnTo>
                  <a:lnTo>
                    <a:pt x="748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1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52" name="Google Shape;5652;p43">
              <a:extLst>
                <a:ext uri="{FF2B5EF4-FFF2-40B4-BE49-F238E27FC236}">
                  <a16:creationId xmlns:a16="http://schemas.microsoft.com/office/drawing/2014/main" id="{04285C3F-599E-456F-41CA-70290340DFED}"/>
                </a:ext>
              </a:extLst>
            </p:cNvPr>
            <p:cNvSpPr/>
            <p:nvPr/>
          </p:nvSpPr>
          <p:spPr>
            <a:xfrm>
              <a:off x="6875468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47" y="0"/>
                  </a:moveTo>
                  <a:cubicBezTo>
                    <a:pt x="205" y="0"/>
                    <a:pt x="161" y="14"/>
                    <a:pt x="118" y="44"/>
                  </a:cubicBezTo>
                  <a:cubicBezTo>
                    <a:pt x="114" y="48"/>
                    <a:pt x="110" y="52"/>
                    <a:pt x="110" y="56"/>
                  </a:cubicBezTo>
                  <a:cubicBezTo>
                    <a:pt x="0" y="208"/>
                    <a:pt x="105" y="373"/>
                    <a:pt x="249" y="373"/>
                  </a:cubicBezTo>
                  <a:cubicBezTo>
                    <a:pt x="290" y="373"/>
                    <a:pt x="334" y="360"/>
                    <a:pt x="378" y="328"/>
                  </a:cubicBezTo>
                  <a:cubicBezTo>
                    <a:pt x="382" y="324"/>
                    <a:pt x="386" y="320"/>
                    <a:pt x="390" y="316"/>
                  </a:cubicBezTo>
                  <a:cubicBezTo>
                    <a:pt x="500" y="164"/>
                    <a:pt x="392" y="0"/>
                    <a:pt x="2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53" name="Google Shape;5653;p43">
              <a:extLst>
                <a:ext uri="{FF2B5EF4-FFF2-40B4-BE49-F238E27FC236}">
                  <a16:creationId xmlns:a16="http://schemas.microsoft.com/office/drawing/2014/main" id="{115E84DB-2D40-2EFE-5CA5-2859AE7CA1A9}"/>
                </a:ext>
              </a:extLst>
            </p:cNvPr>
            <p:cNvSpPr/>
            <p:nvPr/>
          </p:nvSpPr>
          <p:spPr>
            <a:xfrm>
              <a:off x="7297501" y="1945539"/>
              <a:ext cx="174800" cy="129757"/>
            </a:xfrm>
            <a:custGeom>
              <a:avLst/>
              <a:gdLst/>
              <a:ahLst/>
              <a:cxnLst/>
              <a:rect l="l" t="t" r="r" b="b"/>
              <a:pathLst>
                <a:path w="3629" h="2694" extrusionOk="0">
                  <a:moveTo>
                    <a:pt x="1816" y="1"/>
                  </a:moveTo>
                  <a:cubicBezTo>
                    <a:pt x="1514" y="1"/>
                    <a:pt x="1188" y="100"/>
                    <a:pt x="870" y="330"/>
                  </a:cubicBezTo>
                  <a:cubicBezTo>
                    <a:pt x="844" y="350"/>
                    <a:pt x="821" y="373"/>
                    <a:pt x="798" y="399"/>
                  </a:cubicBezTo>
                  <a:cubicBezTo>
                    <a:pt x="0" y="1500"/>
                    <a:pt x="771" y="2693"/>
                    <a:pt x="1818" y="2693"/>
                  </a:cubicBezTo>
                  <a:cubicBezTo>
                    <a:pt x="2119" y="2693"/>
                    <a:pt x="2443" y="2594"/>
                    <a:pt x="2759" y="2366"/>
                  </a:cubicBezTo>
                  <a:cubicBezTo>
                    <a:pt x="2790" y="2343"/>
                    <a:pt x="2813" y="2320"/>
                    <a:pt x="2832" y="2293"/>
                  </a:cubicBezTo>
                  <a:cubicBezTo>
                    <a:pt x="3629" y="1193"/>
                    <a:pt x="2862" y="1"/>
                    <a:pt x="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54" name="Google Shape;5654;p43">
              <a:extLst>
                <a:ext uri="{FF2B5EF4-FFF2-40B4-BE49-F238E27FC236}">
                  <a16:creationId xmlns:a16="http://schemas.microsoft.com/office/drawing/2014/main" id="{18EDBB1C-61BF-EF18-AC77-190E8C0DA00D}"/>
                </a:ext>
              </a:extLst>
            </p:cNvPr>
            <p:cNvSpPr/>
            <p:nvPr/>
          </p:nvSpPr>
          <p:spPr>
            <a:xfrm>
              <a:off x="7330158" y="1969670"/>
              <a:ext cx="109726" cy="81399"/>
            </a:xfrm>
            <a:custGeom>
              <a:avLst/>
              <a:gdLst/>
              <a:ahLst/>
              <a:cxnLst/>
              <a:rect l="l" t="t" r="r" b="b"/>
              <a:pathLst>
                <a:path w="2278" h="1690" extrusionOk="0">
                  <a:moveTo>
                    <a:pt x="1137" y="1"/>
                  </a:moveTo>
                  <a:cubicBezTo>
                    <a:pt x="947" y="1"/>
                    <a:pt x="741" y="64"/>
                    <a:pt x="541" y="209"/>
                  </a:cubicBezTo>
                  <a:cubicBezTo>
                    <a:pt x="525" y="220"/>
                    <a:pt x="514" y="236"/>
                    <a:pt x="502" y="252"/>
                  </a:cubicBezTo>
                  <a:cubicBezTo>
                    <a:pt x="0" y="940"/>
                    <a:pt x="482" y="1689"/>
                    <a:pt x="1138" y="1689"/>
                  </a:cubicBezTo>
                  <a:cubicBezTo>
                    <a:pt x="1328" y="1689"/>
                    <a:pt x="1533" y="1627"/>
                    <a:pt x="1733" y="1481"/>
                  </a:cubicBezTo>
                  <a:cubicBezTo>
                    <a:pt x="1748" y="1470"/>
                    <a:pt x="1763" y="1458"/>
                    <a:pt x="1775" y="1442"/>
                  </a:cubicBezTo>
                  <a:cubicBezTo>
                    <a:pt x="2277" y="751"/>
                    <a:pt x="1795" y="1"/>
                    <a:pt x="11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55" name="Google Shape;5655;p43">
              <a:extLst>
                <a:ext uri="{FF2B5EF4-FFF2-40B4-BE49-F238E27FC236}">
                  <a16:creationId xmlns:a16="http://schemas.microsoft.com/office/drawing/2014/main" id="{05320CE2-C449-C53E-45E9-3CF55D5E07D0}"/>
                </a:ext>
              </a:extLst>
            </p:cNvPr>
            <p:cNvSpPr/>
            <p:nvPr/>
          </p:nvSpPr>
          <p:spPr>
            <a:xfrm>
              <a:off x="7338491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6" y="12"/>
                  </a:moveTo>
                  <a:cubicBezTo>
                    <a:pt x="1226" y="12"/>
                    <a:pt x="1464" y="119"/>
                    <a:pt x="1636" y="291"/>
                  </a:cubicBezTo>
                  <a:cubicBezTo>
                    <a:pt x="1809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8" y="1633"/>
                  </a:cubicBezTo>
                  <a:cubicBezTo>
                    <a:pt x="1667" y="1648"/>
                    <a:pt x="1652" y="1663"/>
                    <a:pt x="1636" y="1679"/>
                  </a:cubicBezTo>
                  <a:cubicBezTo>
                    <a:pt x="1410" y="1840"/>
                    <a:pt x="1180" y="1913"/>
                    <a:pt x="966" y="1913"/>
                  </a:cubicBezTo>
                  <a:cubicBezTo>
                    <a:pt x="702" y="1913"/>
                    <a:pt x="464" y="1805"/>
                    <a:pt x="295" y="1633"/>
                  </a:cubicBezTo>
                  <a:cubicBezTo>
                    <a:pt x="122" y="1460"/>
                    <a:pt x="16" y="1227"/>
                    <a:pt x="16" y="962"/>
                  </a:cubicBezTo>
                  <a:cubicBezTo>
                    <a:pt x="16" y="747"/>
                    <a:pt x="88" y="518"/>
                    <a:pt x="249" y="291"/>
                  </a:cubicBezTo>
                  <a:cubicBezTo>
                    <a:pt x="265" y="277"/>
                    <a:pt x="276" y="261"/>
                    <a:pt x="295" y="249"/>
                  </a:cubicBezTo>
                  <a:cubicBezTo>
                    <a:pt x="521" y="84"/>
                    <a:pt x="751" y="12"/>
                    <a:pt x="966" y="12"/>
                  </a:cubicBezTo>
                  <a:close/>
                  <a:moveTo>
                    <a:pt x="966" y="1"/>
                  </a:moveTo>
                  <a:cubicBezTo>
                    <a:pt x="748" y="1"/>
                    <a:pt x="513" y="70"/>
                    <a:pt x="288" y="238"/>
                  </a:cubicBezTo>
                  <a:cubicBezTo>
                    <a:pt x="269" y="249"/>
                    <a:pt x="253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3" y="1927"/>
                    <a:pt x="966" y="1927"/>
                  </a:cubicBezTo>
                  <a:cubicBezTo>
                    <a:pt x="1180" y="1927"/>
                    <a:pt x="1418" y="1855"/>
                    <a:pt x="1644" y="1690"/>
                  </a:cubicBezTo>
                  <a:cubicBezTo>
                    <a:pt x="1663" y="1674"/>
                    <a:pt x="1678" y="1660"/>
                    <a:pt x="1690" y="1640"/>
                  </a:cubicBezTo>
                  <a:cubicBezTo>
                    <a:pt x="1859" y="1414"/>
                    <a:pt x="1928" y="1181"/>
                    <a:pt x="1928" y="962"/>
                  </a:cubicBezTo>
                  <a:cubicBezTo>
                    <a:pt x="1928" y="429"/>
                    <a:pt x="1498" y="1"/>
                    <a:pt x="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56" name="Google Shape;5656;p43">
              <a:extLst>
                <a:ext uri="{FF2B5EF4-FFF2-40B4-BE49-F238E27FC236}">
                  <a16:creationId xmlns:a16="http://schemas.microsoft.com/office/drawing/2014/main" id="{1C6BD8B6-DD71-A31F-C9B6-29F80EC26179}"/>
                </a:ext>
              </a:extLst>
            </p:cNvPr>
            <p:cNvSpPr/>
            <p:nvPr/>
          </p:nvSpPr>
          <p:spPr>
            <a:xfrm>
              <a:off x="7338780" y="1978051"/>
              <a:ext cx="92289" cy="64686"/>
            </a:xfrm>
            <a:custGeom>
              <a:avLst/>
              <a:gdLst/>
              <a:ahLst/>
              <a:cxnLst/>
              <a:rect l="l" t="t" r="r" b="b"/>
              <a:pathLst>
                <a:path w="1916" h="1343" extrusionOk="0">
                  <a:moveTo>
                    <a:pt x="977" y="1"/>
                  </a:moveTo>
                  <a:cubicBezTo>
                    <a:pt x="322" y="1"/>
                    <a:pt x="0" y="822"/>
                    <a:pt x="627" y="1277"/>
                  </a:cubicBezTo>
                  <a:cubicBezTo>
                    <a:pt x="638" y="1284"/>
                    <a:pt x="653" y="1291"/>
                    <a:pt x="664" y="1296"/>
                  </a:cubicBezTo>
                  <a:cubicBezTo>
                    <a:pt x="762" y="1328"/>
                    <a:pt x="855" y="1342"/>
                    <a:pt x="942" y="1342"/>
                  </a:cubicBezTo>
                  <a:cubicBezTo>
                    <a:pt x="1597" y="1342"/>
                    <a:pt x="1915" y="519"/>
                    <a:pt x="1293" y="66"/>
                  </a:cubicBezTo>
                  <a:cubicBezTo>
                    <a:pt x="1282" y="58"/>
                    <a:pt x="1266" y="50"/>
                    <a:pt x="1251" y="46"/>
                  </a:cubicBezTo>
                  <a:cubicBezTo>
                    <a:pt x="1155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57" name="Google Shape;5657;p43">
              <a:extLst>
                <a:ext uri="{FF2B5EF4-FFF2-40B4-BE49-F238E27FC236}">
                  <a16:creationId xmlns:a16="http://schemas.microsoft.com/office/drawing/2014/main" id="{B9731FE1-344E-58E8-EA4B-0A878594CFF0}"/>
                </a:ext>
              </a:extLst>
            </p:cNvPr>
            <p:cNvSpPr/>
            <p:nvPr/>
          </p:nvSpPr>
          <p:spPr>
            <a:xfrm>
              <a:off x="7350099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5" y="472"/>
                  </a:moveTo>
                  <a:lnTo>
                    <a:pt x="755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71" y="614"/>
                  </a:lnTo>
                  <a:lnTo>
                    <a:pt x="778" y="637"/>
                  </a:lnTo>
                  <a:lnTo>
                    <a:pt x="829" y="622"/>
                  </a:lnTo>
                  <a:lnTo>
                    <a:pt x="817" y="591"/>
                  </a:lnTo>
                  <a:lnTo>
                    <a:pt x="905" y="545"/>
                  </a:lnTo>
                  <a:lnTo>
                    <a:pt x="905" y="545"/>
                  </a:lnTo>
                  <a:lnTo>
                    <a:pt x="859" y="633"/>
                  </a:lnTo>
                  <a:lnTo>
                    <a:pt x="829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9" y="829"/>
                  </a:lnTo>
                  <a:lnTo>
                    <a:pt x="859" y="817"/>
                  </a:lnTo>
                  <a:lnTo>
                    <a:pt x="905" y="905"/>
                  </a:lnTo>
                  <a:lnTo>
                    <a:pt x="905" y="905"/>
                  </a:lnTo>
                  <a:lnTo>
                    <a:pt x="817" y="863"/>
                  </a:lnTo>
                  <a:lnTo>
                    <a:pt x="829" y="832"/>
                  </a:lnTo>
                  <a:lnTo>
                    <a:pt x="778" y="817"/>
                  </a:lnTo>
                  <a:lnTo>
                    <a:pt x="771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5" y="886"/>
                  </a:lnTo>
                  <a:lnTo>
                    <a:pt x="725" y="982"/>
                  </a:lnTo>
                  <a:lnTo>
                    <a:pt x="694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9" y="836"/>
                  </a:lnTo>
                  <a:lnTo>
                    <a:pt x="671" y="817"/>
                  </a:lnTo>
                  <a:lnTo>
                    <a:pt x="622" y="832"/>
                  </a:lnTo>
                  <a:lnTo>
                    <a:pt x="629" y="863"/>
                  </a:lnTo>
                  <a:lnTo>
                    <a:pt x="544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3" y="771"/>
                  </a:lnTo>
                  <a:lnTo>
                    <a:pt x="622" y="752"/>
                  </a:lnTo>
                  <a:lnTo>
                    <a:pt x="576" y="729"/>
                  </a:lnTo>
                  <a:lnTo>
                    <a:pt x="564" y="756"/>
                  </a:lnTo>
                  <a:lnTo>
                    <a:pt x="468" y="725"/>
                  </a:lnTo>
                  <a:lnTo>
                    <a:pt x="564" y="694"/>
                  </a:lnTo>
                  <a:lnTo>
                    <a:pt x="576" y="725"/>
                  </a:lnTo>
                  <a:lnTo>
                    <a:pt x="622" y="698"/>
                  </a:lnTo>
                  <a:lnTo>
                    <a:pt x="613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4" y="545"/>
                  </a:lnTo>
                  <a:lnTo>
                    <a:pt x="629" y="591"/>
                  </a:lnTo>
                  <a:lnTo>
                    <a:pt x="622" y="622"/>
                  </a:lnTo>
                  <a:lnTo>
                    <a:pt x="671" y="637"/>
                  </a:lnTo>
                  <a:lnTo>
                    <a:pt x="679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4" y="564"/>
                  </a:lnTo>
                  <a:lnTo>
                    <a:pt x="725" y="472"/>
                  </a:lnTo>
                  <a:close/>
                  <a:moveTo>
                    <a:pt x="625" y="1"/>
                  </a:moveTo>
                  <a:lnTo>
                    <a:pt x="576" y="20"/>
                  </a:lnTo>
                  <a:lnTo>
                    <a:pt x="698" y="388"/>
                  </a:lnTo>
                  <a:lnTo>
                    <a:pt x="648" y="541"/>
                  </a:lnTo>
                  <a:lnTo>
                    <a:pt x="502" y="468"/>
                  </a:lnTo>
                  <a:lnTo>
                    <a:pt x="326" y="123"/>
                  </a:lnTo>
                  <a:lnTo>
                    <a:pt x="280" y="146"/>
                  </a:lnTo>
                  <a:lnTo>
                    <a:pt x="426" y="426"/>
                  </a:lnTo>
                  <a:lnTo>
                    <a:pt x="426" y="426"/>
                  </a:lnTo>
                  <a:lnTo>
                    <a:pt x="142" y="284"/>
                  </a:lnTo>
                  <a:lnTo>
                    <a:pt x="120" y="330"/>
                  </a:lnTo>
                  <a:lnTo>
                    <a:pt x="464" y="507"/>
                  </a:lnTo>
                  <a:lnTo>
                    <a:pt x="537" y="648"/>
                  </a:lnTo>
                  <a:lnTo>
                    <a:pt x="383" y="698"/>
                  </a:lnTo>
                  <a:lnTo>
                    <a:pt x="16" y="579"/>
                  </a:lnTo>
                  <a:lnTo>
                    <a:pt x="1" y="629"/>
                  </a:lnTo>
                  <a:lnTo>
                    <a:pt x="300" y="725"/>
                  </a:lnTo>
                  <a:lnTo>
                    <a:pt x="1" y="825"/>
                  </a:lnTo>
                  <a:lnTo>
                    <a:pt x="16" y="871"/>
                  </a:lnTo>
                  <a:lnTo>
                    <a:pt x="383" y="752"/>
                  </a:lnTo>
                  <a:lnTo>
                    <a:pt x="537" y="802"/>
                  </a:lnTo>
                  <a:lnTo>
                    <a:pt x="464" y="947"/>
                  </a:lnTo>
                  <a:lnTo>
                    <a:pt x="120" y="1124"/>
                  </a:lnTo>
                  <a:lnTo>
                    <a:pt x="142" y="1170"/>
                  </a:lnTo>
                  <a:lnTo>
                    <a:pt x="426" y="1024"/>
                  </a:lnTo>
                  <a:lnTo>
                    <a:pt x="280" y="1308"/>
                  </a:lnTo>
                  <a:lnTo>
                    <a:pt x="326" y="1331"/>
                  </a:lnTo>
                  <a:lnTo>
                    <a:pt x="502" y="986"/>
                  </a:lnTo>
                  <a:lnTo>
                    <a:pt x="648" y="913"/>
                  </a:lnTo>
                  <a:lnTo>
                    <a:pt x="698" y="1066"/>
                  </a:lnTo>
                  <a:lnTo>
                    <a:pt x="576" y="1434"/>
                  </a:lnTo>
                  <a:lnTo>
                    <a:pt x="625" y="1449"/>
                  </a:lnTo>
                  <a:lnTo>
                    <a:pt x="725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51" y="1066"/>
                  </a:lnTo>
                  <a:lnTo>
                    <a:pt x="801" y="913"/>
                  </a:lnTo>
                  <a:lnTo>
                    <a:pt x="944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4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4" y="426"/>
                  </a:lnTo>
                  <a:lnTo>
                    <a:pt x="1024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4" y="468"/>
                  </a:lnTo>
                  <a:lnTo>
                    <a:pt x="801" y="541"/>
                  </a:lnTo>
                  <a:lnTo>
                    <a:pt x="751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5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58" name="Google Shape;5658;p43">
              <a:extLst>
                <a:ext uri="{FF2B5EF4-FFF2-40B4-BE49-F238E27FC236}">
                  <a16:creationId xmlns:a16="http://schemas.microsoft.com/office/drawing/2014/main" id="{F627A16D-007B-44E6-AE85-72B4A5DA6B5D}"/>
                </a:ext>
              </a:extLst>
            </p:cNvPr>
            <p:cNvSpPr/>
            <p:nvPr/>
          </p:nvSpPr>
          <p:spPr>
            <a:xfrm>
              <a:off x="7372833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51" y="0"/>
                  </a:moveTo>
                  <a:cubicBezTo>
                    <a:pt x="210" y="0"/>
                    <a:pt x="165" y="14"/>
                    <a:pt x="122" y="44"/>
                  </a:cubicBezTo>
                  <a:lnTo>
                    <a:pt x="111" y="56"/>
                  </a:lnTo>
                  <a:cubicBezTo>
                    <a:pt x="1" y="208"/>
                    <a:pt x="108" y="373"/>
                    <a:pt x="253" y="373"/>
                  </a:cubicBezTo>
                  <a:cubicBezTo>
                    <a:pt x="295" y="373"/>
                    <a:pt x="340" y="360"/>
                    <a:pt x="383" y="328"/>
                  </a:cubicBezTo>
                  <a:cubicBezTo>
                    <a:pt x="387" y="324"/>
                    <a:pt x="391" y="320"/>
                    <a:pt x="391" y="316"/>
                  </a:cubicBezTo>
                  <a:cubicBezTo>
                    <a:pt x="501" y="164"/>
                    <a:pt x="395" y="0"/>
                    <a:pt x="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59" name="Google Shape;5659;p43">
              <a:extLst>
                <a:ext uri="{FF2B5EF4-FFF2-40B4-BE49-F238E27FC236}">
                  <a16:creationId xmlns:a16="http://schemas.microsoft.com/office/drawing/2014/main" id="{BC0F8FA0-E5AC-436A-B755-9969419F354D}"/>
                </a:ext>
              </a:extLst>
            </p:cNvPr>
            <p:cNvSpPr/>
            <p:nvPr/>
          </p:nvSpPr>
          <p:spPr>
            <a:xfrm>
              <a:off x="6706693" y="1990093"/>
              <a:ext cx="85690" cy="37280"/>
            </a:xfrm>
            <a:custGeom>
              <a:avLst/>
              <a:gdLst/>
              <a:ahLst/>
              <a:cxnLst/>
              <a:rect l="l" t="t" r="r" b="b"/>
              <a:pathLst>
                <a:path w="1779" h="774" extrusionOk="0">
                  <a:moveTo>
                    <a:pt x="465" y="0"/>
                  </a:moveTo>
                  <a:cubicBezTo>
                    <a:pt x="250" y="0"/>
                    <a:pt x="36" y="13"/>
                    <a:pt x="24" y="53"/>
                  </a:cubicBezTo>
                  <a:cubicBezTo>
                    <a:pt x="1" y="126"/>
                    <a:pt x="245" y="643"/>
                    <a:pt x="464" y="774"/>
                  </a:cubicBezTo>
                  <a:lnTo>
                    <a:pt x="1713" y="774"/>
                  </a:lnTo>
                  <a:cubicBezTo>
                    <a:pt x="1713" y="774"/>
                    <a:pt x="1779" y="666"/>
                    <a:pt x="1713" y="601"/>
                  </a:cubicBezTo>
                  <a:lnTo>
                    <a:pt x="1253" y="601"/>
                  </a:lnTo>
                  <a:cubicBezTo>
                    <a:pt x="1253" y="601"/>
                    <a:pt x="1001" y="49"/>
                    <a:pt x="909" y="23"/>
                  </a:cubicBezTo>
                  <a:cubicBezTo>
                    <a:pt x="866" y="11"/>
                    <a:pt x="665" y="0"/>
                    <a:pt x="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60" name="Google Shape;5660;p43">
              <a:extLst>
                <a:ext uri="{FF2B5EF4-FFF2-40B4-BE49-F238E27FC236}">
                  <a16:creationId xmlns:a16="http://schemas.microsoft.com/office/drawing/2014/main" id="{0A90078E-B440-FF5C-9D92-889764402C8E}"/>
                </a:ext>
              </a:extLst>
            </p:cNvPr>
            <p:cNvSpPr/>
            <p:nvPr/>
          </p:nvSpPr>
          <p:spPr>
            <a:xfrm>
              <a:off x="6952341" y="1761207"/>
              <a:ext cx="439914" cy="112802"/>
            </a:xfrm>
            <a:custGeom>
              <a:avLst/>
              <a:gdLst/>
              <a:ahLst/>
              <a:cxnLst/>
              <a:rect l="l" t="t" r="r" b="b"/>
              <a:pathLst>
                <a:path w="9133" h="2342" extrusionOk="0">
                  <a:moveTo>
                    <a:pt x="4535" y="0"/>
                  </a:moveTo>
                  <a:cubicBezTo>
                    <a:pt x="3505" y="0"/>
                    <a:pt x="2340" y="39"/>
                    <a:pt x="1158" y="157"/>
                  </a:cubicBezTo>
                  <a:cubicBezTo>
                    <a:pt x="1158" y="157"/>
                    <a:pt x="350" y="1490"/>
                    <a:pt x="0" y="2341"/>
                  </a:cubicBezTo>
                  <a:lnTo>
                    <a:pt x="9013" y="2341"/>
                  </a:lnTo>
                  <a:cubicBezTo>
                    <a:pt x="9082" y="2341"/>
                    <a:pt x="9133" y="2268"/>
                    <a:pt x="9101" y="2207"/>
                  </a:cubicBezTo>
                  <a:cubicBezTo>
                    <a:pt x="8944" y="1844"/>
                    <a:pt x="8492" y="836"/>
                    <a:pt x="8105" y="157"/>
                  </a:cubicBezTo>
                  <a:cubicBezTo>
                    <a:pt x="8105" y="157"/>
                    <a:pt x="6593" y="0"/>
                    <a:pt x="45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61" name="Google Shape;5661;p43">
              <a:extLst>
                <a:ext uri="{FF2B5EF4-FFF2-40B4-BE49-F238E27FC236}">
                  <a16:creationId xmlns:a16="http://schemas.microsoft.com/office/drawing/2014/main" id="{8CFBA5C1-EB60-1411-E9DA-288DAF31AF68}"/>
                </a:ext>
              </a:extLst>
            </p:cNvPr>
            <p:cNvSpPr/>
            <p:nvPr/>
          </p:nvSpPr>
          <p:spPr>
            <a:xfrm>
              <a:off x="6955472" y="1762652"/>
              <a:ext cx="429365" cy="109864"/>
            </a:xfrm>
            <a:custGeom>
              <a:avLst/>
              <a:gdLst/>
              <a:ahLst/>
              <a:cxnLst/>
              <a:rect l="l" t="t" r="r" b="b"/>
              <a:pathLst>
                <a:path w="8914" h="2281" extrusionOk="0">
                  <a:moveTo>
                    <a:pt x="4469" y="1"/>
                  </a:moveTo>
                  <a:cubicBezTo>
                    <a:pt x="3292" y="1"/>
                    <a:pt x="2174" y="51"/>
                    <a:pt x="1143" y="150"/>
                  </a:cubicBezTo>
                  <a:cubicBezTo>
                    <a:pt x="1124" y="154"/>
                    <a:pt x="1108" y="166"/>
                    <a:pt x="1097" y="181"/>
                  </a:cubicBezTo>
                  <a:cubicBezTo>
                    <a:pt x="966" y="395"/>
                    <a:pt x="349" y="1441"/>
                    <a:pt x="16" y="2192"/>
                  </a:cubicBezTo>
                  <a:cubicBezTo>
                    <a:pt x="1" y="2235"/>
                    <a:pt x="32" y="2281"/>
                    <a:pt x="73" y="2281"/>
                  </a:cubicBezTo>
                  <a:lnTo>
                    <a:pt x="8408" y="2281"/>
                  </a:lnTo>
                  <a:cubicBezTo>
                    <a:pt x="8711" y="2281"/>
                    <a:pt x="8914" y="1966"/>
                    <a:pt x="8787" y="1690"/>
                  </a:cubicBezTo>
                  <a:cubicBezTo>
                    <a:pt x="8580" y="1242"/>
                    <a:pt x="8297" y="641"/>
                    <a:pt x="8037" y="181"/>
                  </a:cubicBezTo>
                  <a:cubicBezTo>
                    <a:pt x="8025" y="166"/>
                    <a:pt x="8010" y="154"/>
                    <a:pt x="7987" y="150"/>
                  </a:cubicBezTo>
                  <a:cubicBezTo>
                    <a:pt x="7715" y="127"/>
                    <a:pt x="6300" y="1"/>
                    <a:pt x="4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62" name="Google Shape;5662;p43">
              <a:extLst>
                <a:ext uri="{FF2B5EF4-FFF2-40B4-BE49-F238E27FC236}">
                  <a16:creationId xmlns:a16="http://schemas.microsoft.com/office/drawing/2014/main" id="{9639AF4C-E8FB-0D92-D231-B7B555692EBD}"/>
                </a:ext>
              </a:extLst>
            </p:cNvPr>
            <p:cNvSpPr/>
            <p:nvPr/>
          </p:nvSpPr>
          <p:spPr>
            <a:xfrm>
              <a:off x="7117744" y="1761400"/>
              <a:ext cx="17918" cy="112610"/>
            </a:xfrm>
            <a:custGeom>
              <a:avLst/>
              <a:gdLst/>
              <a:ahLst/>
              <a:cxnLst/>
              <a:rect l="l" t="t" r="r" b="b"/>
              <a:pathLst>
                <a:path w="372" h="2338" extrusionOk="0">
                  <a:moveTo>
                    <a:pt x="360" y="0"/>
                  </a:moveTo>
                  <a:cubicBezTo>
                    <a:pt x="96" y="1184"/>
                    <a:pt x="0" y="2337"/>
                    <a:pt x="0" y="2337"/>
                  </a:cubicBezTo>
                  <a:lnTo>
                    <a:pt x="15" y="2337"/>
                  </a:lnTo>
                  <a:cubicBezTo>
                    <a:pt x="15" y="2337"/>
                    <a:pt x="15" y="2318"/>
                    <a:pt x="20" y="2287"/>
                  </a:cubicBezTo>
                  <a:cubicBezTo>
                    <a:pt x="43" y="2050"/>
                    <a:pt x="142" y="1039"/>
                    <a:pt x="372" y="4"/>
                  </a:cubicBezTo>
                  <a:lnTo>
                    <a:pt x="3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63" name="Google Shape;5663;p43">
              <a:extLst>
                <a:ext uri="{FF2B5EF4-FFF2-40B4-BE49-F238E27FC236}">
                  <a16:creationId xmlns:a16="http://schemas.microsoft.com/office/drawing/2014/main" id="{AF236619-9786-B243-4E64-988ED39635C5}"/>
                </a:ext>
              </a:extLst>
            </p:cNvPr>
            <p:cNvSpPr/>
            <p:nvPr/>
          </p:nvSpPr>
          <p:spPr>
            <a:xfrm>
              <a:off x="7298224" y="1766505"/>
              <a:ext cx="31453" cy="106204"/>
            </a:xfrm>
            <a:custGeom>
              <a:avLst/>
              <a:gdLst/>
              <a:ahLst/>
              <a:cxnLst/>
              <a:rect l="l" t="t" r="r" b="b"/>
              <a:pathLst>
                <a:path w="653" h="2205" extrusionOk="0">
                  <a:moveTo>
                    <a:pt x="16" y="1"/>
                  </a:moveTo>
                  <a:lnTo>
                    <a:pt x="1" y="9"/>
                  </a:lnTo>
                  <a:cubicBezTo>
                    <a:pt x="158" y="411"/>
                    <a:pt x="319" y="963"/>
                    <a:pt x="438" y="1407"/>
                  </a:cubicBezTo>
                  <a:cubicBezTo>
                    <a:pt x="498" y="1633"/>
                    <a:pt x="549" y="1833"/>
                    <a:pt x="583" y="1975"/>
                  </a:cubicBezTo>
                  <a:cubicBezTo>
                    <a:pt x="602" y="2047"/>
                    <a:pt x="613" y="2101"/>
                    <a:pt x="625" y="2143"/>
                  </a:cubicBezTo>
                  <a:cubicBezTo>
                    <a:pt x="633" y="2181"/>
                    <a:pt x="636" y="2204"/>
                    <a:pt x="636" y="2204"/>
                  </a:cubicBezTo>
                  <a:lnTo>
                    <a:pt x="652" y="2201"/>
                  </a:lnTo>
                  <a:cubicBezTo>
                    <a:pt x="652" y="2201"/>
                    <a:pt x="330" y="814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64" name="Google Shape;5664;p43">
              <a:extLst>
                <a:ext uri="{FF2B5EF4-FFF2-40B4-BE49-F238E27FC236}">
                  <a16:creationId xmlns:a16="http://schemas.microsoft.com/office/drawing/2014/main" id="{968B0F45-F884-29B5-4F15-7949E6C79F9F}"/>
                </a:ext>
              </a:extLst>
            </p:cNvPr>
            <p:cNvSpPr/>
            <p:nvPr/>
          </p:nvSpPr>
          <p:spPr>
            <a:xfrm>
              <a:off x="6930185" y="1878203"/>
              <a:ext cx="409087" cy="132550"/>
            </a:xfrm>
            <a:custGeom>
              <a:avLst/>
              <a:gdLst/>
              <a:ahLst/>
              <a:cxnLst/>
              <a:rect l="l" t="t" r="r" b="b"/>
              <a:pathLst>
                <a:path w="8493" h="2752" extrusionOk="0">
                  <a:moveTo>
                    <a:pt x="8320" y="0"/>
                  </a:moveTo>
                  <a:lnTo>
                    <a:pt x="8305" y="8"/>
                  </a:lnTo>
                  <a:cubicBezTo>
                    <a:pt x="8351" y="119"/>
                    <a:pt x="8392" y="303"/>
                    <a:pt x="8427" y="460"/>
                  </a:cubicBezTo>
                  <a:cubicBezTo>
                    <a:pt x="8443" y="541"/>
                    <a:pt x="8454" y="614"/>
                    <a:pt x="8461" y="663"/>
                  </a:cubicBezTo>
                  <a:cubicBezTo>
                    <a:pt x="8470" y="690"/>
                    <a:pt x="8473" y="709"/>
                    <a:pt x="8473" y="725"/>
                  </a:cubicBezTo>
                  <a:cubicBezTo>
                    <a:pt x="8475" y="732"/>
                    <a:pt x="8476" y="737"/>
                    <a:pt x="8476" y="741"/>
                  </a:cubicBezTo>
                  <a:lnTo>
                    <a:pt x="8476" y="741"/>
                  </a:lnTo>
                  <a:cubicBezTo>
                    <a:pt x="8239" y="782"/>
                    <a:pt x="8058" y="926"/>
                    <a:pt x="7918" y="1120"/>
                  </a:cubicBezTo>
                  <a:cubicBezTo>
                    <a:pt x="7699" y="1415"/>
                    <a:pt x="7580" y="1820"/>
                    <a:pt x="7511" y="2154"/>
                  </a:cubicBezTo>
                  <a:cubicBezTo>
                    <a:pt x="7449" y="2451"/>
                    <a:pt x="7434" y="2692"/>
                    <a:pt x="7432" y="2736"/>
                  </a:cubicBezTo>
                  <a:lnTo>
                    <a:pt x="1046" y="2736"/>
                  </a:lnTo>
                  <a:cubicBezTo>
                    <a:pt x="953" y="2005"/>
                    <a:pt x="698" y="1563"/>
                    <a:pt x="460" y="1307"/>
                  </a:cubicBezTo>
                  <a:cubicBezTo>
                    <a:pt x="249" y="1071"/>
                    <a:pt x="56" y="989"/>
                    <a:pt x="19" y="975"/>
                  </a:cubicBezTo>
                  <a:lnTo>
                    <a:pt x="19" y="975"/>
                  </a:lnTo>
                  <a:lnTo>
                    <a:pt x="411" y="46"/>
                  </a:lnTo>
                  <a:lnTo>
                    <a:pt x="400" y="43"/>
                  </a:lnTo>
                  <a:lnTo>
                    <a:pt x="1" y="985"/>
                  </a:lnTo>
                  <a:lnTo>
                    <a:pt x="9" y="985"/>
                  </a:lnTo>
                  <a:lnTo>
                    <a:pt x="12" y="989"/>
                  </a:lnTo>
                  <a:cubicBezTo>
                    <a:pt x="35" y="996"/>
                    <a:pt x="246" y="1081"/>
                    <a:pt x="472" y="1341"/>
                  </a:cubicBezTo>
                  <a:cubicBezTo>
                    <a:pt x="699" y="1599"/>
                    <a:pt x="943" y="2036"/>
                    <a:pt x="1031" y="2744"/>
                  </a:cubicBezTo>
                  <a:lnTo>
                    <a:pt x="1031" y="2752"/>
                  </a:lnTo>
                  <a:lnTo>
                    <a:pt x="7442" y="2752"/>
                  </a:lnTo>
                  <a:lnTo>
                    <a:pt x="7442" y="2744"/>
                  </a:lnTo>
                  <a:cubicBezTo>
                    <a:pt x="7442" y="2744"/>
                    <a:pt x="7446" y="2736"/>
                    <a:pt x="7446" y="2725"/>
                  </a:cubicBezTo>
                  <a:cubicBezTo>
                    <a:pt x="7454" y="2625"/>
                    <a:pt x="7492" y="2165"/>
                    <a:pt x="7642" y="1717"/>
                  </a:cubicBezTo>
                  <a:cubicBezTo>
                    <a:pt x="7715" y="1491"/>
                    <a:pt x="7818" y="1269"/>
                    <a:pt x="7956" y="1093"/>
                  </a:cubicBezTo>
                  <a:cubicBezTo>
                    <a:pt x="8094" y="920"/>
                    <a:pt x="8266" y="789"/>
                    <a:pt x="8484" y="755"/>
                  </a:cubicBezTo>
                  <a:lnTo>
                    <a:pt x="8493" y="752"/>
                  </a:lnTo>
                  <a:lnTo>
                    <a:pt x="8493" y="748"/>
                  </a:lnTo>
                  <a:cubicBezTo>
                    <a:pt x="8493" y="748"/>
                    <a:pt x="8473" y="617"/>
                    <a:pt x="8438" y="460"/>
                  </a:cubicBezTo>
                  <a:cubicBezTo>
                    <a:pt x="8408" y="303"/>
                    <a:pt x="8366" y="115"/>
                    <a:pt x="83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65" name="Google Shape;5665;p43">
              <a:extLst>
                <a:ext uri="{FF2B5EF4-FFF2-40B4-BE49-F238E27FC236}">
                  <a16:creationId xmlns:a16="http://schemas.microsoft.com/office/drawing/2014/main" id="{6EF49934-BE77-51DD-C4E9-53716B62A2BA}"/>
                </a:ext>
              </a:extLst>
            </p:cNvPr>
            <p:cNvSpPr/>
            <p:nvPr/>
          </p:nvSpPr>
          <p:spPr>
            <a:xfrm>
              <a:off x="7111097" y="1878203"/>
              <a:ext cx="7418" cy="127396"/>
            </a:xfrm>
            <a:custGeom>
              <a:avLst/>
              <a:gdLst/>
              <a:ahLst/>
              <a:cxnLst/>
              <a:rect l="l" t="t" r="r" b="b"/>
              <a:pathLst>
                <a:path w="154" h="2645" extrusionOk="0">
                  <a:moveTo>
                    <a:pt x="138" y="0"/>
                  </a:moveTo>
                  <a:cubicBezTo>
                    <a:pt x="23" y="499"/>
                    <a:pt x="0" y="1315"/>
                    <a:pt x="0" y="1909"/>
                  </a:cubicBezTo>
                  <a:cubicBezTo>
                    <a:pt x="0" y="2334"/>
                    <a:pt x="11" y="2644"/>
                    <a:pt x="11" y="2644"/>
                  </a:cubicBezTo>
                  <a:lnTo>
                    <a:pt x="27" y="2644"/>
                  </a:lnTo>
                  <a:cubicBezTo>
                    <a:pt x="27" y="2644"/>
                    <a:pt x="27" y="2625"/>
                    <a:pt x="23" y="2587"/>
                  </a:cubicBezTo>
                  <a:cubicBezTo>
                    <a:pt x="20" y="2480"/>
                    <a:pt x="15" y="2227"/>
                    <a:pt x="15" y="1909"/>
                  </a:cubicBezTo>
                  <a:cubicBezTo>
                    <a:pt x="15" y="1315"/>
                    <a:pt x="38" y="499"/>
                    <a:pt x="153" y="4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66" name="Google Shape;5666;p43">
              <a:extLst>
                <a:ext uri="{FF2B5EF4-FFF2-40B4-BE49-F238E27FC236}">
                  <a16:creationId xmlns:a16="http://schemas.microsoft.com/office/drawing/2014/main" id="{F49F638B-8D7E-2EA0-02B5-BCE918EB65E7}"/>
                </a:ext>
              </a:extLst>
            </p:cNvPr>
            <p:cNvSpPr/>
            <p:nvPr/>
          </p:nvSpPr>
          <p:spPr>
            <a:xfrm>
              <a:off x="7076369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0" y="1"/>
                  </a:moveTo>
                  <a:lnTo>
                    <a:pt x="0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67" name="Google Shape;5667;p43">
              <a:extLst>
                <a:ext uri="{FF2B5EF4-FFF2-40B4-BE49-F238E27FC236}">
                  <a16:creationId xmlns:a16="http://schemas.microsoft.com/office/drawing/2014/main" id="{11CDB9F8-B1B4-FBE2-3D65-ADFC25692EB4}"/>
                </a:ext>
              </a:extLst>
            </p:cNvPr>
            <p:cNvSpPr/>
            <p:nvPr/>
          </p:nvSpPr>
          <p:spPr>
            <a:xfrm>
              <a:off x="7284015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1" y="1"/>
                  </a:moveTo>
                  <a:lnTo>
                    <a:pt x="1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68" name="Google Shape;5668;p43">
              <a:extLst>
                <a:ext uri="{FF2B5EF4-FFF2-40B4-BE49-F238E27FC236}">
                  <a16:creationId xmlns:a16="http://schemas.microsoft.com/office/drawing/2014/main" id="{485B6032-C7F9-A729-E81E-9488D0A20B21}"/>
                </a:ext>
              </a:extLst>
            </p:cNvPr>
            <p:cNvSpPr/>
            <p:nvPr/>
          </p:nvSpPr>
          <p:spPr>
            <a:xfrm>
              <a:off x="6948825" y="1883549"/>
              <a:ext cx="440829" cy="819"/>
            </a:xfrm>
            <a:custGeom>
              <a:avLst/>
              <a:gdLst/>
              <a:ahLst/>
              <a:cxnLst/>
              <a:rect l="l" t="t" r="r" b="b"/>
              <a:pathLst>
                <a:path w="9152" h="17" extrusionOk="0">
                  <a:moveTo>
                    <a:pt x="1" y="1"/>
                  </a:moveTo>
                  <a:lnTo>
                    <a:pt x="1" y="16"/>
                  </a:lnTo>
                  <a:lnTo>
                    <a:pt x="9151" y="16"/>
                  </a:lnTo>
                  <a:lnTo>
                    <a:pt x="91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69" name="Google Shape;5669;p43">
              <a:extLst>
                <a:ext uri="{FF2B5EF4-FFF2-40B4-BE49-F238E27FC236}">
                  <a16:creationId xmlns:a16="http://schemas.microsoft.com/office/drawing/2014/main" id="{1FD3C7F1-208D-E8D7-8AA4-EA059BDBA532}"/>
                </a:ext>
              </a:extLst>
            </p:cNvPr>
            <p:cNvSpPr/>
            <p:nvPr/>
          </p:nvSpPr>
          <p:spPr>
            <a:xfrm>
              <a:off x="6939288" y="1839092"/>
              <a:ext cx="67194" cy="39303"/>
            </a:xfrm>
            <a:custGeom>
              <a:avLst/>
              <a:gdLst/>
              <a:ahLst/>
              <a:cxnLst/>
              <a:rect l="l" t="t" r="r" b="b"/>
              <a:pathLst>
                <a:path w="1395" h="816" extrusionOk="0">
                  <a:moveTo>
                    <a:pt x="1083" y="0"/>
                  </a:moveTo>
                  <a:cubicBezTo>
                    <a:pt x="875" y="0"/>
                    <a:pt x="569" y="21"/>
                    <a:pt x="425" y="54"/>
                  </a:cubicBezTo>
                  <a:cubicBezTo>
                    <a:pt x="352" y="69"/>
                    <a:pt x="202" y="445"/>
                    <a:pt x="202" y="445"/>
                  </a:cubicBezTo>
                  <a:lnTo>
                    <a:pt x="69" y="445"/>
                  </a:lnTo>
                  <a:cubicBezTo>
                    <a:pt x="69" y="445"/>
                    <a:pt x="0" y="697"/>
                    <a:pt x="69" y="797"/>
                  </a:cubicBezTo>
                  <a:cubicBezTo>
                    <a:pt x="69" y="797"/>
                    <a:pt x="580" y="816"/>
                    <a:pt x="936" y="816"/>
                  </a:cubicBezTo>
                  <a:cubicBezTo>
                    <a:pt x="1115" y="816"/>
                    <a:pt x="1254" y="811"/>
                    <a:pt x="1272" y="797"/>
                  </a:cubicBezTo>
                  <a:cubicBezTo>
                    <a:pt x="1329" y="751"/>
                    <a:pt x="1394" y="38"/>
                    <a:pt x="1272" y="11"/>
                  </a:cubicBezTo>
                  <a:cubicBezTo>
                    <a:pt x="1237" y="4"/>
                    <a:pt x="1168" y="0"/>
                    <a:pt x="10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70" name="Google Shape;5670;p43">
              <a:extLst>
                <a:ext uri="{FF2B5EF4-FFF2-40B4-BE49-F238E27FC236}">
                  <a16:creationId xmlns:a16="http://schemas.microsoft.com/office/drawing/2014/main" id="{8B8FC99D-E9F0-288B-ED77-2B76C5BA1ED9}"/>
                </a:ext>
              </a:extLst>
            </p:cNvPr>
            <p:cNvSpPr/>
            <p:nvPr/>
          </p:nvSpPr>
          <p:spPr>
            <a:xfrm>
              <a:off x="6975605" y="1867124"/>
              <a:ext cx="20519" cy="1493"/>
            </a:xfrm>
            <a:custGeom>
              <a:avLst/>
              <a:gdLst/>
              <a:ahLst/>
              <a:cxnLst/>
              <a:rect l="l" t="t" r="r" b="b"/>
              <a:pathLst>
                <a:path w="426" h="31" extrusionOk="0">
                  <a:moveTo>
                    <a:pt x="0" y="0"/>
                  </a:moveTo>
                  <a:lnTo>
                    <a:pt x="0" y="16"/>
                  </a:lnTo>
                  <a:lnTo>
                    <a:pt x="426" y="31"/>
                  </a:lnTo>
                  <a:lnTo>
                    <a:pt x="42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71" name="Google Shape;5671;p43">
              <a:extLst>
                <a:ext uri="{FF2B5EF4-FFF2-40B4-BE49-F238E27FC236}">
                  <a16:creationId xmlns:a16="http://schemas.microsoft.com/office/drawing/2014/main" id="{8FE1D67E-48D5-FF06-A769-E42D459B2048}"/>
                </a:ext>
              </a:extLst>
            </p:cNvPr>
            <p:cNvSpPr/>
            <p:nvPr/>
          </p:nvSpPr>
          <p:spPr>
            <a:xfrm>
              <a:off x="6745081" y="1878010"/>
              <a:ext cx="170417" cy="36798"/>
            </a:xfrm>
            <a:custGeom>
              <a:avLst/>
              <a:gdLst/>
              <a:ahLst/>
              <a:cxnLst/>
              <a:rect l="l" t="t" r="r" b="b"/>
              <a:pathLst>
                <a:path w="3538" h="764" extrusionOk="0">
                  <a:moveTo>
                    <a:pt x="3534" y="1"/>
                  </a:moveTo>
                  <a:cubicBezTo>
                    <a:pt x="3534" y="1"/>
                    <a:pt x="3522" y="4"/>
                    <a:pt x="3503" y="8"/>
                  </a:cubicBezTo>
                  <a:cubicBezTo>
                    <a:pt x="3346" y="47"/>
                    <a:pt x="2653" y="227"/>
                    <a:pt x="1978" y="395"/>
                  </a:cubicBezTo>
                  <a:cubicBezTo>
                    <a:pt x="1641" y="480"/>
                    <a:pt x="1311" y="564"/>
                    <a:pt x="1058" y="629"/>
                  </a:cubicBezTo>
                  <a:cubicBezTo>
                    <a:pt x="932" y="660"/>
                    <a:pt x="824" y="687"/>
                    <a:pt x="744" y="706"/>
                  </a:cubicBezTo>
                  <a:cubicBezTo>
                    <a:pt x="663" y="724"/>
                    <a:pt x="610" y="736"/>
                    <a:pt x="594" y="740"/>
                  </a:cubicBezTo>
                  <a:cubicBezTo>
                    <a:pt x="552" y="744"/>
                    <a:pt x="472" y="747"/>
                    <a:pt x="384" y="747"/>
                  </a:cubicBezTo>
                  <a:cubicBezTo>
                    <a:pt x="295" y="747"/>
                    <a:pt x="200" y="744"/>
                    <a:pt x="127" y="744"/>
                  </a:cubicBezTo>
                  <a:cubicBezTo>
                    <a:pt x="89" y="740"/>
                    <a:pt x="58" y="740"/>
                    <a:pt x="35" y="740"/>
                  </a:cubicBezTo>
                  <a:lnTo>
                    <a:pt x="0" y="740"/>
                  </a:lnTo>
                  <a:lnTo>
                    <a:pt x="0" y="752"/>
                  </a:lnTo>
                  <a:cubicBezTo>
                    <a:pt x="0" y="752"/>
                    <a:pt x="207" y="763"/>
                    <a:pt x="384" y="763"/>
                  </a:cubicBezTo>
                  <a:cubicBezTo>
                    <a:pt x="472" y="763"/>
                    <a:pt x="552" y="759"/>
                    <a:pt x="598" y="752"/>
                  </a:cubicBezTo>
                  <a:cubicBezTo>
                    <a:pt x="614" y="752"/>
                    <a:pt x="671" y="736"/>
                    <a:pt x="763" y="717"/>
                  </a:cubicBezTo>
                  <a:cubicBezTo>
                    <a:pt x="1388" y="564"/>
                    <a:pt x="3537" y="16"/>
                    <a:pt x="3537" y="16"/>
                  </a:cubicBezTo>
                  <a:lnTo>
                    <a:pt x="35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72" name="Google Shape;5672;p43">
              <a:extLst>
                <a:ext uri="{FF2B5EF4-FFF2-40B4-BE49-F238E27FC236}">
                  <a16:creationId xmlns:a16="http://schemas.microsoft.com/office/drawing/2014/main" id="{CC36D0D7-090D-2B04-4E2B-E53EB2C59CD6}"/>
                </a:ext>
              </a:extLst>
            </p:cNvPr>
            <p:cNvSpPr/>
            <p:nvPr/>
          </p:nvSpPr>
          <p:spPr>
            <a:xfrm>
              <a:off x="6732173" y="1970104"/>
              <a:ext cx="14065" cy="819"/>
            </a:xfrm>
            <a:custGeom>
              <a:avLst/>
              <a:gdLst/>
              <a:ahLst/>
              <a:cxnLst/>
              <a:rect l="l" t="t" r="r" b="b"/>
              <a:pathLst>
                <a:path w="292" h="17" extrusionOk="0">
                  <a:moveTo>
                    <a:pt x="291" y="1"/>
                  </a:moveTo>
                  <a:lnTo>
                    <a:pt x="1" y="4"/>
                  </a:lnTo>
                  <a:lnTo>
                    <a:pt x="1" y="16"/>
                  </a:lnTo>
                  <a:lnTo>
                    <a:pt x="291" y="16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73" name="Google Shape;5673;p43">
              <a:extLst>
                <a:ext uri="{FF2B5EF4-FFF2-40B4-BE49-F238E27FC236}">
                  <a16:creationId xmlns:a16="http://schemas.microsoft.com/office/drawing/2014/main" id="{86AC411B-D2B2-0B6B-41F7-325E85813ABB}"/>
                </a:ext>
              </a:extLst>
            </p:cNvPr>
            <p:cNvSpPr/>
            <p:nvPr/>
          </p:nvSpPr>
          <p:spPr>
            <a:xfrm>
              <a:off x="6734003" y="1964950"/>
              <a:ext cx="14065" cy="771"/>
            </a:xfrm>
            <a:custGeom>
              <a:avLst/>
              <a:gdLst/>
              <a:ahLst/>
              <a:cxnLst/>
              <a:rect l="l" t="t" r="r" b="b"/>
              <a:pathLst>
                <a:path w="292" h="16" extrusionOk="0">
                  <a:moveTo>
                    <a:pt x="0" y="0"/>
                  </a:moveTo>
                  <a:lnTo>
                    <a:pt x="0" y="16"/>
                  </a:lnTo>
                  <a:lnTo>
                    <a:pt x="292" y="16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74" name="Google Shape;5674;p43">
              <a:extLst>
                <a:ext uri="{FF2B5EF4-FFF2-40B4-BE49-F238E27FC236}">
                  <a16:creationId xmlns:a16="http://schemas.microsoft.com/office/drawing/2014/main" id="{76EB1687-8D91-24D8-18D7-052EACAA60C9}"/>
                </a:ext>
              </a:extLst>
            </p:cNvPr>
            <p:cNvSpPr/>
            <p:nvPr/>
          </p:nvSpPr>
          <p:spPr>
            <a:xfrm>
              <a:off x="6735689" y="1959796"/>
              <a:ext cx="14017" cy="771"/>
            </a:xfrm>
            <a:custGeom>
              <a:avLst/>
              <a:gdLst/>
              <a:ahLst/>
              <a:cxnLst/>
              <a:rect l="l" t="t" r="r" b="b"/>
              <a:pathLst>
                <a:path w="291" h="16" extrusionOk="0">
                  <a:moveTo>
                    <a:pt x="0" y="0"/>
                  </a:moveTo>
                  <a:lnTo>
                    <a:pt x="0" y="15"/>
                  </a:lnTo>
                  <a:lnTo>
                    <a:pt x="291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</p:grpSp>
      <p:grpSp>
        <p:nvGrpSpPr>
          <p:cNvPr id="5675" name="Google Shape;5675;p43">
            <a:extLst>
              <a:ext uri="{FF2B5EF4-FFF2-40B4-BE49-F238E27FC236}">
                <a16:creationId xmlns:a16="http://schemas.microsoft.com/office/drawing/2014/main" id="{555058F8-7CA5-8D29-E40E-F477DE62A618}"/>
              </a:ext>
            </a:extLst>
          </p:cNvPr>
          <p:cNvGrpSpPr/>
          <p:nvPr/>
        </p:nvGrpSpPr>
        <p:grpSpPr>
          <a:xfrm flipH="1">
            <a:off x="1143431" y="4325656"/>
            <a:ext cx="1289131" cy="709819"/>
            <a:chOff x="6803356" y="2469281"/>
            <a:chExt cx="717739" cy="395200"/>
          </a:xfrm>
        </p:grpSpPr>
        <p:sp>
          <p:nvSpPr>
            <p:cNvPr id="5676" name="Google Shape;5676;p43">
              <a:extLst>
                <a:ext uri="{FF2B5EF4-FFF2-40B4-BE49-F238E27FC236}">
                  <a16:creationId xmlns:a16="http://schemas.microsoft.com/office/drawing/2014/main" id="{27484284-4185-0C01-7693-9EE15E577930}"/>
                </a:ext>
              </a:extLst>
            </p:cNvPr>
            <p:cNvSpPr/>
            <p:nvPr/>
          </p:nvSpPr>
          <p:spPr>
            <a:xfrm>
              <a:off x="7000982" y="2772632"/>
              <a:ext cx="330092" cy="39592"/>
            </a:xfrm>
            <a:custGeom>
              <a:avLst/>
              <a:gdLst/>
              <a:ahLst/>
              <a:cxnLst/>
              <a:rect l="l" t="t" r="r" b="b"/>
              <a:pathLst>
                <a:path w="6853" h="822" extrusionOk="0">
                  <a:moveTo>
                    <a:pt x="1" y="1"/>
                  </a:moveTo>
                  <a:lnTo>
                    <a:pt x="59" y="729"/>
                  </a:lnTo>
                  <a:lnTo>
                    <a:pt x="461" y="729"/>
                  </a:lnTo>
                  <a:lnTo>
                    <a:pt x="699" y="545"/>
                  </a:lnTo>
                  <a:lnTo>
                    <a:pt x="5715" y="415"/>
                  </a:lnTo>
                  <a:cubicBezTo>
                    <a:pt x="5716" y="415"/>
                    <a:pt x="5718" y="415"/>
                    <a:pt x="5720" y="415"/>
                  </a:cubicBezTo>
                  <a:cubicBezTo>
                    <a:pt x="5752" y="415"/>
                    <a:pt x="5780" y="444"/>
                    <a:pt x="5780" y="480"/>
                  </a:cubicBezTo>
                  <a:cubicBezTo>
                    <a:pt x="5780" y="515"/>
                    <a:pt x="5810" y="545"/>
                    <a:pt x="5844" y="545"/>
                  </a:cubicBezTo>
                  <a:lnTo>
                    <a:pt x="6097" y="545"/>
                  </a:lnTo>
                  <a:cubicBezTo>
                    <a:pt x="6120" y="545"/>
                    <a:pt x="6140" y="553"/>
                    <a:pt x="6151" y="572"/>
                  </a:cubicBezTo>
                  <a:lnTo>
                    <a:pt x="6323" y="821"/>
                  </a:lnTo>
                  <a:lnTo>
                    <a:pt x="6852" y="821"/>
                  </a:lnTo>
                  <a:lnTo>
                    <a:pt x="6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77" name="Google Shape;5677;p43">
              <a:extLst>
                <a:ext uri="{FF2B5EF4-FFF2-40B4-BE49-F238E27FC236}">
                  <a16:creationId xmlns:a16="http://schemas.microsoft.com/office/drawing/2014/main" id="{46FC56CC-0A85-FB14-6B4C-736D6F00AFC5}"/>
                </a:ext>
              </a:extLst>
            </p:cNvPr>
            <p:cNvSpPr/>
            <p:nvPr/>
          </p:nvSpPr>
          <p:spPr>
            <a:xfrm>
              <a:off x="6810961" y="2469281"/>
              <a:ext cx="710133" cy="348811"/>
            </a:xfrm>
            <a:custGeom>
              <a:avLst/>
              <a:gdLst/>
              <a:ahLst/>
              <a:cxnLst/>
              <a:rect l="l" t="t" r="r" b="b"/>
              <a:pathLst>
                <a:path w="14743" h="7242" extrusionOk="0">
                  <a:moveTo>
                    <a:pt x="4573" y="0"/>
                  </a:moveTo>
                  <a:cubicBezTo>
                    <a:pt x="2661" y="0"/>
                    <a:pt x="1401" y="65"/>
                    <a:pt x="962" y="91"/>
                  </a:cubicBezTo>
                  <a:cubicBezTo>
                    <a:pt x="855" y="100"/>
                    <a:pt x="767" y="169"/>
                    <a:pt x="736" y="268"/>
                  </a:cubicBezTo>
                  <a:cubicBezTo>
                    <a:pt x="338" y="1609"/>
                    <a:pt x="258" y="3441"/>
                    <a:pt x="246" y="3881"/>
                  </a:cubicBezTo>
                  <a:cubicBezTo>
                    <a:pt x="242" y="3943"/>
                    <a:pt x="207" y="4000"/>
                    <a:pt x="154" y="4027"/>
                  </a:cubicBezTo>
                  <a:cubicBezTo>
                    <a:pt x="104" y="4058"/>
                    <a:pt x="69" y="4111"/>
                    <a:pt x="65" y="4169"/>
                  </a:cubicBezTo>
                  <a:cubicBezTo>
                    <a:pt x="0" y="5146"/>
                    <a:pt x="108" y="6636"/>
                    <a:pt x="108" y="6636"/>
                  </a:cubicBezTo>
                  <a:lnTo>
                    <a:pt x="859" y="6636"/>
                  </a:lnTo>
                  <a:lnTo>
                    <a:pt x="1747" y="7242"/>
                  </a:lnTo>
                  <a:lnTo>
                    <a:pt x="3863" y="7242"/>
                  </a:lnTo>
                  <a:lnTo>
                    <a:pt x="4656" y="6636"/>
                  </a:lnTo>
                  <a:lnTo>
                    <a:pt x="10354" y="6636"/>
                  </a:lnTo>
                  <a:lnTo>
                    <a:pt x="10952" y="7108"/>
                  </a:lnTo>
                  <a:lnTo>
                    <a:pt x="13386" y="7108"/>
                  </a:lnTo>
                  <a:lnTo>
                    <a:pt x="13887" y="6736"/>
                  </a:lnTo>
                  <a:lnTo>
                    <a:pt x="14454" y="6736"/>
                  </a:lnTo>
                  <a:cubicBezTo>
                    <a:pt x="14520" y="6736"/>
                    <a:pt x="14577" y="6686"/>
                    <a:pt x="14581" y="6617"/>
                  </a:cubicBezTo>
                  <a:cubicBezTo>
                    <a:pt x="14742" y="4935"/>
                    <a:pt x="14412" y="3533"/>
                    <a:pt x="14412" y="3533"/>
                  </a:cubicBezTo>
                  <a:lnTo>
                    <a:pt x="13519" y="3234"/>
                  </a:lnTo>
                  <a:lnTo>
                    <a:pt x="12274" y="367"/>
                  </a:lnTo>
                  <a:cubicBezTo>
                    <a:pt x="12254" y="329"/>
                    <a:pt x="12220" y="306"/>
                    <a:pt x="12178" y="303"/>
                  </a:cubicBezTo>
                  <a:cubicBezTo>
                    <a:pt x="9095" y="66"/>
                    <a:pt x="6503" y="0"/>
                    <a:pt x="4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78" name="Google Shape;5678;p43">
              <a:extLst>
                <a:ext uri="{FF2B5EF4-FFF2-40B4-BE49-F238E27FC236}">
                  <a16:creationId xmlns:a16="http://schemas.microsoft.com/office/drawing/2014/main" id="{7D764A6F-228B-652F-DBB1-9311D96E7816}"/>
                </a:ext>
              </a:extLst>
            </p:cNvPr>
            <p:cNvSpPr/>
            <p:nvPr/>
          </p:nvSpPr>
          <p:spPr>
            <a:xfrm>
              <a:off x="6804271" y="2758471"/>
              <a:ext cx="38582" cy="34004"/>
            </a:xfrm>
            <a:custGeom>
              <a:avLst/>
              <a:gdLst/>
              <a:ahLst/>
              <a:cxnLst/>
              <a:rect l="l" t="t" r="r" b="b"/>
              <a:pathLst>
                <a:path w="801" h="706" extrusionOk="0">
                  <a:moveTo>
                    <a:pt x="84" y="1"/>
                  </a:moveTo>
                  <a:cubicBezTo>
                    <a:pt x="38" y="1"/>
                    <a:pt x="1" y="38"/>
                    <a:pt x="1" y="84"/>
                  </a:cubicBezTo>
                  <a:cubicBezTo>
                    <a:pt x="1" y="196"/>
                    <a:pt x="4" y="410"/>
                    <a:pt x="50" y="640"/>
                  </a:cubicBezTo>
                  <a:cubicBezTo>
                    <a:pt x="58" y="678"/>
                    <a:pt x="93" y="705"/>
                    <a:pt x="130" y="705"/>
                  </a:cubicBezTo>
                  <a:lnTo>
                    <a:pt x="717" y="705"/>
                  </a:lnTo>
                  <a:cubicBezTo>
                    <a:pt x="763" y="705"/>
                    <a:pt x="801" y="667"/>
                    <a:pt x="797" y="617"/>
                  </a:cubicBezTo>
                  <a:lnTo>
                    <a:pt x="770" y="81"/>
                  </a:lnTo>
                  <a:cubicBezTo>
                    <a:pt x="770" y="35"/>
                    <a:pt x="732" y="1"/>
                    <a:pt x="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79" name="Google Shape;5679;p43">
              <a:extLst>
                <a:ext uri="{FF2B5EF4-FFF2-40B4-BE49-F238E27FC236}">
                  <a16:creationId xmlns:a16="http://schemas.microsoft.com/office/drawing/2014/main" id="{C3B477CE-4018-8E8A-2D44-7C17347EEAC7}"/>
                </a:ext>
              </a:extLst>
            </p:cNvPr>
            <p:cNvSpPr/>
            <p:nvPr/>
          </p:nvSpPr>
          <p:spPr>
            <a:xfrm>
              <a:off x="7391563" y="2497121"/>
              <a:ext cx="64785" cy="128119"/>
            </a:xfrm>
            <a:custGeom>
              <a:avLst/>
              <a:gdLst/>
              <a:ahLst/>
              <a:cxnLst/>
              <a:rect l="l" t="t" r="r" b="b"/>
              <a:pathLst>
                <a:path w="1345" h="2660" extrusionOk="0">
                  <a:moveTo>
                    <a:pt x="0" y="1"/>
                  </a:moveTo>
                  <a:cubicBezTo>
                    <a:pt x="126" y="1104"/>
                    <a:pt x="759" y="2659"/>
                    <a:pt x="759" y="2659"/>
                  </a:cubicBezTo>
                  <a:lnTo>
                    <a:pt x="1345" y="265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80" name="Google Shape;5680;p43">
              <a:extLst>
                <a:ext uri="{FF2B5EF4-FFF2-40B4-BE49-F238E27FC236}">
                  <a16:creationId xmlns:a16="http://schemas.microsoft.com/office/drawing/2014/main" id="{FD4459FA-8590-C19E-EA94-B3DA5949DE83}"/>
                </a:ext>
              </a:extLst>
            </p:cNvPr>
            <p:cNvSpPr/>
            <p:nvPr/>
          </p:nvSpPr>
          <p:spPr>
            <a:xfrm>
              <a:off x="7309969" y="2717867"/>
              <a:ext cx="164107" cy="93825"/>
            </a:xfrm>
            <a:custGeom>
              <a:avLst/>
              <a:gdLst/>
              <a:ahLst/>
              <a:cxnLst/>
              <a:rect l="l" t="t" r="r" b="b"/>
              <a:pathLst>
                <a:path w="3407" h="1948" extrusionOk="0">
                  <a:moveTo>
                    <a:pt x="1687" y="0"/>
                  </a:moveTo>
                  <a:cubicBezTo>
                    <a:pt x="288" y="0"/>
                    <a:pt x="0" y="1575"/>
                    <a:pt x="0" y="1575"/>
                  </a:cubicBezTo>
                  <a:lnTo>
                    <a:pt x="472" y="1947"/>
                  </a:lnTo>
                  <a:lnTo>
                    <a:pt x="2906" y="1947"/>
                  </a:lnTo>
                  <a:lnTo>
                    <a:pt x="3407" y="1575"/>
                  </a:lnTo>
                  <a:cubicBezTo>
                    <a:pt x="3407" y="1575"/>
                    <a:pt x="3085" y="0"/>
                    <a:pt x="16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81" name="Google Shape;5681;p43">
              <a:extLst>
                <a:ext uri="{FF2B5EF4-FFF2-40B4-BE49-F238E27FC236}">
                  <a16:creationId xmlns:a16="http://schemas.microsoft.com/office/drawing/2014/main" id="{8BA25039-266B-EF8B-B0EE-3ADE5672ECE0}"/>
                </a:ext>
              </a:extLst>
            </p:cNvPr>
            <p:cNvSpPr/>
            <p:nvPr/>
          </p:nvSpPr>
          <p:spPr>
            <a:xfrm>
              <a:off x="6857591" y="2717867"/>
              <a:ext cx="165600" cy="93825"/>
            </a:xfrm>
            <a:custGeom>
              <a:avLst/>
              <a:gdLst/>
              <a:ahLst/>
              <a:cxnLst/>
              <a:rect l="l" t="t" r="r" b="b"/>
              <a:pathLst>
                <a:path w="3438" h="1948" extrusionOk="0">
                  <a:moveTo>
                    <a:pt x="1717" y="0"/>
                  </a:moveTo>
                  <a:cubicBezTo>
                    <a:pt x="319" y="0"/>
                    <a:pt x="1" y="1629"/>
                    <a:pt x="1" y="1629"/>
                  </a:cubicBezTo>
                  <a:lnTo>
                    <a:pt x="468" y="1947"/>
                  </a:lnTo>
                  <a:lnTo>
                    <a:pt x="2947" y="1947"/>
                  </a:lnTo>
                  <a:lnTo>
                    <a:pt x="3438" y="1575"/>
                  </a:lnTo>
                  <a:cubicBezTo>
                    <a:pt x="3438" y="1575"/>
                    <a:pt x="3116" y="0"/>
                    <a:pt x="17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82" name="Google Shape;5682;p43">
              <a:extLst>
                <a:ext uri="{FF2B5EF4-FFF2-40B4-BE49-F238E27FC236}">
                  <a16:creationId xmlns:a16="http://schemas.microsoft.com/office/drawing/2014/main" id="{45F46228-1E14-EEA9-DACE-C0C020188B23}"/>
                </a:ext>
              </a:extLst>
            </p:cNvPr>
            <p:cNvSpPr/>
            <p:nvPr/>
          </p:nvSpPr>
          <p:spPr>
            <a:xfrm>
              <a:off x="6847621" y="2728078"/>
              <a:ext cx="183711" cy="136403"/>
            </a:xfrm>
            <a:custGeom>
              <a:avLst/>
              <a:gdLst/>
              <a:ahLst/>
              <a:cxnLst/>
              <a:rect l="l" t="t" r="r" b="b"/>
              <a:pathLst>
                <a:path w="3814" h="2832" extrusionOk="0">
                  <a:moveTo>
                    <a:pt x="1906" y="0"/>
                  </a:moveTo>
                  <a:cubicBezTo>
                    <a:pt x="807" y="0"/>
                    <a:pt x="1" y="1253"/>
                    <a:pt x="836" y="2409"/>
                  </a:cubicBezTo>
                  <a:cubicBezTo>
                    <a:pt x="859" y="2440"/>
                    <a:pt x="886" y="2463"/>
                    <a:pt x="912" y="2486"/>
                  </a:cubicBezTo>
                  <a:cubicBezTo>
                    <a:pt x="1246" y="2727"/>
                    <a:pt x="1588" y="2831"/>
                    <a:pt x="1905" y="2831"/>
                  </a:cubicBezTo>
                  <a:cubicBezTo>
                    <a:pt x="3006" y="2831"/>
                    <a:pt x="3814" y="1577"/>
                    <a:pt x="2978" y="420"/>
                  </a:cubicBezTo>
                  <a:cubicBezTo>
                    <a:pt x="2955" y="393"/>
                    <a:pt x="2928" y="367"/>
                    <a:pt x="2902" y="348"/>
                  </a:cubicBezTo>
                  <a:cubicBezTo>
                    <a:pt x="2567" y="105"/>
                    <a:pt x="2224" y="0"/>
                    <a:pt x="1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83" name="Google Shape;5683;p43">
              <a:extLst>
                <a:ext uri="{FF2B5EF4-FFF2-40B4-BE49-F238E27FC236}">
                  <a16:creationId xmlns:a16="http://schemas.microsoft.com/office/drawing/2014/main" id="{18B46EBA-1CF4-A95D-A0C3-A0E2D382B46A}"/>
                </a:ext>
              </a:extLst>
            </p:cNvPr>
            <p:cNvSpPr/>
            <p:nvPr/>
          </p:nvSpPr>
          <p:spPr>
            <a:xfrm>
              <a:off x="6882445" y="2756207"/>
              <a:ext cx="114061" cy="80147"/>
            </a:xfrm>
            <a:custGeom>
              <a:avLst/>
              <a:gdLst/>
              <a:ahLst/>
              <a:cxnLst/>
              <a:rect l="l" t="t" r="r" b="b"/>
              <a:pathLst>
                <a:path w="2368" h="1664" extrusionOk="0">
                  <a:moveTo>
                    <a:pt x="1166" y="1"/>
                  </a:moveTo>
                  <a:cubicBezTo>
                    <a:pt x="1058" y="1"/>
                    <a:pt x="943" y="19"/>
                    <a:pt x="822" y="59"/>
                  </a:cubicBezTo>
                  <a:cubicBezTo>
                    <a:pt x="803" y="62"/>
                    <a:pt x="787" y="74"/>
                    <a:pt x="772" y="82"/>
                  </a:cubicBezTo>
                  <a:cubicBezTo>
                    <a:pt x="1" y="644"/>
                    <a:pt x="395" y="1663"/>
                    <a:pt x="1205" y="1663"/>
                  </a:cubicBezTo>
                  <a:cubicBezTo>
                    <a:pt x="1312" y="1663"/>
                    <a:pt x="1426" y="1645"/>
                    <a:pt x="1546" y="1607"/>
                  </a:cubicBezTo>
                  <a:cubicBezTo>
                    <a:pt x="1565" y="1599"/>
                    <a:pt x="1581" y="1592"/>
                    <a:pt x="1596" y="1580"/>
                  </a:cubicBezTo>
                  <a:cubicBezTo>
                    <a:pt x="2367" y="1019"/>
                    <a:pt x="1975" y="1"/>
                    <a:pt x="1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84" name="Google Shape;5684;p43">
              <a:extLst>
                <a:ext uri="{FF2B5EF4-FFF2-40B4-BE49-F238E27FC236}">
                  <a16:creationId xmlns:a16="http://schemas.microsoft.com/office/drawing/2014/main" id="{DE8BE2A7-F3E0-9182-53CE-A21D16888FD4}"/>
                </a:ext>
              </a:extLst>
            </p:cNvPr>
            <p:cNvSpPr/>
            <p:nvPr/>
          </p:nvSpPr>
          <p:spPr>
            <a:xfrm>
              <a:off x="6885287" y="2758327"/>
              <a:ext cx="108232" cy="75860"/>
            </a:xfrm>
            <a:custGeom>
              <a:avLst/>
              <a:gdLst/>
              <a:ahLst/>
              <a:cxnLst/>
              <a:rect l="l" t="t" r="r" b="b"/>
              <a:pathLst>
                <a:path w="2247" h="1575" extrusionOk="0">
                  <a:moveTo>
                    <a:pt x="1104" y="0"/>
                  </a:moveTo>
                  <a:cubicBezTo>
                    <a:pt x="1003" y="0"/>
                    <a:pt x="895" y="17"/>
                    <a:pt x="782" y="53"/>
                  </a:cubicBezTo>
                  <a:cubicBezTo>
                    <a:pt x="763" y="61"/>
                    <a:pt x="747" y="68"/>
                    <a:pt x="733" y="80"/>
                  </a:cubicBezTo>
                  <a:cubicBezTo>
                    <a:pt x="1" y="609"/>
                    <a:pt x="377" y="1574"/>
                    <a:pt x="1147" y="1574"/>
                  </a:cubicBezTo>
                  <a:cubicBezTo>
                    <a:pt x="1248" y="1574"/>
                    <a:pt x="1356" y="1557"/>
                    <a:pt x="1468" y="1521"/>
                  </a:cubicBezTo>
                  <a:cubicBezTo>
                    <a:pt x="1483" y="1513"/>
                    <a:pt x="1502" y="1505"/>
                    <a:pt x="1518" y="1494"/>
                  </a:cubicBezTo>
                  <a:cubicBezTo>
                    <a:pt x="2246" y="965"/>
                    <a:pt x="1873" y="0"/>
                    <a:pt x="1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85" name="Google Shape;5685;p43">
              <a:extLst>
                <a:ext uri="{FF2B5EF4-FFF2-40B4-BE49-F238E27FC236}">
                  <a16:creationId xmlns:a16="http://schemas.microsoft.com/office/drawing/2014/main" id="{57C022C6-D72B-8BA7-92EE-40D0F4ABCFE4}"/>
                </a:ext>
              </a:extLst>
            </p:cNvPr>
            <p:cNvSpPr/>
            <p:nvPr/>
          </p:nvSpPr>
          <p:spPr>
            <a:xfrm>
              <a:off x="6898918" y="2767815"/>
              <a:ext cx="81114" cy="56883"/>
            </a:xfrm>
            <a:custGeom>
              <a:avLst/>
              <a:gdLst/>
              <a:ahLst/>
              <a:cxnLst/>
              <a:rect l="l" t="t" r="r" b="b"/>
              <a:pathLst>
                <a:path w="1684" h="1181" extrusionOk="0">
                  <a:moveTo>
                    <a:pt x="823" y="1"/>
                  </a:moveTo>
                  <a:cubicBezTo>
                    <a:pt x="747" y="1"/>
                    <a:pt x="667" y="13"/>
                    <a:pt x="583" y="40"/>
                  </a:cubicBezTo>
                  <a:cubicBezTo>
                    <a:pt x="572" y="44"/>
                    <a:pt x="560" y="51"/>
                    <a:pt x="549" y="60"/>
                  </a:cubicBezTo>
                  <a:cubicBezTo>
                    <a:pt x="1" y="458"/>
                    <a:pt x="280" y="1181"/>
                    <a:pt x="855" y="1181"/>
                  </a:cubicBezTo>
                  <a:cubicBezTo>
                    <a:pt x="931" y="1181"/>
                    <a:pt x="1012" y="1168"/>
                    <a:pt x="1097" y="1140"/>
                  </a:cubicBezTo>
                  <a:cubicBezTo>
                    <a:pt x="1112" y="1136"/>
                    <a:pt x="1124" y="1128"/>
                    <a:pt x="1135" y="1121"/>
                  </a:cubicBezTo>
                  <a:cubicBezTo>
                    <a:pt x="1684" y="724"/>
                    <a:pt x="1400" y="1"/>
                    <a:pt x="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86" name="Google Shape;5686;p43">
              <a:extLst>
                <a:ext uri="{FF2B5EF4-FFF2-40B4-BE49-F238E27FC236}">
                  <a16:creationId xmlns:a16="http://schemas.microsoft.com/office/drawing/2014/main" id="{0BEA18A6-C8FF-941B-0978-190F3DBE0952}"/>
                </a:ext>
              </a:extLst>
            </p:cNvPr>
            <p:cNvSpPr/>
            <p:nvPr/>
          </p:nvSpPr>
          <p:spPr>
            <a:xfrm>
              <a:off x="6928155" y="2788190"/>
              <a:ext cx="22687" cy="16039"/>
            </a:xfrm>
            <a:custGeom>
              <a:avLst/>
              <a:gdLst/>
              <a:ahLst/>
              <a:cxnLst/>
              <a:rect l="l" t="t" r="r" b="b"/>
              <a:pathLst>
                <a:path w="471" h="333" extrusionOk="0">
                  <a:moveTo>
                    <a:pt x="231" y="1"/>
                  </a:moveTo>
                  <a:cubicBezTo>
                    <a:pt x="210" y="1"/>
                    <a:pt x="188" y="4"/>
                    <a:pt x="165" y="12"/>
                  </a:cubicBezTo>
                  <a:cubicBezTo>
                    <a:pt x="160" y="15"/>
                    <a:pt x="156" y="15"/>
                    <a:pt x="153" y="19"/>
                  </a:cubicBezTo>
                  <a:cubicBezTo>
                    <a:pt x="1" y="131"/>
                    <a:pt x="79" y="333"/>
                    <a:pt x="239" y="333"/>
                  </a:cubicBezTo>
                  <a:cubicBezTo>
                    <a:pt x="260" y="333"/>
                    <a:pt x="283" y="329"/>
                    <a:pt x="306" y="322"/>
                  </a:cubicBezTo>
                  <a:cubicBezTo>
                    <a:pt x="310" y="322"/>
                    <a:pt x="314" y="318"/>
                    <a:pt x="317" y="314"/>
                  </a:cubicBezTo>
                  <a:cubicBezTo>
                    <a:pt x="470" y="203"/>
                    <a:pt x="391" y="1"/>
                    <a:pt x="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87" name="Google Shape;5687;p43">
              <a:extLst>
                <a:ext uri="{FF2B5EF4-FFF2-40B4-BE49-F238E27FC236}">
                  <a16:creationId xmlns:a16="http://schemas.microsoft.com/office/drawing/2014/main" id="{D4F546CE-FBDF-E033-044E-D278FD250F1F}"/>
                </a:ext>
              </a:extLst>
            </p:cNvPr>
            <p:cNvSpPr/>
            <p:nvPr/>
          </p:nvSpPr>
          <p:spPr>
            <a:xfrm>
              <a:off x="6934561" y="2766948"/>
              <a:ext cx="9826" cy="26780"/>
            </a:xfrm>
            <a:custGeom>
              <a:avLst/>
              <a:gdLst/>
              <a:ahLst/>
              <a:cxnLst/>
              <a:rect l="l" t="t" r="r" b="b"/>
              <a:pathLst>
                <a:path w="204" h="556" extrusionOk="0">
                  <a:moveTo>
                    <a:pt x="0" y="0"/>
                  </a:moveTo>
                  <a:lnTo>
                    <a:pt x="50" y="556"/>
                  </a:lnTo>
                  <a:lnTo>
                    <a:pt x="154" y="55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88" name="Google Shape;5688;p43">
              <a:extLst>
                <a:ext uri="{FF2B5EF4-FFF2-40B4-BE49-F238E27FC236}">
                  <a16:creationId xmlns:a16="http://schemas.microsoft.com/office/drawing/2014/main" id="{9C656EF4-A0F4-4B9F-B5DF-9A4C6C67FC54}"/>
                </a:ext>
              </a:extLst>
            </p:cNvPr>
            <p:cNvSpPr/>
            <p:nvPr/>
          </p:nvSpPr>
          <p:spPr>
            <a:xfrm>
              <a:off x="6911682" y="2777304"/>
              <a:ext cx="26829" cy="19748"/>
            </a:xfrm>
            <a:custGeom>
              <a:avLst/>
              <a:gdLst/>
              <a:ahLst/>
              <a:cxnLst/>
              <a:rect l="l" t="t" r="r" b="b"/>
              <a:pathLst>
                <a:path w="557" h="410" extrusionOk="0">
                  <a:moveTo>
                    <a:pt x="100" y="1"/>
                  </a:moveTo>
                  <a:lnTo>
                    <a:pt x="50" y="88"/>
                  </a:lnTo>
                  <a:lnTo>
                    <a:pt x="1" y="176"/>
                  </a:lnTo>
                  <a:lnTo>
                    <a:pt x="507" y="410"/>
                  </a:lnTo>
                  <a:lnTo>
                    <a:pt x="530" y="368"/>
                  </a:lnTo>
                  <a:lnTo>
                    <a:pt x="556" y="32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89" name="Google Shape;5689;p43">
              <a:extLst>
                <a:ext uri="{FF2B5EF4-FFF2-40B4-BE49-F238E27FC236}">
                  <a16:creationId xmlns:a16="http://schemas.microsoft.com/office/drawing/2014/main" id="{F31BF78D-DEFF-4D72-08A0-BE88840BFA7B}"/>
                </a:ext>
              </a:extLst>
            </p:cNvPr>
            <p:cNvSpPr/>
            <p:nvPr/>
          </p:nvSpPr>
          <p:spPr>
            <a:xfrm>
              <a:off x="6911682" y="2795366"/>
              <a:ext cx="26829" cy="19796"/>
            </a:xfrm>
            <a:custGeom>
              <a:avLst/>
              <a:gdLst/>
              <a:ahLst/>
              <a:cxnLst/>
              <a:rect l="l" t="t" r="r" b="b"/>
              <a:pathLst>
                <a:path w="557" h="411" extrusionOk="0">
                  <a:moveTo>
                    <a:pt x="507" y="1"/>
                  </a:moveTo>
                  <a:lnTo>
                    <a:pt x="1" y="234"/>
                  </a:lnTo>
                  <a:lnTo>
                    <a:pt x="50" y="323"/>
                  </a:lnTo>
                  <a:lnTo>
                    <a:pt x="100" y="411"/>
                  </a:lnTo>
                  <a:lnTo>
                    <a:pt x="556" y="89"/>
                  </a:lnTo>
                  <a:lnTo>
                    <a:pt x="530" y="47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90" name="Google Shape;5690;p43">
              <a:extLst>
                <a:ext uri="{FF2B5EF4-FFF2-40B4-BE49-F238E27FC236}">
                  <a16:creationId xmlns:a16="http://schemas.microsoft.com/office/drawing/2014/main" id="{F2985727-4D64-EF8E-EFA3-6370B64635AB}"/>
                </a:ext>
              </a:extLst>
            </p:cNvPr>
            <p:cNvSpPr/>
            <p:nvPr/>
          </p:nvSpPr>
          <p:spPr>
            <a:xfrm>
              <a:off x="6934561" y="2798883"/>
              <a:ext cx="9826" cy="26635"/>
            </a:xfrm>
            <a:custGeom>
              <a:avLst/>
              <a:gdLst/>
              <a:ahLst/>
              <a:cxnLst/>
              <a:rect l="l" t="t" r="r" b="b"/>
              <a:pathLst>
                <a:path w="204" h="553" extrusionOk="0">
                  <a:moveTo>
                    <a:pt x="50" y="0"/>
                  </a:moveTo>
                  <a:lnTo>
                    <a:pt x="0" y="552"/>
                  </a:lnTo>
                  <a:lnTo>
                    <a:pt x="204" y="55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91" name="Google Shape;5691;p43">
              <a:extLst>
                <a:ext uri="{FF2B5EF4-FFF2-40B4-BE49-F238E27FC236}">
                  <a16:creationId xmlns:a16="http://schemas.microsoft.com/office/drawing/2014/main" id="{A8CA55A5-FCBA-688F-3DF5-12914726E8DB}"/>
                </a:ext>
              </a:extLst>
            </p:cNvPr>
            <p:cNvSpPr/>
            <p:nvPr/>
          </p:nvSpPr>
          <p:spPr>
            <a:xfrm>
              <a:off x="6940485" y="2795366"/>
              <a:ext cx="26829" cy="19796"/>
            </a:xfrm>
            <a:custGeom>
              <a:avLst/>
              <a:gdLst/>
              <a:ahLst/>
              <a:cxnLst/>
              <a:rect l="l" t="t" r="r" b="b"/>
              <a:pathLst>
                <a:path w="557" h="411" extrusionOk="0">
                  <a:moveTo>
                    <a:pt x="50" y="1"/>
                  </a:moveTo>
                  <a:lnTo>
                    <a:pt x="24" y="47"/>
                  </a:lnTo>
                  <a:lnTo>
                    <a:pt x="1" y="89"/>
                  </a:lnTo>
                  <a:lnTo>
                    <a:pt x="456" y="411"/>
                  </a:lnTo>
                  <a:lnTo>
                    <a:pt x="506" y="323"/>
                  </a:lnTo>
                  <a:lnTo>
                    <a:pt x="556" y="23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92" name="Google Shape;5692;p43">
              <a:extLst>
                <a:ext uri="{FF2B5EF4-FFF2-40B4-BE49-F238E27FC236}">
                  <a16:creationId xmlns:a16="http://schemas.microsoft.com/office/drawing/2014/main" id="{A2BFB97F-DC42-A0E6-D67D-A30CF5CE60FB}"/>
                </a:ext>
              </a:extLst>
            </p:cNvPr>
            <p:cNvSpPr/>
            <p:nvPr/>
          </p:nvSpPr>
          <p:spPr>
            <a:xfrm>
              <a:off x="6940485" y="2777304"/>
              <a:ext cx="26829" cy="19748"/>
            </a:xfrm>
            <a:custGeom>
              <a:avLst/>
              <a:gdLst/>
              <a:ahLst/>
              <a:cxnLst/>
              <a:rect l="l" t="t" r="r" b="b"/>
              <a:pathLst>
                <a:path w="557" h="410" extrusionOk="0">
                  <a:moveTo>
                    <a:pt x="456" y="1"/>
                  </a:moveTo>
                  <a:lnTo>
                    <a:pt x="1" y="322"/>
                  </a:lnTo>
                  <a:lnTo>
                    <a:pt x="24" y="368"/>
                  </a:lnTo>
                  <a:lnTo>
                    <a:pt x="50" y="410"/>
                  </a:lnTo>
                  <a:lnTo>
                    <a:pt x="556" y="176"/>
                  </a:lnTo>
                  <a:lnTo>
                    <a:pt x="506" y="88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93" name="Google Shape;5693;p43">
              <a:extLst>
                <a:ext uri="{FF2B5EF4-FFF2-40B4-BE49-F238E27FC236}">
                  <a16:creationId xmlns:a16="http://schemas.microsoft.com/office/drawing/2014/main" id="{0F766D78-80C3-CD4E-6D74-3004EC3D59FA}"/>
                </a:ext>
              </a:extLst>
            </p:cNvPr>
            <p:cNvSpPr/>
            <p:nvPr/>
          </p:nvSpPr>
          <p:spPr>
            <a:xfrm>
              <a:off x="6934079" y="2792525"/>
              <a:ext cx="10790" cy="7562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12" y="1"/>
                  </a:moveTo>
                  <a:cubicBezTo>
                    <a:pt x="102" y="1"/>
                    <a:pt x="91" y="3"/>
                    <a:pt x="79" y="6"/>
                  </a:cubicBezTo>
                  <a:lnTo>
                    <a:pt x="72" y="6"/>
                  </a:lnTo>
                  <a:cubicBezTo>
                    <a:pt x="0" y="60"/>
                    <a:pt x="38" y="157"/>
                    <a:pt x="114" y="157"/>
                  </a:cubicBezTo>
                  <a:cubicBezTo>
                    <a:pt x="123" y="157"/>
                    <a:pt x="134" y="155"/>
                    <a:pt x="145" y="152"/>
                  </a:cubicBezTo>
                  <a:cubicBezTo>
                    <a:pt x="148" y="152"/>
                    <a:pt x="148" y="148"/>
                    <a:pt x="152" y="148"/>
                  </a:cubicBezTo>
                  <a:cubicBezTo>
                    <a:pt x="223" y="94"/>
                    <a:pt x="187" y="1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94" name="Google Shape;5694;p43">
              <a:extLst>
                <a:ext uri="{FF2B5EF4-FFF2-40B4-BE49-F238E27FC236}">
                  <a16:creationId xmlns:a16="http://schemas.microsoft.com/office/drawing/2014/main" id="{F3A09271-3688-C383-BF7E-CAA553539B3E}"/>
                </a:ext>
              </a:extLst>
            </p:cNvPr>
            <p:cNvSpPr/>
            <p:nvPr/>
          </p:nvSpPr>
          <p:spPr>
            <a:xfrm>
              <a:off x="7299469" y="2728078"/>
              <a:ext cx="183663" cy="136403"/>
            </a:xfrm>
            <a:custGeom>
              <a:avLst/>
              <a:gdLst/>
              <a:ahLst/>
              <a:cxnLst/>
              <a:rect l="l" t="t" r="r" b="b"/>
              <a:pathLst>
                <a:path w="3813" h="2832" extrusionOk="0">
                  <a:moveTo>
                    <a:pt x="1906" y="0"/>
                  </a:moveTo>
                  <a:cubicBezTo>
                    <a:pt x="806" y="0"/>
                    <a:pt x="0" y="1253"/>
                    <a:pt x="836" y="2409"/>
                  </a:cubicBezTo>
                  <a:cubicBezTo>
                    <a:pt x="858" y="2440"/>
                    <a:pt x="881" y="2463"/>
                    <a:pt x="912" y="2486"/>
                  </a:cubicBezTo>
                  <a:cubicBezTo>
                    <a:pt x="1246" y="2727"/>
                    <a:pt x="1587" y="2831"/>
                    <a:pt x="1905" y="2831"/>
                  </a:cubicBezTo>
                  <a:cubicBezTo>
                    <a:pt x="3005" y="2831"/>
                    <a:pt x="3812" y="1577"/>
                    <a:pt x="2974" y="420"/>
                  </a:cubicBezTo>
                  <a:cubicBezTo>
                    <a:pt x="2954" y="393"/>
                    <a:pt x="2928" y="367"/>
                    <a:pt x="2901" y="348"/>
                  </a:cubicBezTo>
                  <a:cubicBezTo>
                    <a:pt x="2567" y="105"/>
                    <a:pt x="2224" y="0"/>
                    <a:pt x="1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95" name="Google Shape;5695;p43">
              <a:extLst>
                <a:ext uri="{FF2B5EF4-FFF2-40B4-BE49-F238E27FC236}">
                  <a16:creationId xmlns:a16="http://schemas.microsoft.com/office/drawing/2014/main" id="{145B6F26-2607-D4B9-1CBD-087CA8CCDB14}"/>
                </a:ext>
              </a:extLst>
            </p:cNvPr>
            <p:cNvSpPr/>
            <p:nvPr/>
          </p:nvSpPr>
          <p:spPr>
            <a:xfrm>
              <a:off x="7334101" y="2756207"/>
              <a:ext cx="114205" cy="80147"/>
            </a:xfrm>
            <a:custGeom>
              <a:avLst/>
              <a:gdLst/>
              <a:ahLst/>
              <a:cxnLst/>
              <a:rect l="l" t="t" r="r" b="b"/>
              <a:pathLst>
                <a:path w="2371" h="1664" extrusionOk="0">
                  <a:moveTo>
                    <a:pt x="1170" y="1"/>
                  </a:moveTo>
                  <a:cubicBezTo>
                    <a:pt x="1062" y="1"/>
                    <a:pt x="946" y="19"/>
                    <a:pt x="826" y="59"/>
                  </a:cubicBezTo>
                  <a:cubicBezTo>
                    <a:pt x="806" y="62"/>
                    <a:pt x="791" y="74"/>
                    <a:pt x="776" y="82"/>
                  </a:cubicBezTo>
                  <a:cubicBezTo>
                    <a:pt x="1" y="644"/>
                    <a:pt x="398" y="1663"/>
                    <a:pt x="1208" y="1663"/>
                  </a:cubicBezTo>
                  <a:cubicBezTo>
                    <a:pt x="1315" y="1663"/>
                    <a:pt x="1430" y="1645"/>
                    <a:pt x="1549" y="1607"/>
                  </a:cubicBezTo>
                  <a:cubicBezTo>
                    <a:pt x="1569" y="1599"/>
                    <a:pt x="1584" y="1592"/>
                    <a:pt x="1600" y="1580"/>
                  </a:cubicBezTo>
                  <a:cubicBezTo>
                    <a:pt x="2371" y="1019"/>
                    <a:pt x="1978" y="1"/>
                    <a:pt x="1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96" name="Google Shape;5696;p43">
              <a:extLst>
                <a:ext uri="{FF2B5EF4-FFF2-40B4-BE49-F238E27FC236}">
                  <a16:creationId xmlns:a16="http://schemas.microsoft.com/office/drawing/2014/main" id="{B710325A-26C7-BCBA-F8B5-8AA331F68147}"/>
                </a:ext>
              </a:extLst>
            </p:cNvPr>
            <p:cNvSpPr/>
            <p:nvPr/>
          </p:nvSpPr>
          <p:spPr>
            <a:xfrm>
              <a:off x="7337135" y="2758327"/>
              <a:ext cx="108184" cy="75860"/>
            </a:xfrm>
            <a:custGeom>
              <a:avLst/>
              <a:gdLst/>
              <a:ahLst/>
              <a:cxnLst/>
              <a:rect l="l" t="t" r="r" b="b"/>
              <a:pathLst>
                <a:path w="2246" h="1575" extrusionOk="0">
                  <a:moveTo>
                    <a:pt x="1103" y="0"/>
                  </a:moveTo>
                  <a:cubicBezTo>
                    <a:pt x="1002" y="0"/>
                    <a:pt x="894" y="17"/>
                    <a:pt x="782" y="53"/>
                  </a:cubicBezTo>
                  <a:cubicBezTo>
                    <a:pt x="763" y="61"/>
                    <a:pt x="747" y="68"/>
                    <a:pt x="732" y="80"/>
                  </a:cubicBezTo>
                  <a:cubicBezTo>
                    <a:pt x="0" y="609"/>
                    <a:pt x="376" y="1574"/>
                    <a:pt x="1146" y="1574"/>
                  </a:cubicBezTo>
                  <a:cubicBezTo>
                    <a:pt x="1247" y="1574"/>
                    <a:pt x="1355" y="1557"/>
                    <a:pt x="1468" y="1521"/>
                  </a:cubicBezTo>
                  <a:cubicBezTo>
                    <a:pt x="1483" y="1513"/>
                    <a:pt x="1502" y="1505"/>
                    <a:pt x="1514" y="1494"/>
                  </a:cubicBezTo>
                  <a:cubicBezTo>
                    <a:pt x="2245" y="965"/>
                    <a:pt x="1869" y="0"/>
                    <a:pt x="11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97" name="Google Shape;5697;p43">
              <a:extLst>
                <a:ext uri="{FF2B5EF4-FFF2-40B4-BE49-F238E27FC236}">
                  <a16:creationId xmlns:a16="http://schemas.microsoft.com/office/drawing/2014/main" id="{38745D34-A15D-9F15-DB94-2EE029F57241}"/>
                </a:ext>
              </a:extLst>
            </p:cNvPr>
            <p:cNvSpPr/>
            <p:nvPr/>
          </p:nvSpPr>
          <p:spPr>
            <a:xfrm>
              <a:off x="7350766" y="2767815"/>
              <a:ext cx="80970" cy="56883"/>
            </a:xfrm>
            <a:custGeom>
              <a:avLst/>
              <a:gdLst/>
              <a:ahLst/>
              <a:cxnLst/>
              <a:rect l="l" t="t" r="r" b="b"/>
              <a:pathLst>
                <a:path w="1681" h="1181" extrusionOk="0">
                  <a:moveTo>
                    <a:pt x="822" y="1"/>
                  </a:moveTo>
                  <a:cubicBezTo>
                    <a:pt x="747" y="1"/>
                    <a:pt x="667" y="13"/>
                    <a:pt x="583" y="40"/>
                  </a:cubicBezTo>
                  <a:cubicBezTo>
                    <a:pt x="572" y="44"/>
                    <a:pt x="560" y="51"/>
                    <a:pt x="549" y="60"/>
                  </a:cubicBezTo>
                  <a:cubicBezTo>
                    <a:pt x="0" y="458"/>
                    <a:pt x="280" y="1181"/>
                    <a:pt x="854" y="1181"/>
                  </a:cubicBezTo>
                  <a:cubicBezTo>
                    <a:pt x="930" y="1181"/>
                    <a:pt x="1012" y="1168"/>
                    <a:pt x="1097" y="1140"/>
                  </a:cubicBezTo>
                  <a:cubicBezTo>
                    <a:pt x="1111" y="1136"/>
                    <a:pt x="1123" y="1128"/>
                    <a:pt x="1134" y="1121"/>
                  </a:cubicBezTo>
                  <a:cubicBezTo>
                    <a:pt x="1680" y="724"/>
                    <a:pt x="1399" y="1"/>
                    <a:pt x="8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98" name="Google Shape;5698;p43">
              <a:extLst>
                <a:ext uri="{FF2B5EF4-FFF2-40B4-BE49-F238E27FC236}">
                  <a16:creationId xmlns:a16="http://schemas.microsoft.com/office/drawing/2014/main" id="{6FB12494-E15E-B9A2-920F-332F0E4C54EF}"/>
                </a:ext>
              </a:extLst>
            </p:cNvPr>
            <p:cNvSpPr/>
            <p:nvPr/>
          </p:nvSpPr>
          <p:spPr>
            <a:xfrm>
              <a:off x="7380003" y="2788190"/>
              <a:ext cx="22639" cy="16039"/>
            </a:xfrm>
            <a:custGeom>
              <a:avLst/>
              <a:gdLst/>
              <a:ahLst/>
              <a:cxnLst/>
              <a:rect l="l" t="t" r="r" b="b"/>
              <a:pathLst>
                <a:path w="470" h="333" extrusionOk="0">
                  <a:moveTo>
                    <a:pt x="231" y="1"/>
                  </a:moveTo>
                  <a:cubicBezTo>
                    <a:pt x="210" y="1"/>
                    <a:pt x="187" y="4"/>
                    <a:pt x="164" y="12"/>
                  </a:cubicBezTo>
                  <a:cubicBezTo>
                    <a:pt x="159" y="15"/>
                    <a:pt x="156" y="15"/>
                    <a:pt x="152" y="19"/>
                  </a:cubicBezTo>
                  <a:cubicBezTo>
                    <a:pt x="0" y="131"/>
                    <a:pt x="78" y="333"/>
                    <a:pt x="239" y="333"/>
                  </a:cubicBezTo>
                  <a:cubicBezTo>
                    <a:pt x="260" y="333"/>
                    <a:pt x="282" y="329"/>
                    <a:pt x="306" y="322"/>
                  </a:cubicBezTo>
                  <a:cubicBezTo>
                    <a:pt x="309" y="322"/>
                    <a:pt x="313" y="318"/>
                    <a:pt x="317" y="314"/>
                  </a:cubicBezTo>
                  <a:cubicBezTo>
                    <a:pt x="470" y="203"/>
                    <a:pt x="391" y="1"/>
                    <a:pt x="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699" name="Google Shape;5699;p43">
              <a:extLst>
                <a:ext uri="{FF2B5EF4-FFF2-40B4-BE49-F238E27FC236}">
                  <a16:creationId xmlns:a16="http://schemas.microsoft.com/office/drawing/2014/main" id="{78B50B86-8824-7B42-7DF3-0FE08D723FB9}"/>
                </a:ext>
              </a:extLst>
            </p:cNvPr>
            <p:cNvSpPr/>
            <p:nvPr/>
          </p:nvSpPr>
          <p:spPr>
            <a:xfrm>
              <a:off x="7386361" y="2766948"/>
              <a:ext cx="9874" cy="26780"/>
            </a:xfrm>
            <a:custGeom>
              <a:avLst/>
              <a:gdLst/>
              <a:ahLst/>
              <a:cxnLst/>
              <a:rect l="l" t="t" r="r" b="b"/>
              <a:pathLst>
                <a:path w="205" h="556" extrusionOk="0">
                  <a:moveTo>
                    <a:pt x="1" y="0"/>
                  </a:moveTo>
                  <a:lnTo>
                    <a:pt x="50" y="556"/>
                  </a:lnTo>
                  <a:lnTo>
                    <a:pt x="154" y="55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00" name="Google Shape;5700;p43">
              <a:extLst>
                <a:ext uri="{FF2B5EF4-FFF2-40B4-BE49-F238E27FC236}">
                  <a16:creationId xmlns:a16="http://schemas.microsoft.com/office/drawing/2014/main" id="{CFB25848-3D12-81C2-34C6-8E8789CCD58F}"/>
                </a:ext>
              </a:extLst>
            </p:cNvPr>
            <p:cNvSpPr/>
            <p:nvPr/>
          </p:nvSpPr>
          <p:spPr>
            <a:xfrm>
              <a:off x="7363530" y="2777304"/>
              <a:ext cx="26781" cy="19748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100" y="1"/>
                  </a:moveTo>
                  <a:lnTo>
                    <a:pt x="50" y="88"/>
                  </a:lnTo>
                  <a:lnTo>
                    <a:pt x="0" y="176"/>
                  </a:lnTo>
                  <a:lnTo>
                    <a:pt x="506" y="410"/>
                  </a:lnTo>
                  <a:lnTo>
                    <a:pt x="529" y="368"/>
                  </a:lnTo>
                  <a:lnTo>
                    <a:pt x="556" y="32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01" name="Google Shape;5701;p43">
              <a:extLst>
                <a:ext uri="{FF2B5EF4-FFF2-40B4-BE49-F238E27FC236}">
                  <a16:creationId xmlns:a16="http://schemas.microsoft.com/office/drawing/2014/main" id="{CB90B3C0-1FCA-BE82-1ECA-AC2E17A68E7D}"/>
                </a:ext>
              </a:extLst>
            </p:cNvPr>
            <p:cNvSpPr/>
            <p:nvPr/>
          </p:nvSpPr>
          <p:spPr>
            <a:xfrm>
              <a:off x="7363530" y="2795366"/>
              <a:ext cx="26781" cy="19796"/>
            </a:xfrm>
            <a:custGeom>
              <a:avLst/>
              <a:gdLst/>
              <a:ahLst/>
              <a:cxnLst/>
              <a:rect l="l" t="t" r="r" b="b"/>
              <a:pathLst>
                <a:path w="556" h="411" extrusionOk="0">
                  <a:moveTo>
                    <a:pt x="506" y="1"/>
                  </a:moveTo>
                  <a:lnTo>
                    <a:pt x="0" y="234"/>
                  </a:lnTo>
                  <a:lnTo>
                    <a:pt x="50" y="323"/>
                  </a:lnTo>
                  <a:lnTo>
                    <a:pt x="100" y="411"/>
                  </a:lnTo>
                  <a:lnTo>
                    <a:pt x="556" y="89"/>
                  </a:lnTo>
                  <a:lnTo>
                    <a:pt x="529" y="4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02" name="Google Shape;5702;p43">
              <a:extLst>
                <a:ext uri="{FF2B5EF4-FFF2-40B4-BE49-F238E27FC236}">
                  <a16:creationId xmlns:a16="http://schemas.microsoft.com/office/drawing/2014/main" id="{CD480A76-A4BE-8974-6CB8-56EE578BC241}"/>
                </a:ext>
              </a:extLst>
            </p:cNvPr>
            <p:cNvSpPr/>
            <p:nvPr/>
          </p:nvSpPr>
          <p:spPr>
            <a:xfrm>
              <a:off x="7386361" y="2798883"/>
              <a:ext cx="9874" cy="26635"/>
            </a:xfrm>
            <a:custGeom>
              <a:avLst/>
              <a:gdLst/>
              <a:ahLst/>
              <a:cxnLst/>
              <a:rect l="l" t="t" r="r" b="b"/>
              <a:pathLst>
                <a:path w="205" h="553" extrusionOk="0">
                  <a:moveTo>
                    <a:pt x="50" y="0"/>
                  </a:moveTo>
                  <a:lnTo>
                    <a:pt x="1" y="552"/>
                  </a:lnTo>
                  <a:lnTo>
                    <a:pt x="204" y="55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03" name="Google Shape;5703;p43">
              <a:extLst>
                <a:ext uri="{FF2B5EF4-FFF2-40B4-BE49-F238E27FC236}">
                  <a16:creationId xmlns:a16="http://schemas.microsoft.com/office/drawing/2014/main" id="{339BBDD6-7930-3C5F-A4FF-94D55FC64C48}"/>
                </a:ext>
              </a:extLst>
            </p:cNvPr>
            <p:cNvSpPr/>
            <p:nvPr/>
          </p:nvSpPr>
          <p:spPr>
            <a:xfrm>
              <a:off x="7392334" y="2795366"/>
              <a:ext cx="26781" cy="19796"/>
            </a:xfrm>
            <a:custGeom>
              <a:avLst/>
              <a:gdLst/>
              <a:ahLst/>
              <a:cxnLst/>
              <a:rect l="l" t="t" r="r" b="b"/>
              <a:pathLst>
                <a:path w="556" h="411" extrusionOk="0">
                  <a:moveTo>
                    <a:pt x="50" y="1"/>
                  </a:moveTo>
                  <a:lnTo>
                    <a:pt x="23" y="47"/>
                  </a:lnTo>
                  <a:lnTo>
                    <a:pt x="0" y="89"/>
                  </a:lnTo>
                  <a:lnTo>
                    <a:pt x="455" y="411"/>
                  </a:lnTo>
                  <a:lnTo>
                    <a:pt x="506" y="323"/>
                  </a:lnTo>
                  <a:lnTo>
                    <a:pt x="556" y="23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04" name="Google Shape;5704;p43">
              <a:extLst>
                <a:ext uri="{FF2B5EF4-FFF2-40B4-BE49-F238E27FC236}">
                  <a16:creationId xmlns:a16="http://schemas.microsoft.com/office/drawing/2014/main" id="{F6C309D9-F007-BE50-085B-3E610A4104C6}"/>
                </a:ext>
              </a:extLst>
            </p:cNvPr>
            <p:cNvSpPr/>
            <p:nvPr/>
          </p:nvSpPr>
          <p:spPr>
            <a:xfrm>
              <a:off x="7392334" y="2777304"/>
              <a:ext cx="26781" cy="19748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455" y="1"/>
                  </a:moveTo>
                  <a:lnTo>
                    <a:pt x="0" y="322"/>
                  </a:lnTo>
                  <a:lnTo>
                    <a:pt x="23" y="368"/>
                  </a:lnTo>
                  <a:lnTo>
                    <a:pt x="50" y="410"/>
                  </a:lnTo>
                  <a:lnTo>
                    <a:pt x="556" y="176"/>
                  </a:lnTo>
                  <a:lnTo>
                    <a:pt x="506" y="8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05" name="Google Shape;5705;p43">
              <a:extLst>
                <a:ext uri="{FF2B5EF4-FFF2-40B4-BE49-F238E27FC236}">
                  <a16:creationId xmlns:a16="http://schemas.microsoft.com/office/drawing/2014/main" id="{015CACD0-A5DC-0E15-0080-A50EC36F0E9D}"/>
                </a:ext>
              </a:extLst>
            </p:cNvPr>
            <p:cNvSpPr/>
            <p:nvPr/>
          </p:nvSpPr>
          <p:spPr>
            <a:xfrm>
              <a:off x="7385879" y="2792525"/>
              <a:ext cx="10790" cy="7562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12" y="1"/>
                  </a:moveTo>
                  <a:cubicBezTo>
                    <a:pt x="102" y="1"/>
                    <a:pt x="91" y="3"/>
                    <a:pt x="80" y="6"/>
                  </a:cubicBezTo>
                  <a:lnTo>
                    <a:pt x="72" y="6"/>
                  </a:lnTo>
                  <a:cubicBezTo>
                    <a:pt x="1" y="60"/>
                    <a:pt x="38" y="157"/>
                    <a:pt x="114" y="157"/>
                  </a:cubicBezTo>
                  <a:cubicBezTo>
                    <a:pt x="124" y="157"/>
                    <a:pt x="134" y="155"/>
                    <a:pt x="145" y="152"/>
                  </a:cubicBezTo>
                  <a:cubicBezTo>
                    <a:pt x="149" y="152"/>
                    <a:pt x="149" y="148"/>
                    <a:pt x="152" y="148"/>
                  </a:cubicBezTo>
                  <a:cubicBezTo>
                    <a:pt x="224" y="94"/>
                    <a:pt x="187" y="1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06" name="Google Shape;5706;p43">
              <a:extLst>
                <a:ext uri="{FF2B5EF4-FFF2-40B4-BE49-F238E27FC236}">
                  <a16:creationId xmlns:a16="http://schemas.microsoft.com/office/drawing/2014/main" id="{D4B2FC60-75AE-5846-6FC3-52532EA7673B}"/>
                </a:ext>
              </a:extLst>
            </p:cNvPr>
            <p:cNvSpPr/>
            <p:nvPr/>
          </p:nvSpPr>
          <p:spPr>
            <a:xfrm>
              <a:off x="6803356" y="2682609"/>
              <a:ext cx="29382" cy="56016"/>
            </a:xfrm>
            <a:custGeom>
              <a:avLst/>
              <a:gdLst/>
              <a:ahLst/>
              <a:cxnLst/>
              <a:rect l="l" t="t" r="r" b="b"/>
              <a:pathLst>
                <a:path w="610" h="1163" extrusionOk="0">
                  <a:moveTo>
                    <a:pt x="318" y="1"/>
                  </a:moveTo>
                  <a:cubicBezTo>
                    <a:pt x="231" y="1"/>
                    <a:pt x="138" y="8"/>
                    <a:pt x="38" y="23"/>
                  </a:cubicBezTo>
                  <a:cubicBezTo>
                    <a:pt x="0" y="464"/>
                    <a:pt x="38" y="1157"/>
                    <a:pt x="38" y="1157"/>
                  </a:cubicBezTo>
                  <a:cubicBezTo>
                    <a:pt x="99" y="1161"/>
                    <a:pt x="180" y="1163"/>
                    <a:pt x="261" y="1163"/>
                  </a:cubicBezTo>
                  <a:cubicBezTo>
                    <a:pt x="422" y="1163"/>
                    <a:pt x="582" y="1157"/>
                    <a:pt x="582" y="1157"/>
                  </a:cubicBezTo>
                  <a:cubicBezTo>
                    <a:pt x="609" y="743"/>
                    <a:pt x="563" y="23"/>
                    <a:pt x="563" y="23"/>
                  </a:cubicBezTo>
                  <a:cubicBezTo>
                    <a:pt x="487" y="8"/>
                    <a:pt x="405" y="1"/>
                    <a:pt x="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07" name="Google Shape;5707;p43">
              <a:extLst>
                <a:ext uri="{FF2B5EF4-FFF2-40B4-BE49-F238E27FC236}">
                  <a16:creationId xmlns:a16="http://schemas.microsoft.com/office/drawing/2014/main" id="{DC8CE4DA-5080-6073-8C33-FA801AB6FBCF}"/>
                </a:ext>
              </a:extLst>
            </p:cNvPr>
            <p:cNvSpPr/>
            <p:nvPr/>
          </p:nvSpPr>
          <p:spPr>
            <a:xfrm>
              <a:off x="6810147" y="2730776"/>
              <a:ext cx="11512" cy="578"/>
            </a:xfrm>
            <a:custGeom>
              <a:avLst/>
              <a:gdLst/>
              <a:ahLst/>
              <a:cxnLst/>
              <a:rect l="l" t="t" r="r" b="b"/>
              <a:pathLst>
                <a:path w="239" h="12" extrusionOk="0">
                  <a:moveTo>
                    <a:pt x="1" y="1"/>
                  </a:moveTo>
                  <a:lnTo>
                    <a:pt x="1" y="12"/>
                  </a:lnTo>
                  <a:lnTo>
                    <a:pt x="238" y="1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08" name="Google Shape;5708;p43">
              <a:extLst>
                <a:ext uri="{FF2B5EF4-FFF2-40B4-BE49-F238E27FC236}">
                  <a16:creationId xmlns:a16="http://schemas.microsoft.com/office/drawing/2014/main" id="{7740C9CA-1EB9-94E4-EDFE-81D090903CF9}"/>
                </a:ext>
              </a:extLst>
            </p:cNvPr>
            <p:cNvSpPr/>
            <p:nvPr/>
          </p:nvSpPr>
          <p:spPr>
            <a:xfrm>
              <a:off x="6810147" y="2724851"/>
              <a:ext cx="11512" cy="626"/>
            </a:xfrm>
            <a:custGeom>
              <a:avLst/>
              <a:gdLst/>
              <a:ahLst/>
              <a:cxnLst/>
              <a:rect l="l" t="t" r="r" b="b"/>
              <a:pathLst>
                <a:path w="239" h="13" extrusionOk="0">
                  <a:moveTo>
                    <a:pt x="1" y="1"/>
                  </a:moveTo>
                  <a:lnTo>
                    <a:pt x="1" y="13"/>
                  </a:lnTo>
                  <a:lnTo>
                    <a:pt x="238" y="13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09" name="Google Shape;5709;p43">
              <a:extLst>
                <a:ext uri="{FF2B5EF4-FFF2-40B4-BE49-F238E27FC236}">
                  <a16:creationId xmlns:a16="http://schemas.microsoft.com/office/drawing/2014/main" id="{55270B3F-D065-1E47-0C89-8911C3191772}"/>
                </a:ext>
              </a:extLst>
            </p:cNvPr>
            <p:cNvSpPr/>
            <p:nvPr/>
          </p:nvSpPr>
          <p:spPr>
            <a:xfrm>
              <a:off x="6810147" y="2718975"/>
              <a:ext cx="11512" cy="578"/>
            </a:xfrm>
            <a:custGeom>
              <a:avLst/>
              <a:gdLst/>
              <a:ahLst/>
              <a:cxnLst/>
              <a:rect l="l" t="t" r="r" b="b"/>
              <a:pathLst>
                <a:path w="239" h="12" extrusionOk="0">
                  <a:moveTo>
                    <a:pt x="1" y="0"/>
                  </a:moveTo>
                  <a:lnTo>
                    <a:pt x="1" y="11"/>
                  </a:lnTo>
                  <a:lnTo>
                    <a:pt x="238" y="11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10" name="Google Shape;5710;p43">
              <a:extLst>
                <a:ext uri="{FF2B5EF4-FFF2-40B4-BE49-F238E27FC236}">
                  <a16:creationId xmlns:a16="http://schemas.microsoft.com/office/drawing/2014/main" id="{73FD5C57-B8E7-E486-9257-873B4EC26A70}"/>
                </a:ext>
              </a:extLst>
            </p:cNvPr>
            <p:cNvSpPr/>
            <p:nvPr/>
          </p:nvSpPr>
          <p:spPr>
            <a:xfrm>
              <a:off x="6857206" y="2484502"/>
              <a:ext cx="544726" cy="146855"/>
            </a:xfrm>
            <a:custGeom>
              <a:avLst/>
              <a:gdLst/>
              <a:ahLst/>
              <a:cxnLst/>
              <a:rect l="l" t="t" r="r" b="b"/>
              <a:pathLst>
                <a:path w="11309" h="3049" extrusionOk="0">
                  <a:moveTo>
                    <a:pt x="2921" y="1"/>
                  </a:moveTo>
                  <a:cubicBezTo>
                    <a:pt x="1834" y="1"/>
                    <a:pt x="897" y="21"/>
                    <a:pt x="315" y="67"/>
                  </a:cubicBezTo>
                  <a:cubicBezTo>
                    <a:pt x="16" y="1220"/>
                    <a:pt x="1" y="2332"/>
                    <a:pt x="9" y="2806"/>
                  </a:cubicBezTo>
                  <a:cubicBezTo>
                    <a:pt x="13" y="2941"/>
                    <a:pt x="120" y="3048"/>
                    <a:pt x="258" y="3048"/>
                  </a:cubicBezTo>
                  <a:lnTo>
                    <a:pt x="11309" y="3048"/>
                  </a:lnTo>
                  <a:cubicBezTo>
                    <a:pt x="11197" y="1676"/>
                    <a:pt x="10596" y="270"/>
                    <a:pt x="10596" y="270"/>
                  </a:cubicBezTo>
                  <a:cubicBezTo>
                    <a:pt x="9075" y="118"/>
                    <a:pt x="5555" y="1"/>
                    <a:pt x="29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11" name="Google Shape;5711;p43">
              <a:extLst>
                <a:ext uri="{FF2B5EF4-FFF2-40B4-BE49-F238E27FC236}">
                  <a16:creationId xmlns:a16="http://schemas.microsoft.com/office/drawing/2014/main" id="{D60F64BE-3C1D-E949-7475-88FFD4F72B40}"/>
                </a:ext>
              </a:extLst>
            </p:cNvPr>
            <p:cNvSpPr/>
            <p:nvPr/>
          </p:nvSpPr>
          <p:spPr>
            <a:xfrm>
              <a:off x="6859662" y="2486765"/>
              <a:ext cx="539717" cy="142376"/>
            </a:xfrm>
            <a:custGeom>
              <a:avLst/>
              <a:gdLst/>
              <a:ahLst/>
              <a:cxnLst/>
              <a:rect l="l" t="t" r="r" b="b"/>
              <a:pathLst>
                <a:path w="11205" h="2956" extrusionOk="0">
                  <a:moveTo>
                    <a:pt x="2874" y="0"/>
                  </a:moveTo>
                  <a:cubicBezTo>
                    <a:pt x="1950" y="0"/>
                    <a:pt x="1191" y="16"/>
                    <a:pt x="644" y="43"/>
                  </a:cubicBezTo>
                  <a:cubicBezTo>
                    <a:pt x="437" y="55"/>
                    <a:pt x="264" y="200"/>
                    <a:pt x="222" y="403"/>
                  </a:cubicBezTo>
                  <a:cubicBezTo>
                    <a:pt x="8" y="1426"/>
                    <a:pt x="0" y="2372"/>
                    <a:pt x="4" y="2759"/>
                  </a:cubicBezTo>
                  <a:cubicBezTo>
                    <a:pt x="8" y="2867"/>
                    <a:pt x="96" y="2955"/>
                    <a:pt x="207" y="2955"/>
                  </a:cubicBezTo>
                  <a:lnTo>
                    <a:pt x="11204" y="2955"/>
                  </a:lnTo>
                  <a:cubicBezTo>
                    <a:pt x="11097" y="1725"/>
                    <a:pt x="10595" y="464"/>
                    <a:pt x="10515" y="269"/>
                  </a:cubicBezTo>
                  <a:cubicBezTo>
                    <a:pt x="10097" y="227"/>
                    <a:pt x="9530" y="188"/>
                    <a:pt x="8867" y="154"/>
                  </a:cubicBezTo>
                  <a:cubicBezTo>
                    <a:pt x="8617" y="138"/>
                    <a:pt x="8353" y="127"/>
                    <a:pt x="8078" y="115"/>
                  </a:cubicBezTo>
                  <a:cubicBezTo>
                    <a:pt x="8047" y="115"/>
                    <a:pt x="8012" y="112"/>
                    <a:pt x="7982" y="112"/>
                  </a:cubicBezTo>
                  <a:cubicBezTo>
                    <a:pt x="7874" y="108"/>
                    <a:pt x="7767" y="104"/>
                    <a:pt x="7660" y="96"/>
                  </a:cubicBezTo>
                  <a:cubicBezTo>
                    <a:pt x="6801" y="66"/>
                    <a:pt x="5863" y="39"/>
                    <a:pt x="4931" y="20"/>
                  </a:cubicBezTo>
                  <a:cubicBezTo>
                    <a:pt x="4671" y="16"/>
                    <a:pt x="4410" y="12"/>
                    <a:pt x="4153" y="9"/>
                  </a:cubicBezTo>
                  <a:lnTo>
                    <a:pt x="4061" y="9"/>
                  </a:lnTo>
                  <a:cubicBezTo>
                    <a:pt x="3950" y="9"/>
                    <a:pt x="3840" y="4"/>
                    <a:pt x="3728" y="4"/>
                  </a:cubicBezTo>
                  <a:cubicBezTo>
                    <a:pt x="3437" y="4"/>
                    <a:pt x="3154" y="0"/>
                    <a:pt x="28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12" name="Google Shape;5712;p43">
              <a:extLst>
                <a:ext uri="{FF2B5EF4-FFF2-40B4-BE49-F238E27FC236}">
                  <a16:creationId xmlns:a16="http://schemas.microsoft.com/office/drawing/2014/main" id="{BF1F5F66-D4A0-337A-E9B5-D5704FB5C115}"/>
                </a:ext>
              </a:extLst>
            </p:cNvPr>
            <p:cNvSpPr/>
            <p:nvPr/>
          </p:nvSpPr>
          <p:spPr>
            <a:xfrm>
              <a:off x="6934175" y="2636996"/>
              <a:ext cx="474787" cy="136114"/>
            </a:xfrm>
            <a:custGeom>
              <a:avLst/>
              <a:gdLst/>
              <a:ahLst/>
              <a:cxnLst/>
              <a:rect l="l" t="t" r="r" b="b"/>
              <a:pathLst>
                <a:path w="9857" h="2826" extrusionOk="0">
                  <a:moveTo>
                    <a:pt x="47" y="1"/>
                  </a:moveTo>
                  <a:lnTo>
                    <a:pt x="1" y="821"/>
                  </a:lnTo>
                  <a:lnTo>
                    <a:pt x="8" y="821"/>
                  </a:lnTo>
                  <a:cubicBezTo>
                    <a:pt x="821" y="1009"/>
                    <a:pt x="1391" y="1506"/>
                    <a:pt x="1759" y="1963"/>
                  </a:cubicBezTo>
                  <a:cubicBezTo>
                    <a:pt x="1940" y="2189"/>
                    <a:pt x="2074" y="2403"/>
                    <a:pt x="2162" y="2560"/>
                  </a:cubicBezTo>
                  <a:cubicBezTo>
                    <a:pt x="2204" y="2638"/>
                    <a:pt x="2235" y="2702"/>
                    <a:pt x="2258" y="2748"/>
                  </a:cubicBezTo>
                  <a:cubicBezTo>
                    <a:pt x="2265" y="2771"/>
                    <a:pt x="2273" y="2787"/>
                    <a:pt x="2281" y="2802"/>
                  </a:cubicBezTo>
                  <a:cubicBezTo>
                    <a:pt x="2284" y="2813"/>
                    <a:pt x="2288" y="2817"/>
                    <a:pt x="2288" y="2817"/>
                  </a:cubicBezTo>
                  <a:lnTo>
                    <a:pt x="2288" y="2825"/>
                  </a:lnTo>
                  <a:lnTo>
                    <a:pt x="7641" y="2825"/>
                  </a:lnTo>
                  <a:lnTo>
                    <a:pt x="7641" y="2817"/>
                  </a:lnTo>
                  <a:cubicBezTo>
                    <a:pt x="7929" y="2136"/>
                    <a:pt x="8354" y="1768"/>
                    <a:pt x="8757" y="1564"/>
                  </a:cubicBezTo>
                  <a:cubicBezTo>
                    <a:pt x="9155" y="1365"/>
                    <a:pt x="9530" y="1334"/>
                    <a:pt x="9723" y="1334"/>
                  </a:cubicBezTo>
                  <a:cubicBezTo>
                    <a:pt x="9760" y="1334"/>
                    <a:pt x="9792" y="1338"/>
                    <a:pt x="9815" y="1338"/>
                  </a:cubicBezTo>
                  <a:lnTo>
                    <a:pt x="9838" y="1338"/>
                  </a:lnTo>
                  <a:lnTo>
                    <a:pt x="9845" y="1342"/>
                  </a:lnTo>
                  <a:lnTo>
                    <a:pt x="9857" y="1342"/>
                  </a:lnTo>
                  <a:lnTo>
                    <a:pt x="9684" y="1"/>
                  </a:lnTo>
                  <a:lnTo>
                    <a:pt x="9668" y="5"/>
                  </a:lnTo>
                  <a:lnTo>
                    <a:pt x="9840" y="1326"/>
                  </a:lnTo>
                  <a:lnTo>
                    <a:pt x="9840" y="1326"/>
                  </a:lnTo>
                  <a:cubicBezTo>
                    <a:pt x="9823" y="1323"/>
                    <a:pt x="9783" y="1319"/>
                    <a:pt x="9723" y="1319"/>
                  </a:cubicBezTo>
                  <a:cubicBezTo>
                    <a:pt x="9530" y="1319"/>
                    <a:pt x="9152" y="1350"/>
                    <a:pt x="8749" y="1552"/>
                  </a:cubicBezTo>
                  <a:cubicBezTo>
                    <a:pt x="8348" y="1752"/>
                    <a:pt x="7919" y="2126"/>
                    <a:pt x="7632" y="2810"/>
                  </a:cubicBezTo>
                  <a:lnTo>
                    <a:pt x="2299" y="2810"/>
                  </a:lnTo>
                  <a:cubicBezTo>
                    <a:pt x="2282" y="2768"/>
                    <a:pt x="2119" y="2382"/>
                    <a:pt x="1771" y="1952"/>
                  </a:cubicBezTo>
                  <a:cubicBezTo>
                    <a:pt x="1405" y="1501"/>
                    <a:pt x="833" y="1000"/>
                    <a:pt x="17" y="808"/>
                  </a:cubicBezTo>
                  <a:lnTo>
                    <a:pt x="17" y="808"/>
                  </a:lnTo>
                  <a:lnTo>
                    <a:pt x="63" y="5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13" name="Google Shape;5713;p43">
              <a:extLst>
                <a:ext uri="{FF2B5EF4-FFF2-40B4-BE49-F238E27FC236}">
                  <a16:creationId xmlns:a16="http://schemas.microsoft.com/office/drawing/2014/main" id="{054D2327-7F4B-3724-7DC3-42B50DF80B2A}"/>
                </a:ext>
              </a:extLst>
            </p:cNvPr>
            <p:cNvSpPr/>
            <p:nvPr/>
          </p:nvSpPr>
          <p:spPr>
            <a:xfrm>
              <a:off x="7249472" y="2636996"/>
              <a:ext cx="10693" cy="135681"/>
            </a:xfrm>
            <a:custGeom>
              <a:avLst/>
              <a:gdLst/>
              <a:ahLst/>
              <a:cxnLst/>
              <a:rect l="l" t="t" r="r" b="b"/>
              <a:pathLst>
                <a:path w="222" h="2817" extrusionOk="0">
                  <a:moveTo>
                    <a:pt x="15" y="1"/>
                  </a:moveTo>
                  <a:lnTo>
                    <a:pt x="0" y="5"/>
                  </a:lnTo>
                  <a:cubicBezTo>
                    <a:pt x="73" y="503"/>
                    <a:pt x="126" y="1204"/>
                    <a:pt x="157" y="1782"/>
                  </a:cubicBezTo>
                  <a:cubicBezTo>
                    <a:pt x="176" y="2074"/>
                    <a:pt x="188" y="2330"/>
                    <a:pt x="195" y="2518"/>
                  </a:cubicBezTo>
                  <a:cubicBezTo>
                    <a:pt x="199" y="2610"/>
                    <a:pt x="202" y="2684"/>
                    <a:pt x="207" y="2737"/>
                  </a:cubicBezTo>
                  <a:lnTo>
                    <a:pt x="207" y="2817"/>
                  </a:lnTo>
                  <a:lnTo>
                    <a:pt x="222" y="2817"/>
                  </a:lnTo>
                  <a:cubicBezTo>
                    <a:pt x="222" y="2817"/>
                    <a:pt x="161" y="1001"/>
                    <a:pt x="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14" name="Google Shape;5714;p43">
              <a:extLst>
                <a:ext uri="{FF2B5EF4-FFF2-40B4-BE49-F238E27FC236}">
                  <a16:creationId xmlns:a16="http://schemas.microsoft.com/office/drawing/2014/main" id="{FFED1C17-065C-D340-AC54-03C49D395ABD}"/>
                </a:ext>
              </a:extLst>
            </p:cNvPr>
            <p:cNvSpPr/>
            <p:nvPr/>
          </p:nvSpPr>
          <p:spPr>
            <a:xfrm>
              <a:off x="7091968" y="2636996"/>
              <a:ext cx="4142" cy="135681"/>
            </a:xfrm>
            <a:custGeom>
              <a:avLst/>
              <a:gdLst/>
              <a:ahLst/>
              <a:cxnLst/>
              <a:rect l="l" t="t" r="r" b="b"/>
              <a:pathLst>
                <a:path w="86" h="2817" extrusionOk="0">
                  <a:moveTo>
                    <a:pt x="16" y="1"/>
                  </a:moveTo>
                  <a:lnTo>
                    <a:pt x="1" y="5"/>
                  </a:lnTo>
                  <a:cubicBezTo>
                    <a:pt x="36" y="434"/>
                    <a:pt x="55" y="1139"/>
                    <a:pt x="62" y="1733"/>
                  </a:cubicBezTo>
                  <a:cubicBezTo>
                    <a:pt x="66" y="2032"/>
                    <a:pt x="70" y="2304"/>
                    <a:pt x="70" y="2500"/>
                  </a:cubicBezTo>
                  <a:cubicBezTo>
                    <a:pt x="70" y="2595"/>
                    <a:pt x="74" y="2675"/>
                    <a:pt x="74" y="2730"/>
                  </a:cubicBezTo>
                  <a:lnTo>
                    <a:pt x="74" y="2817"/>
                  </a:lnTo>
                  <a:lnTo>
                    <a:pt x="85" y="2817"/>
                  </a:lnTo>
                  <a:cubicBezTo>
                    <a:pt x="85" y="2817"/>
                    <a:pt x="85" y="867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15" name="Google Shape;5715;p43">
              <a:extLst>
                <a:ext uri="{FF2B5EF4-FFF2-40B4-BE49-F238E27FC236}">
                  <a16:creationId xmlns:a16="http://schemas.microsoft.com/office/drawing/2014/main" id="{1B9D104C-B9A3-07AA-9B7D-8EDAE24DE337}"/>
                </a:ext>
              </a:extLst>
            </p:cNvPr>
            <p:cNvSpPr/>
            <p:nvPr/>
          </p:nvSpPr>
          <p:spPr>
            <a:xfrm>
              <a:off x="6858699" y="2643306"/>
              <a:ext cx="541595" cy="771"/>
            </a:xfrm>
            <a:custGeom>
              <a:avLst/>
              <a:gdLst/>
              <a:ahLst/>
              <a:cxnLst/>
              <a:rect l="l" t="t" r="r" b="b"/>
              <a:pathLst>
                <a:path w="11244" h="16" extrusionOk="0">
                  <a:moveTo>
                    <a:pt x="1" y="1"/>
                  </a:moveTo>
                  <a:lnTo>
                    <a:pt x="1" y="15"/>
                  </a:lnTo>
                  <a:lnTo>
                    <a:pt x="11244" y="15"/>
                  </a:lnTo>
                  <a:lnTo>
                    <a:pt x="112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16" name="Google Shape;5716;p43">
              <a:extLst>
                <a:ext uri="{FF2B5EF4-FFF2-40B4-BE49-F238E27FC236}">
                  <a16:creationId xmlns:a16="http://schemas.microsoft.com/office/drawing/2014/main" id="{2297928E-F6F3-23D2-925C-7FAF3BD3A8BD}"/>
                </a:ext>
              </a:extLst>
            </p:cNvPr>
            <p:cNvSpPr/>
            <p:nvPr/>
          </p:nvSpPr>
          <p:spPr>
            <a:xfrm>
              <a:off x="7264211" y="2656359"/>
              <a:ext cx="23843" cy="819"/>
            </a:xfrm>
            <a:custGeom>
              <a:avLst/>
              <a:gdLst/>
              <a:ahLst/>
              <a:cxnLst/>
              <a:rect l="l" t="t" r="r" b="b"/>
              <a:pathLst>
                <a:path w="495" h="17" extrusionOk="0">
                  <a:moveTo>
                    <a:pt x="0" y="1"/>
                  </a:moveTo>
                  <a:lnTo>
                    <a:pt x="0" y="17"/>
                  </a:lnTo>
                  <a:lnTo>
                    <a:pt x="494" y="17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17" name="Google Shape;5717;p43">
              <a:extLst>
                <a:ext uri="{FF2B5EF4-FFF2-40B4-BE49-F238E27FC236}">
                  <a16:creationId xmlns:a16="http://schemas.microsoft.com/office/drawing/2014/main" id="{09B94E0C-A727-9F5E-0CDF-032D5A14218C}"/>
                </a:ext>
              </a:extLst>
            </p:cNvPr>
            <p:cNvSpPr/>
            <p:nvPr/>
          </p:nvSpPr>
          <p:spPr>
            <a:xfrm>
              <a:off x="7105648" y="2656359"/>
              <a:ext cx="23843" cy="819"/>
            </a:xfrm>
            <a:custGeom>
              <a:avLst/>
              <a:gdLst/>
              <a:ahLst/>
              <a:cxnLst/>
              <a:rect l="l" t="t" r="r" b="b"/>
              <a:pathLst>
                <a:path w="495" h="17" extrusionOk="0">
                  <a:moveTo>
                    <a:pt x="1" y="1"/>
                  </a:moveTo>
                  <a:lnTo>
                    <a:pt x="1" y="17"/>
                  </a:lnTo>
                  <a:lnTo>
                    <a:pt x="495" y="17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18" name="Google Shape;5718;p43">
              <a:extLst>
                <a:ext uri="{FF2B5EF4-FFF2-40B4-BE49-F238E27FC236}">
                  <a16:creationId xmlns:a16="http://schemas.microsoft.com/office/drawing/2014/main" id="{1B907044-8EC5-6EC4-E013-8ECD62D20332}"/>
                </a:ext>
              </a:extLst>
            </p:cNvPr>
            <p:cNvSpPr/>
            <p:nvPr/>
          </p:nvSpPr>
          <p:spPr>
            <a:xfrm>
              <a:off x="6944339" y="2656359"/>
              <a:ext cx="23891" cy="819"/>
            </a:xfrm>
            <a:custGeom>
              <a:avLst/>
              <a:gdLst/>
              <a:ahLst/>
              <a:cxnLst/>
              <a:rect l="l" t="t" r="r" b="b"/>
              <a:pathLst>
                <a:path w="496" h="17" extrusionOk="0">
                  <a:moveTo>
                    <a:pt x="1" y="1"/>
                  </a:moveTo>
                  <a:lnTo>
                    <a:pt x="1" y="17"/>
                  </a:lnTo>
                  <a:lnTo>
                    <a:pt x="495" y="17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19" name="Google Shape;5719;p43">
              <a:extLst>
                <a:ext uri="{FF2B5EF4-FFF2-40B4-BE49-F238E27FC236}">
                  <a16:creationId xmlns:a16="http://schemas.microsoft.com/office/drawing/2014/main" id="{0AFECE94-8574-8E9A-D82A-CB4B5180A96F}"/>
                </a:ext>
              </a:extLst>
            </p:cNvPr>
            <p:cNvSpPr/>
            <p:nvPr/>
          </p:nvSpPr>
          <p:spPr>
            <a:xfrm>
              <a:off x="7429229" y="2629289"/>
              <a:ext cx="64785" cy="15702"/>
            </a:xfrm>
            <a:custGeom>
              <a:avLst/>
              <a:gdLst/>
              <a:ahLst/>
              <a:cxnLst/>
              <a:rect l="l" t="t" r="r" b="b"/>
              <a:pathLst>
                <a:path w="1345" h="326" extrusionOk="0">
                  <a:moveTo>
                    <a:pt x="11" y="0"/>
                  </a:moveTo>
                  <a:lnTo>
                    <a:pt x="0" y="7"/>
                  </a:lnTo>
                  <a:lnTo>
                    <a:pt x="119" y="191"/>
                  </a:lnTo>
                  <a:lnTo>
                    <a:pt x="1345" y="326"/>
                  </a:lnTo>
                  <a:lnTo>
                    <a:pt x="1345" y="310"/>
                  </a:lnTo>
                  <a:lnTo>
                    <a:pt x="126" y="17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20" name="Google Shape;5720;p43">
              <a:extLst>
                <a:ext uri="{FF2B5EF4-FFF2-40B4-BE49-F238E27FC236}">
                  <a16:creationId xmlns:a16="http://schemas.microsoft.com/office/drawing/2014/main" id="{DC641BE1-CF50-92D6-FF5A-775CDEEAB775}"/>
                </a:ext>
              </a:extLst>
            </p:cNvPr>
            <p:cNvSpPr/>
            <p:nvPr/>
          </p:nvSpPr>
          <p:spPr>
            <a:xfrm>
              <a:off x="7484958" y="2748886"/>
              <a:ext cx="22350" cy="38050"/>
            </a:xfrm>
            <a:custGeom>
              <a:avLst/>
              <a:gdLst/>
              <a:ahLst/>
              <a:cxnLst/>
              <a:rect l="l" t="t" r="r" b="b"/>
              <a:pathLst>
                <a:path w="464" h="790" extrusionOk="0">
                  <a:moveTo>
                    <a:pt x="361" y="0"/>
                  </a:moveTo>
                  <a:cubicBezTo>
                    <a:pt x="27" y="19"/>
                    <a:pt x="27" y="207"/>
                    <a:pt x="0" y="732"/>
                  </a:cubicBezTo>
                  <a:cubicBezTo>
                    <a:pt x="0" y="763"/>
                    <a:pt x="23" y="789"/>
                    <a:pt x="58" y="789"/>
                  </a:cubicBezTo>
                  <a:lnTo>
                    <a:pt x="341" y="789"/>
                  </a:lnTo>
                  <a:cubicBezTo>
                    <a:pt x="368" y="789"/>
                    <a:pt x="391" y="770"/>
                    <a:pt x="399" y="747"/>
                  </a:cubicBezTo>
                  <a:cubicBezTo>
                    <a:pt x="422" y="648"/>
                    <a:pt x="464" y="391"/>
                    <a:pt x="418" y="50"/>
                  </a:cubicBezTo>
                  <a:cubicBezTo>
                    <a:pt x="414" y="23"/>
                    <a:pt x="387" y="0"/>
                    <a:pt x="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21" name="Google Shape;5721;p43">
              <a:extLst>
                <a:ext uri="{FF2B5EF4-FFF2-40B4-BE49-F238E27FC236}">
                  <a16:creationId xmlns:a16="http://schemas.microsoft.com/office/drawing/2014/main" id="{5EB417EC-309C-5391-72F3-DB31F1315A26}"/>
                </a:ext>
              </a:extLst>
            </p:cNvPr>
            <p:cNvSpPr/>
            <p:nvPr/>
          </p:nvSpPr>
          <p:spPr>
            <a:xfrm>
              <a:off x="7490497" y="2781735"/>
              <a:ext cx="10934" cy="578"/>
            </a:xfrm>
            <a:custGeom>
              <a:avLst/>
              <a:gdLst/>
              <a:ahLst/>
              <a:cxnLst/>
              <a:rect l="l" t="t" r="r" b="b"/>
              <a:pathLst>
                <a:path w="227" h="12" extrusionOk="0">
                  <a:moveTo>
                    <a:pt x="0" y="1"/>
                  </a:moveTo>
                  <a:lnTo>
                    <a:pt x="0" y="12"/>
                  </a:lnTo>
                  <a:lnTo>
                    <a:pt x="226" y="12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22" name="Google Shape;5722;p43">
              <a:extLst>
                <a:ext uri="{FF2B5EF4-FFF2-40B4-BE49-F238E27FC236}">
                  <a16:creationId xmlns:a16="http://schemas.microsoft.com/office/drawing/2014/main" id="{68F427AC-5989-3187-04C6-C9E8D64BE7F3}"/>
                </a:ext>
              </a:extLst>
            </p:cNvPr>
            <p:cNvSpPr/>
            <p:nvPr/>
          </p:nvSpPr>
          <p:spPr>
            <a:xfrm>
              <a:off x="7490882" y="2777641"/>
              <a:ext cx="11127" cy="819"/>
            </a:xfrm>
            <a:custGeom>
              <a:avLst/>
              <a:gdLst/>
              <a:ahLst/>
              <a:cxnLst/>
              <a:rect l="l" t="t" r="r" b="b"/>
              <a:pathLst>
                <a:path w="231" h="17" extrusionOk="0">
                  <a:moveTo>
                    <a:pt x="0" y="1"/>
                  </a:moveTo>
                  <a:lnTo>
                    <a:pt x="0" y="17"/>
                  </a:lnTo>
                  <a:lnTo>
                    <a:pt x="230" y="17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23" name="Google Shape;5723;p43">
              <a:extLst>
                <a:ext uri="{FF2B5EF4-FFF2-40B4-BE49-F238E27FC236}">
                  <a16:creationId xmlns:a16="http://schemas.microsoft.com/office/drawing/2014/main" id="{075B18A6-73C8-16D4-1F5F-D7422196DB06}"/>
                </a:ext>
              </a:extLst>
            </p:cNvPr>
            <p:cNvSpPr/>
            <p:nvPr/>
          </p:nvSpPr>
          <p:spPr>
            <a:xfrm>
              <a:off x="7491412" y="2773740"/>
              <a:ext cx="10934" cy="819"/>
            </a:xfrm>
            <a:custGeom>
              <a:avLst/>
              <a:gdLst/>
              <a:ahLst/>
              <a:cxnLst/>
              <a:rect l="l" t="t" r="r" b="b"/>
              <a:pathLst>
                <a:path w="227" h="17" extrusionOk="0">
                  <a:moveTo>
                    <a:pt x="0" y="1"/>
                  </a:moveTo>
                  <a:lnTo>
                    <a:pt x="0" y="17"/>
                  </a:lnTo>
                  <a:lnTo>
                    <a:pt x="227" y="17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24" name="Google Shape;5724;p43">
              <a:extLst>
                <a:ext uri="{FF2B5EF4-FFF2-40B4-BE49-F238E27FC236}">
                  <a16:creationId xmlns:a16="http://schemas.microsoft.com/office/drawing/2014/main" id="{56660782-97A4-BE94-CD26-F1A597C72AF2}"/>
                </a:ext>
              </a:extLst>
            </p:cNvPr>
            <p:cNvSpPr/>
            <p:nvPr/>
          </p:nvSpPr>
          <p:spPr>
            <a:xfrm>
              <a:off x="7478455" y="2663969"/>
              <a:ext cx="26107" cy="47876"/>
            </a:xfrm>
            <a:custGeom>
              <a:avLst/>
              <a:gdLst/>
              <a:ahLst/>
              <a:cxnLst/>
              <a:rect l="l" t="t" r="r" b="b"/>
              <a:pathLst>
                <a:path w="542" h="994" extrusionOk="0">
                  <a:moveTo>
                    <a:pt x="434" y="0"/>
                  </a:moveTo>
                  <a:cubicBezTo>
                    <a:pt x="434" y="0"/>
                    <a:pt x="43" y="12"/>
                    <a:pt x="5" y="85"/>
                  </a:cubicBezTo>
                  <a:cubicBezTo>
                    <a:pt x="5" y="85"/>
                    <a:pt x="1" y="625"/>
                    <a:pt x="28" y="916"/>
                  </a:cubicBezTo>
                  <a:cubicBezTo>
                    <a:pt x="28" y="916"/>
                    <a:pt x="395" y="994"/>
                    <a:pt x="520" y="994"/>
                  </a:cubicBezTo>
                  <a:cubicBezTo>
                    <a:pt x="528" y="994"/>
                    <a:pt x="535" y="993"/>
                    <a:pt x="542" y="992"/>
                  </a:cubicBezTo>
                  <a:cubicBezTo>
                    <a:pt x="542" y="992"/>
                    <a:pt x="480" y="334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25" name="Google Shape;5725;p43">
              <a:extLst>
                <a:ext uri="{FF2B5EF4-FFF2-40B4-BE49-F238E27FC236}">
                  <a16:creationId xmlns:a16="http://schemas.microsoft.com/office/drawing/2014/main" id="{2242217A-E24D-2CBB-0821-79149E798C95}"/>
                </a:ext>
              </a:extLst>
            </p:cNvPr>
            <p:cNvSpPr/>
            <p:nvPr/>
          </p:nvSpPr>
          <p:spPr>
            <a:xfrm>
              <a:off x="7482019" y="2691809"/>
              <a:ext cx="10356" cy="16328"/>
            </a:xfrm>
            <a:custGeom>
              <a:avLst/>
              <a:gdLst/>
              <a:ahLst/>
              <a:cxnLst/>
              <a:rect l="l" t="t" r="r" b="b"/>
              <a:pathLst>
                <a:path w="215" h="339" extrusionOk="0">
                  <a:moveTo>
                    <a:pt x="31" y="1"/>
                  </a:moveTo>
                  <a:cubicBezTo>
                    <a:pt x="15" y="1"/>
                    <a:pt x="0" y="13"/>
                    <a:pt x="0" y="28"/>
                  </a:cubicBezTo>
                  <a:lnTo>
                    <a:pt x="0" y="281"/>
                  </a:lnTo>
                  <a:cubicBezTo>
                    <a:pt x="0" y="296"/>
                    <a:pt x="8" y="308"/>
                    <a:pt x="19" y="308"/>
                  </a:cubicBezTo>
                  <a:cubicBezTo>
                    <a:pt x="73" y="322"/>
                    <a:pt x="142" y="331"/>
                    <a:pt x="184" y="338"/>
                  </a:cubicBezTo>
                  <a:cubicBezTo>
                    <a:pt x="199" y="338"/>
                    <a:pt x="215" y="327"/>
                    <a:pt x="215" y="311"/>
                  </a:cubicBezTo>
                  <a:cubicBezTo>
                    <a:pt x="215" y="196"/>
                    <a:pt x="203" y="85"/>
                    <a:pt x="199" y="39"/>
                  </a:cubicBezTo>
                  <a:cubicBezTo>
                    <a:pt x="199" y="28"/>
                    <a:pt x="188" y="16"/>
                    <a:pt x="176" y="16"/>
                  </a:cubicBezTo>
                  <a:lnTo>
                    <a:pt x="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26" name="Google Shape;5726;p43">
              <a:extLst>
                <a:ext uri="{FF2B5EF4-FFF2-40B4-BE49-F238E27FC236}">
                  <a16:creationId xmlns:a16="http://schemas.microsoft.com/office/drawing/2014/main" id="{2A6B2376-640C-B69F-40F8-DE60DC1464A1}"/>
                </a:ext>
              </a:extLst>
            </p:cNvPr>
            <p:cNvSpPr/>
            <p:nvPr/>
          </p:nvSpPr>
          <p:spPr>
            <a:xfrm>
              <a:off x="7476480" y="2728512"/>
              <a:ext cx="39353" cy="70080"/>
            </a:xfrm>
            <a:custGeom>
              <a:avLst/>
              <a:gdLst/>
              <a:ahLst/>
              <a:cxnLst/>
              <a:rect l="l" t="t" r="r" b="b"/>
              <a:pathLst>
                <a:path w="817" h="1455" extrusionOk="0">
                  <a:moveTo>
                    <a:pt x="698" y="112"/>
                  </a:moveTo>
                  <a:cubicBezTo>
                    <a:pt x="709" y="534"/>
                    <a:pt x="629" y="1189"/>
                    <a:pt x="609" y="1358"/>
                  </a:cubicBezTo>
                  <a:lnTo>
                    <a:pt x="100" y="1358"/>
                  </a:lnTo>
                  <a:lnTo>
                    <a:pt x="218" y="266"/>
                  </a:lnTo>
                  <a:lnTo>
                    <a:pt x="698" y="112"/>
                  </a:lnTo>
                  <a:close/>
                  <a:moveTo>
                    <a:pt x="737" y="0"/>
                  </a:moveTo>
                  <a:cubicBezTo>
                    <a:pt x="733" y="0"/>
                    <a:pt x="728" y="1"/>
                    <a:pt x="724" y="2"/>
                  </a:cubicBezTo>
                  <a:lnTo>
                    <a:pt x="161" y="186"/>
                  </a:lnTo>
                  <a:cubicBezTo>
                    <a:pt x="146" y="193"/>
                    <a:pt x="130" y="209"/>
                    <a:pt x="130" y="224"/>
                  </a:cubicBezTo>
                  <a:lnTo>
                    <a:pt x="0" y="1400"/>
                  </a:lnTo>
                  <a:cubicBezTo>
                    <a:pt x="0" y="1415"/>
                    <a:pt x="4" y="1427"/>
                    <a:pt x="11" y="1438"/>
                  </a:cubicBezTo>
                  <a:cubicBezTo>
                    <a:pt x="19" y="1446"/>
                    <a:pt x="34" y="1454"/>
                    <a:pt x="46" y="1454"/>
                  </a:cubicBezTo>
                  <a:lnTo>
                    <a:pt x="652" y="1454"/>
                  </a:lnTo>
                  <a:cubicBezTo>
                    <a:pt x="675" y="1454"/>
                    <a:pt x="694" y="1435"/>
                    <a:pt x="698" y="1412"/>
                  </a:cubicBezTo>
                  <a:cubicBezTo>
                    <a:pt x="701" y="1377"/>
                    <a:pt x="816" y="534"/>
                    <a:pt x="789" y="43"/>
                  </a:cubicBezTo>
                  <a:cubicBezTo>
                    <a:pt x="786" y="29"/>
                    <a:pt x="778" y="17"/>
                    <a:pt x="766" y="9"/>
                  </a:cubicBezTo>
                  <a:cubicBezTo>
                    <a:pt x="758" y="4"/>
                    <a:pt x="748" y="0"/>
                    <a:pt x="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27" name="Google Shape;5727;p43">
              <a:extLst>
                <a:ext uri="{FF2B5EF4-FFF2-40B4-BE49-F238E27FC236}">
                  <a16:creationId xmlns:a16="http://schemas.microsoft.com/office/drawing/2014/main" id="{85C8347B-A3CF-7115-5A10-EF8ECED767C1}"/>
                </a:ext>
              </a:extLst>
            </p:cNvPr>
            <p:cNvSpPr/>
            <p:nvPr/>
          </p:nvSpPr>
          <p:spPr>
            <a:xfrm>
              <a:off x="7482019" y="2745900"/>
              <a:ext cx="32320" cy="4479"/>
            </a:xfrm>
            <a:custGeom>
              <a:avLst/>
              <a:gdLst/>
              <a:ahLst/>
              <a:cxnLst/>
              <a:rect l="l" t="t" r="r" b="b"/>
              <a:pathLst>
                <a:path w="671" h="93" extrusionOk="0">
                  <a:moveTo>
                    <a:pt x="50" y="1"/>
                  </a:moveTo>
                  <a:cubicBezTo>
                    <a:pt x="23" y="1"/>
                    <a:pt x="0" y="20"/>
                    <a:pt x="0" y="46"/>
                  </a:cubicBezTo>
                  <a:cubicBezTo>
                    <a:pt x="0" y="73"/>
                    <a:pt x="23" y="92"/>
                    <a:pt x="50" y="92"/>
                  </a:cubicBezTo>
                  <a:lnTo>
                    <a:pt x="625" y="92"/>
                  </a:lnTo>
                  <a:cubicBezTo>
                    <a:pt x="651" y="92"/>
                    <a:pt x="671" y="73"/>
                    <a:pt x="671" y="46"/>
                  </a:cubicBezTo>
                  <a:cubicBezTo>
                    <a:pt x="671" y="20"/>
                    <a:pt x="651" y="1"/>
                    <a:pt x="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28" name="Google Shape;5728;p43">
              <a:extLst>
                <a:ext uri="{FF2B5EF4-FFF2-40B4-BE49-F238E27FC236}">
                  <a16:creationId xmlns:a16="http://schemas.microsoft.com/office/drawing/2014/main" id="{74D59AA4-71F4-B59E-438F-DD8DFD814576}"/>
                </a:ext>
              </a:extLst>
            </p:cNvPr>
            <p:cNvSpPr/>
            <p:nvPr/>
          </p:nvSpPr>
          <p:spPr>
            <a:xfrm>
              <a:off x="7356498" y="2549093"/>
              <a:ext cx="56308" cy="77257"/>
            </a:xfrm>
            <a:custGeom>
              <a:avLst/>
              <a:gdLst/>
              <a:ahLst/>
              <a:cxnLst/>
              <a:rect l="l" t="t" r="r" b="b"/>
              <a:pathLst>
                <a:path w="1169" h="1604" extrusionOk="0">
                  <a:moveTo>
                    <a:pt x="468" y="1"/>
                  </a:moveTo>
                  <a:cubicBezTo>
                    <a:pt x="371" y="1"/>
                    <a:pt x="274" y="9"/>
                    <a:pt x="203" y="33"/>
                  </a:cubicBezTo>
                  <a:cubicBezTo>
                    <a:pt x="0" y="98"/>
                    <a:pt x="8" y="1239"/>
                    <a:pt x="261" y="1566"/>
                  </a:cubicBezTo>
                  <a:cubicBezTo>
                    <a:pt x="280" y="1592"/>
                    <a:pt x="311" y="1603"/>
                    <a:pt x="345" y="1603"/>
                  </a:cubicBezTo>
                  <a:lnTo>
                    <a:pt x="1050" y="1603"/>
                  </a:lnTo>
                  <a:cubicBezTo>
                    <a:pt x="1119" y="1603"/>
                    <a:pt x="1169" y="1546"/>
                    <a:pt x="1158" y="1481"/>
                  </a:cubicBezTo>
                  <a:cubicBezTo>
                    <a:pt x="1112" y="1205"/>
                    <a:pt x="997" y="538"/>
                    <a:pt x="866" y="98"/>
                  </a:cubicBezTo>
                  <a:cubicBezTo>
                    <a:pt x="854" y="56"/>
                    <a:pt x="820" y="29"/>
                    <a:pt x="778" y="21"/>
                  </a:cubicBezTo>
                  <a:cubicBezTo>
                    <a:pt x="706" y="13"/>
                    <a:pt x="587" y="1"/>
                    <a:pt x="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29" name="Google Shape;5729;p43">
              <a:extLst>
                <a:ext uri="{FF2B5EF4-FFF2-40B4-BE49-F238E27FC236}">
                  <a16:creationId xmlns:a16="http://schemas.microsoft.com/office/drawing/2014/main" id="{363E57E2-015E-31CD-6C24-F366992A6120}"/>
                </a:ext>
              </a:extLst>
            </p:cNvPr>
            <p:cNvSpPr/>
            <p:nvPr/>
          </p:nvSpPr>
          <p:spPr>
            <a:xfrm>
              <a:off x="7385831" y="2528477"/>
              <a:ext cx="34921" cy="110057"/>
            </a:xfrm>
            <a:custGeom>
              <a:avLst/>
              <a:gdLst/>
              <a:ahLst/>
              <a:cxnLst/>
              <a:rect l="l" t="t" r="r" b="b"/>
              <a:pathLst>
                <a:path w="725" h="2285" extrusionOk="0">
                  <a:moveTo>
                    <a:pt x="8" y="1"/>
                  </a:moveTo>
                  <a:cubicBezTo>
                    <a:pt x="8" y="1"/>
                    <a:pt x="4" y="1"/>
                    <a:pt x="4" y="4"/>
                  </a:cubicBezTo>
                  <a:cubicBezTo>
                    <a:pt x="4" y="4"/>
                    <a:pt x="1" y="8"/>
                    <a:pt x="4" y="8"/>
                  </a:cubicBezTo>
                  <a:lnTo>
                    <a:pt x="521" y="2277"/>
                  </a:lnTo>
                  <a:cubicBezTo>
                    <a:pt x="526" y="2281"/>
                    <a:pt x="526" y="2284"/>
                    <a:pt x="530" y="2284"/>
                  </a:cubicBezTo>
                  <a:lnTo>
                    <a:pt x="721" y="2284"/>
                  </a:lnTo>
                  <a:cubicBezTo>
                    <a:pt x="725" y="2284"/>
                    <a:pt x="725" y="2281"/>
                    <a:pt x="725" y="2277"/>
                  </a:cubicBezTo>
                  <a:cubicBezTo>
                    <a:pt x="725" y="2273"/>
                    <a:pt x="725" y="2270"/>
                    <a:pt x="721" y="2270"/>
                  </a:cubicBezTo>
                  <a:lnTo>
                    <a:pt x="537" y="2270"/>
                  </a:lnTo>
                  <a:lnTo>
                    <a:pt x="20" y="16"/>
                  </a:lnTo>
                  <a:lnTo>
                    <a:pt x="77" y="16"/>
                  </a:lnTo>
                  <a:cubicBezTo>
                    <a:pt x="81" y="16"/>
                    <a:pt x="84" y="12"/>
                    <a:pt x="84" y="8"/>
                  </a:cubicBezTo>
                  <a:cubicBezTo>
                    <a:pt x="84" y="4"/>
                    <a:pt x="81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30" name="Google Shape;5730;p43">
              <a:extLst>
                <a:ext uri="{FF2B5EF4-FFF2-40B4-BE49-F238E27FC236}">
                  <a16:creationId xmlns:a16="http://schemas.microsoft.com/office/drawing/2014/main" id="{F025F5AB-91FB-A90A-2335-A2AF57D46EE1}"/>
                </a:ext>
              </a:extLst>
            </p:cNvPr>
            <p:cNvSpPr/>
            <p:nvPr/>
          </p:nvSpPr>
          <p:spPr>
            <a:xfrm>
              <a:off x="7234300" y="2489366"/>
              <a:ext cx="15895" cy="140883"/>
            </a:xfrm>
            <a:custGeom>
              <a:avLst/>
              <a:gdLst/>
              <a:ahLst/>
              <a:cxnLst/>
              <a:rect l="l" t="t" r="r" b="b"/>
              <a:pathLst>
                <a:path w="330" h="2925" extrusionOk="0">
                  <a:moveTo>
                    <a:pt x="12" y="1"/>
                  </a:moveTo>
                  <a:lnTo>
                    <a:pt x="1" y="4"/>
                  </a:lnTo>
                  <a:lnTo>
                    <a:pt x="315" y="2924"/>
                  </a:lnTo>
                  <a:lnTo>
                    <a:pt x="330" y="2924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31" name="Google Shape;5731;p43">
              <a:extLst>
                <a:ext uri="{FF2B5EF4-FFF2-40B4-BE49-F238E27FC236}">
                  <a16:creationId xmlns:a16="http://schemas.microsoft.com/office/drawing/2014/main" id="{069BBED7-0F3B-D11A-6EBD-A50C5AA3AA18}"/>
                </a:ext>
              </a:extLst>
            </p:cNvPr>
            <p:cNvSpPr/>
            <p:nvPr/>
          </p:nvSpPr>
          <p:spPr>
            <a:xfrm>
              <a:off x="7086863" y="2486573"/>
              <a:ext cx="5925" cy="144784"/>
            </a:xfrm>
            <a:custGeom>
              <a:avLst/>
              <a:gdLst/>
              <a:ahLst/>
              <a:cxnLst/>
              <a:rect l="l" t="t" r="r" b="b"/>
              <a:pathLst>
                <a:path w="123" h="3006" extrusionOk="0">
                  <a:moveTo>
                    <a:pt x="0" y="1"/>
                  </a:moveTo>
                  <a:lnTo>
                    <a:pt x="107" y="3005"/>
                  </a:lnTo>
                  <a:lnTo>
                    <a:pt x="122" y="300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732" name="Google Shape;5732;p43">
              <a:extLst>
                <a:ext uri="{FF2B5EF4-FFF2-40B4-BE49-F238E27FC236}">
                  <a16:creationId xmlns:a16="http://schemas.microsoft.com/office/drawing/2014/main" id="{E10EC45C-C1E3-6256-F768-E8783473B0DC}"/>
                </a:ext>
              </a:extLst>
            </p:cNvPr>
            <p:cNvSpPr/>
            <p:nvPr/>
          </p:nvSpPr>
          <p:spPr>
            <a:xfrm>
              <a:off x="6936921" y="2485850"/>
              <a:ext cx="17774" cy="144399"/>
            </a:xfrm>
            <a:custGeom>
              <a:avLst/>
              <a:gdLst/>
              <a:ahLst/>
              <a:cxnLst/>
              <a:rect l="l" t="t" r="r" b="b"/>
              <a:pathLst>
                <a:path w="369" h="2998" extrusionOk="0">
                  <a:moveTo>
                    <a:pt x="354" y="0"/>
                  </a:moveTo>
                  <a:lnTo>
                    <a:pt x="1" y="2997"/>
                  </a:lnTo>
                  <a:lnTo>
                    <a:pt x="17" y="2997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8EC0896-16B0-86E1-D907-13D9D2DCE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84576" y="3736061"/>
            <a:ext cx="117630" cy="117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F66C49-A7AC-30CF-AAF1-BA09CBF44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81543" y="3933221"/>
            <a:ext cx="117630" cy="1176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B51A45-5E90-08E2-9919-C9C2751B0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81543" y="4114041"/>
            <a:ext cx="117630" cy="11763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56A2856-6E86-2B49-23E5-E2BDB2ED9309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2B6DD20-0794-7B74-BF1A-C56FDAEC5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8B01B68-1D60-A9BF-3F22-A4351C773421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15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CC00EA9-C8F1-DEC2-E196-121011C17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173" y="984605"/>
            <a:ext cx="4019048" cy="2385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12F151-82BD-FC8E-53F1-9D3A07DA1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3083" y="1000371"/>
            <a:ext cx="3975232" cy="2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7286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5" name="Google Shape;5515;p43"/>
          <p:cNvSpPr txBox="1">
            <a:spLocks noGrp="1"/>
          </p:cNvSpPr>
          <p:nvPr>
            <p:ph type="title"/>
          </p:nvPr>
        </p:nvSpPr>
        <p:spPr>
          <a:xfrm>
            <a:off x="719999" y="301152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/>
              <a:t>Convergenza Durante il Training</a:t>
            </a:r>
          </a:p>
        </p:txBody>
      </p:sp>
      <p:sp>
        <p:nvSpPr>
          <p:cNvPr id="5517" name="Google Shape;5517;p43"/>
          <p:cNvSpPr txBox="1">
            <a:spLocks noGrp="1"/>
          </p:cNvSpPr>
          <p:nvPr>
            <p:ph type="subTitle" idx="2"/>
          </p:nvPr>
        </p:nvSpPr>
        <p:spPr>
          <a:xfrm>
            <a:off x="79555" y="3532243"/>
            <a:ext cx="8226827" cy="8447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Si vede chiaramente il cambio di dataset nella strategia Coarse→Fine: il val mIoU riparte più alto</a:t>
            </a:r>
          </a:p>
          <a:p>
            <a:pPr>
              <a:lnSpc>
                <a:spcPts val="1350"/>
              </a:lnSpc>
              <a:buNone/>
            </a:pPr>
            <a:endParaRPr lang="it-IT" b="0" dirty="0"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1350"/>
              </a:lnSpc>
            </a:pPr>
            <a:r>
              <a:rPr lang="it-IT" b="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Il checkpoint salvato è quello con il val mIoU massimo, non l'ultima epoca</a:t>
            </a:r>
          </a:p>
        </p:txBody>
      </p:sp>
      <p:grpSp>
        <p:nvGrpSpPr>
          <p:cNvPr id="5518" name="Google Shape;5518;p43"/>
          <p:cNvGrpSpPr/>
          <p:nvPr/>
        </p:nvGrpSpPr>
        <p:grpSpPr>
          <a:xfrm>
            <a:off x="8505380" y="3880808"/>
            <a:ext cx="177548" cy="768131"/>
            <a:chOff x="8742709" y="2196290"/>
            <a:chExt cx="250703" cy="1084471"/>
          </a:xfrm>
        </p:grpSpPr>
        <p:sp>
          <p:nvSpPr>
            <p:cNvPr id="5519" name="Google Shape;5519;p43"/>
            <p:cNvSpPr/>
            <p:nvPr/>
          </p:nvSpPr>
          <p:spPr>
            <a:xfrm>
              <a:off x="8938305" y="2203989"/>
              <a:ext cx="55107" cy="407796"/>
            </a:xfrm>
            <a:custGeom>
              <a:avLst/>
              <a:gdLst/>
              <a:ahLst/>
              <a:cxnLst/>
              <a:rect l="l" t="t" r="r" b="b"/>
              <a:pathLst>
                <a:path w="637" h="4714" extrusionOk="0">
                  <a:moveTo>
                    <a:pt x="0" y="1"/>
                  </a:moveTo>
                  <a:lnTo>
                    <a:pt x="0" y="4714"/>
                  </a:lnTo>
                  <a:cubicBezTo>
                    <a:pt x="0" y="4714"/>
                    <a:pt x="421" y="4687"/>
                    <a:pt x="533" y="4625"/>
                  </a:cubicBezTo>
                  <a:cubicBezTo>
                    <a:pt x="533" y="4625"/>
                    <a:pt x="636" y="1534"/>
                    <a:pt x="441" y="161"/>
                  </a:cubicBezTo>
                  <a:cubicBezTo>
                    <a:pt x="441" y="161"/>
                    <a:pt x="226" y="35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20" name="Google Shape;5520;p43"/>
            <p:cNvSpPr/>
            <p:nvPr/>
          </p:nvSpPr>
          <p:spPr>
            <a:xfrm>
              <a:off x="8828525" y="2609109"/>
              <a:ext cx="54155" cy="628563"/>
            </a:xfrm>
            <a:custGeom>
              <a:avLst/>
              <a:gdLst/>
              <a:ahLst/>
              <a:cxnLst/>
              <a:rect l="l" t="t" r="r" b="b"/>
              <a:pathLst>
                <a:path w="626" h="7266" extrusionOk="0">
                  <a:moveTo>
                    <a:pt x="625" y="0"/>
                  </a:moveTo>
                  <a:lnTo>
                    <a:pt x="1" y="31"/>
                  </a:lnTo>
                  <a:lnTo>
                    <a:pt x="104" y="7266"/>
                  </a:lnTo>
                  <a:cubicBezTo>
                    <a:pt x="104" y="7266"/>
                    <a:pt x="326" y="7266"/>
                    <a:pt x="530" y="7220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21" name="Google Shape;5521;p43"/>
            <p:cNvSpPr/>
            <p:nvPr/>
          </p:nvSpPr>
          <p:spPr>
            <a:xfrm>
              <a:off x="8864686" y="2627362"/>
              <a:ext cx="10381" cy="598372"/>
            </a:xfrm>
            <a:custGeom>
              <a:avLst/>
              <a:gdLst/>
              <a:ahLst/>
              <a:cxnLst/>
              <a:rect l="l" t="t" r="r" b="b"/>
              <a:pathLst>
                <a:path w="120" h="6917" extrusionOk="0">
                  <a:moveTo>
                    <a:pt x="62" y="0"/>
                  </a:moveTo>
                  <a:lnTo>
                    <a:pt x="0" y="6909"/>
                  </a:lnTo>
                  <a:lnTo>
                    <a:pt x="0" y="6917"/>
                  </a:lnTo>
                  <a:lnTo>
                    <a:pt x="58" y="6917"/>
                  </a:lnTo>
                  <a:lnTo>
                    <a:pt x="58" y="6909"/>
                  </a:lnTo>
                  <a:lnTo>
                    <a:pt x="119" y="4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22" name="Google Shape;5522;p43"/>
            <p:cNvSpPr/>
            <p:nvPr/>
          </p:nvSpPr>
          <p:spPr>
            <a:xfrm>
              <a:off x="8828525" y="2613694"/>
              <a:ext cx="54155" cy="13409"/>
            </a:xfrm>
            <a:custGeom>
              <a:avLst/>
              <a:gdLst/>
              <a:ahLst/>
              <a:cxnLst/>
              <a:rect l="l" t="t" r="r" b="b"/>
              <a:pathLst>
                <a:path w="626" h="155" extrusionOk="0">
                  <a:moveTo>
                    <a:pt x="625" y="1"/>
                  </a:moveTo>
                  <a:lnTo>
                    <a:pt x="1" y="24"/>
                  </a:lnTo>
                  <a:lnTo>
                    <a:pt x="12" y="154"/>
                  </a:lnTo>
                  <a:cubicBezTo>
                    <a:pt x="17" y="154"/>
                    <a:pt x="22" y="154"/>
                    <a:pt x="26" y="154"/>
                  </a:cubicBezTo>
                  <a:cubicBezTo>
                    <a:pt x="299" y="154"/>
                    <a:pt x="618" y="54"/>
                    <a:pt x="618" y="54"/>
                  </a:cubicBez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23" name="Google Shape;5523;p43"/>
            <p:cNvSpPr/>
            <p:nvPr/>
          </p:nvSpPr>
          <p:spPr>
            <a:xfrm>
              <a:off x="8742709" y="2196290"/>
              <a:ext cx="203645" cy="422070"/>
            </a:xfrm>
            <a:custGeom>
              <a:avLst/>
              <a:gdLst/>
              <a:ahLst/>
              <a:cxnLst/>
              <a:rect l="l" t="t" r="r" b="b"/>
              <a:pathLst>
                <a:path w="2354" h="4879" extrusionOk="0">
                  <a:moveTo>
                    <a:pt x="1092" y="1"/>
                  </a:moveTo>
                  <a:cubicBezTo>
                    <a:pt x="447" y="1"/>
                    <a:pt x="84" y="90"/>
                    <a:pt x="84" y="90"/>
                  </a:cubicBezTo>
                  <a:cubicBezTo>
                    <a:pt x="1" y="1810"/>
                    <a:pt x="176" y="4829"/>
                    <a:pt x="176" y="4829"/>
                  </a:cubicBezTo>
                  <a:cubicBezTo>
                    <a:pt x="366" y="4865"/>
                    <a:pt x="622" y="4878"/>
                    <a:pt x="890" y="4878"/>
                  </a:cubicBezTo>
                  <a:cubicBezTo>
                    <a:pt x="1541" y="4878"/>
                    <a:pt x="2261" y="4803"/>
                    <a:pt x="2261" y="4803"/>
                  </a:cubicBezTo>
                  <a:cubicBezTo>
                    <a:pt x="2353" y="2366"/>
                    <a:pt x="2261" y="90"/>
                    <a:pt x="2261" y="90"/>
                  </a:cubicBezTo>
                  <a:cubicBezTo>
                    <a:pt x="1808" y="23"/>
                    <a:pt x="1415" y="1"/>
                    <a:pt x="10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24" name="Google Shape;5524;p43"/>
            <p:cNvSpPr/>
            <p:nvPr/>
          </p:nvSpPr>
          <p:spPr>
            <a:xfrm>
              <a:off x="8761222" y="2209612"/>
              <a:ext cx="167483" cy="395599"/>
            </a:xfrm>
            <a:custGeom>
              <a:avLst/>
              <a:gdLst/>
              <a:ahLst/>
              <a:cxnLst/>
              <a:rect l="l" t="t" r="r" b="b"/>
              <a:pathLst>
                <a:path w="1936" h="4573" extrusionOk="0">
                  <a:moveTo>
                    <a:pt x="878" y="58"/>
                  </a:moveTo>
                  <a:cubicBezTo>
                    <a:pt x="1188" y="58"/>
                    <a:pt x="1509" y="80"/>
                    <a:pt x="1841" y="120"/>
                  </a:cubicBezTo>
                  <a:lnTo>
                    <a:pt x="1841" y="120"/>
                  </a:lnTo>
                  <a:cubicBezTo>
                    <a:pt x="1853" y="469"/>
                    <a:pt x="1879" y="1301"/>
                    <a:pt x="1879" y="2350"/>
                  </a:cubicBezTo>
                  <a:cubicBezTo>
                    <a:pt x="1879" y="2994"/>
                    <a:pt x="1867" y="3717"/>
                    <a:pt x="1841" y="4456"/>
                  </a:cubicBezTo>
                  <a:lnTo>
                    <a:pt x="1841" y="4456"/>
                  </a:lnTo>
                  <a:cubicBezTo>
                    <a:pt x="1592" y="4475"/>
                    <a:pt x="1119" y="4511"/>
                    <a:pt x="683" y="4511"/>
                  </a:cubicBezTo>
                  <a:cubicBezTo>
                    <a:pt x="480" y="4511"/>
                    <a:pt x="305" y="4504"/>
                    <a:pt x="164" y="4490"/>
                  </a:cubicBezTo>
                  <a:lnTo>
                    <a:pt x="164" y="4490"/>
                  </a:lnTo>
                  <a:cubicBezTo>
                    <a:pt x="136" y="3974"/>
                    <a:pt x="59" y="2393"/>
                    <a:pt x="59" y="1032"/>
                  </a:cubicBezTo>
                  <a:cubicBezTo>
                    <a:pt x="59" y="707"/>
                    <a:pt x="62" y="394"/>
                    <a:pt x="73" y="113"/>
                  </a:cubicBezTo>
                  <a:lnTo>
                    <a:pt x="73" y="113"/>
                  </a:lnTo>
                  <a:cubicBezTo>
                    <a:pt x="230" y="90"/>
                    <a:pt x="505" y="58"/>
                    <a:pt x="878" y="58"/>
                  </a:cubicBezTo>
                  <a:close/>
                  <a:moveTo>
                    <a:pt x="878" y="1"/>
                  </a:moveTo>
                  <a:cubicBezTo>
                    <a:pt x="484" y="1"/>
                    <a:pt x="197" y="35"/>
                    <a:pt x="43" y="58"/>
                  </a:cubicBezTo>
                  <a:lnTo>
                    <a:pt x="16" y="62"/>
                  </a:lnTo>
                  <a:lnTo>
                    <a:pt x="16" y="85"/>
                  </a:lnTo>
                  <a:cubicBezTo>
                    <a:pt x="5" y="376"/>
                    <a:pt x="1" y="694"/>
                    <a:pt x="1" y="1032"/>
                  </a:cubicBezTo>
                  <a:cubicBezTo>
                    <a:pt x="1" y="2419"/>
                    <a:pt x="82" y="4028"/>
                    <a:pt x="108" y="4518"/>
                  </a:cubicBezTo>
                  <a:lnTo>
                    <a:pt x="108" y="4541"/>
                  </a:lnTo>
                  <a:lnTo>
                    <a:pt x="135" y="4546"/>
                  </a:lnTo>
                  <a:cubicBezTo>
                    <a:pt x="280" y="4560"/>
                    <a:pt x="464" y="4572"/>
                    <a:pt x="683" y="4572"/>
                  </a:cubicBezTo>
                  <a:cubicBezTo>
                    <a:pt x="1139" y="4572"/>
                    <a:pt x="1630" y="4534"/>
                    <a:pt x="1875" y="4511"/>
                  </a:cubicBezTo>
                  <a:lnTo>
                    <a:pt x="1898" y="4507"/>
                  </a:lnTo>
                  <a:lnTo>
                    <a:pt x="1902" y="4484"/>
                  </a:lnTo>
                  <a:cubicBezTo>
                    <a:pt x="1928" y="3733"/>
                    <a:pt x="1936" y="3001"/>
                    <a:pt x="1936" y="2350"/>
                  </a:cubicBezTo>
                  <a:cubicBezTo>
                    <a:pt x="1936" y="1276"/>
                    <a:pt x="1913" y="426"/>
                    <a:pt x="1902" y="93"/>
                  </a:cubicBezTo>
                  <a:lnTo>
                    <a:pt x="1898" y="70"/>
                  </a:lnTo>
                  <a:lnTo>
                    <a:pt x="1875" y="66"/>
                  </a:lnTo>
                  <a:cubicBezTo>
                    <a:pt x="1534" y="24"/>
                    <a:pt x="1200" y="1"/>
                    <a:pt x="8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5525" name="Google Shape;5525;p43"/>
            <p:cNvGrpSpPr/>
            <p:nvPr/>
          </p:nvGrpSpPr>
          <p:grpSpPr>
            <a:xfrm>
              <a:off x="8794962" y="2230201"/>
              <a:ext cx="91528" cy="351743"/>
              <a:chOff x="8426487" y="2163076"/>
              <a:chExt cx="91528" cy="351743"/>
            </a:xfrm>
          </p:grpSpPr>
          <p:sp>
            <p:nvSpPr>
              <p:cNvPr id="5526" name="Google Shape;5526;p43"/>
              <p:cNvSpPr/>
              <p:nvPr/>
            </p:nvSpPr>
            <p:spPr>
              <a:xfrm>
                <a:off x="8426487" y="2163076"/>
                <a:ext cx="91528" cy="106837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1235" extrusionOk="0">
                    <a:moveTo>
                      <a:pt x="529" y="0"/>
                    </a:moveTo>
                    <a:cubicBezTo>
                      <a:pt x="237" y="0"/>
                      <a:pt x="0" y="276"/>
                      <a:pt x="0" y="617"/>
                    </a:cubicBezTo>
                    <a:cubicBezTo>
                      <a:pt x="0" y="958"/>
                      <a:pt x="237" y="1234"/>
                      <a:pt x="529" y="1234"/>
                    </a:cubicBezTo>
                    <a:cubicBezTo>
                      <a:pt x="824" y="1234"/>
                      <a:pt x="1058" y="958"/>
                      <a:pt x="1058" y="617"/>
                    </a:cubicBezTo>
                    <a:cubicBezTo>
                      <a:pt x="1058" y="276"/>
                      <a:pt x="824" y="0"/>
                      <a:pt x="5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27" name="Google Shape;5527;p43"/>
              <p:cNvSpPr/>
              <p:nvPr/>
            </p:nvSpPr>
            <p:spPr>
              <a:xfrm>
                <a:off x="8429428" y="2169045"/>
                <a:ext cx="79330" cy="94899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097" extrusionOk="0">
                    <a:moveTo>
                      <a:pt x="460" y="0"/>
                    </a:moveTo>
                    <a:cubicBezTo>
                      <a:pt x="203" y="0"/>
                      <a:pt x="0" y="246"/>
                      <a:pt x="0" y="548"/>
                    </a:cubicBezTo>
                    <a:cubicBezTo>
                      <a:pt x="0" y="851"/>
                      <a:pt x="203" y="1096"/>
                      <a:pt x="460" y="1096"/>
                    </a:cubicBezTo>
                    <a:cubicBezTo>
                      <a:pt x="713" y="1096"/>
                      <a:pt x="916" y="851"/>
                      <a:pt x="916" y="548"/>
                    </a:cubicBezTo>
                    <a:cubicBezTo>
                      <a:pt x="916" y="246"/>
                      <a:pt x="713" y="0"/>
                      <a:pt x="4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28" name="Google Shape;5528;p43"/>
              <p:cNvSpPr/>
              <p:nvPr/>
            </p:nvSpPr>
            <p:spPr>
              <a:xfrm>
                <a:off x="8469914" y="2180291"/>
                <a:ext cx="10641" cy="70677"/>
              </a:xfrm>
              <a:custGeom>
                <a:avLst/>
                <a:gdLst/>
                <a:ahLst/>
                <a:cxnLst/>
                <a:rect l="l" t="t" r="r" b="b"/>
                <a:pathLst>
                  <a:path w="123" h="817" extrusionOk="0">
                    <a:moveTo>
                      <a:pt x="65" y="1"/>
                    </a:moveTo>
                    <a:cubicBezTo>
                      <a:pt x="23" y="208"/>
                      <a:pt x="0" y="418"/>
                      <a:pt x="0" y="629"/>
                    </a:cubicBezTo>
                    <a:cubicBezTo>
                      <a:pt x="0" y="690"/>
                      <a:pt x="0" y="756"/>
                      <a:pt x="4" y="816"/>
                    </a:cubicBezTo>
                    <a:lnTo>
                      <a:pt x="65" y="816"/>
                    </a:lnTo>
                    <a:cubicBezTo>
                      <a:pt x="61" y="752"/>
                      <a:pt x="57" y="690"/>
                      <a:pt x="57" y="629"/>
                    </a:cubicBezTo>
                    <a:cubicBezTo>
                      <a:pt x="57" y="422"/>
                      <a:pt x="80" y="215"/>
                      <a:pt x="122" y="12"/>
                    </a:cubicBezTo>
                    <a:lnTo>
                      <a:pt x="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29" name="Google Shape;5529;p43"/>
              <p:cNvSpPr/>
              <p:nvPr/>
            </p:nvSpPr>
            <p:spPr>
              <a:xfrm>
                <a:off x="8449671" y="2180637"/>
                <a:ext cx="10035" cy="6738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779" extrusionOk="0">
                    <a:moveTo>
                      <a:pt x="58" y="0"/>
                    </a:moveTo>
                    <a:cubicBezTo>
                      <a:pt x="19" y="192"/>
                      <a:pt x="1" y="388"/>
                      <a:pt x="1" y="582"/>
                    </a:cubicBezTo>
                    <a:cubicBezTo>
                      <a:pt x="1" y="648"/>
                      <a:pt x="4" y="713"/>
                      <a:pt x="8" y="778"/>
                    </a:cubicBezTo>
                    <a:lnTo>
                      <a:pt x="65" y="775"/>
                    </a:lnTo>
                    <a:cubicBezTo>
                      <a:pt x="61" y="709"/>
                      <a:pt x="58" y="644"/>
                      <a:pt x="58" y="582"/>
                    </a:cubicBezTo>
                    <a:cubicBezTo>
                      <a:pt x="58" y="391"/>
                      <a:pt x="77" y="200"/>
                      <a:pt x="116" y="12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30" name="Google Shape;5530;p43"/>
              <p:cNvSpPr/>
              <p:nvPr/>
            </p:nvSpPr>
            <p:spPr>
              <a:xfrm>
                <a:off x="8438079" y="2224411"/>
                <a:ext cx="59778" cy="12284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42" extrusionOk="0">
                    <a:moveTo>
                      <a:pt x="20" y="0"/>
                    </a:moveTo>
                    <a:lnTo>
                      <a:pt x="0" y="53"/>
                    </a:lnTo>
                    <a:cubicBezTo>
                      <a:pt x="172" y="115"/>
                      <a:pt x="349" y="142"/>
                      <a:pt x="529" y="142"/>
                    </a:cubicBezTo>
                    <a:cubicBezTo>
                      <a:pt x="582" y="142"/>
                      <a:pt x="636" y="142"/>
                      <a:pt x="690" y="134"/>
                    </a:cubicBezTo>
                    <a:lnTo>
                      <a:pt x="682" y="76"/>
                    </a:lnTo>
                    <a:cubicBezTo>
                      <a:pt x="632" y="81"/>
                      <a:pt x="582" y="85"/>
                      <a:pt x="529" y="85"/>
                    </a:cubicBezTo>
                    <a:cubicBezTo>
                      <a:pt x="356" y="85"/>
                      <a:pt x="184" y="58"/>
                      <a:pt x="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31" name="Google Shape;5531;p43"/>
              <p:cNvSpPr/>
              <p:nvPr/>
            </p:nvSpPr>
            <p:spPr>
              <a:xfrm>
                <a:off x="8441020" y="2200534"/>
                <a:ext cx="54069" cy="1003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16" extrusionOk="0">
                    <a:moveTo>
                      <a:pt x="16" y="0"/>
                    </a:moveTo>
                    <a:lnTo>
                      <a:pt x="0" y="58"/>
                    </a:lnTo>
                    <a:cubicBezTo>
                      <a:pt x="158" y="96"/>
                      <a:pt x="315" y="115"/>
                      <a:pt x="476" y="115"/>
                    </a:cubicBezTo>
                    <a:cubicBezTo>
                      <a:pt x="525" y="115"/>
                      <a:pt x="575" y="112"/>
                      <a:pt x="625" y="108"/>
                    </a:cubicBezTo>
                    <a:lnTo>
                      <a:pt x="617" y="50"/>
                    </a:lnTo>
                    <a:cubicBezTo>
                      <a:pt x="571" y="54"/>
                      <a:pt x="525" y="58"/>
                      <a:pt x="476" y="58"/>
                    </a:cubicBezTo>
                    <a:cubicBezTo>
                      <a:pt x="322" y="58"/>
                      <a:pt x="165" y="39"/>
                      <a:pt x="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32" name="Google Shape;5532;p43"/>
              <p:cNvSpPr/>
              <p:nvPr/>
            </p:nvSpPr>
            <p:spPr>
              <a:xfrm>
                <a:off x="8426487" y="2285399"/>
                <a:ext cx="91528" cy="107183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1239" extrusionOk="0">
                    <a:moveTo>
                      <a:pt x="529" y="1"/>
                    </a:moveTo>
                    <a:cubicBezTo>
                      <a:pt x="237" y="1"/>
                      <a:pt x="0" y="276"/>
                      <a:pt x="0" y="618"/>
                    </a:cubicBezTo>
                    <a:cubicBezTo>
                      <a:pt x="0" y="958"/>
                      <a:pt x="237" y="1238"/>
                      <a:pt x="529" y="1238"/>
                    </a:cubicBezTo>
                    <a:cubicBezTo>
                      <a:pt x="824" y="1238"/>
                      <a:pt x="1058" y="958"/>
                      <a:pt x="1058" y="618"/>
                    </a:cubicBezTo>
                    <a:cubicBezTo>
                      <a:pt x="1058" y="276"/>
                      <a:pt x="824" y="1"/>
                      <a:pt x="5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33" name="Google Shape;5533;p43"/>
              <p:cNvSpPr/>
              <p:nvPr/>
            </p:nvSpPr>
            <p:spPr>
              <a:xfrm>
                <a:off x="8429428" y="2291368"/>
                <a:ext cx="79330" cy="95245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101" extrusionOk="0">
                    <a:moveTo>
                      <a:pt x="460" y="1"/>
                    </a:moveTo>
                    <a:cubicBezTo>
                      <a:pt x="203" y="1"/>
                      <a:pt x="0" y="245"/>
                      <a:pt x="0" y="549"/>
                    </a:cubicBezTo>
                    <a:cubicBezTo>
                      <a:pt x="0" y="855"/>
                      <a:pt x="203" y="1100"/>
                      <a:pt x="460" y="1100"/>
                    </a:cubicBezTo>
                    <a:cubicBezTo>
                      <a:pt x="713" y="1100"/>
                      <a:pt x="916" y="855"/>
                      <a:pt x="916" y="549"/>
                    </a:cubicBezTo>
                    <a:cubicBezTo>
                      <a:pt x="916" y="245"/>
                      <a:pt x="713" y="1"/>
                      <a:pt x="4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34" name="Google Shape;5534;p43"/>
              <p:cNvSpPr/>
              <p:nvPr/>
            </p:nvSpPr>
            <p:spPr>
              <a:xfrm>
                <a:off x="8469914" y="2302960"/>
                <a:ext cx="10641" cy="70677"/>
              </a:xfrm>
              <a:custGeom>
                <a:avLst/>
                <a:gdLst/>
                <a:ahLst/>
                <a:cxnLst/>
                <a:rect l="l" t="t" r="r" b="b"/>
                <a:pathLst>
                  <a:path w="123" h="817" extrusionOk="0">
                    <a:moveTo>
                      <a:pt x="65" y="1"/>
                    </a:moveTo>
                    <a:cubicBezTo>
                      <a:pt x="23" y="203"/>
                      <a:pt x="0" y="415"/>
                      <a:pt x="0" y="625"/>
                    </a:cubicBezTo>
                    <a:cubicBezTo>
                      <a:pt x="0" y="691"/>
                      <a:pt x="0" y="751"/>
                      <a:pt x="4" y="817"/>
                    </a:cubicBezTo>
                    <a:lnTo>
                      <a:pt x="65" y="813"/>
                    </a:lnTo>
                    <a:cubicBezTo>
                      <a:pt x="61" y="751"/>
                      <a:pt x="57" y="686"/>
                      <a:pt x="57" y="625"/>
                    </a:cubicBezTo>
                    <a:cubicBezTo>
                      <a:pt x="57" y="418"/>
                      <a:pt x="80" y="211"/>
                      <a:pt x="122" y="12"/>
                    </a:cubicBezTo>
                    <a:lnTo>
                      <a:pt x="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35" name="Google Shape;5535;p43"/>
              <p:cNvSpPr/>
              <p:nvPr/>
            </p:nvSpPr>
            <p:spPr>
              <a:xfrm>
                <a:off x="8449671" y="2302960"/>
                <a:ext cx="10035" cy="6730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778" extrusionOk="0">
                    <a:moveTo>
                      <a:pt x="58" y="1"/>
                    </a:moveTo>
                    <a:cubicBezTo>
                      <a:pt x="19" y="192"/>
                      <a:pt x="1" y="387"/>
                      <a:pt x="1" y="583"/>
                    </a:cubicBezTo>
                    <a:cubicBezTo>
                      <a:pt x="1" y="648"/>
                      <a:pt x="4" y="714"/>
                      <a:pt x="8" y="778"/>
                    </a:cubicBezTo>
                    <a:lnTo>
                      <a:pt x="65" y="774"/>
                    </a:lnTo>
                    <a:cubicBezTo>
                      <a:pt x="61" y="714"/>
                      <a:pt x="58" y="648"/>
                      <a:pt x="58" y="583"/>
                    </a:cubicBezTo>
                    <a:cubicBezTo>
                      <a:pt x="58" y="392"/>
                      <a:pt x="77" y="199"/>
                      <a:pt x="116" y="12"/>
                    </a:cubicBez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36" name="Google Shape;5536;p43"/>
              <p:cNvSpPr/>
              <p:nvPr/>
            </p:nvSpPr>
            <p:spPr>
              <a:xfrm>
                <a:off x="8438079" y="2346734"/>
                <a:ext cx="59778" cy="12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46" extrusionOk="0">
                    <a:moveTo>
                      <a:pt x="20" y="1"/>
                    </a:moveTo>
                    <a:lnTo>
                      <a:pt x="0" y="54"/>
                    </a:lnTo>
                    <a:cubicBezTo>
                      <a:pt x="172" y="116"/>
                      <a:pt x="349" y="146"/>
                      <a:pt x="529" y="146"/>
                    </a:cubicBezTo>
                    <a:cubicBezTo>
                      <a:pt x="582" y="146"/>
                      <a:pt x="636" y="142"/>
                      <a:pt x="690" y="139"/>
                    </a:cubicBezTo>
                    <a:lnTo>
                      <a:pt x="682" y="77"/>
                    </a:lnTo>
                    <a:cubicBezTo>
                      <a:pt x="632" y="84"/>
                      <a:pt x="582" y="84"/>
                      <a:pt x="529" y="84"/>
                    </a:cubicBezTo>
                    <a:cubicBezTo>
                      <a:pt x="356" y="84"/>
                      <a:pt x="184" y="58"/>
                      <a:pt x="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37" name="Google Shape;5537;p43"/>
              <p:cNvSpPr/>
              <p:nvPr/>
            </p:nvSpPr>
            <p:spPr>
              <a:xfrm>
                <a:off x="8441020" y="2322857"/>
                <a:ext cx="54069" cy="1003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16" extrusionOk="0">
                    <a:moveTo>
                      <a:pt x="16" y="1"/>
                    </a:moveTo>
                    <a:lnTo>
                      <a:pt x="0" y="58"/>
                    </a:lnTo>
                    <a:cubicBezTo>
                      <a:pt x="158" y="96"/>
                      <a:pt x="315" y="116"/>
                      <a:pt x="476" y="116"/>
                    </a:cubicBezTo>
                    <a:cubicBezTo>
                      <a:pt x="525" y="116"/>
                      <a:pt x="575" y="116"/>
                      <a:pt x="625" y="111"/>
                    </a:cubicBezTo>
                    <a:lnTo>
                      <a:pt x="617" y="50"/>
                    </a:lnTo>
                    <a:cubicBezTo>
                      <a:pt x="571" y="54"/>
                      <a:pt x="525" y="58"/>
                      <a:pt x="476" y="58"/>
                    </a:cubicBezTo>
                    <a:cubicBezTo>
                      <a:pt x="322" y="58"/>
                      <a:pt x="165" y="38"/>
                      <a:pt x="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38" name="Google Shape;5538;p43"/>
              <p:cNvSpPr/>
              <p:nvPr/>
            </p:nvSpPr>
            <p:spPr>
              <a:xfrm>
                <a:off x="8426487" y="2407722"/>
                <a:ext cx="91528" cy="107096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1238" extrusionOk="0">
                    <a:moveTo>
                      <a:pt x="529" y="0"/>
                    </a:moveTo>
                    <a:cubicBezTo>
                      <a:pt x="237" y="0"/>
                      <a:pt x="0" y="276"/>
                      <a:pt x="0" y="621"/>
                    </a:cubicBezTo>
                    <a:cubicBezTo>
                      <a:pt x="0" y="962"/>
                      <a:pt x="237" y="1238"/>
                      <a:pt x="529" y="1238"/>
                    </a:cubicBezTo>
                    <a:cubicBezTo>
                      <a:pt x="824" y="1238"/>
                      <a:pt x="1058" y="962"/>
                      <a:pt x="1058" y="621"/>
                    </a:cubicBezTo>
                    <a:cubicBezTo>
                      <a:pt x="1058" y="276"/>
                      <a:pt x="824" y="0"/>
                      <a:pt x="5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39" name="Google Shape;5539;p43"/>
              <p:cNvSpPr/>
              <p:nvPr/>
            </p:nvSpPr>
            <p:spPr>
              <a:xfrm>
                <a:off x="8429428" y="2413691"/>
                <a:ext cx="79330" cy="95158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100" extrusionOk="0">
                    <a:moveTo>
                      <a:pt x="460" y="0"/>
                    </a:moveTo>
                    <a:cubicBezTo>
                      <a:pt x="203" y="0"/>
                      <a:pt x="0" y="246"/>
                      <a:pt x="0" y="552"/>
                    </a:cubicBezTo>
                    <a:cubicBezTo>
                      <a:pt x="0" y="854"/>
                      <a:pt x="203" y="1100"/>
                      <a:pt x="460" y="1100"/>
                    </a:cubicBezTo>
                    <a:cubicBezTo>
                      <a:pt x="713" y="1100"/>
                      <a:pt x="916" y="854"/>
                      <a:pt x="916" y="552"/>
                    </a:cubicBezTo>
                    <a:cubicBezTo>
                      <a:pt x="916" y="246"/>
                      <a:pt x="713" y="0"/>
                      <a:pt x="4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40" name="Google Shape;5540;p43"/>
              <p:cNvSpPr/>
              <p:nvPr/>
            </p:nvSpPr>
            <p:spPr>
              <a:xfrm>
                <a:off x="8469914" y="2425284"/>
                <a:ext cx="10641" cy="70677"/>
              </a:xfrm>
              <a:custGeom>
                <a:avLst/>
                <a:gdLst/>
                <a:ahLst/>
                <a:cxnLst/>
                <a:rect l="l" t="t" r="r" b="b"/>
                <a:pathLst>
                  <a:path w="123" h="817" extrusionOk="0">
                    <a:moveTo>
                      <a:pt x="65" y="0"/>
                    </a:moveTo>
                    <a:cubicBezTo>
                      <a:pt x="23" y="204"/>
                      <a:pt x="0" y="414"/>
                      <a:pt x="0" y="625"/>
                    </a:cubicBezTo>
                    <a:cubicBezTo>
                      <a:pt x="0" y="690"/>
                      <a:pt x="0" y="752"/>
                      <a:pt x="4" y="817"/>
                    </a:cubicBezTo>
                    <a:lnTo>
                      <a:pt x="65" y="812"/>
                    </a:lnTo>
                    <a:cubicBezTo>
                      <a:pt x="61" y="752"/>
                      <a:pt x="57" y="690"/>
                      <a:pt x="57" y="625"/>
                    </a:cubicBezTo>
                    <a:cubicBezTo>
                      <a:pt x="57" y="421"/>
                      <a:pt x="80" y="215"/>
                      <a:pt x="122" y="12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41" name="Google Shape;5541;p43"/>
              <p:cNvSpPr/>
              <p:nvPr/>
            </p:nvSpPr>
            <p:spPr>
              <a:xfrm>
                <a:off x="8449671" y="2425284"/>
                <a:ext cx="10035" cy="676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782" extrusionOk="0">
                    <a:moveTo>
                      <a:pt x="58" y="0"/>
                    </a:moveTo>
                    <a:cubicBezTo>
                      <a:pt x="19" y="192"/>
                      <a:pt x="1" y="387"/>
                      <a:pt x="1" y="582"/>
                    </a:cubicBezTo>
                    <a:cubicBezTo>
                      <a:pt x="1" y="648"/>
                      <a:pt x="4" y="717"/>
                      <a:pt x="8" y="782"/>
                    </a:cubicBezTo>
                    <a:lnTo>
                      <a:pt x="65" y="778"/>
                    </a:lnTo>
                    <a:cubicBezTo>
                      <a:pt x="61" y="713"/>
                      <a:pt x="58" y="648"/>
                      <a:pt x="58" y="582"/>
                    </a:cubicBezTo>
                    <a:cubicBezTo>
                      <a:pt x="58" y="391"/>
                      <a:pt x="77" y="200"/>
                      <a:pt x="116" y="12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42" name="Google Shape;5542;p43"/>
              <p:cNvSpPr/>
              <p:nvPr/>
            </p:nvSpPr>
            <p:spPr>
              <a:xfrm>
                <a:off x="8438079" y="2469057"/>
                <a:ext cx="59778" cy="12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46" extrusionOk="0">
                    <a:moveTo>
                      <a:pt x="20" y="0"/>
                    </a:moveTo>
                    <a:lnTo>
                      <a:pt x="0" y="58"/>
                    </a:lnTo>
                    <a:cubicBezTo>
                      <a:pt x="172" y="115"/>
                      <a:pt x="349" y="145"/>
                      <a:pt x="529" y="145"/>
                    </a:cubicBezTo>
                    <a:cubicBezTo>
                      <a:pt x="582" y="145"/>
                      <a:pt x="636" y="142"/>
                      <a:pt x="690" y="138"/>
                    </a:cubicBezTo>
                    <a:lnTo>
                      <a:pt x="682" y="81"/>
                    </a:lnTo>
                    <a:cubicBezTo>
                      <a:pt x="632" y="85"/>
                      <a:pt x="582" y="88"/>
                      <a:pt x="529" y="88"/>
                    </a:cubicBezTo>
                    <a:cubicBezTo>
                      <a:pt x="356" y="88"/>
                      <a:pt x="184" y="58"/>
                      <a:pt x="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43" name="Google Shape;5543;p43"/>
              <p:cNvSpPr/>
              <p:nvPr/>
            </p:nvSpPr>
            <p:spPr>
              <a:xfrm>
                <a:off x="8441020" y="2445181"/>
                <a:ext cx="54069" cy="1003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16" extrusionOk="0">
                    <a:moveTo>
                      <a:pt x="16" y="0"/>
                    </a:moveTo>
                    <a:lnTo>
                      <a:pt x="0" y="58"/>
                    </a:lnTo>
                    <a:cubicBezTo>
                      <a:pt x="158" y="96"/>
                      <a:pt x="315" y="115"/>
                      <a:pt x="476" y="115"/>
                    </a:cubicBezTo>
                    <a:cubicBezTo>
                      <a:pt x="525" y="115"/>
                      <a:pt x="575" y="115"/>
                      <a:pt x="625" y="111"/>
                    </a:cubicBezTo>
                    <a:lnTo>
                      <a:pt x="617" y="54"/>
                    </a:lnTo>
                    <a:cubicBezTo>
                      <a:pt x="571" y="58"/>
                      <a:pt x="525" y="58"/>
                      <a:pt x="476" y="58"/>
                    </a:cubicBezTo>
                    <a:cubicBezTo>
                      <a:pt x="322" y="58"/>
                      <a:pt x="165" y="39"/>
                      <a:pt x="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44" name="Google Shape;5544;p43"/>
              <p:cNvSpPr/>
              <p:nvPr/>
            </p:nvSpPr>
            <p:spPr>
              <a:xfrm>
                <a:off x="8430466" y="2168180"/>
                <a:ext cx="79243" cy="50347"/>
              </a:xfrm>
              <a:custGeom>
                <a:avLst/>
                <a:gdLst/>
                <a:ahLst/>
                <a:cxnLst/>
                <a:rect l="l" t="t" r="r" b="b"/>
                <a:pathLst>
                  <a:path w="916" h="582" extrusionOk="0">
                    <a:moveTo>
                      <a:pt x="450" y="1"/>
                    </a:moveTo>
                    <a:cubicBezTo>
                      <a:pt x="294" y="1"/>
                      <a:pt x="64" y="95"/>
                      <a:pt x="0" y="432"/>
                    </a:cubicBezTo>
                    <a:cubicBezTo>
                      <a:pt x="0" y="432"/>
                      <a:pt x="88" y="106"/>
                      <a:pt x="306" y="106"/>
                    </a:cubicBezTo>
                    <a:cubicBezTo>
                      <a:pt x="525" y="106"/>
                      <a:pt x="755" y="558"/>
                      <a:pt x="904" y="581"/>
                    </a:cubicBezTo>
                    <a:cubicBezTo>
                      <a:pt x="916" y="171"/>
                      <a:pt x="647" y="14"/>
                      <a:pt x="487" y="3"/>
                    </a:cubicBezTo>
                    <a:cubicBezTo>
                      <a:pt x="475" y="2"/>
                      <a:pt x="463" y="1"/>
                      <a:pt x="4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45" name="Google Shape;5545;p43"/>
              <p:cNvSpPr/>
              <p:nvPr/>
            </p:nvSpPr>
            <p:spPr>
              <a:xfrm>
                <a:off x="8430466" y="2291195"/>
                <a:ext cx="79243" cy="50261"/>
              </a:xfrm>
              <a:custGeom>
                <a:avLst/>
                <a:gdLst/>
                <a:ahLst/>
                <a:cxnLst/>
                <a:rect l="l" t="t" r="r" b="b"/>
                <a:pathLst>
                  <a:path w="916" h="581" extrusionOk="0">
                    <a:moveTo>
                      <a:pt x="450" y="1"/>
                    </a:moveTo>
                    <a:cubicBezTo>
                      <a:pt x="294" y="1"/>
                      <a:pt x="64" y="95"/>
                      <a:pt x="0" y="431"/>
                    </a:cubicBezTo>
                    <a:cubicBezTo>
                      <a:pt x="0" y="431"/>
                      <a:pt x="88" y="106"/>
                      <a:pt x="306" y="106"/>
                    </a:cubicBezTo>
                    <a:cubicBezTo>
                      <a:pt x="525" y="106"/>
                      <a:pt x="755" y="558"/>
                      <a:pt x="904" y="581"/>
                    </a:cubicBezTo>
                    <a:cubicBezTo>
                      <a:pt x="916" y="171"/>
                      <a:pt x="647" y="14"/>
                      <a:pt x="487" y="3"/>
                    </a:cubicBezTo>
                    <a:cubicBezTo>
                      <a:pt x="475" y="1"/>
                      <a:pt x="463" y="1"/>
                      <a:pt x="4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5546" name="Google Shape;5546;p43"/>
              <p:cNvSpPr/>
              <p:nvPr/>
            </p:nvSpPr>
            <p:spPr>
              <a:xfrm>
                <a:off x="8430466" y="2413864"/>
                <a:ext cx="79243" cy="50347"/>
              </a:xfrm>
              <a:custGeom>
                <a:avLst/>
                <a:gdLst/>
                <a:ahLst/>
                <a:cxnLst/>
                <a:rect l="l" t="t" r="r" b="b"/>
                <a:pathLst>
                  <a:path w="916" h="582" extrusionOk="0">
                    <a:moveTo>
                      <a:pt x="452" y="0"/>
                    </a:moveTo>
                    <a:cubicBezTo>
                      <a:pt x="296" y="0"/>
                      <a:pt x="64" y="93"/>
                      <a:pt x="0" y="431"/>
                    </a:cubicBezTo>
                    <a:cubicBezTo>
                      <a:pt x="0" y="431"/>
                      <a:pt x="88" y="106"/>
                      <a:pt x="306" y="106"/>
                    </a:cubicBezTo>
                    <a:cubicBezTo>
                      <a:pt x="525" y="106"/>
                      <a:pt x="755" y="553"/>
                      <a:pt x="904" y="581"/>
                    </a:cubicBezTo>
                    <a:cubicBezTo>
                      <a:pt x="916" y="171"/>
                      <a:pt x="647" y="14"/>
                      <a:pt x="487" y="2"/>
                    </a:cubicBezTo>
                    <a:cubicBezTo>
                      <a:pt x="475" y="1"/>
                      <a:pt x="464" y="0"/>
                      <a:pt x="4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5547" name="Google Shape;5547;p43"/>
            <p:cNvSpPr/>
            <p:nvPr/>
          </p:nvSpPr>
          <p:spPr>
            <a:xfrm>
              <a:off x="8795739" y="3227991"/>
              <a:ext cx="113847" cy="52770"/>
            </a:xfrm>
            <a:custGeom>
              <a:avLst/>
              <a:gdLst/>
              <a:ahLst/>
              <a:cxnLst/>
              <a:rect l="l" t="t" r="r" b="b"/>
              <a:pathLst>
                <a:path w="1316" h="610" extrusionOk="0">
                  <a:moveTo>
                    <a:pt x="885" y="0"/>
                  </a:moveTo>
                  <a:cubicBezTo>
                    <a:pt x="667" y="0"/>
                    <a:pt x="451" y="13"/>
                    <a:pt x="238" y="39"/>
                  </a:cubicBezTo>
                  <a:lnTo>
                    <a:pt x="0" y="609"/>
                  </a:lnTo>
                  <a:lnTo>
                    <a:pt x="1315" y="609"/>
                  </a:lnTo>
                  <a:lnTo>
                    <a:pt x="1100" y="4"/>
                  </a:lnTo>
                  <a:cubicBezTo>
                    <a:pt x="1028" y="1"/>
                    <a:pt x="956" y="0"/>
                    <a:pt x="8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548" name="Google Shape;5548;p43"/>
          <p:cNvGrpSpPr/>
          <p:nvPr/>
        </p:nvGrpSpPr>
        <p:grpSpPr>
          <a:xfrm>
            <a:off x="8070691" y="3816161"/>
            <a:ext cx="304126" cy="832653"/>
            <a:chOff x="8081081" y="420775"/>
            <a:chExt cx="429436" cy="1175565"/>
          </a:xfrm>
        </p:grpSpPr>
        <p:sp>
          <p:nvSpPr>
            <p:cNvPr id="5549" name="Google Shape;5549;p43"/>
            <p:cNvSpPr/>
            <p:nvPr/>
          </p:nvSpPr>
          <p:spPr>
            <a:xfrm>
              <a:off x="8287059" y="834546"/>
              <a:ext cx="12890" cy="748549"/>
            </a:xfrm>
            <a:custGeom>
              <a:avLst/>
              <a:gdLst/>
              <a:ahLst/>
              <a:cxnLst/>
              <a:rect l="l" t="t" r="r" b="b"/>
              <a:pathLst>
                <a:path w="149" h="8653" extrusionOk="0">
                  <a:moveTo>
                    <a:pt x="0" y="0"/>
                  </a:moveTo>
                  <a:lnTo>
                    <a:pt x="0" y="8652"/>
                  </a:lnTo>
                  <a:lnTo>
                    <a:pt x="149" y="8652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50" name="Google Shape;5550;p43"/>
            <p:cNvSpPr/>
            <p:nvPr/>
          </p:nvSpPr>
          <p:spPr>
            <a:xfrm>
              <a:off x="8081081" y="420775"/>
              <a:ext cx="429436" cy="429337"/>
            </a:xfrm>
            <a:custGeom>
              <a:avLst/>
              <a:gdLst/>
              <a:ahLst/>
              <a:cxnLst/>
              <a:rect l="l" t="t" r="r" b="b"/>
              <a:pathLst>
                <a:path w="4964" h="4963" extrusionOk="0">
                  <a:moveTo>
                    <a:pt x="2480" y="1"/>
                  </a:moveTo>
                  <a:cubicBezTo>
                    <a:pt x="1112" y="1"/>
                    <a:pt x="1" y="1112"/>
                    <a:pt x="1" y="2484"/>
                  </a:cubicBezTo>
                  <a:cubicBezTo>
                    <a:pt x="1" y="2817"/>
                    <a:pt x="66" y="3139"/>
                    <a:pt x="185" y="3430"/>
                  </a:cubicBezTo>
                  <a:cubicBezTo>
                    <a:pt x="231" y="3537"/>
                    <a:pt x="281" y="3641"/>
                    <a:pt x="342" y="3740"/>
                  </a:cubicBezTo>
                  <a:cubicBezTo>
                    <a:pt x="361" y="3775"/>
                    <a:pt x="381" y="3809"/>
                    <a:pt x="404" y="3840"/>
                  </a:cubicBezTo>
                  <a:cubicBezTo>
                    <a:pt x="576" y="4104"/>
                    <a:pt x="798" y="4334"/>
                    <a:pt x="1055" y="4514"/>
                  </a:cubicBezTo>
                  <a:cubicBezTo>
                    <a:pt x="1457" y="4798"/>
                    <a:pt x="1952" y="4962"/>
                    <a:pt x="2480" y="4962"/>
                  </a:cubicBezTo>
                  <a:cubicBezTo>
                    <a:pt x="3852" y="4962"/>
                    <a:pt x="4963" y="3855"/>
                    <a:pt x="4963" y="2484"/>
                  </a:cubicBezTo>
                  <a:cubicBezTo>
                    <a:pt x="4963" y="1950"/>
                    <a:pt x="4795" y="1457"/>
                    <a:pt x="4507" y="1050"/>
                  </a:cubicBezTo>
                  <a:cubicBezTo>
                    <a:pt x="4258" y="698"/>
                    <a:pt x="3917" y="415"/>
                    <a:pt x="3522" y="231"/>
                  </a:cubicBezTo>
                  <a:cubicBezTo>
                    <a:pt x="3476" y="211"/>
                    <a:pt x="3430" y="188"/>
                    <a:pt x="3381" y="169"/>
                  </a:cubicBezTo>
                  <a:cubicBezTo>
                    <a:pt x="3269" y="127"/>
                    <a:pt x="3154" y="93"/>
                    <a:pt x="3036" y="65"/>
                  </a:cubicBezTo>
                  <a:cubicBezTo>
                    <a:pt x="2856" y="24"/>
                    <a:pt x="2672" y="1"/>
                    <a:pt x="24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51" name="Google Shape;5551;p43"/>
            <p:cNvSpPr/>
            <p:nvPr/>
          </p:nvSpPr>
          <p:spPr>
            <a:xfrm>
              <a:off x="8112657" y="452610"/>
              <a:ext cx="366024" cy="366100"/>
            </a:xfrm>
            <a:custGeom>
              <a:avLst/>
              <a:gdLst/>
              <a:ahLst/>
              <a:cxnLst/>
              <a:rect l="l" t="t" r="r" b="b"/>
              <a:pathLst>
                <a:path w="4231" h="4232" extrusionOk="0">
                  <a:moveTo>
                    <a:pt x="2115" y="119"/>
                  </a:moveTo>
                  <a:cubicBezTo>
                    <a:pt x="3215" y="119"/>
                    <a:pt x="4112" y="1016"/>
                    <a:pt x="4112" y="2116"/>
                  </a:cubicBezTo>
                  <a:cubicBezTo>
                    <a:pt x="4112" y="3215"/>
                    <a:pt x="3215" y="4112"/>
                    <a:pt x="2115" y="4112"/>
                  </a:cubicBezTo>
                  <a:cubicBezTo>
                    <a:pt x="1015" y="4112"/>
                    <a:pt x="122" y="3215"/>
                    <a:pt x="122" y="2116"/>
                  </a:cubicBezTo>
                  <a:cubicBezTo>
                    <a:pt x="122" y="1016"/>
                    <a:pt x="1015" y="119"/>
                    <a:pt x="2115" y="119"/>
                  </a:cubicBezTo>
                  <a:close/>
                  <a:moveTo>
                    <a:pt x="2115" y="1"/>
                  </a:moveTo>
                  <a:cubicBezTo>
                    <a:pt x="950" y="1"/>
                    <a:pt x="0" y="947"/>
                    <a:pt x="0" y="2116"/>
                  </a:cubicBezTo>
                  <a:cubicBezTo>
                    <a:pt x="0" y="3284"/>
                    <a:pt x="950" y="4231"/>
                    <a:pt x="2115" y="4231"/>
                  </a:cubicBezTo>
                  <a:cubicBezTo>
                    <a:pt x="3284" y="4231"/>
                    <a:pt x="4231" y="3284"/>
                    <a:pt x="4231" y="2116"/>
                  </a:cubicBezTo>
                  <a:cubicBezTo>
                    <a:pt x="4231" y="947"/>
                    <a:pt x="3284" y="1"/>
                    <a:pt x="21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552" name="Google Shape;5552;p43"/>
            <p:cNvSpPr/>
            <p:nvPr/>
          </p:nvSpPr>
          <p:spPr>
            <a:xfrm>
              <a:off x="8256434" y="1538207"/>
              <a:ext cx="74053" cy="58133"/>
            </a:xfrm>
            <a:custGeom>
              <a:avLst/>
              <a:gdLst/>
              <a:ahLst/>
              <a:cxnLst/>
              <a:rect l="l" t="t" r="r" b="b"/>
              <a:pathLst>
                <a:path w="856" h="672" extrusionOk="0">
                  <a:moveTo>
                    <a:pt x="208" y="0"/>
                  </a:moveTo>
                  <a:lnTo>
                    <a:pt x="1" y="672"/>
                  </a:lnTo>
                  <a:lnTo>
                    <a:pt x="855" y="672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5675" name="Google Shape;5675;p43"/>
          <p:cNvGrpSpPr/>
          <p:nvPr/>
        </p:nvGrpSpPr>
        <p:grpSpPr>
          <a:xfrm flipH="1">
            <a:off x="1143431" y="4325656"/>
            <a:ext cx="1289131" cy="709819"/>
            <a:chOff x="6803356" y="2469281"/>
            <a:chExt cx="717739" cy="395200"/>
          </a:xfrm>
        </p:grpSpPr>
        <p:sp>
          <p:nvSpPr>
            <p:cNvPr id="5676" name="Google Shape;5676;p43"/>
            <p:cNvSpPr/>
            <p:nvPr/>
          </p:nvSpPr>
          <p:spPr>
            <a:xfrm>
              <a:off x="7000982" y="2772632"/>
              <a:ext cx="330092" cy="39592"/>
            </a:xfrm>
            <a:custGeom>
              <a:avLst/>
              <a:gdLst/>
              <a:ahLst/>
              <a:cxnLst/>
              <a:rect l="l" t="t" r="r" b="b"/>
              <a:pathLst>
                <a:path w="6853" h="822" extrusionOk="0">
                  <a:moveTo>
                    <a:pt x="1" y="1"/>
                  </a:moveTo>
                  <a:lnTo>
                    <a:pt x="59" y="729"/>
                  </a:lnTo>
                  <a:lnTo>
                    <a:pt x="461" y="729"/>
                  </a:lnTo>
                  <a:lnTo>
                    <a:pt x="699" y="545"/>
                  </a:lnTo>
                  <a:lnTo>
                    <a:pt x="5715" y="415"/>
                  </a:lnTo>
                  <a:cubicBezTo>
                    <a:pt x="5716" y="415"/>
                    <a:pt x="5718" y="415"/>
                    <a:pt x="5720" y="415"/>
                  </a:cubicBezTo>
                  <a:cubicBezTo>
                    <a:pt x="5752" y="415"/>
                    <a:pt x="5780" y="444"/>
                    <a:pt x="5780" y="480"/>
                  </a:cubicBezTo>
                  <a:cubicBezTo>
                    <a:pt x="5780" y="515"/>
                    <a:pt x="5810" y="545"/>
                    <a:pt x="5844" y="545"/>
                  </a:cubicBezTo>
                  <a:lnTo>
                    <a:pt x="6097" y="545"/>
                  </a:lnTo>
                  <a:cubicBezTo>
                    <a:pt x="6120" y="545"/>
                    <a:pt x="6140" y="553"/>
                    <a:pt x="6151" y="572"/>
                  </a:cubicBezTo>
                  <a:lnTo>
                    <a:pt x="6323" y="821"/>
                  </a:lnTo>
                  <a:lnTo>
                    <a:pt x="6852" y="821"/>
                  </a:lnTo>
                  <a:lnTo>
                    <a:pt x="6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77" name="Google Shape;5677;p43"/>
            <p:cNvSpPr/>
            <p:nvPr/>
          </p:nvSpPr>
          <p:spPr>
            <a:xfrm>
              <a:off x="6810961" y="2469281"/>
              <a:ext cx="710133" cy="348811"/>
            </a:xfrm>
            <a:custGeom>
              <a:avLst/>
              <a:gdLst/>
              <a:ahLst/>
              <a:cxnLst/>
              <a:rect l="l" t="t" r="r" b="b"/>
              <a:pathLst>
                <a:path w="14743" h="7242" extrusionOk="0">
                  <a:moveTo>
                    <a:pt x="4573" y="0"/>
                  </a:moveTo>
                  <a:cubicBezTo>
                    <a:pt x="2661" y="0"/>
                    <a:pt x="1401" y="65"/>
                    <a:pt x="962" y="91"/>
                  </a:cubicBezTo>
                  <a:cubicBezTo>
                    <a:pt x="855" y="100"/>
                    <a:pt x="767" y="169"/>
                    <a:pt x="736" y="268"/>
                  </a:cubicBezTo>
                  <a:cubicBezTo>
                    <a:pt x="338" y="1609"/>
                    <a:pt x="258" y="3441"/>
                    <a:pt x="246" y="3881"/>
                  </a:cubicBezTo>
                  <a:cubicBezTo>
                    <a:pt x="242" y="3943"/>
                    <a:pt x="207" y="4000"/>
                    <a:pt x="154" y="4027"/>
                  </a:cubicBezTo>
                  <a:cubicBezTo>
                    <a:pt x="104" y="4058"/>
                    <a:pt x="69" y="4111"/>
                    <a:pt x="65" y="4169"/>
                  </a:cubicBezTo>
                  <a:cubicBezTo>
                    <a:pt x="0" y="5146"/>
                    <a:pt x="108" y="6636"/>
                    <a:pt x="108" y="6636"/>
                  </a:cubicBezTo>
                  <a:lnTo>
                    <a:pt x="859" y="6636"/>
                  </a:lnTo>
                  <a:lnTo>
                    <a:pt x="1747" y="7242"/>
                  </a:lnTo>
                  <a:lnTo>
                    <a:pt x="3863" y="7242"/>
                  </a:lnTo>
                  <a:lnTo>
                    <a:pt x="4656" y="6636"/>
                  </a:lnTo>
                  <a:lnTo>
                    <a:pt x="10354" y="6636"/>
                  </a:lnTo>
                  <a:lnTo>
                    <a:pt x="10952" y="7108"/>
                  </a:lnTo>
                  <a:lnTo>
                    <a:pt x="13386" y="7108"/>
                  </a:lnTo>
                  <a:lnTo>
                    <a:pt x="13887" y="6736"/>
                  </a:lnTo>
                  <a:lnTo>
                    <a:pt x="14454" y="6736"/>
                  </a:lnTo>
                  <a:cubicBezTo>
                    <a:pt x="14520" y="6736"/>
                    <a:pt x="14577" y="6686"/>
                    <a:pt x="14581" y="6617"/>
                  </a:cubicBezTo>
                  <a:cubicBezTo>
                    <a:pt x="14742" y="4935"/>
                    <a:pt x="14412" y="3533"/>
                    <a:pt x="14412" y="3533"/>
                  </a:cubicBezTo>
                  <a:lnTo>
                    <a:pt x="13519" y="3234"/>
                  </a:lnTo>
                  <a:lnTo>
                    <a:pt x="12274" y="367"/>
                  </a:lnTo>
                  <a:cubicBezTo>
                    <a:pt x="12254" y="329"/>
                    <a:pt x="12220" y="306"/>
                    <a:pt x="12178" y="303"/>
                  </a:cubicBezTo>
                  <a:cubicBezTo>
                    <a:pt x="9095" y="66"/>
                    <a:pt x="6503" y="0"/>
                    <a:pt x="4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78" name="Google Shape;5678;p43"/>
            <p:cNvSpPr/>
            <p:nvPr/>
          </p:nvSpPr>
          <p:spPr>
            <a:xfrm>
              <a:off x="6804271" y="2758471"/>
              <a:ext cx="38582" cy="34004"/>
            </a:xfrm>
            <a:custGeom>
              <a:avLst/>
              <a:gdLst/>
              <a:ahLst/>
              <a:cxnLst/>
              <a:rect l="l" t="t" r="r" b="b"/>
              <a:pathLst>
                <a:path w="801" h="706" extrusionOk="0">
                  <a:moveTo>
                    <a:pt x="84" y="1"/>
                  </a:moveTo>
                  <a:cubicBezTo>
                    <a:pt x="38" y="1"/>
                    <a:pt x="1" y="38"/>
                    <a:pt x="1" y="84"/>
                  </a:cubicBezTo>
                  <a:cubicBezTo>
                    <a:pt x="1" y="196"/>
                    <a:pt x="4" y="410"/>
                    <a:pt x="50" y="640"/>
                  </a:cubicBezTo>
                  <a:cubicBezTo>
                    <a:pt x="58" y="678"/>
                    <a:pt x="93" y="705"/>
                    <a:pt x="130" y="705"/>
                  </a:cubicBezTo>
                  <a:lnTo>
                    <a:pt x="717" y="705"/>
                  </a:lnTo>
                  <a:cubicBezTo>
                    <a:pt x="763" y="705"/>
                    <a:pt x="801" y="667"/>
                    <a:pt x="797" y="617"/>
                  </a:cubicBezTo>
                  <a:lnTo>
                    <a:pt x="770" y="81"/>
                  </a:lnTo>
                  <a:cubicBezTo>
                    <a:pt x="770" y="35"/>
                    <a:pt x="732" y="1"/>
                    <a:pt x="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79" name="Google Shape;5679;p43"/>
            <p:cNvSpPr/>
            <p:nvPr/>
          </p:nvSpPr>
          <p:spPr>
            <a:xfrm>
              <a:off x="7391563" y="2497121"/>
              <a:ext cx="64785" cy="128119"/>
            </a:xfrm>
            <a:custGeom>
              <a:avLst/>
              <a:gdLst/>
              <a:ahLst/>
              <a:cxnLst/>
              <a:rect l="l" t="t" r="r" b="b"/>
              <a:pathLst>
                <a:path w="1345" h="2660" extrusionOk="0">
                  <a:moveTo>
                    <a:pt x="0" y="1"/>
                  </a:moveTo>
                  <a:cubicBezTo>
                    <a:pt x="126" y="1104"/>
                    <a:pt x="759" y="2659"/>
                    <a:pt x="759" y="2659"/>
                  </a:cubicBezTo>
                  <a:lnTo>
                    <a:pt x="1345" y="265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80" name="Google Shape;5680;p43"/>
            <p:cNvSpPr/>
            <p:nvPr/>
          </p:nvSpPr>
          <p:spPr>
            <a:xfrm>
              <a:off x="7309969" y="2717867"/>
              <a:ext cx="164107" cy="93825"/>
            </a:xfrm>
            <a:custGeom>
              <a:avLst/>
              <a:gdLst/>
              <a:ahLst/>
              <a:cxnLst/>
              <a:rect l="l" t="t" r="r" b="b"/>
              <a:pathLst>
                <a:path w="3407" h="1948" extrusionOk="0">
                  <a:moveTo>
                    <a:pt x="1687" y="0"/>
                  </a:moveTo>
                  <a:cubicBezTo>
                    <a:pt x="288" y="0"/>
                    <a:pt x="0" y="1575"/>
                    <a:pt x="0" y="1575"/>
                  </a:cubicBezTo>
                  <a:lnTo>
                    <a:pt x="472" y="1947"/>
                  </a:lnTo>
                  <a:lnTo>
                    <a:pt x="2906" y="1947"/>
                  </a:lnTo>
                  <a:lnTo>
                    <a:pt x="3407" y="1575"/>
                  </a:lnTo>
                  <a:cubicBezTo>
                    <a:pt x="3407" y="1575"/>
                    <a:pt x="3085" y="0"/>
                    <a:pt x="16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81" name="Google Shape;5681;p43"/>
            <p:cNvSpPr/>
            <p:nvPr/>
          </p:nvSpPr>
          <p:spPr>
            <a:xfrm>
              <a:off x="6857591" y="2717867"/>
              <a:ext cx="165600" cy="93825"/>
            </a:xfrm>
            <a:custGeom>
              <a:avLst/>
              <a:gdLst/>
              <a:ahLst/>
              <a:cxnLst/>
              <a:rect l="l" t="t" r="r" b="b"/>
              <a:pathLst>
                <a:path w="3438" h="1948" extrusionOk="0">
                  <a:moveTo>
                    <a:pt x="1717" y="0"/>
                  </a:moveTo>
                  <a:cubicBezTo>
                    <a:pt x="319" y="0"/>
                    <a:pt x="1" y="1629"/>
                    <a:pt x="1" y="1629"/>
                  </a:cubicBezTo>
                  <a:lnTo>
                    <a:pt x="468" y="1947"/>
                  </a:lnTo>
                  <a:lnTo>
                    <a:pt x="2947" y="1947"/>
                  </a:lnTo>
                  <a:lnTo>
                    <a:pt x="3438" y="1575"/>
                  </a:lnTo>
                  <a:cubicBezTo>
                    <a:pt x="3438" y="1575"/>
                    <a:pt x="3116" y="0"/>
                    <a:pt x="17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82" name="Google Shape;5682;p43"/>
            <p:cNvSpPr/>
            <p:nvPr/>
          </p:nvSpPr>
          <p:spPr>
            <a:xfrm>
              <a:off x="6847621" y="2728078"/>
              <a:ext cx="183711" cy="136403"/>
            </a:xfrm>
            <a:custGeom>
              <a:avLst/>
              <a:gdLst/>
              <a:ahLst/>
              <a:cxnLst/>
              <a:rect l="l" t="t" r="r" b="b"/>
              <a:pathLst>
                <a:path w="3814" h="2832" extrusionOk="0">
                  <a:moveTo>
                    <a:pt x="1906" y="0"/>
                  </a:moveTo>
                  <a:cubicBezTo>
                    <a:pt x="807" y="0"/>
                    <a:pt x="1" y="1253"/>
                    <a:pt x="836" y="2409"/>
                  </a:cubicBezTo>
                  <a:cubicBezTo>
                    <a:pt x="859" y="2440"/>
                    <a:pt x="886" y="2463"/>
                    <a:pt x="912" y="2486"/>
                  </a:cubicBezTo>
                  <a:cubicBezTo>
                    <a:pt x="1246" y="2727"/>
                    <a:pt x="1588" y="2831"/>
                    <a:pt x="1905" y="2831"/>
                  </a:cubicBezTo>
                  <a:cubicBezTo>
                    <a:pt x="3006" y="2831"/>
                    <a:pt x="3814" y="1577"/>
                    <a:pt x="2978" y="420"/>
                  </a:cubicBezTo>
                  <a:cubicBezTo>
                    <a:pt x="2955" y="393"/>
                    <a:pt x="2928" y="367"/>
                    <a:pt x="2902" y="348"/>
                  </a:cubicBezTo>
                  <a:cubicBezTo>
                    <a:pt x="2567" y="105"/>
                    <a:pt x="2224" y="0"/>
                    <a:pt x="1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83" name="Google Shape;5683;p43"/>
            <p:cNvSpPr/>
            <p:nvPr/>
          </p:nvSpPr>
          <p:spPr>
            <a:xfrm>
              <a:off x="6882445" y="2756207"/>
              <a:ext cx="114061" cy="80147"/>
            </a:xfrm>
            <a:custGeom>
              <a:avLst/>
              <a:gdLst/>
              <a:ahLst/>
              <a:cxnLst/>
              <a:rect l="l" t="t" r="r" b="b"/>
              <a:pathLst>
                <a:path w="2368" h="1664" extrusionOk="0">
                  <a:moveTo>
                    <a:pt x="1166" y="1"/>
                  </a:moveTo>
                  <a:cubicBezTo>
                    <a:pt x="1058" y="1"/>
                    <a:pt x="943" y="19"/>
                    <a:pt x="822" y="59"/>
                  </a:cubicBezTo>
                  <a:cubicBezTo>
                    <a:pt x="803" y="62"/>
                    <a:pt x="787" y="74"/>
                    <a:pt x="772" y="82"/>
                  </a:cubicBezTo>
                  <a:cubicBezTo>
                    <a:pt x="1" y="644"/>
                    <a:pt x="395" y="1663"/>
                    <a:pt x="1205" y="1663"/>
                  </a:cubicBezTo>
                  <a:cubicBezTo>
                    <a:pt x="1312" y="1663"/>
                    <a:pt x="1426" y="1645"/>
                    <a:pt x="1546" y="1607"/>
                  </a:cubicBezTo>
                  <a:cubicBezTo>
                    <a:pt x="1565" y="1599"/>
                    <a:pt x="1581" y="1592"/>
                    <a:pt x="1596" y="1580"/>
                  </a:cubicBezTo>
                  <a:cubicBezTo>
                    <a:pt x="2367" y="1019"/>
                    <a:pt x="1975" y="1"/>
                    <a:pt x="1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84" name="Google Shape;5684;p43"/>
            <p:cNvSpPr/>
            <p:nvPr/>
          </p:nvSpPr>
          <p:spPr>
            <a:xfrm>
              <a:off x="6885287" y="2758327"/>
              <a:ext cx="108232" cy="75860"/>
            </a:xfrm>
            <a:custGeom>
              <a:avLst/>
              <a:gdLst/>
              <a:ahLst/>
              <a:cxnLst/>
              <a:rect l="l" t="t" r="r" b="b"/>
              <a:pathLst>
                <a:path w="2247" h="1575" extrusionOk="0">
                  <a:moveTo>
                    <a:pt x="1104" y="0"/>
                  </a:moveTo>
                  <a:cubicBezTo>
                    <a:pt x="1003" y="0"/>
                    <a:pt x="895" y="17"/>
                    <a:pt x="782" y="53"/>
                  </a:cubicBezTo>
                  <a:cubicBezTo>
                    <a:pt x="763" y="61"/>
                    <a:pt x="747" y="68"/>
                    <a:pt x="733" y="80"/>
                  </a:cubicBezTo>
                  <a:cubicBezTo>
                    <a:pt x="1" y="609"/>
                    <a:pt x="377" y="1574"/>
                    <a:pt x="1147" y="1574"/>
                  </a:cubicBezTo>
                  <a:cubicBezTo>
                    <a:pt x="1248" y="1574"/>
                    <a:pt x="1356" y="1557"/>
                    <a:pt x="1468" y="1521"/>
                  </a:cubicBezTo>
                  <a:cubicBezTo>
                    <a:pt x="1483" y="1513"/>
                    <a:pt x="1502" y="1505"/>
                    <a:pt x="1518" y="1494"/>
                  </a:cubicBezTo>
                  <a:cubicBezTo>
                    <a:pt x="2246" y="965"/>
                    <a:pt x="1873" y="0"/>
                    <a:pt x="1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85" name="Google Shape;5685;p43"/>
            <p:cNvSpPr/>
            <p:nvPr/>
          </p:nvSpPr>
          <p:spPr>
            <a:xfrm>
              <a:off x="6898918" y="2767815"/>
              <a:ext cx="81114" cy="56883"/>
            </a:xfrm>
            <a:custGeom>
              <a:avLst/>
              <a:gdLst/>
              <a:ahLst/>
              <a:cxnLst/>
              <a:rect l="l" t="t" r="r" b="b"/>
              <a:pathLst>
                <a:path w="1684" h="1181" extrusionOk="0">
                  <a:moveTo>
                    <a:pt x="823" y="1"/>
                  </a:moveTo>
                  <a:cubicBezTo>
                    <a:pt x="747" y="1"/>
                    <a:pt x="667" y="13"/>
                    <a:pt x="583" y="40"/>
                  </a:cubicBezTo>
                  <a:cubicBezTo>
                    <a:pt x="572" y="44"/>
                    <a:pt x="560" y="51"/>
                    <a:pt x="549" y="60"/>
                  </a:cubicBezTo>
                  <a:cubicBezTo>
                    <a:pt x="1" y="458"/>
                    <a:pt x="280" y="1181"/>
                    <a:pt x="855" y="1181"/>
                  </a:cubicBezTo>
                  <a:cubicBezTo>
                    <a:pt x="931" y="1181"/>
                    <a:pt x="1012" y="1168"/>
                    <a:pt x="1097" y="1140"/>
                  </a:cubicBezTo>
                  <a:cubicBezTo>
                    <a:pt x="1112" y="1136"/>
                    <a:pt x="1124" y="1128"/>
                    <a:pt x="1135" y="1121"/>
                  </a:cubicBezTo>
                  <a:cubicBezTo>
                    <a:pt x="1684" y="724"/>
                    <a:pt x="1400" y="1"/>
                    <a:pt x="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86" name="Google Shape;5686;p43"/>
            <p:cNvSpPr/>
            <p:nvPr/>
          </p:nvSpPr>
          <p:spPr>
            <a:xfrm>
              <a:off x="6928155" y="2788190"/>
              <a:ext cx="22687" cy="16039"/>
            </a:xfrm>
            <a:custGeom>
              <a:avLst/>
              <a:gdLst/>
              <a:ahLst/>
              <a:cxnLst/>
              <a:rect l="l" t="t" r="r" b="b"/>
              <a:pathLst>
                <a:path w="471" h="333" extrusionOk="0">
                  <a:moveTo>
                    <a:pt x="231" y="1"/>
                  </a:moveTo>
                  <a:cubicBezTo>
                    <a:pt x="210" y="1"/>
                    <a:pt x="188" y="4"/>
                    <a:pt x="165" y="12"/>
                  </a:cubicBezTo>
                  <a:cubicBezTo>
                    <a:pt x="160" y="15"/>
                    <a:pt x="156" y="15"/>
                    <a:pt x="153" y="19"/>
                  </a:cubicBezTo>
                  <a:cubicBezTo>
                    <a:pt x="1" y="131"/>
                    <a:pt x="79" y="333"/>
                    <a:pt x="239" y="333"/>
                  </a:cubicBezTo>
                  <a:cubicBezTo>
                    <a:pt x="260" y="333"/>
                    <a:pt x="283" y="329"/>
                    <a:pt x="306" y="322"/>
                  </a:cubicBezTo>
                  <a:cubicBezTo>
                    <a:pt x="310" y="322"/>
                    <a:pt x="314" y="318"/>
                    <a:pt x="317" y="314"/>
                  </a:cubicBezTo>
                  <a:cubicBezTo>
                    <a:pt x="470" y="203"/>
                    <a:pt x="391" y="1"/>
                    <a:pt x="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87" name="Google Shape;5687;p43"/>
            <p:cNvSpPr/>
            <p:nvPr/>
          </p:nvSpPr>
          <p:spPr>
            <a:xfrm>
              <a:off x="6934561" y="2766948"/>
              <a:ext cx="9826" cy="26780"/>
            </a:xfrm>
            <a:custGeom>
              <a:avLst/>
              <a:gdLst/>
              <a:ahLst/>
              <a:cxnLst/>
              <a:rect l="l" t="t" r="r" b="b"/>
              <a:pathLst>
                <a:path w="204" h="556" extrusionOk="0">
                  <a:moveTo>
                    <a:pt x="0" y="0"/>
                  </a:moveTo>
                  <a:lnTo>
                    <a:pt x="50" y="556"/>
                  </a:lnTo>
                  <a:lnTo>
                    <a:pt x="154" y="55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88" name="Google Shape;5688;p43"/>
            <p:cNvSpPr/>
            <p:nvPr/>
          </p:nvSpPr>
          <p:spPr>
            <a:xfrm>
              <a:off x="6911682" y="2777304"/>
              <a:ext cx="26829" cy="19748"/>
            </a:xfrm>
            <a:custGeom>
              <a:avLst/>
              <a:gdLst/>
              <a:ahLst/>
              <a:cxnLst/>
              <a:rect l="l" t="t" r="r" b="b"/>
              <a:pathLst>
                <a:path w="557" h="410" extrusionOk="0">
                  <a:moveTo>
                    <a:pt x="100" y="1"/>
                  </a:moveTo>
                  <a:lnTo>
                    <a:pt x="50" y="88"/>
                  </a:lnTo>
                  <a:lnTo>
                    <a:pt x="1" y="176"/>
                  </a:lnTo>
                  <a:lnTo>
                    <a:pt x="507" y="410"/>
                  </a:lnTo>
                  <a:lnTo>
                    <a:pt x="530" y="368"/>
                  </a:lnTo>
                  <a:lnTo>
                    <a:pt x="556" y="32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89" name="Google Shape;5689;p43"/>
            <p:cNvSpPr/>
            <p:nvPr/>
          </p:nvSpPr>
          <p:spPr>
            <a:xfrm>
              <a:off x="6911682" y="2795366"/>
              <a:ext cx="26829" cy="19796"/>
            </a:xfrm>
            <a:custGeom>
              <a:avLst/>
              <a:gdLst/>
              <a:ahLst/>
              <a:cxnLst/>
              <a:rect l="l" t="t" r="r" b="b"/>
              <a:pathLst>
                <a:path w="557" h="411" extrusionOk="0">
                  <a:moveTo>
                    <a:pt x="507" y="1"/>
                  </a:moveTo>
                  <a:lnTo>
                    <a:pt x="1" y="234"/>
                  </a:lnTo>
                  <a:lnTo>
                    <a:pt x="50" y="323"/>
                  </a:lnTo>
                  <a:lnTo>
                    <a:pt x="100" y="411"/>
                  </a:lnTo>
                  <a:lnTo>
                    <a:pt x="556" y="89"/>
                  </a:lnTo>
                  <a:lnTo>
                    <a:pt x="530" y="47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90" name="Google Shape;5690;p43"/>
            <p:cNvSpPr/>
            <p:nvPr/>
          </p:nvSpPr>
          <p:spPr>
            <a:xfrm>
              <a:off x="6934561" y="2798883"/>
              <a:ext cx="9826" cy="26635"/>
            </a:xfrm>
            <a:custGeom>
              <a:avLst/>
              <a:gdLst/>
              <a:ahLst/>
              <a:cxnLst/>
              <a:rect l="l" t="t" r="r" b="b"/>
              <a:pathLst>
                <a:path w="204" h="553" extrusionOk="0">
                  <a:moveTo>
                    <a:pt x="50" y="0"/>
                  </a:moveTo>
                  <a:lnTo>
                    <a:pt x="0" y="552"/>
                  </a:lnTo>
                  <a:lnTo>
                    <a:pt x="204" y="55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91" name="Google Shape;5691;p43"/>
            <p:cNvSpPr/>
            <p:nvPr/>
          </p:nvSpPr>
          <p:spPr>
            <a:xfrm>
              <a:off x="6940485" y="2795366"/>
              <a:ext cx="26829" cy="19796"/>
            </a:xfrm>
            <a:custGeom>
              <a:avLst/>
              <a:gdLst/>
              <a:ahLst/>
              <a:cxnLst/>
              <a:rect l="l" t="t" r="r" b="b"/>
              <a:pathLst>
                <a:path w="557" h="411" extrusionOk="0">
                  <a:moveTo>
                    <a:pt x="50" y="1"/>
                  </a:moveTo>
                  <a:lnTo>
                    <a:pt x="24" y="47"/>
                  </a:lnTo>
                  <a:lnTo>
                    <a:pt x="1" y="89"/>
                  </a:lnTo>
                  <a:lnTo>
                    <a:pt x="456" y="411"/>
                  </a:lnTo>
                  <a:lnTo>
                    <a:pt x="506" y="323"/>
                  </a:lnTo>
                  <a:lnTo>
                    <a:pt x="556" y="23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92" name="Google Shape;5692;p43"/>
            <p:cNvSpPr/>
            <p:nvPr/>
          </p:nvSpPr>
          <p:spPr>
            <a:xfrm>
              <a:off x="6940485" y="2777304"/>
              <a:ext cx="26829" cy="19748"/>
            </a:xfrm>
            <a:custGeom>
              <a:avLst/>
              <a:gdLst/>
              <a:ahLst/>
              <a:cxnLst/>
              <a:rect l="l" t="t" r="r" b="b"/>
              <a:pathLst>
                <a:path w="557" h="410" extrusionOk="0">
                  <a:moveTo>
                    <a:pt x="456" y="1"/>
                  </a:moveTo>
                  <a:lnTo>
                    <a:pt x="1" y="322"/>
                  </a:lnTo>
                  <a:lnTo>
                    <a:pt x="24" y="368"/>
                  </a:lnTo>
                  <a:lnTo>
                    <a:pt x="50" y="410"/>
                  </a:lnTo>
                  <a:lnTo>
                    <a:pt x="556" y="176"/>
                  </a:lnTo>
                  <a:lnTo>
                    <a:pt x="506" y="88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93" name="Google Shape;5693;p43"/>
            <p:cNvSpPr/>
            <p:nvPr/>
          </p:nvSpPr>
          <p:spPr>
            <a:xfrm>
              <a:off x="6934079" y="2792525"/>
              <a:ext cx="10790" cy="7562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12" y="1"/>
                  </a:moveTo>
                  <a:cubicBezTo>
                    <a:pt x="102" y="1"/>
                    <a:pt x="91" y="3"/>
                    <a:pt x="79" y="6"/>
                  </a:cubicBezTo>
                  <a:lnTo>
                    <a:pt x="72" y="6"/>
                  </a:lnTo>
                  <a:cubicBezTo>
                    <a:pt x="0" y="60"/>
                    <a:pt x="38" y="157"/>
                    <a:pt x="114" y="157"/>
                  </a:cubicBezTo>
                  <a:cubicBezTo>
                    <a:pt x="123" y="157"/>
                    <a:pt x="134" y="155"/>
                    <a:pt x="145" y="152"/>
                  </a:cubicBezTo>
                  <a:cubicBezTo>
                    <a:pt x="148" y="152"/>
                    <a:pt x="148" y="148"/>
                    <a:pt x="152" y="148"/>
                  </a:cubicBezTo>
                  <a:cubicBezTo>
                    <a:pt x="223" y="94"/>
                    <a:pt x="187" y="1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94" name="Google Shape;5694;p43"/>
            <p:cNvSpPr/>
            <p:nvPr/>
          </p:nvSpPr>
          <p:spPr>
            <a:xfrm>
              <a:off x="7299469" y="2728078"/>
              <a:ext cx="183663" cy="136403"/>
            </a:xfrm>
            <a:custGeom>
              <a:avLst/>
              <a:gdLst/>
              <a:ahLst/>
              <a:cxnLst/>
              <a:rect l="l" t="t" r="r" b="b"/>
              <a:pathLst>
                <a:path w="3813" h="2832" extrusionOk="0">
                  <a:moveTo>
                    <a:pt x="1906" y="0"/>
                  </a:moveTo>
                  <a:cubicBezTo>
                    <a:pt x="806" y="0"/>
                    <a:pt x="0" y="1253"/>
                    <a:pt x="836" y="2409"/>
                  </a:cubicBezTo>
                  <a:cubicBezTo>
                    <a:pt x="858" y="2440"/>
                    <a:pt x="881" y="2463"/>
                    <a:pt x="912" y="2486"/>
                  </a:cubicBezTo>
                  <a:cubicBezTo>
                    <a:pt x="1246" y="2727"/>
                    <a:pt x="1587" y="2831"/>
                    <a:pt x="1905" y="2831"/>
                  </a:cubicBezTo>
                  <a:cubicBezTo>
                    <a:pt x="3005" y="2831"/>
                    <a:pt x="3812" y="1577"/>
                    <a:pt x="2974" y="420"/>
                  </a:cubicBezTo>
                  <a:cubicBezTo>
                    <a:pt x="2954" y="393"/>
                    <a:pt x="2928" y="367"/>
                    <a:pt x="2901" y="348"/>
                  </a:cubicBezTo>
                  <a:cubicBezTo>
                    <a:pt x="2567" y="105"/>
                    <a:pt x="2224" y="0"/>
                    <a:pt x="1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95" name="Google Shape;5695;p43"/>
            <p:cNvSpPr/>
            <p:nvPr/>
          </p:nvSpPr>
          <p:spPr>
            <a:xfrm>
              <a:off x="7334101" y="2756207"/>
              <a:ext cx="114205" cy="80147"/>
            </a:xfrm>
            <a:custGeom>
              <a:avLst/>
              <a:gdLst/>
              <a:ahLst/>
              <a:cxnLst/>
              <a:rect l="l" t="t" r="r" b="b"/>
              <a:pathLst>
                <a:path w="2371" h="1664" extrusionOk="0">
                  <a:moveTo>
                    <a:pt x="1170" y="1"/>
                  </a:moveTo>
                  <a:cubicBezTo>
                    <a:pt x="1062" y="1"/>
                    <a:pt x="946" y="19"/>
                    <a:pt x="826" y="59"/>
                  </a:cubicBezTo>
                  <a:cubicBezTo>
                    <a:pt x="806" y="62"/>
                    <a:pt x="791" y="74"/>
                    <a:pt x="776" y="82"/>
                  </a:cubicBezTo>
                  <a:cubicBezTo>
                    <a:pt x="1" y="644"/>
                    <a:pt x="398" y="1663"/>
                    <a:pt x="1208" y="1663"/>
                  </a:cubicBezTo>
                  <a:cubicBezTo>
                    <a:pt x="1315" y="1663"/>
                    <a:pt x="1430" y="1645"/>
                    <a:pt x="1549" y="1607"/>
                  </a:cubicBezTo>
                  <a:cubicBezTo>
                    <a:pt x="1569" y="1599"/>
                    <a:pt x="1584" y="1592"/>
                    <a:pt x="1600" y="1580"/>
                  </a:cubicBezTo>
                  <a:cubicBezTo>
                    <a:pt x="2371" y="1019"/>
                    <a:pt x="1978" y="1"/>
                    <a:pt x="1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96" name="Google Shape;5696;p43"/>
            <p:cNvSpPr/>
            <p:nvPr/>
          </p:nvSpPr>
          <p:spPr>
            <a:xfrm>
              <a:off x="7337135" y="2758327"/>
              <a:ext cx="108184" cy="75860"/>
            </a:xfrm>
            <a:custGeom>
              <a:avLst/>
              <a:gdLst/>
              <a:ahLst/>
              <a:cxnLst/>
              <a:rect l="l" t="t" r="r" b="b"/>
              <a:pathLst>
                <a:path w="2246" h="1575" extrusionOk="0">
                  <a:moveTo>
                    <a:pt x="1103" y="0"/>
                  </a:moveTo>
                  <a:cubicBezTo>
                    <a:pt x="1002" y="0"/>
                    <a:pt x="894" y="17"/>
                    <a:pt x="782" y="53"/>
                  </a:cubicBezTo>
                  <a:cubicBezTo>
                    <a:pt x="763" y="61"/>
                    <a:pt x="747" y="68"/>
                    <a:pt x="732" y="80"/>
                  </a:cubicBezTo>
                  <a:cubicBezTo>
                    <a:pt x="0" y="609"/>
                    <a:pt x="376" y="1574"/>
                    <a:pt x="1146" y="1574"/>
                  </a:cubicBezTo>
                  <a:cubicBezTo>
                    <a:pt x="1247" y="1574"/>
                    <a:pt x="1355" y="1557"/>
                    <a:pt x="1468" y="1521"/>
                  </a:cubicBezTo>
                  <a:cubicBezTo>
                    <a:pt x="1483" y="1513"/>
                    <a:pt x="1502" y="1505"/>
                    <a:pt x="1514" y="1494"/>
                  </a:cubicBezTo>
                  <a:cubicBezTo>
                    <a:pt x="2245" y="965"/>
                    <a:pt x="1869" y="0"/>
                    <a:pt x="11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97" name="Google Shape;5697;p43"/>
            <p:cNvSpPr/>
            <p:nvPr/>
          </p:nvSpPr>
          <p:spPr>
            <a:xfrm>
              <a:off x="7350766" y="2767815"/>
              <a:ext cx="80970" cy="56883"/>
            </a:xfrm>
            <a:custGeom>
              <a:avLst/>
              <a:gdLst/>
              <a:ahLst/>
              <a:cxnLst/>
              <a:rect l="l" t="t" r="r" b="b"/>
              <a:pathLst>
                <a:path w="1681" h="1181" extrusionOk="0">
                  <a:moveTo>
                    <a:pt x="822" y="1"/>
                  </a:moveTo>
                  <a:cubicBezTo>
                    <a:pt x="747" y="1"/>
                    <a:pt x="667" y="13"/>
                    <a:pt x="583" y="40"/>
                  </a:cubicBezTo>
                  <a:cubicBezTo>
                    <a:pt x="572" y="44"/>
                    <a:pt x="560" y="51"/>
                    <a:pt x="549" y="60"/>
                  </a:cubicBezTo>
                  <a:cubicBezTo>
                    <a:pt x="0" y="458"/>
                    <a:pt x="280" y="1181"/>
                    <a:pt x="854" y="1181"/>
                  </a:cubicBezTo>
                  <a:cubicBezTo>
                    <a:pt x="930" y="1181"/>
                    <a:pt x="1012" y="1168"/>
                    <a:pt x="1097" y="1140"/>
                  </a:cubicBezTo>
                  <a:cubicBezTo>
                    <a:pt x="1111" y="1136"/>
                    <a:pt x="1123" y="1128"/>
                    <a:pt x="1134" y="1121"/>
                  </a:cubicBezTo>
                  <a:cubicBezTo>
                    <a:pt x="1680" y="724"/>
                    <a:pt x="1399" y="1"/>
                    <a:pt x="8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98" name="Google Shape;5698;p43"/>
            <p:cNvSpPr/>
            <p:nvPr/>
          </p:nvSpPr>
          <p:spPr>
            <a:xfrm>
              <a:off x="7380003" y="2788190"/>
              <a:ext cx="22639" cy="16039"/>
            </a:xfrm>
            <a:custGeom>
              <a:avLst/>
              <a:gdLst/>
              <a:ahLst/>
              <a:cxnLst/>
              <a:rect l="l" t="t" r="r" b="b"/>
              <a:pathLst>
                <a:path w="470" h="333" extrusionOk="0">
                  <a:moveTo>
                    <a:pt x="231" y="1"/>
                  </a:moveTo>
                  <a:cubicBezTo>
                    <a:pt x="210" y="1"/>
                    <a:pt x="187" y="4"/>
                    <a:pt x="164" y="12"/>
                  </a:cubicBezTo>
                  <a:cubicBezTo>
                    <a:pt x="159" y="15"/>
                    <a:pt x="156" y="15"/>
                    <a:pt x="152" y="19"/>
                  </a:cubicBezTo>
                  <a:cubicBezTo>
                    <a:pt x="0" y="131"/>
                    <a:pt x="78" y="333"/>
                    <a:pt x="239" y="333"/>
                  </a:cubicBezTo>
                  <a:cubicBezTo>
                    <a:pt x="260" y="333"/>
                    <a:pt x="282" y="329"/>
                    <a:pt x="306" y="322"/>
                  </a:cubicBezTo>
                  <a:cubicBezTo>
                    <a:pt x="309" y="322"/>
                    <a:pt x="313" y="318"/>
                    <a:pt x="317" y="314"/>
                  </a:cubicBezTo>
                  <a:cubicBezTo>
                    <a:pt x="470" y="203"/>
                    <a:pt x="391" y="1"/>
                    <a:pt x="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699" name="Google Shape;5699;p43"/>
            <p:cNvSpPr/>
            <p:nvPr/>
          </p:nvSpPr>
          <p:spPr>
            <a:xfrm>
              <a:off x="7386361" y="2766948"/>
              <a:ext cx="9874" cy="26780"/>
            </a:xfrm>
            <a:custGeom>
              <a:avLst/>
              <a:gdLst/>
              <a:ahLst/>
              <a:cxnLst/>
              <a:rect l="l" t="t" r="r" b="b"/>
              <a:pathLst>
                <a:path w="205" h="556" extrusionOk="0">
                  <a:moveTo>
                    <a:pt x="1" y="0"/>
                  </a:moveTo>
                  <a:lnTo>
                    <a:pt x="50" y="556"/>
                  </a:lnTo>
                  <a:lnTo>
                    <a:pt x="154" y="55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00" name="Google Shape;5700;p43"/>
            <p:cNvSpPr/>
            <p:nvPr/>
          </p:nvSpPr>
          <p:spPr>
            <a:xfrm>
              <a:off x="7363530" y="2777304"/>
              <a:ext cx="26781" cy="19748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100" y="1"/>
                  </a:moveTo>
                  <a:lnTo>
                    <a:pt x="50" y="88"/>
                  </a:lnTo>
                  <a:lnTo>
                    <a:pt x="0" y="176"/>
                  </a:lnTo>
                  <a:lnTo>
                    <a:pt x="506" y="410"/>
                  </a:lnTo>
                  <a:lnTo>
                    <a:pt x="529" y="368"/>
                  </a:lnTo>
                  <a:lnTo>
                    <a:pt x="556" y="32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01" name="Google Shape;5701;p43"/>
            <p:cNvSpPr/>
            <p:nvPr/>
          </p:nvSpPr>
          <p:spPr>
            <a:xfrm>
              <a:off x="7363530" y="2795366"/>
              <a:ext cx="26781" cy="19796"/>
            </a:xfrm>
            <a:custGeom>
              <a:avLst/>
              <a:gdLst/>
              <a:ahLst/>
              <a:cxnLst/>
              <a:rect l="l" t="t" r="r" b="b"/>
              <a:pathLst>
                <a:path w="556" h="411" extrusionOk="0">
                  <a:moveTo>
                    <a:pt x="506" y="1"/>
                  </a:moveTo>
                  <a:lnTo>
                    <a:pt x="0" y="234"/>
                  </a:lnTo>
                  <a:lnTo>
                    <a:pt x="50" y="323"/>
                  </a:lnTo>
                  <a:lnTo>
                    <a:pt x="100" y="411"/>
                  </a:lnTo>
                  <a:lnTo>
                    <a:pt x="556" y="89"/>
                  </a:lnTo>
                  <a:lnTo>
                    <a:pt x="529" y="4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02" name="Google Shape;5702;p43"/>
            <p:cNvSpPr/>
            <p:nvPr/>
          </p:nvSpPr>
          <p:spPr>
            <a:xfrm>
              <a:off x="7386361" y="2798883"/>
              <a:ext cx="9874" cy="26635"/>
            </a:xfrm>
            <a:custGeom>
              <a:avLst/>
              <a:gdLst/>
              <a:ahLst/>
              <a:cxnLst/>
              <a:rect l="l" t="t" r="r" b="b"/>
              <a:pathLst>
                <a:path w="205" h="553" extrusionOk="0">
                  <a:moveTo>
                    <a:pt x="50" y="0"/>
                  </a:moveTo>
                  <a:lnTo>
                    <a:pt x="1" y="552"/>
                  </a:lnTo>
                  <a:lnTo>
                    <a:pt x="204" y="55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03" name="Google Shape;5703;p43"/>
            <p:cNvSpPr/>
            <p:nvPr/>
          </p:nvSpPr>
          <p:spPr>
            <a:xfrm>
              <a:off x="7392334" y="2795366"/>
              <a:ext cx="26781" cy="19796"/>
            </a:xfrm>
            <a:custGeom>
              <a:avLst/>
              <a:gdLst/>
              <a:ahLst/>
              <a:cxnLst/>
              <a:rect l="l" t="t" r="r" b="b"/>
              <a:pathLst>
                <a:path w="556" h="411" extrusionOk="0">
                  <a:moveTo>
                    <a:pt x="50" y="1"/>
                  </a:moveTo>
                  <a:lnTo>
                    <a:pt x="23" y="47"/>
                  </a:lnTo>
                  <a:lnTo>
                    <a:pt x="0" y="89"/>
                  </a:lnTo>
                  <a:lnTo>
                    <a:pt x="455" y="411"/>
                  </a:lnTo>
                  <a:lnTo>
                    <a:pt x="506" y="323"/>
                  </a:lnTo>
                  <a:lnTo>
                    <a:pt x="556" y="23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04" name="Google Shape;5704;p43"/>
            <p:cNvSpPr/>
            <p:nvPr/>
          </p:nvSpPr>
          <p:spPr>
            <a:xfrm>
              <a:off x="7392334" y="2777304"/>
              <a:ext cx="26781" cy="19748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455" y="1"/>
                  </a:moveTo>
                  <a:lnTo>
                    <a:pt x="0" y="322"/>
                  </a:lnTo>
                  <a:lnTo>
                    <a:pt x="23" y="368"/>
                  </a:lnTo>
                  <a:lnTo>
                    <a:pt x="50" y="410"/>
                  </a:lnTo>
                  <a:lnTo>
                    <a:pt x="556" y="176"/>
                  </a:lnTo>
                  <a:lnTo>
                    <a:pt x="506" y="8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05" name="Google Shape;5705;p43"/>
            <p:cNvSpPr/>
            <p:nvPr/>
          </p:nvSpPr>
          <p:spPr>
            <a:xfrm>
              <a:off x="7385879" y="2792525"/>
              <a:ext cx="10790" cy="7562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12" y="1"/>
                  </a:moveTo>
                  <a:cubicBezTo>
                    <a:pt x="102" y="1"/>
                    <a:pt x="91" y="3"/>
                    <a:pt x="80" y="6"/>
                  </a:cubicBezTo>
                  <a:lnTo>
                    <a:pt x="72" y="6"/>
                  </a:lnTo>
                  <a:cubicBezTo>
                    <a:pt x="1" y="60"/>
                    <a:pt x="38" y="157"/>
                    <a:pt x="114" y="157"/>
                  </a:cubicBezTo>
                  <a:cubicBezTo>
                    <a:pt x="124" y="157"/>
                    <a:pt x="134" y="155"/>
                    <a:pt x="145" y="152"/>
                  </a:cubicBezTo>
                  <a:cubicBezTo>
                    <a:pt x="149" y="152"/>
                    <a:pt x="149" y="148"/>
                    <a:pt x="152" y="148"/>
                  </a:cubicBezTo>
                  <a:cubicBezTo>
                    <a:pt x="224" y="94"/>
                    <a:pt x="187" y="1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06" name="Google Shape;5706;p43"/>
            <p:cNvSpPr/>
            <p:nvPr/>
          </p:nvSpPr>
          <p:spPr>
            <a:xfrm>
              <a:off x="6803356" y="2682609"/>
              <a:ext cx="29382" cy="56016"/>
            </a:xfrm>
            <a:custGeom>
              <a:avLst/>
              <a:gdLst/>
              <a:ahLst/>
              <a:cxnLst/>
              <a:rect l="l" t="t" r="r" b="b"/>
              <a:pathLst>
                <a:path w="610" h="1163" extrusionOk="0">
                  <a:moveTo>
                    <a:pt x="318" y="1"/>
                  </a:moveTo>
                  <a:cubicBezTo>
                    <a:pt x="231" y="1"/>
                    <a:pt x="138" y="8"/>
                    <a:pt x="38" y="23"/>
                  </a:cubicBezTo>
                  <a:cubicBezTo>
                    <a:pt x="0" y="464"/>
                    <a:pt x="38" y="1157"/>
                    <a:pt x="38" y="1157"/>
                  </a:cubicBezTo>
                  <a:cubicBezTo>
                    <a:pt x="99" y="1161"/>
                    <a:pt x="180" y="1163"/>
                    <a:pt x="261" y="1163"/>
                  </a:cubicBezTo>
                  <a:cubicBezTo>
                    <a:pt x="422" y="1163"/>
                    <a:pt x="582" y="1157"/>
                    <a:pt x="582" y="1157"/>
                  </a:cubicBezTo>
                  <a:cubicBezTo>
                    <a:pt x="609" y="743"/>
                    <a:pt x="563" y="23"/>
                    <a:pt x="563" y="23"/>
                  </a:cubicBezTo>
                  <a:cubicBezTo>
                    <a:pt x="487" y="8"/>
                    <a:pt x="405" y="1"/>
                    <a:pt x="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07" name="Google Shape;5707;p43"/>
            <p:cNvSpPr/>
            <p:nvPr/>
          </p:nvSpPr>
          <p:spPr>
            <a:xfrm>
              <a:off x="6810147" y="2730776"/>
              <a:ext cx="11512" cy="578"/>
            </a:xfrm>
            <a:custGeom>
              <a:avLst/>
              <a:gdLst/>
              <a:ahLst/>
              <a:cxnLst/>
              <a:rect l="l" t="t" r="r" b="b"/>
              <a:pathLst>
                <a:path w="239" h="12" extrusionOk="0">
                  <a:moveTo>
                    <a:pt x="1" y="1"/>
                  </a:moveTo>
                  <a:lnTo>
                    <a:pt x="1" y="12"/>
                  </a:lnTo>
                  <a:lnTo>
                    <a:pt x="238" y="1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08" name="Google Shape;5708;p43"/>
            <p:cNvSpPr/>
            <p:nvPr/>
          </p:nvSpPr>
          <p:spPr>
            <a:xfrm>
              <a:off x="6810147" y="2724851"/>
              <a:ext cx="11512" cy="626"/>
            </a:xfrm>
            <a:custGeom>
              <a:avLst/>
              <a:gdLst/>
              <a:ahLst/>
              <a:cxnLst/>
              <a:rect l="l" t="t" r="r" b="b"/>
              <a:pathLst>
                <a:path w="239" h="13" extrusionOk="0">
                  <a:moveTo>
                    <a:pt x="1" y="1"/>
                  </a:moveTo>
                  <a:lnTo>
                    <a:pt x="1" y="13"/>
                  </a:lnTo>
                  <a:lnTo>
                    <a:pt x="238" y="13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09" name="Google Shape;5709;p43"/>
            <p:cNvSpPr/>
            <p:nvPr/>
          </p:nvSpPr>
          <p:spPr>
            <a:xfrm>
              <a:off x="6810147" y="2718975"/>
              <a:ext cx="11512" cy="578"/>
            </a:xfrm>
            <a:custGeom>
              <a:avLst/>
              <a:gdLst/>
              <a:ahLst/>
              <a:cxnLst/>
              <a:rect l="l" t="t" r="r" b="b"/>
              <a:pathLst>
                <a:path w="239" h="12" extrusionOk="0">
                  <a:moveTo>
                    <a:pt x="1" y="0"/>
                  </a:moveTo>
                  <a:lnTo>
                    <a:pt x="1" y="11"/>
                  </a:lnTo>
                  <a:lnTo>
                    <a:pt x="238" y="11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10" name="Google Shape;5710;p43"/>
            <p:cNvSpPr/>
            <p:nvPr/>
          </p:nvSpPr>
          <p:spPr>
            <a:xfrm>
              <a:off x="6857206" y="2484502"/>
              <a:ext cx="544726" cy="146855"/>
            </a:xfrm>
            <a:custGeom>
              <a:avLst/>
              <a:gdLst/>
              <a:ahLst/>
              <a:cxnLst/>
              <a:rect l="l" t="t" r="r" b="b"/>
              <a:pathLst>
                <a:path w="11309" h="3049" extrusionOk="0">
                  <a:moveTo>
                    <a:pt x="2921" y="1"/>
                  </a:moveTo>
                  <a:cubicBezTo>
                    <a:pt x="1834" y="1"/>
                    <a:pt x="897" y="21"/>
                    <a:pt x="315" y="67"/>
                  </a:cubicBezTo>
                  <a:cubicBezTo>
                    <a:pt x="16" y="1220"/>
                    <a:pt x="1" y="2332"/>
                    <a:pt x="9" y="2806"/>
                  </a:cubicBezTo>
                  <a:cubicBezTo>
                    <a:pt x="13" y="2941"/>
                    <a:pt x="120" y="3048"/>
                    <a:pt x="258" y="3048"/>
                  </a:cubicBezTo>
                  <a:lnTo>
                    <a:pt x="11309" y="3048"/>
                  </a:lnTo>
                  <a:cubicBezTo>
                    <a:pt x="11197" y="1676"/>
                    <a:pt x="10596" y="270"/>
                    <a:pt x="10596" y="270"/>
                  </a:cubicBezTo>
                  <a:cubicBezTo>
                    <a:pt x="9075" y="118"/>
                    <a:pt x="5555" y="1"/>
                    <a:pt x="29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11" name="Google Shape;5711;p43"/>
            <p:cNvSpPr/>
            <p:nvPr/>
          </p:nvSpPr>
          <p:spPr>
            <a:xfrm>
              <a:off x="6859662" y="2486765"/>
              <a:ext cx="539717" cy="142376"/>
            </a:xfrm>
            <a:custGeom>
              <a:avLst/>
              <a:gdLst/>
              <a:ahLst/>
              <a:cxnLst/>
              <a:rect l="l" t="t" r="r" b="b"/>
              <a:pathLst>
                <a:path w="11205" h="2956" extrusionOk="0">
                  <a:moveTo>
                    <a:pt x="2874" y="0"/>
                  </a:moveTo>
                  <a:cubicBezTo>
                    <a:pt x="1950" y="0"/>
                    <a:pt x="1191" y="16"/>
                    <a:pt x="644" y="43"/>
                  </a:cubicBezTo>
                  <a:cubicBezTo>
                    <a:pt x="437" y="55"/>
                    <a:pt x="264" y="200"/>
                    <a:pt x="222" y="403"/>
                  </a:cubicBezTo>
                  <a:cubicBezTo>
                    <a:pt x="8" y="1426"/>
                    <a:pt x="0" y="2372"/>
                    <a:pt x="4" y="2759"/>
                  </a:cubicBezTo>
                  <a:cubicBezTo>
                    <a:pt x="8" y="2867"/>
                    <a:pt x="96" y="2955"/>
                    <a:pt x="207" y="2955"/>
                  </a:cubicBezTo>
                  <a:lnTo>
                    <a:pt x="11204" y="2955"/>
                  </a:lnTo>
                  <a:cubicBezTo>
                    <a:pt x="11097" y="1725"/>
                    <a:pt x="10595" y="464"/>
                    <a:pt x="10515" y="269"/>
                  </a:cubicBezTo>
                  <a:cubicBezTo>
                    <a:pt x="10097" y="227"/>
                    <a:pt x="9530" y="188"/>
                    <a:pt x="8867" y="154"/>
                  </a:cubicBezTo>
                  <a:cubicBezTo>
                    <a:pt x="8617" y="138"/>
                    <a:pt x="8353" y="127"/>
                    <a:pt x="8078" y="115"/>
                  </a:cubicBezTo>
                  <a:cubicBezTo>
                    <a:pt x="8047" y="115"/>
                    <a:pt x="8012" y="112"/>
                    <a:pt x="7982" y="112"/>
                  </a:cubicBezTo>
                  <a:cubicBezTo>
                    <a:pt x="7874" y="108"/>
                    <a:pt x="7767" y="104"/>
                    <a:pt x="7660" y="96"/>
                  </a:cubicBezTo>
                  <a:cubicBezTo>
                    <a:pt x="6801" y="66"/>
                    <a:pt x="5863" y="39"/>
                    <a:pt x="4931" y="20"/>
                  </a:cubicBezTo>
                  <a:cubicBezTo>
                    <a:pt x="4671" y="16"/>
                    <a:pt x="4410" y="12"/>
                    <a:pt x="4153" y="9"/>
                  </a:cubicBezTo>
                  <a:lnTo>
                    <a:pt x="4061" y="9"/>
                  </a:lnTo>
                  <a:cubicBezTo>
                    <a:pt x="3950" y="9"/>
                    <a:pt x="3840" y="4"/>
                    <a:pt x="3728" y="4"/>
                  </a:cubicBezTo>
                  <a:cubicBezTo>
                    <a:pt x="3437" y="4"/>
                    <a:pt x="3154" y="0"/>
                    <a:pt x="28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12" name="Google Shape;5712;p43"/>
            <p:cNvSpPr/>
            <p:nvPr/>
          </p:nvSpPr>
          <p:spPr>
            <a:xfrm>
              <a:off x="6934175" y="2636996"/>
              <a:ext cx="474787" cy="136114"/>
            </a:xfrm>
            <a:custGeom>
              <a:avLst/>
              <a:gdLst/>
              <a:ahLst/>
              <a:cxnLst/>
              <a:rect l="l" t="t" r="r" b="b"/>
              <a:pathLst>
                <a:path w="9857" h="2826" extrusionOk="0">
                  <a:moveTo>
                    <a:pt x="47" y="1"/>
                  </a:moveTo>
                  <a:lnTo>
                    <a:pt x="1" y="821"/>
                  </a:lnTo>
                  <a:lnTo>
                    <a:pt x="8" y="821"/>
                  </a:lnTo>
                  <a:cubicBezTo>
                    <a:pt x="821" y="1009"/>
                    <a:pt x="1391" y="1506"/>
                    <a:pt x="1759" y="1963"/>
                  </a:cubicBezTo>
                  <a:cubicBezTo>
                    <a:pt x="1940" y="2189"/>
                    <a:pt x="2074" y="2403"/>
                    <a:pt x="2162" y="2560"/>
                  </a:cubicBezTo>
                  <a:cubicBezTo>
                    <a:pt x="2204" y="2638"/>
                    <a:pt x="2235" y="2702"/>
                    <a:pt x="2258" y="2748"/>
                  </a:cubicBezTo>
                  <a:cubicBezTo>
                    <a:pt x="2265" y="2771"/>
                    <a:pt x="2273" y="2787"/>
                    <a:pt x="2281" y="2802"/>
                  </a:cubicBezTo>
                  <a:cubicBezTo>
                    <a:pt x="2284" y="2813"/>
                    <a:pt x="2288" y="2817"/>
                    <a:pt x="2288" y="2817"/>
                  </a:cubicBezTo>
                  <a:lnTo>
                    <a:pt x="2288" y="2825"/>
                  </a:lnTo>
                  <a:lnTo>
                    <a:pt x="7641" y="2825"/>
                  </a:lnTo>
                  <a:lnTo>
                    <a:pt x="7641" y="2817"/>
                  </a:lnTo>
                  <a:cubicBezTo>
                    <a:pt x="7929" y="2136"/>
                    <a:pt x="8354" y="1768"/>
                    <a:pt x="8757" y="1564"/>
                  </a:cubicBezTo>
                  <a:cubicBezTo>
                    <a:pt x="9155" y="1365"/>
                    <a:pt x="9530" y="1334"/>
                    <a:pt x="9723" y="1334"/>
                  </a:cubicBezTo>
                  <a:cubicBezTo>
                    <a:pt x="9760" y="1334"/>
                    <a:pt x="9792" y="1338"/>
                    <a:pt x="9815" y="1338"/>
                  </a:cubicBezTo>
                  <a:lnTo>
                    <a:pt x="9838" y="1338"/>
                  </a:lnTo>
                  <a:lnTo>
                    <a:pt x="9845" y="1342"/>
                  </a:lnTo>
                  <a:lnTo>
                    <a:pt x="9857" y="1342"/>
                  </a:lnTo>
                  <a:lnTo>
                    <a:pt x="9684" y="1"/>
                  </a:lnTo>
                  <a:lnTo>
                    <a:pt x="9668" y="5"/>
                  </a:lnTo>
                  <a:lnTo>
                    <a:pt x="9840" y="1326"/>
                  </a:lnTo>
                  <a:lnTo>
                    <a:pt x="9840" y="1326"/>
                  </a:lnTo>
                  <a:cubicBezTo>
                    <a:pt x="9823" y="1323"/>
                    <a:pt x="9783" y="1319"/>
                    <a:pt x="9723" y="1319"/>
                  </a:cubicBezTo>
                  <a:cubicBezTo>
                    <a:pt x="9530" y="1319"/>
                    <a:pt x="9152" y="1350"/>
                    <a:pt x="8749" y="1552"/>
                  </a:cubicBezTo>
                  <a:cubicBezTo>
                    <a:pt x="8348" y="1752"/>
                    <a:pt x="7919" y="2126"/>
                    <a:pt x="7632" y="2810"/>
                  </a:cubicBezTo>
                  <a:lnTo>
                    <a:pt x="2299" y="2810"/>
                  </a:lnTo>
                  <a:cubicBezTo>
                    <a:pt x="2282" y="2768"/>
                    <a:pt x="2119" y="2382"/>
                    <a:pt x="1771" y="1952"/>
                  </a:cubicBezTo>
                  <a:cubicBezTo>
                    <a:pt x="1405" y="1501"/>
                    <a:pt x="833" y="1000"/>
                    <a:pt x="17" y="808"/>
                  </a:cubicBezTo>
                  <a:lnTo>
                    <a:pt x="17" y="808"/>
                  </a:lnTo>
                  <a:lnTo>
                    <a:pt x="63" y="5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13" name="Google Shape;5713;p43"/>
            <p:cNvSpPr/>
            <p:nvPr/>
          </p:nvSpPr>
          <p:spPr>
            <a:xfrm>
              <a:off x="7249472" y="2636996"/>
              <a:ext cx="10693" cy="135681"/>
            </a:xfrm>
            <a:custGeom>
              <a:avLst/>
              <a:gdLst/>
              <a:ahLst/>
              <a:cxnLst/>
              <a:rect l="l" t="t" r="r" b="b"/>
              <a:pathLst>
                <a:path w="222" h="2817" extrusionOk="0">
                  <a:moveTo>
                    <a:pt x="15" y="1"/>
                  </a:moveTo>
                  <a:lnTo>
                    <a:pt x="0" y="5"/>
                  </a:lnTo>
                  <a:cubicBezTo>
                    <a:pt x="73" y="503"/>
                    <a:pt x="126" y="1204"/>
                    <a:pt x="157" y="1782"/>
                  </a:cubicBezTo>
                  <a:cubicBezTo>
                    <a:pt x="176" y="2074"/>
                    <a:pt x="188" y="2330"/>
                    <a:pt x="195" y="2518"/>
                  </a:cubicBezTo>
                  <a:cubicBezTo>
                    <a:pt x="199" y="2610"/>
                    <a:pt x="202" y="2684"/>
                    <a:pt x="207" y="2737"/>
                  </a:cubicBezTo>
                  <a:lnTo>
                    <a:pt x="207" y="2817"/>
                  </a:lnTo>
                  <a:lnTo>
                    <a:pt x="222" y="2817"/>
                  </a:lnTo>
                  <a:cubicBezTo>
                    <a:pt x="222" y="2817"/>
                    <a:pt x="161" y="1001"/>
                    <a:pt x="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14" name="Google Shape;5714;p43"/>
            <p:cNvSpPr/>
            <p:nvPr/>
          </p:nvSpPr>
          <p:spPr>
            <a:xfrm>
              <a:off x="7091968" y="2636996"/>
              <a:ext cx="4142" cy="135681"/>
            </a:xfrm>
            <a:custGeom>
              <a:avLst/>
              <a:gdLst/>
              <a:ahLst/>
              <a:cxnLst/>
              <a:rect l="l" t="t" r="r" b="b"/>
              <a:pathLst>
                <a:path w="86" h="2817" extrusionOk="0">
                  <a:moveTo>
                    <a:pt x="16" y="1"/>
                  </a:moveTo>
                  <a:lnTo>
                    <a:pt x="1" y="5"/>
                  </a:lnTo>
                  <a:cubicBezTo>
                    <a:pt x="36" y="434"/>
                    <a:pt x="55" y="1139"/>
                    <a:pt x="62" y="1733"/>
                  </a:cubicBezTo>
                  <a:cubicBezTo>
                    <a:pt x="66" y="2032"/>
                    <a:pt x="70" y="2304"/>
                    <a:pt x="70" y="2500"/>
                  </a:cubicBezTo>
                  <a:cubicBezTo>
                    <a:pt x="70" y="2595"/>
                    <a:pt x="74" y="2675"/>
                    <a:pt x="74" y="2730"/>
                  </a:cubicBezTo>
                  <a:lnTo>
                    <a:pt x="74" y="2817"/>
                  </a:lnTo>
                  <a:lnTo>
                    <a:pt x="85" y="2817"/>
                  </a:lnTo>
                  <a:cubicBezTo>
                    <a:pt x="85" y="2817"/>
                    <a:pt x="85" y="867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15" name="Google Shape;5715;p43"/>
            <p:cNvSpPr/>
            <p:nvPr/>
          </p:nvSpPr>
          <p:spPr>
            <a:xfrm>
              <a:off x="6858699" y="2643306"/>
              <a:ext cx="541595" cy="771"/>
            </a:xfrm>
            <a:custGeom>
              <a:avLst/>
              <a:gdLst/>
              <a:ahLst/>
              <a:cxnLst/>
              <a:rect l="l" t="t" r="r" b="b"/>
              <a:pathLst>
                <a:path w="11244" h="16" extrusionOk="0">
                  <a:moveTo>
                    <a:pt x="1" y="1"/>
                  </a:moveTo>
                  <a:lnTo>
                    <a:pt x="1" y="15"/>
                  </a:lnTo>
                  <a:lnTo>
                    <a:pt x="11244" y="15"/>
                  </a:lnTo>
                  <a:lnTo>
                    <a:pt x="112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16" name="Google Shape;5716;p43"/>
            <p:cNvSpPr/>
            <p:nvPr/>
          </p:nvSpPr>
          <p:spPr>
            <a:xfrm>
              <a:off x="7264211" y="2656359"/>
              <a:ext cx="23843" cy="819"/>
            </a:xfrm>
            <a:custGeom>
              <a:avLst/>
              <a:gdLst/>
              <a:ahLst/>
              <a:cxnLst/>
              <a:rect l="l" t="t" r="r" b="b"/>
              <a:pathLst>
                <a:path w="495" h="17" extrusionOk="0">
                  <a:moveTo>
                    <a:pt x="0" y="1"/>
                  </a:moveTo>
                  <a:lnTo>
                    <a:pt x="0" y="17"/>
                  </a:lnTo>
                  <a:lnTo>
                    <a:pt x="494" y="17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17" name="Google Shape;5717;p43"/>
            <p:cNvSpPr/>
            <p:nvPr/>
          </p:nvSpPr>
          <p:spPr>
            <a:xfrm>
              <a:off x="7105648" y="2656359"/>
              <a:ext cx="23843" cy="819"/>
            </a:xfrm>
            <a:custGeom>
              <a:avLst/>
              <a:gdLst/>
              <a:ahLst/>
              <a:cxnLst/>
              <a:rect l="l" t="t" r="r" b="b"/>
              <a:pathLst>
                <a:path w="495" h="17" extrusionOk="0">
                  <a:moveTo>
                    <a:pt x="1" y="1"/>
                  </a:moveTo>
                  <a:lnTo>
                    <a:pt x="1" y="17"/>
                  </a:lnTo>
                  <a:lnTo>
                    <a:pt x="495" y="17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18" name="Google Shape;5718;p43"/>
            <p:cNvSpPr/>
            <p:nvPr/>
          </p:nvSpPr>
          <p:spPr>
            <a:xfrm>
              <a:off x="6944339" y="2656359"/>
              <a:ext cx="23891" cy="819"/>
            </a:xfrm>
            <a:custGeom>
              <a:avLst/>
              <a:gdLst/>
              <a:ahLst/>
              <a:cxnLst/>
              <a:rect l="l" t="t" r="r" b="b"/>
              <a:pathLst>
                <a:path w="496" h="17" extrusionOk="0">
                  <a:moveTo>
                    <a:pt x="1" y="1"/>
                  </a:moveTo>
                  <a:lnTo>
                    <a:pt x="1" y="17"/>
                  </a:lnTo>
                  <a:lnTo>
                    <a:pt x="495" y="17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19" name="Google Shape;5719;p43"/>
            <p:cNvSpPr/>
            <p:nvPr/>
          </p:nvSpPr>
          <p:spPr>
            <a:xfrm>
              <a:off x="7429229" y="2629289"/>
              <a:ext cx="64785" cy="15702"/>
            </a:xfrm>
            <a:custGeom>
              <a:avLst/>
              <a:gdLst/>
              <a:ahLst/>
              <a:cxnLst/>
              <a:rect l="l" t="t" r="r" b="b"/>
              <a:pathLst>
                <a:path w="1345" h="326" extrusionOk="0">
                  <a:moveTo>
                    <a:pt x="11" y="0"/>
                  </a:moveTo>
                  <a:lnTo>
                    <a:pt x="0" y="7"/>
                  </a:lnTo>
                  <a:lnTo>
                    <a:pt x="119" y="191"/>
                  </a:lnTo>
                  <a:lnTo>
                    <a:pt x="1345" y="326"/>
                  </a:lnTo>
                  <a:lnTo>
                    <a:pt x="1345" y="310"/>
                  </a:lnTo>
                  <a:lnTo>
                    <a:pt x="126" y="17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20" name="Google Shape;5720;p43"/>
            <p:cNvSpPr/>
            <p:nvPr/>
          </p:nvSpPr>
          <p:spPr>
            <a:xfrm>
              <a:off x="7484958" y="2748886"/>
              <a:ext cx="22350" cy="38050"/>
            </a:xfrm>
            <a:custGeom>
              <a:avLst/>
              <a:gdLst/>
              <a:ahLst/>
              <a:cxnLst/>
              <a:rect l="l" t="t" r="r" b="b"/>
              <a:pathLst>
                <a:path w="464" h="790" extrusionOk="0">
                  <a:moveTo>
                    <a:pt x="361" y="0"/>
                  </a:moveTo>
                  <a:cubicBezTo>
                    <a:pt x="27" y="19"/>
                    <a:pt x="27" y="207"/>
                    <a:pt x="0" y="732"/>
                  </a:cubicBezTo>
                  <a:cubicBezTo>
                    <a:pt x="0" y="763"/>
                    <a:pt x="23" y="789"/>
                    <a:pt x="58" y="789"/>
                  </a:cubicBezTo>
                  <a:lnTo>
                    <a:pt x="341" y="789"/>
                  </a:lnTo>
                  <a:cubicBezTo>
                    <a:pt x="368" y="789"/>
                    <a:pt x="391" y="770"/>
                    <a:pt x="399" y="747"/>
                  </a:cubicBezTo>
                  <a:cubicBezTo>
                    <a:pt x="422" y="648"/>
                    <a:pt x="464" y="391"/>
                    <a:pt x="418" y="50"/>
                  </a:cubicBezTo>
                  <a:cubicBezTo>
                    <a:pt x="414" y="23"/>
                    <a:pt x="387" y="0"/>
                    <a:pt x="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21" name="Google Shape;5721;p43"/>
            <p:cNvSpPr/>
            <p:nvPr/>
          </p:nvSpPr>
          <p:spPr>
            <a:xfrm>
              <a:off x="7490497" y="2781735"/>
              <a:ext cx="10934" cy="578"/>
            </a:xfrm>
            <a:custGeom>
              <a:avLst/>
              <a:gdLst/>
              <a:ahLst/>
              <a:cxnLst/>
              <a:rect l="l" t="t" r="r" b="b"/>
              <a:pathLst>
                <a:path w="227" h="12" extrusionOk="0">
                  <a:moveTo>
                    <a:pt x="0" y="1"/>
                  </a:moveTo>
                  <a:lnTo>
                    <a:pt x="0" y="12"/>
                  </a:lnTo>
                  <a:lnTo>
                    <a:pt x="226" y="12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22" name="Google Shape;5722;p43"/>
            <p:cNvSpPr/>
            <p:nvPr/>
          </p:nvSpPr>
          <p:spPr>
            <a:xfrm>
              <a:off x="7490882" y="2777641"/>
              <a:ext cx="11127" cy="819"/>
            </a:xfrm>
            <a:custGeom>
              <a:avLst/>
              <a:gdLst/>
              <a:ahLst/>
              <a:cxnLst/>
              <a:rect l="l" t="t" r="r" b="b"/>
              <a:pathLst>
                <a:path w="231" h="17" extrusionOk="0">
                  <a:moveTo>
                    <a:pt x="0" y="1"/>
                  </a:moveTo>
                  <a:lnTo>
                    <a:pt x="0" y="17"/>
                  </a:lnTo>
                  <a:lnTo>
                    <a:pt x="230" y="17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23" name="Google Shape;5723;p43"/>
            <p:cNvSpPr/>
            <p:nvPr/>
          </p:nvSpPr>
          <p:spPr>
            <a:xfrm>
              <a:off x="7491412" y="2773740"/>
              <a:ext cx="10934" cy="819"/>
            </a:xfrm>
            <a:custGeom>
              <a:avLst/>
              <a:gdLst/>
              <a:ahLst/>
              <a:cxnLst/>
              <a:rect l="l" t="t" r="r" b="b"/>
              <a:pathLst>
                <a:path w="227" h="17" extrusionOk="0">
                  <a:moveTo>
                    <a:pt x="0" y="1"/>
                  </a:moveTo>
                  <a:lnTo>
                    <a:pt x="0" y="17"/>
                  </a:lnTo>
                  <a:lnTo>
                    <a:pt x="227" y="17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24" name="Google Shape;5724;p43"/>
            <p:cNvSpPr/>
            <p:nvPr/>
          </p:nvSpPr>
          <p:spPr>
            <a:xfrm>
              <a:off x="7478455" y="2663969"/>
              <a:ext cx="26107" cy="47876"/>
            </a:xfrm>
            <a:custGeom>
              <a:avLst/>
              <a:gdLst/>
              <a:ahLst/>
              <a:cxnLst/>
              <a:rect l="l" t="t" r="r" b="b"/>
              <a:pathLst>
                <a:path w="542" h="994" extrusionOk="0">
                  <a:moveTo>
                    <a:pt x="434" y="0"/>
                  </a:moveTo>
                  <a:cubicBezTo>
                    <a:pt x="434" y="0"/>
                    <a:pt x="43" y="12"/>
                    <a:pt x="5" y="85"/>
                  </a:cubicBezTo>
                  <a:cubicBezTo>
                    <a:pt x="5" y="85"/>
                    <a:pt x="1" y="625"/>
                    <a:pt x="28" y="916"/>
                  </a:cubicBezTo>
                  <a:cubicBezTo>
                    <a:pt x="28" y="916"/>
                    <a:pt x="395" y="994"/>
                    <a:pt x="520" y="994"/>
                  </a:cubicBezTo>
                  <a:cubicBezTo>
                    <a:pt x="528" y="994"/>
                    <a:pt x="535" y="993"/>
                    <a:pt x="542" y="992"/>
                  </a:cubicBezTo>
                  <a:cubicBezTo>
                    <a:pt x="542" y="992"/>
                    <a:pt x="480" y="334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25" name="Google Shape;5725;p43"/>
            <p:cNvSpPr/>
            <p:nvPr/>
          </p:nvSpPr>
          <p:spPr>
            <a:xfrm>
              <a:off x="7482019" y="2691809"/>
              <a:ext cx="10356" cy="16328"/>
            </a:xfrm>
            <a:custGeom>
              <a:avLst/>
              <a:gdLst/>
              <a:ahLst/>
              <a:cxnLst/>
              <a:rect l="l" t="t" r="r" b="b"/>
              <a:pathLst>
                <a:path w="215" h="339" extrusionOk="0">
                  <a:moveTo>
                    <a:pt x="31" y="1"/>
                  </a:moveTo>
                  <a:cubicBezTo>
                    <a:pt x="15" y="1"/>
                    <a:pt x="0" y="13"/>
                    <a:pt x="0" y="28"/>
                  </a:cubicBezTo>
                  <a:lnTo>
                    <a:pt x="0" y="281"/>
                  </a:lnTo>
                  <a:cubicBezTo>
                    <a:pt x="0" y="296"/>
                    <a:pt x="8" y="308"/>
                    <a:pt x="19" y="308"/>
                  </a:cubicBezTo>
                  <a:cubicBezTo>
                    <a:pt x="73" y="322"/>
                    <a:pt x="142" y="331"/>
                    <a:pt x="184" y="338"/>
                  </a:cubicBezTo>
                  <a:cubicBezTo>
                    <a:pt x="199" y="338"/>
                    <a:pt x="215" y="327"/>
                    <a:pt x="215" y="311"/>
                  </a:cubicBezTo>
                  <a:cubicBezTo>
                    <a:pt x="215" y="196"/>
                    <a:pt x="203" y="85"/>
                    <a:pt x="199" y="39"/>
                  </a:cubicBezTo>
                  <a:cubicBezTo>
                    <a:pt x="199" y="28"/>
                    <a:pt x="188" y="16"/>
                    <a:pt x="176" y="16"/>
                  </a:cubicBezTo>
                  <a:lnTo>
                    <a:pt x="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26" name="Google Shape;5726;p43"/>
            <p:cNvSpPr/>
            <p:nvPr/>
          </p:nvSpPr>
          <p:spPr>
            <a:xfrm>
              <a:off x="7476480" y="2728512"/>
              <a:ext cx="39353" cy="70080"/>
            </a:xfrm>
            <a:custGeom>
              <a:avLst/>
              <a:gdLst/>
              <a:ahLst/>
              <a:cxnLst/>
              <a:rect l="l" t="t" r="r" b="b"/>
              <a:pathLst>
                <a:path w="817" h="1455" extrusionOk="0">
                  <a:moveTo>
                    <a:pt x="698" y="112"/>
                  </a:moveTo>
                  <a:cubicBezTo>
                    <a:pt x="709" y="534"/>
                    <a:pt x="629" y="1189"/>
                    <a:pt x="609" y="1358"/>
                  </a:cubicBezTo>
                  <a:lnTo>
                    <a:pt x="100" y="1358"/>
                  </a:lnTo>
                  <a:lnTo>
                    <a:pt x="218" y="266"/>
                  </a:lnTo>
                  <a:lnTo>
                    <a:pt x="698" y="112"/>
                  </a:lnTo>
                  <a:close/>
                  <a:moveTo>
                    <a:pt x="737" y="0"/>
                  </a:moveTo>
                  <a:cubicBezTo>
                    <a:pt x="733" y="0"/>
                    <a:pt x="728" y="1"/>
                    <a:pt x="724" y="2"/>
                  </a:cubicBezTo>
                  <a:lnTo>
                    <a:pt x="161" y="186"/>
                  </a:lnTo>
                  <a:cubicBezTo>
                    <a:pt x="146" y="193"/>
                    <a:pt x="130" y="209"/>
                    <a:pt x="130" y="224"/>
                  </a:cubicBezTo>
                  <a:lnTo>
                    <a:pt x="0" y="1400"/>
                  </a:lnTo>
                  <a:cubicBezTo>
                    <a:pt x="0" y="1415"/>
                    <a:pt x="4" y="1427"/>
                    <a:pt x="11" y="1438"/>
                  </a:cubicBezTo>
                  <a:cubicBezTo>
                    <a:pt x="19" y="1446"/>
                    <a:pt x="34" y="1454"/>
                    <a:pt x="46" y="1454"/>
                  </a:cubicBezTo>
                  <a:lnTo>
                    <a:pt x="652" y="1454"/>
                  </a:lnTo>
                  <a:cubicBezTo>
                    <a:pt x="675" y="1454"/>
                    <a:pt x="694" y="1435"/>
                    <a:pt x="698" y="1412"/>
                  </a:cubicBezTo>
                  <a:cubicBezTo>
                    <a:pt x="701" y="1377"/>
                    <a:pt x="816" y="534"/>
                    <a:pt x="789" y="43"/>
                  </a:cubicBezTo>
                  <a:cubicBezTo>
                    <a:pt x="786" y="29"/>
                    <a:pt x="778" y="17"/>
                    <a:pt x="766" y="9"/>
                  </a:cubicBezTo>
                  <a:cubicBezTo>
                    <a:pt x="758" y="4"/>
                    <a:pt x="748" y="0"/>
                    <a:pt x="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27" name="Google Shape;5727;p43"/>
            <p:cNvSpPr/>
            <p:nvPr/>
          </p:nvSpPr>
          <p:spPr>
            <a:xfrm>
              <a:off x="7482019" y="2745900"/>
              <a:ext cx="32320" cy="4479"/>
            </a:xfrm>
            <a:custGeom>
              <a:avLst/>
              <a:gdLst/>
              <a:ahLst/>
              <a:cxnLst/>
              <a:rect l="l" t="t" r="r" b="b"/>
              <a:pathLst>
                <a:path w="671" h="93" extrusionOk="0">
                  <a:moveTo>
                    <a:pt x="50" y="1"/>
                  </a:moveTo>
                  <a:cubicBezTo>
                    <a:pt x="23" y="1"/>
                    <a:pt x="0" y="20"/>
                    <a:pt x="0" y="46"/>
                  </a:cubicBezTo>
                  <a:cubicBezTo>
                    <a:pt x="0" y="73"/>
                    <a:pt x="23" y="92"/>
                    <a:pt x="50" y="92"/>
                  </a:cubicBezTo>
                  <a:lnTo>
                    <a:pt x="625" y="92"/>
                  </a:lnTo>
                  <a:cubicBezTo>
                    <a:pt x="651" y="92"/>
                    <a:pt x="671" y="73"/>
                    <a:pt x="671" y="46"/>
                  </a:cubicBezTo>
                  <a:cubicBezTo>
                    <a:pt x="671" y="20"/>
                    <a:pt x="651" y="1"/>
                    <a:pt x="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28" name="Google Shape;5728;p43"/>
            <p:cNvSpPr/>
            <p:nvPr/>
          </p:nvSpPr>
          <p:spPr>
            <a:xfrm>
              <a:off x="7356498" y="2549093"/>
              <a:ext cx="56308" cy="77257"/>
            </a:xfrm>
            <a:custGeom>
              <a:avLst/>
              <a:gdLst/>
              <a:ahLst/>
              <a:cxnLst/>
              <a:rect l="l" t="t" r="r" b="b"/>
              <a:pathLst>
                <a:path w="1169" h="1604" extrusionOk="0">
                  <a:moveTo>
                    <a:pt x="468" y="1"/>
                  </a:moveTo>
                  <a:cubicBezTo>
                    <a:pt x="371" y="1"/>
                    <a:pt x="274" y="9"/>
                    <a:pt x="203" y="33"/>
                  </a:cubicBezTo>
                  <a:cubicBezTo>
                    <a:pt x="0" y="98"/>
                    <a:pt x="8" y="1239"/>
                    <a:pt x="261" y="1566"/>
                  </a:cubicBezTo>
                  <a:cubicBezTo>
                    <a:pt x="280" y="1592"/>
                    <a:pt x="311" y="1603"/>
                    <a:pt x="345" y="1603"/>
                  </a:cubicBezTo>
                  <a:lnTo>
                    <a:pt x="1050" y="1603"/>
                  </a:lnTo>
                  <a:cubicBezTo>
                    <a:pt x="1119" y="1603"/>
                    <a:pt x="1169" y="1546"/>
                    <a:pt x="1158" y="1481"/>
                  </a:cubicBezTo>
                  <a:cubicBezTo>
                    <a:pt x="1112" y="1205"/>
                    <a:pt x="997" y="538"/>
                    <a:pt x="866" y="98"/>
                  </a:cubicBezTo>
                  <a:cubicBezTo>
                    <a:pt x="854" y="56"/>
                    <a:pt x="820" y="29"/>
                    <a:pt x="778" y="21"/>
                  </a:cubicBezTo>
                  <a:cubicBezTo>
                    <a:pt x="706" y="13"/>
                    <a:pt x="587" y="1"/>
                    <a:pt x="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29" name="Google Shape;5729;p43"/>
            <p:cNvSpPr/>
            <p:nvPr/>
          </p:nvSpPr>
          <p:spPr>
            <a:xfrm>
              <a:off x="7385831" y="2528477"/>
              <a:ext cx="34921" cy="110057"/>
            </a:xfrm>
            <a:custGeom>
              <a:avLst/>
              <a:gdLst/>
              <a:ahLst/>
              <a:cxnLst/>
              <a:rect l="l" t="t" r="r" b="b"/>
              <a:pathLst>
                <a:path w="725" h="2285" extrusionOk="0">
                  <a:moveTo>
                    <a:pt x="8" y="1"/>
                  </a:moveTo>
                  <a:cubicBezTo>
                    <a:pt x="8" y="1"/>
                    <a:pt x="4" y="1"/>
                    <a:pt x="4" y="4"/>
                  </a:cubicBezTo>
                  <a:cubicBezTo>
                    <a:pt x="4" y="4"/>
                    <a:pt x="1" y="8"/>
                    <a:pt x="4" y="8"/>
                  </a:cubicBezTo>
                  <a:lnTo>
                    <a:pt x="521" y="2277"/>
                  </a:lnTo>
                  <a:cubicBezTo>
                    <a:pt x="526" y="2281"/>
                    <a:pt x="526" y="2284"/>
                    <a:pt x="530" y="2284"/>
                  </a:cubicBezTo>
                  <a:lnTo>
                    <a:pt x="721" y="2284"/>
                  </a:lnTo>
                  <a:cubicBezTo>
                    <a:pt x="725" y="2284"/>
                    <a:pt x="725" y="2281"/>
                    <a:pt x="725" y="2277"/>
                  </a:cubicBezTo>
                  <a:cubicBezTo>
                    <a:pt x="725" y="2273"/>
                    <a:pt x="725" y="2270"/>
                    <a:pt x="721" y="2270"/>
                  </a:cubicBezTo>
                  <a:lnTo>
                    <a:pt x="537" y="2270"/>
                  </a:lnTo>
                  <a:lnTo>
                    <a:pt x="20" y="16"/>
                  </a:lnTo>
                  <a:lnTo>
                    <a:pt x="77" y="16"/>
                  </a:lnTo>
                  <a:cubicBezTo>
                    <a:pt x="81" y="16"/>
                    <a:pt x="84" y="12"/>
                    <a:pt x="84" y="8"/>
                  </a:cubicBezTo>
                  <a:cubicBezTo>
                    <a:pt x="84" y="4"/>
                    <a:pt x="81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30" name="Google Shape;5730;p43"/>
            <p:cNvSpPr/>
            <p:nvPr/>
          </p:nvSpPr>
          <p:spPr>
            <a:xfrm>
              <a:off x="7234300" y="2489366"/>
              <a:ext cx="15895" cy="140883"/>
            </a:xfrm>
            <a:custGeom>
              <a:avLst/>
              <a:gdLst/>
              <a:ahLst/>
              <a:cxnLst/>
              <a:rect l="l" t="t" r="r" b="b"/>
              <a:pathLst>
                <a:path w="330" h="2925" extrusionOk="0">
                  <a:moveTo>
                    <a:pt x="12" y="1"/>
                  </a:moveTo>
                  <a:lnTo>
                    <a:pt x="1" y="4"/>
                  </a:lnTo>
                  <a:lnTo>
                    <a:pt x="315" y="2924"/>
                  </a:lnTo>
                  <a:lnTo>
                    <a:pt x="330" y="2924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31" name="Google Shape;5731;p43"/>
            <p:cNvSpPr/>
            <p:nvPr/>
          </p:nvSpPr>
          <p:spPr>
            <a:xfrm>
              <a:off x="7086863" y="2486573"/>
              <a:ext cx="5925" cy="144784"/>
            </a:xfrm>
            <a:custGeom>
              <a:avLst/>
              <a:gdLst/>
              <a:ahLst/>
              <a:cxnLst/>
              <a:rect l="l" t="t" r="r" b="b"/>
              <a:pathLst>
                <a:path w="123" h="3006" extrusionOk="0">
                  <a:moveTo>
                    <a:pt x="0" y="1"/>
                  </a:moveTo>
                  <a:lnTo>
                    <a:pt x="107" y="3005"/>
                  </a:lnTo>
                  <a:lnTo>
                    <a:pt x="122" y="300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5732" name="Google Shape;5732;p43"/>
            <p:cNvSpPr/>
            <p:nvPr/>
          </p:nvSpPr>
          <p:spPr>
            <a:xfrm>
              <a:off x="6936921" y="2485850"/>
              <a:ext cx="17774" cy="144399"/>
            </a:xfrm>
            <a:custGeom>
              <a:avLst/>
              <a:gdLst/>
              <a:ahLst/>
              <a:cxnLst/>
              <a:rect l="l" t="t" r="r" b="b"/>
              <a:pathLst>
                <a:path w="369" h="2998" extrusionOk="0">
                  <a:moveTo>
                    <a:pt x="354" y="0"/>
                  </a:moveTo>
                  <a:lnTo>
                    <a:pt x="1" y="2997"/>
                  </a:lnTo>
                  <a:lnTo>
                    <a:pt x="17" y="2997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722662A-4066-6020-4FC4-3A23AB779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81543" y="3647242"/>
            <a:ext cx="117630" cy="117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113B9D-0548-079E-1920-694688B16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81543" y="4012132"/>
            <a:ext cx="117630" cy="11763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4FC12E0-7C67-AA4E-5686-E39C2646BE04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3BC090A-54EB-3E57-DB86-5F00D969D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4EE4666-A47C-757C-33BF-2378DDB1179C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16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7680FBE-1F24-E285-1C7D-1EA54B493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173" y="984605"/>
            <a:ext cx="4019048" cy="2385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BCB87D-5470-5A50-9489-0761AACFF9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3083" y="1000371"/>
            <a:ext cx="3975232" cy="2370182"/>
          </a:xfrm>
          <a:prstGeom prst="rect">
            <a:avLst/>
          </a:prstGeom>
        </p:spPr>
      </p:pic>
      <p:grpSp>
        <p:nvGrpSpPr>
          <p:cNvPr id="13" name="Google Shape;5553;p43">
            <a:extLst>
              <a:ext uri="{FF2B5EF4-FFF2-40B4-BE49-F238E27FC236}">
                <a16:creationId xmlns:a16="http://schemas.microsoft.com/office/drawing/2014/main" id="{7E2C347B-F1A4-5ECA-A5D0-3AD12BF4D282}"/>
              </a:ext>
            </a:extLst>
          </p:cNvPr>
          <p:cNvGrpSpPr/>
          <p:nvPr/>
        </p:nvGrpSpPr>
        <p:grpSpPr>
          <a:xfrm flipH="1">
            <a:off x="5821197" y="4370719"/>
            <a:ext cx="1475980" cy="662494"/>
            <a:chOff x="6706693" y="1706442"/>
            <a:chExt cx="821767" cy="368854"/>
          </a:xfrm>
        </p:grpSpPr>
        <p:sp>
          <p:nvSpPr>
            <p:cNvPr id="14" name="Google Shape;5554;p43">
              <a:extLst>
                <a:ext uri="{FF2B5EF4-FFF2-40B4-BE49-F238E27FC236}">
                  <a16:creationId xmlns:a16="http://schemas.microsoft.com/office/drawing/2014/main" id="{A53B764C-E2D4-00CA-05E1-2F9CC6611630}"/>
                </a:ext>
              </a:extLst>
            </p:cNvPr>
            <p:cNvSpPr/>
            <p:nvPr/>
          </p:nvSpPr>
          <p:spPr>
            <a:xfrm>
              <a:off x="7136577" y="1706442"/>
              <a:ext cx="56500" cy="45564"/>
            </a:xfrm>
            <a:custGeom>
              <a:avLst/>
              <a:gdLst/>
              <a:ahLst/>
              <a:cxnLst/>
              <a:rect l="l" t="t" r="r" b="b"/>
              <a:pathLst>
                <a:path w="1173" h="946" extrusionOk="0">
                  <a:moveTo>
                    <a:pt x="590" y="1"/>
                  </a:moveTo>
                  <a:cubicBezTo>
                    <a:pt x="459" y="1"/>
                    <a:pt x="360" y="15"/>
                    <a:pt x="360" y="15"/>
                  </a:cubicBezTo>
                  <a:lnTo>
                    <a:pt x="0" y="945"/>
                  </a:lnTo>
                  <a:lnTo>
                    <a:pt x="1173" y="945"/>
                  </a:lnTo>
                  <a:lnTo>
                    <a:pt x="801" y="15"/>
                  </a:lnTo>
                  <a:cubicBezTo>
                    <a:pt x="728" y="4"/>
                    <a:pt x="655" y="1"/>
                    <a:pt x="5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15" name="Google Shape;5555;p43">
              <a:extLst>
                <a:ext uri="{FF2B5EF4-FFF2-40B4-BE49-F238E27FC236}">
                  <a16:creationId xmlns:a16="http://schemas.microsoft.com/office/drawing/2014/main" id="{5A328B87-E05D-1257-137D-D10A8616826A}"/>
                </a:ext>
              </a:extLst>
            </p:cNvPr>
            <p:cNvSpPr/>
            <p:nvPr/>
          </p:nvSpPr>
          <p:spPr>
            <a:xfrm>
              <a:off x="7130605" y="1747865"/>
              <a:ext cx="68398" cy="8044"/>
            </a:xfrm>
            <a:custGeom>
              <a:avLst/>
              <a:gdLst/>
              <a:ahLst/>
              <a:cxnLst/>
              <a:rect l="l" t="t" r="r" b="b"/>
              <a:pathLst>
                <a:path w="1420" h="167" extrusionOk="0">
                  <a:moveTo>
                    <a:pt x="1323" y="1"/>
                  </a:moveTo>
                  <a:cubicBezTo>
                    <a:pt x="913" y="5"/>
                    <a:pt x="507" y="13"/>
                    <a:pt x="98" y="16"/>
                  </a:cubicBezTo>
                  <a:cubicBezTo>
                    <a:pt x="1" y="20"/>
                    <a:pt x="1" y="166"/>
                    <a:pt x="98" y="166"/>
                  </a:cubicBezTo>
                  <a:cubicBezTo>
                    <a:pt x="507" y="162"/>
                    <a:pt x="913" y="154"/>
                    <a:pt x="1323" y="151"/>
                  </a:cubicBezTo>
                  <a:cubicBezTo>
                    <a:pt x="1419" y="147"/>
                    <a:pt x="1419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16" name="Google Shape;5556;p43">
              <a:extLst>
                <a:ext uri="{FF2B5EF4-FFF2-40B4-BE49-F238E27FC236}">
                  <a16:creationId xmlns:a16="http://schemas.microsoft.com/office/drawing/2014/main" id="{7536865E-70C1-6D3F-72A8-13F74AE9828A}"/>
                </a:ext>
              </a:extLst>
            </p:cNvPr>
            <p:cNvSpPr/>
            <p:nvPr/>
          </p:nvSpPr>
          <p:spPr>
            <a:xfrm>
              <a:off x="6709741" y="1751863"/>
              <a:ext cx="815668" cy="270350"/>
            </a:xfrm>
            <a:custGeom>
              <a:avLst/>
              <a:gdLst/>
              <a:ahLst/>
              <a:cxnLst/>
              <a:rect l="l" t="t" r="r" b="b"/>
              <a:pathLst>
                <a:path w="16934" h="5613" extrusionOk="0">
                  <a:moveTo>
                    <a:pt x="9780" y="1"/>
                  </a:moveTo>
                  <a:cubicBezTo>
                    <a:pt x="8530" y="1"/>
                    <a:pt x="7103" y="57"/>
                    <a:pt x="5733" y="240"/>
                  </a:cubicBezTo>
                  <a:lnTo>
                    <a:pt x="3821" y="2608"/>
                  </a:lnTo>
                  <a:cubicBezTo>
                    <a:pt x="3821" y="2608"/>
                    <a:pt x="1031" y="3198"/>
                    <a:pt x="759" y="3294"/>
                  </a:cubicBezTo>
                  <a:cubicBezTo>
                    <a:pt x="488" y="3386"/>
                    <a:pt x="0" y="4314"/>
                    <a:pt x="330" y="5612"/>
                  </a:cubicBezTo>
                  <a:lnTo>
                    <a:pt x="16708" y="5612"/>
                  </a:lnTo>
                  <a:cubicBezTo>
                    <a:pt x="16708" y="5612"/>
                    <a:pt x="16934" y="4164"/>
                    <a:pt x="16573" y="3045"/>
                  </a:cubicBezTo>
                  <a:lnTo>
                    <a:pt x="15072" y="2597"/>
                  </a:lnTo>
                  <a:cubicBezTo>
                    <a:pt x="15072" y="2597"/>
                    <a:pt x="14159" y="722"/>
                    <a:pt x="13458" y="160"/>
                  </a:cubicBezTo>
                  <a:cubicBezTo>
                    <a:pt x="13458" y="160"/>
                    <a:pt x="11867" y="1"/>
                    <a:pt x="9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grpSp>
          <p:nvGrpSpPr>
            <p:cNvPr id="17" name="Google Shape;5557;p43">
              <a:extLst>
                <a:ext uri="{FF2B5EF4-FFF2-40B4-BE49-F238E27FC236}">
                  <a16:creationId xmlns:a16="http://schemas.microsoft.com/office/drawing/2014/main" id="{0489E513-7D27-7BE2-67D0-0C550F3F6193}"/>
                </a:ext>
              </a:extLst>
            </p:cNvPr>
            <p:cNvGrpSpPr/>
            <p:nvPr/>
          </p:nvGrpSpPr>
          <p:grpSpPr>
            <a:xfrm>
              <a:off x="6867617" y="1903827"/>
              <a:ext cx="604342" cy="15220"/>
              <a:chOff x="6867617" y="1903827"/>
              <a:chExt cx="604342" cy="15220"/>
            </a:xfrm>
          </p:grpSpPr>
          <p:sp>
            <p:nvSpPr>
              <p:cNvPr id="55" name="Google Shape;5558;p43">
                <a:extLst>
                  <a:ext uri="{FF2B5EF4-FFF2-40B4-BE49-F238E27FC236}">
                    <a16:creationId xmlns:a16="http://schemas.microsoft.com/office/drawing/2014/main" id="{1200B959-0A30-6C04-55CC-3DC5C5E401C7}"/>
                  </a:ext>
                </a:extLst>
              </p:cNvPr>
              <p:cNvSpPr/>
              <p:nvPr/>
            </p:nvSpPr>
            <p:spPr>
              <a:xfrm>
                <a:off x="746434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6" name="Google Shape;5559;p43">
                <a:extLst>
                  <a:ext uri="{FF2B5EF4-FFF2-40B4-BE49-F238E27FC236}">
                    <a16:creationId xmlns:a16="http://schemas.microsoft.com/office/drawing/2014/main" id="{E6C16F58-8B29-C27F-3665-03F2B25A0965}"/>
                  </a:ext>
                </a:extLst>
              </p:cNvPr>
              <p:cNvSpPr/>
              <p:nvPr/>
            </p:nvSpPr>
            <p:spPr>
              <a:xfrm>
                <a:off x="745678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" name="Google Shape;5560;p43">
                <a:extLst>
                  <a:ext uri="{FF2B5EF4-FFF2-40B4-BE49-F238E27FC236}">
                    <a16:creationId xmlns:a16="http://schemas.microsoft.com/office/drawing/2014/main" id="{8DEEDF45-27CE-25C8-BC60-FDEFF2D08960}"/>
                  </a:ext>
                </a:extLst>
              </p:cNvPr>
              <p:cNvSpPr/>
              <p:nvPr/>
            </p:nvSpPr>
            <p:spPr>
              <a:xfrm>
                <a:off x="7449225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8" name="Google Shape;5561;p43">
                <a:extLst>
                  <a:ext uri="{FF2B5EF4-FFF2-40B4-BE49-F238E27FC236}">
                    <a16:creationId xmlns:a16="http://schemas.microsoft.com/office/drawing/2014/main" id="{CAA3F024-A7E3-1F88-58EE-60ECA57745C7}"/>
                  </a:ext>
                </a:extLst>
              </p:cNvPr>
              <p:cNvSpPr/>
              <p:nvPr/>
            </p:nvSpPr>
            <p:spPr>
              <a:xfrm>
                <a:off x="744161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9" name="Google Shape;5562;p43">
                <a:extLst>
                  <a:ext uri="{FF2B5EF4-FFF2-40B4-BE49-F238E27FC236}">
                    <a16:creationId xmlns:a16="http://schemas.microsoft.com/office/drawing/2014/main" id="{69E11E97-983B-6E52-E0D4-569389ED3FB2}"/>
                  </a:ext>
                </a:extLst>
              </p:cNvPr>
              <p:cNvSpPr/>
              <p:nvPr/>
            </p:nvSpPr>
            <p:spPr>
              <a:xfrm>
                <a:off x="743405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0" name="Google Shape;5563;p43">
                <a:extLst>
                  <a:ext uri="{FF2B5EF4-FFF2-40B4-BE49-F238E27FC236}">
                    <a16:creationId xmlns:a16="http://schemas.microsoft.com/office/drawing/2014/main" id="{28D50325-2B41-46C3-5AD5-88A60E1CA67C}"/>
                  </a:ext>
                </a:extLst>
              </p:cNvPr>
              <p:cNvSpPr/>
              <p:nvPr/>
            </p:nvSpPr>
            <p:spPr>
              <a:xfrm>
                <a:off x="742653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1" name="Google Shape;5564;p43">
                <a:extLst>
                  <a:ext uri="{FF2B5EF4-FFF2-40B4-BE49-F238E27FC236}">
                    <a16:creationId xmlns:a16="http://schemas.microsoft.com/office/drawing/2014/main" id="{F53562D8-7941-FED1-775B-C14C852D6C29}"/>
                  </a:ext>
                </a:extLst>
              </p:cNvPr>
              <p:cNvSpPr/>
              <p:nvPr/>
            </p:nvSpPr>
            <p:spPr>
              <a:xfrm>
                <a:off x="741897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2" name="Google Shape;5565;p43">
                <a:extLst>
                  <a:ext uri="{FF2B5EF4-FFF2-40B4-BE49-F238E27FC236}">
                    <a16:creationId xmlns:a16="http://schemas.microsoft.com/office/drawing/2014/main" id="{2686FF0E-FB17-E976-363C-9540DD09CC6D}"/>
                  </a:ext>
                </a:extLst>
              </p:cNvPr>
              <p:cNvSpPr/>
              <p:nvPr/>
            </p:nvSpPr>
            <p:spPr>
              <a:xfrm>
                <a:off x="7411366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63" name="Google Shape;5566;p43">
                <a:extLst>
                  <a:ext uri="{FF2B5EF4-FFF2-40B4-BE49-F238E27FC236}">
                    <a16:creationId xmlns:a16="http://schemas.microsoft.com/office/drawing/2014/main" id="{75AD3031-93B7-A5CD-A741-E240F88A0A66}"/>
                  </a:ext>
                </a:extLst>
              </p:cNvPr>
              <p:cNvSpPr/>
              <p:nvPr/>
            </p:nvSpPr>
            <p:spPr>
              <a:xfrm>
                <a:off x="740380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04" name="Google Shape;5567;p43">
                <a:extLst>
                  <a:ext uri="{FF2B5EF4-FFF2-40B4-BE49-F238E27FC236}">
                    <a16:creationId xmlns:a16="http://schemas.microsoft.com/office/drawing/2014/main" id="{52AAF3A8-6A17-796C-ACCA-C69FF497BF7A}"/>
                  </a:ext>
                </a:extLst>
              </p:cNvPr>
              <p:cNvSpPr/>
              <p:nvPr/>
            </p:nvSpPr>
            <p:spPr>
              <a:xfrm>
                <a:off x="73962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05" name="Google Shape;5568;p43">
                <a:extLst>
                  <a:ext uri="{FF2B5EF4-FFF2-40B4-BE49-F238E27FC236}">
                    <a16:creationId xmlns:a16="http://schemas.microsoft.com/office/drawing/2014/main" id="{2D99F0FD-554F-DA06-18B6-C86D360885F1}"/>
                  </a:ext>
                </a:extLst>
              </p:cNvPr>
              <p:cNvSpPr/>
              <p:nvPr/>
            </p:nvSpPr>
            <p:spPr>
              <a:xfrm>
                <a:off x="7388632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06" name="Google Shape;5569;p43">
                <a:extLst>
                  <a:ext uri="{FF2B5EF4-FFF2-40B4-BE49-F238E27FC236}">
                    <a16:creationId xmlns:a16="http://schemas.microsoft.com/office/drawing/2014/main" id="{EC650965-0D20-F028-36FB-99E0ADA878B9}"/>
                  </a:ext>
                </a:extLst>
              </p:cNvPr>
              <p:cNvSpPr/>
              <p:nvPr/>
            </p:nvSpPr>
            <p:spPr>
              <a:xfrm>
                <a:off x="7381118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07" name="Google Shape;5570;p43">
                <a:extLst>
                  <a:ext uri="{FF2B5EF4-FFF2-40B4-BE49-F238E27FC236}">
                    <a16:creationId xmlns:a16="http://schemas.microsoft.com/office/drawing/2014/main" id="{C3041717-6754-B10F-EA28-399D18EB26D4}"/>
                  </a:ext>
                </a:extLst>
              </p:cNvPr>
              <p:cNvSpPr/>
              <p:nvPr/>
            </p:nvSpPr>
            <p:spPr>
              <a:xfrm>
                <a:off x="7373748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08" name="Google Shape;5571;p43">
                <a:extLst>
                  <a:ext uri="{FF2B5EF4-FFF2-40B4-BE49-F238E27FC236}">
                    <a16:creationId xmlns:a16="http://schemas.microsoft.com/office/drawing/2014/main" id="{A113E367-3530-C2C5-7375-BE4150B9BE0D}"/>
                  </a:ext>
                </a:extLst>
              </p:cNvPr>
              <p:cNvSpPr/>
              <p:nvPr/>
            </p:nvSpPr>
            <p:spPr>
              <a:xfrm>
                <a:off x="7366138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09" name="Google Shape;5572;p43">
                <a:extLst>
                  <a:ext uri="{FF2B5EF4-FFF2-40B4-BE49-F238E27FC236}">
                    <a16:creationId xmlns:a16="http://schemas.microsoft.com/office/drawing/2014/main" id="{79F63182-196D-B101-9CB7-3836C11E2574}"/>
                  </a:ext>
                </a:extLst>
              </p:cNvPr>
              <p:cNvSpPr/>
              <p:nvPr/>
            </p:nvSpPr>
            <p:spPr>
              <a:xfrm>
                <a:off x="735857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10" name="Google Shape;5573;p43">
                <a:extLst>
                  <a:ext uri="{FF2B5EF4-FFF2-40B4-BE49-F238E27FC236}">
                    <a16:creationId xmlns:a16="http://schemas.microsoft.com/office/drawing/2014/main" id="{8F4B65AA-7E05-6AF5-A245-3932E906145A}"/>
                  </a:ext>
                </a:extLst>
              </p:cNvPr>
              <p:cNvSpPr/>
              <p:nvPr/>
            </p:nvSpPr>
            <p:spPr>
              <a:xfrm>
                <a:off x="7351014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11" name="Google Shape;5574;p43">
                <a:extLst>
                  <a:ext uri="{FF2B5EF4-FFF2-40B4-BE49-F238E27FC236}">
                    <a16:creationId xmlns:a16="http://schemas.microsoft.com/office/drawing/2014/main" id="{040CD8AA-24B0-DB49-4C6C-861218A9292F}"/>
                  </a:ext>
                </a:extLst>
              </p:cNvPr>
              <p:cNvSpPr/>
              <p:nvPr/>
            </p:nvSpPr>
            <p:spPr>
              <a:xfrm>
                <a:off x="73434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12" name="Google Shape;5575;p43">
                <a:extLst>
                  <a:ext uri="{FF2B5EF4-FFF2-40B4-BE49-F238E27FC236}">
                    <a16:creationId xmlns:a16="http://schemas.microsoft.com/office/drawing/2014/main" id="{9A21B076-4F46-6E2F-4759-63F5D1BB85D2}"/>
                  </a:ext>
                </a:extLst>
              </p:cNvPr>
              <p:cNvSpPr/>
              <p:nvPr/>
            </p:nvSpPr>
            <p:spPr>
              <a:xfrm>
                <a:off x="73358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13" name="Google Shape;5576;p43">
                <a:extLst>
                  <a:ext uri="{FF2B5EF4-FFF2-40B4-BE49-F238E27FC236}">
                    <a16:creationId xmlns:a16="http://schemas.microsoft.com/office/drawing/2014/main" id="{AD473191-36F1-F60F-99A3-9DA92D625A2A}"/>
                  </a:ext>
                </a:extLst>
              </p:cNvPr>
              <p:cNvSpPr/>
              <p:nvPr/>
            </p:nvSpPr>
            <p:spPr>
              <a:xfrm>
                <a:off x="73283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14" name="Google Shape;5577;p43">
                <a:extLst>
                  <a:ext uri="{FF2B5EF4-FFF2-40B4-BE49-F238E27FC236}">
                    <a16:creationId xmlns:a16="http://schemas.microsoft.com/office/drawing/2014/main" id="{82EF375F-82F3-C8A1-3F01-34D2B7A4443B}"/>
                  </a:ext>
                </a:extLst>
              </p:cNvPr>
              <p:cNvSpPr/>
              <p:nvPr/>
            </p:nvSpPr>
            <p:spPr>
              <a:xfrm>
                <a:off x="732076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516" name="Google Shape;5578;p43">
                <a:extLst>
                  <a:ext uri="{FF2B5EF4-FFF2-40B4-BE49-F238E27FC236}">
                    <a16:creationId xmlns:a16="http://schemas.microsoft.com/office/drawing/2014/main" id="{DD1451EE-E867-39D2-C1D7-DE005AA67D04}"/>
                  </a:ext>
                </a:extLst>
              </p:cNvPr>
              <p:cNvSpPr/>
              <p:nvPr/>
            </p:nvSpPr>
            <p:spPr>
              <a:xfrm>
                <a:off x="7313155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33" name="Google Shape;5579;p43">
                <a:extLst>
                  <a:ext uri="{FF2B5EF4-FFF2-40B4-BE49-F238E27FC236}">
                    <a16:creationId xmlns:a16="http://schemas.microsoft.com/office/drawing/2014/main" id="{F988187A-70C6-1F35-E9CE-D5B36E27F106}"/>
                  </a:ext>
                </a:extLst>
              </p:cNvPr>
              <p:cNvSpPr/>
              <p:nvPr/>
            </p:nvSpPr>
            <p:spPr>
              <a:xfrm>
                <a:off x="730559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34" name="Google Shape;5580;p43">
                <a:extLst>
                  <a:ext uri="{FF2B5EF4-FFF2-40B4-BE49-F238E27FC236}">
                    <a16:creationId xmlns:a16="http://schemas.microsoft.com/office/drawing/2014/main" id="{27C80A97-EA8A-49BB-C4E7-27C3A9D474D6}"/>
                  </a:ext>
                </a:extLst>
              </p:cNvPr>
              <p:cNvSpPr/>
              <p:nvPr/>
            </p:nvSpPr>
            <p:spPr>
              <a:xfrm>
                <a:off x="7298079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35" name="Google Shape;5581;p43">
                <a:extLst>
                  <a:ext uri="{FF2B5EF4-FFF2-40B4-BE49-F238E27FC236}">
                    <a16:creationId xmlns:a16="http://schemas.microsoft.com/office/drawing/2014/main" id="{3E166C3D-079D-5F6F-F959-774CC5DA7743}"/>
                  </a:ext>
                </a:extLst>
              </p:cNvPr>
              <p:cNvSpPr/>
              <p:nvPr/>
            </p:nvSpPr>
            <p:spPr>
              <a:xfrm>
                <a:off x="729051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36" name="Google Shape;5582;p43">
                <a:extLst>
                  <a:ext uri="{FF2B5EF4-FFF2-40B4-BE49-F238E27FC236}">
                    <a16:creationId xmlns:a16="http://schemas.microsoft.com/office/drawing/2014/main" id="{BEA61679-C69A-5A9B-6463-E998FE62A2D0}"/>
                  </a:ext>
                </a:extLst>
              </p:cNvPr>
              <p:cNvSpPr/>
              <p:nvPr/>
            </p:nvSpPr>
            <p:spPr>
              <a:xfrm>
                <a:off x="7283099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37" name="Google Shape;5583;p43">
                <a:extLst>
                  <a:ext uri="{FF2B5EF4-FFF2-40B4-BE49-F238E27FC236}">
                    <a16:creationId xmlns:a16="http://schemas.microsoft.com/office/drawing/2014/main" id="{4B863E90-F78A-33E7-37E3-D66F944407BC}"/>
                  </a:ext>
                </a:extLst>
              </p:cNvPr>
              <p:cNvSpPr/>
              <p:nvPr/>
            </p:nvSpPr>
            <p:spPr>
              <a:xfrm>
                <a:off x="727553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38" name="Google Shape;5584;p43">
                <a:extLst>
                  <a:ext uri="{FF2B5EF4-FFF2-40B4-BE49-F238E27FC236}">
                    <a16:creationId xmlns:a16="http://schemas.microsoft.com/office/drawing/2014/main" id="{474F6BFF-2C2A-7BDB-D7F8-A0F15760760D}"/>
                  </a:ext>
                </a:extLst>
              </p:cNvPr>
              <p:cNvSpPr/>
              <p:nvPr/>
            </p:nvSpPr>
            <p:spPr>
              <a:xfrm>
                <a:off x="7267927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39" name="Google Shape;5585;p43">
                <a:extLst>
                  <a:ext uri="{FF2B5EF4-FFF2-40B4-BE49-F238E27FC236}">
                    <a16:creationId xmlns:a16="http://schemas.microsoft.com/office/drawing/2014/main" id="{1D517A7B-AC80-F15D-54F6-CB635239BC6E}"/>
                  </a:ext>
                </a:extLst>
              </p:cNvPr>
              <p:cNvSpPr/>
              <p:nvPr/>
            </p:nvSpPr>
            <p:spPr>
              <a:xfrm>
                <a:off x="7260413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40" name="Google Shape;5586;p43">
                <a:extLst>
                  <a:ext uri="{FF2B5EF4-FFF2-40B4-BE49-F238E27FC236}">
                    <a16:creationId xmlns:a16="http://schemas.microsoft.com/office/drawing/2014/main" id="{F581BCDB-36DA-57AA-39A7-3B0615B2A02F}"/>
                  </a:ext>
                </a:extLst>
              </p:cNvPr>
              <p:cNvSpPr/>
              <p:nvPr/>
            </p:nvSpPr>
            <p:spPr>
              <a:xfrm>
                <a:off x="725285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41" name="Google Shape;5587;p43">
                <a:extLst>
                  <a:ext uri="{FF2B5EF4-FFF2-40B4-BE49-F238E27FC236}">
                    <a16:creationId xmlns:a16="http://schemas.microsoft.com/office/drawing/2014/main" id="{35C62797-01C4-145C-0DC4-1914AEE383B0}"/>
                  </a:ext>
                </a:extLst>
              </p:cNvPr>
              <p:cNvSpPr/>
              <p:nvPr/>
            </p:nvSpPr>
            <p:spPr>
              <a:xfrm>
                <a:off x="724528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42" name="Google Shape;5588;p43">
                <a:extLst>
                  <a:ext uri="{FF2B5EF4-FFF2-40B4-BE49-F238E27FC236}">
                    <a16:creationId xmlns:a16="http://schemas.microsoft.com/office/drawing/2014/main" id="{13DEC75F-F57A-DC34-6F44-D2E848690150}"/>
                  </a:ext>
                </a:extLst>
              </p:cNvPr>
              <p:cNvSpPr/>
              <p:nvPr/>
            </p:nvSpPr>
            <p:spPr>
              <a:xfrm>
                <a:off x="723767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43" name="Google Shape;5589;p43">
                <a:extLst>
                  <a:ext uri="{FF2B5EF4-FFF2-40B4-BE49-F238E27FC236}">
                    <a16:creationId xmlns:a16="http://schemas.microsoft.com/office/drawing/2014/main" id="{5ED8AC77-9ABB-68F3-12EA-EBC902366580}"/>
                  </a:ext>
                </a:extLst>
              </p:cNvPr>
              <p:cNvSpPr/>
              <p:nvPr/>
            </p:nvSpPr>
            <p:spPr>
              <a:xfrm>
                <a:off x="723011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44" name="Google Shape;5590;p43">
                <a:extLst>
                  <a:ext uri="{FF2B5EF4-FFF2-40B4-BE49-F238E27FC236}">
                    <a16:creationId xmlns:a16="http://schemas.microsoft.com/office/drawing/2014/main" id="{54E28645-0736-77F8-47E4-A4E10D55390C}"/>
                  </a:ext>
                </a:extLst>
              </p:cNvPr>
              <p:cNvSpPr/>
              <p:nvPr/>
            </p:nvSpPr>
            <p:spPr>
              <a:xfrm>
                <a:off x="722255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45" name="Google Shape;5591;p43">
                <a:extLst>
                  <a:ext uri="{FF2B5EF4-FFF2-40B4-BE49-F238E27FC236}">
                    <a16:creationId xmlns:a16="http://schemas.microsoft.com/office/drawing/2014/main" id="{F829FC45-DEFB-724A-2F90-DA3F60CEE9E5}"/>
                  </a:ext>
                </a:extLst>
              </p:cNvPr>
              <p:cNvSpPr/>
              <p:nvPr/>
            </p:nvSpPr>
            <p:spPr>
              <a:xfrm>
                <a:off x="721499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46" name="Google Shape;5592;p43">
                <a:extLst>
                  <a:ext uri="{FF2B5EF4-FFF2-40B4-BE49-F238E27FC236}">
                    <a16:creationId xmlns:a16="http://schemas.microsoft.com/office/drawing/2014/main" id="{C2D9008E-0810-6AC8-1A0D-2D5D74FC8229}"/>
                  </a:ext>
                </a:extLst>
              </p:cNvPr>
              <p:cNvSpPr/>
              <p:nvPr/>
            </p:nvSpPr>
            <p:spPr>
              <a:xfrm>
                <a:off x="720743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47" name="Google Shape;5593;p43">
                <a:extLst>
                  <a:ext uri="{FF2B5EF4-FFF2-40B4-BE49-F238E27FC236}">
                    <a16:creationId xmlns:a16="http://schemas.microsoft.com/office/drawing/2014/main" id="{78EF3C58-6BB9-74A0-CDFB-0370E8AAE6C1}"/>
                  </a:ext>
                </a:extLst>
              </p:cNvPr>
              <p:cNvSpPr/>
              <p:nvPr/>
            </p:nvSpPr>
            <p:spPr>
              <a:xfrm>
                <a:off x="719986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48" name="Google Shape;5594;p43">
                <a:extLst>
                  <a:ext uri="{FF2B5EF4-FFF2-40B4-BE49-F238E27FC236}">
                    <a16:creationId xmlns:a16="http://schemas.microsoft.com/office/drawing/2014/main" id="{7C12F50C-38C4-03DB-67B6-70E01FB81F0D}"/>
                  </a:ext>
                </a:extLst>
              </p:cNvPr>
              <p:cNvSpPr/>
              <p:nvPr/>
            </p:nvSpPr>
            <p:spPr>
              <a:xfrm>
                <a:off x="719230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49" name="Google Shape;5595;p43">
                <a:extLst>
                  <a:ext uri="{FF2B5EF4-FFF2-40B4-BE49-F238E27FC236}">
                    <a16:creationId xmlns:a16="http://schemas.microsoft.com/office/drawing/2014/main" id="{45FD1BB5-0E11-2A0C-513D-26BF331D2E71}"/>
                  </a:ext>
                </a:extLst>
              </p:cNvPr>
              <p:cNvSpPr/>
              <p:nvPr/>
            </p:nvSpPr>
            <p:spPr>
              <a:xfrm>
                <a:off x="7184888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50" name="Google Shape;5596;p43">
                <a:extLst>
                  <a:ext uri="{FF2B5EF4-FFF2-40B4-BE49-F238E27FC236}">
                    <a16:creationId xmlns:a16="http://schemas.microsoft.com/office/drawing/2014/main" id="{0A942112-43E8-D61E-553B-0DDE30D65DE2}"/>
                  </a:ext>
                </a:extLst>
              </p:cNvPr>
              <p:cNvSpPr/>
              <p:nvPr/>
            </p:nvSpPr>
            <p:spPr>
              <a:xfrm>
                <a:off x="7177374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51" name="Google Shape;5597;p43">
                <a:extLst>
                  <a:ext uri="{FF2B5EF4-FFF2-40B4-BE49-F238E27FC236}">
                    <a16:creationId xmlns:a16="http://schemas.microsoft.com/office/drawing/2014/main" id="{7EDA76BF-50D7-3BB0-C5A9-7A11F77CB481}"/>
                  </a:ext>
                </a:extLst>
              </p:cNvPr>
              <p:cNvSpPr/>
              <p:nvPr/>
            </p:nvSpPr>
            <p:spPr>
              <a:xfrm>
                <a:off x="7169764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52" name="Google Shape;5598;p43">
                <a:extLst>
                  <a:ext uri="{FF2B5EF4-FFF2-40B4-BE49-F238E27FC236}">
                    <a16:creationId xmlns:a16="http://schemas.microsoft.com/office/drawing/2014/main" id="{FF4E673B-F983-BD6C-0101-48E08F6BCF80}"/>
                  </a:ext>
                </a:extLst>
              </p:cNvPr>
              <p:cNvSpPr/>
              <p:nvPr/>
            </p:nvSpPr>
            <p:spPr>
              <a:xfrm>
                <a:off x="716220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53" name="Google Shape;5599;p43">
                <a:extLst>
                  <a:ext uri="{FF2B5EF4-FFF2-40B4-BE49-F238E27FC236}">
                    <a16:creationId xmlns:a16="http://schemas.microsoft.com/office/drawing/2014/main" id="{1B8EC99A-B858-6C9B-70DA-023FBA0D8706}"/>
                  </a:ext>
                </a:extLst>
              </p:cNvPr>
              <p:cNvSpPr/>
              <p:nvPr/>
            </p:nvSpPr>
            <p:spPr>
              <a:xfrm>
                <a:off x="715464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54" name="Google Shape;5600;p43">
                <a:extLst>
                  <a:ext uri="{FF2B5EF4-FFF2-40B4-BE49-F238E27FC236}">
                    <a16:creationId xmlns:a16="http://schemas.microsoft.com/office/drawing/2014/main" id="{03F4347A-B1EE-0244-22EB-45ABEAA72BEC}"/>
                  </a:ext>
                </a:extLst>
              </p:cNvPr>
              <p:cNvSpPr/>
              <p:nvPr/>
            </p:nvSpPr>
            <p:spPr>
              <a:xfrm>
                <a:off x="714707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55" name="Google Shape;5601;p43">
                <a:extLst>
                  <a:ext uri="{FF2B5EF4-FFF2-40B4-BE49-F238E27FC236}">
                    <a16:creationId xmlns:a16="http://schemas.microsoft.com/office/drawing/2014/main" id="{0D1074AC-3B34-4703-A5E6-4E64570EC765}"/>
                  </a:ext>
                </a:extLst>
              </p:cNvPr>
              <p:cNvSpPr/>
              <p:nvPr/>
            </p:nvSpPr>
            <p:spPr>
              <a:xfrm>
                <a:off x="713946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56" name="Google Shape;5602;p43">
                <a:extLst>
                  <a:ext uri="{FF2B5EF4-FFF2-40B4-BE49-F238E27FC236}">
                    <a16:creationId xmlns:a16="http://schemas.microsoft.com/office/drawing/2014/main" id="{BF7404A5-ABF3-165C-CD7A-A85C5DB04692}"/>
                  </a:ext>
                </a:extLst>
              </p:cNvPr>
              <p:cNvSpPr/>
              <p:nvPr/>
            </p:nvSpPr>
            <p:spPr>
              <a:xfrm>
                <a:off x="7131953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57" name="Google Shape;5603;p43">
                <a:extLst>
                  <a:ext uri="{FF2B5EF4-FFF2-40B4-BE49-F238E27FC236}">
                    <a16:creationId xmlns:a16="http://schemas.microsoft.com/office/drawing/2014/main" id="{EB82EF7C-3601-9FDB-0CBA-D31CC8B3F5C0}"/>
                  </a:ext>
                </a:extLst>
              </p:cNvPr>
              <p:cNvSpPr/>
              <p:nvPr/>
            </p:nvSpPr>
            <p:spPr>
              <a:xfrm>
                <a:off x="712439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58" name="Google Shape;5604;p43">
                <a:extLst>
                  <a:ext uri="{FF2B5EF4-FFF2-40B4-BE49-F238E27FC236}">
                    <a16:creationId xmlns:a16="http://schemas.microsoft.com/office/drawing/2014/main" id="{05F827B4-2032-1FD4-EE9F-E0A09D99507B}"/>
                  </a:ext>
                </a:extLst>
              </p:cNvPr>
              <p:cNvSpPr/>
              <p:nvPr/>
            </p:nvSpPr>
            <p:spPr>
              <a:xfrm>
                <a:off x="71168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59" name="Google Shape;5605;p43">
                <a:extLst>
                  <a:ext uri="{FF2B5EF4-FFF2-40B4-BE49-F238E27FC236}">
                    <a16:creationId xmlns:a16="http://schemas.microsoft.com/office/drawing/2014/main" id="{E7FF3FB5-8F7E-521C-770F-C130E2445AF2}"/>
                  </a:ext>
                </a:extLst>
              </p:cNvPr>
              <p:cNvSpPr/>
              <p:nvPr/>
            </p:nvSpPr>
            <p:spPr>
              <a:xfrm>
                <a:off x="7109219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60" name="Google Shape;5606;p43">
                <a:extLst>
                  <a:ext uri="{FF2B5EF4-FFF2-40B4-BE49-F238E27FC236}">
                    <a16:creationId xmlns:a16="http://schemas.microsoft.com/office/drawing/2014/main" id="{0214BB29-1DC7-9C30-AA88-E00E96499085}"/>
                  </a:ext>
                </a:extLst>
              </p:cNvPr>
              <p:cNvSpPr/>
              <p:nvPr/>
            </p:nvSpPr>
            <p:spPr>
              <a:xfrm>
                <a:off x="710165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61" name="Google Shape;5607;p43">
                <a:extLst>
                  <a:ext uri="{FF2B5EF4-FFF2-40B4-BE49-F238E27FC236}">
                    <a16:creationId xmlns:a16="http://schemas.microsoft.com/office/drawing/2014/main" id="{0F1138C2-FD6F-0C6D-8EBB-831E9905B00C}"/>
                  </a:ext>
                </a:extLst>
              </p:cNvPr>
              <p:cNvSpPr/>
              <p:nvPr/>
            </p:nvSpPr>
            <p:spPr>
              <a:xfrm>
                <a:off x="709409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62" name="Google Shape;5608;p43">
                <a:extLst>
                  <a:ext uri="{FF2B5EF4-FFF2-40B4-BE49-F238E27FC236}">
                    <a16:creationId xmlns:a16="http://schemas.microsoft.com/office/drawing/2014/main" id="{BBCFB63A-BB32-10DF-6446-6CF5483805DE}"/>
                  </a:ext>
                </a:extLst>
              </p:cNvPr>
              <p:cNvSpPr/>
              <p:nvPr/>
            </p:nvSpPr>
            <p:spPr>
              <a:xfrm>
                <a:off x="7086725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3" y="158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63" name="Google Shape;5609;p43">
                <a:extLst>
                  <a:ext uri="{FF2B5EF4-FFF2-40B4-BE49-F238E27FC236}">
                    <a16:creationId xmlns:a16="http://schemas.microsoft.com/office/drawing/2014/main" id="{E4F5E9E9-7BF6-48DE-FEB2-9519C2042BDD}"/>
                  </a:ext>
                </a:extLst>
              </p:cNvPr>
              <p:cNvSpPr/>
              <p:nvPr/>
            </p:nvSpPr>
            <p:spPr>
              <a:xfrm>
                <a:off x="707916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64" name="Google Shape;5610;p43">
                <a:extLst>
                  <a:ext uri="{FF2B5EF4-FFF2-40B4-BE49-F238E27FC236}">
                    <a16:creationId xmlns:a16="http://schemas.microsoft.com/office/drawing/2014/main" id="{FB22A5FE-1FD4-AB99-96A4-90B0409039FC}"/>
                  </a:ext>
                </a:extLst>
              </p:cNvPr>
              <p:cNvSpPr/>
              <p:nvPr/>
            </p:nvSpPr>
            <p:spPr>
              <a:xfrm>
                <a:off x="707160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65" name="Google Shape;5611;p43">
                <a:extLst>
                  <a:ext uri="{FF2B5EF4-FFF2-40B4-BE49-F238E27FC236}">
                    <a16:creationId xmlns:a16="http://schemas.microsoft.com/office/drawing/2014/main" id="{B31FAC6D-65A9-6208-9760-A9079CBF0877}"/>
                  </a:ext>
                </a:extLst>
              </p:cNvPr>
              <p:cNvSpPr/>
              <p:nvPr/>
            </p:nvSpPr>
            <p:spPr>
              <a:xfrm>
                <a:off x="7063991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66" name="Google Shape;5612;p43">
                <a:extLst>
                  <a:ext uri="{FF2B5EF4-FFF2-40B4-BE49-F238E27FC236}">
                    <a16:creationId xmlns:a16="http://schemas.microsoft.com/office/drawing/2014/main" id="{6DD7DA2E-099B-54B5-FDD0-C823E3481140}"/>
                  </a:ext>
                </a:extLst>
              </p:cNvPr>
              <p:cNvSpPr/>
              <p:nvPr/>
            </p:nvSpPr>
            <p:spPr>
              <a:xfrm>
                <a:off x="70564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67" name="Google Shape;5613;p43">
                <a:extLst>
                  <a:ext uri="{FF2B5EF4-FFF2-40B4-BE49-F238E27FC236}">
                    <a16:creationId xmlns:a16="http://schemas.microsoft.com/office/drawing/2014/main" id="{9DA4D4A8-1CD6-734D-C19A-018A72CC9C78}"/>
                  </a:ext>
                </a:extLst>
              </p:cNvPr>
              <p:cNvSpPr/>
              <p:nvPr/>
            </p:nvSpPr>
            <p:spPr>
              <a:xfrm>
                <a:off x="7048915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68" name="Google Shape;5614;p43">
                <a:extLst>
                  <a:ext uri="{FF2B5EF4-FFF2-40B4-BE49-F238E27FC236}">
                    <a16:creationId xmlns:a16="http://schemas.microsoft.com/office/drawing/2014/main" id="{C7E9B1D4-5E04-3CD0-E75A-F6BBF55773E7}"/>
                  </a:ext>
                </a:extLst>
              </p:cNvPr>
              <p:cNvSpPr/>
              <p:nvPr/>
            </p:nvSpPr>
            <p:spPr>
              <a:xfrm>
                <a:off x="7041304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69" name="Google Shape;5615;p43">
                <a:extLst>
                  <a:ext uri="{FF2B5EF4-FFF2-40B4-BE49-F238E27FC236}">
                    <a16:creationId xmlns:a16="http://schemas.microsoft.com/office/drawing/2014/main" id="{075F104F-4CE6-A55F-6D92-14F3D7F7EF66}"/>
                  </a:ext>
                </a:extLst>
              </p:cNvPr>
              <p:cNvSpPr/>
              <p:nvPr/>
            </p:nvSpPr>
            <p:spPr>
              <a:xfrm>
                <a:off x="70337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70" name="Google Shape;5616;p43">
                <a:extLst>
                  <a:ext uri="{FF2B5EF4-FFF2-40B4-BE49-F238E27FC236}">
                    <a16:creationId xmlns:a16="http://schemas.microsoft.com/office/drawing/2014/main" id="{246A2511-34C2-6D32-9DC1-9AF53F368150}"/>
                  </a:ext>
                </a:extLst>
              </p:cNvPr>
              <p:cNvSpPr/>
              <p:nvPr/>
            </p:nvSpPr>
            <p:spPr>
              <a:xfrm>
                <a:off x="702618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71" name="Google Shape;5617;p43">
                <a:extLst>
                  <a:ext uri="{FF2B5EF4-FFF2-40B4-BE49-F238E27FC236}">
                    <a16:creationId xmlns:a16="http://schemas.microsoft.com/office/drawing/2014/main" id="{565D0472-D76B-A573-A799-89D7AF11D582}"/>
                  </a:ext>
                </a:extLst>
              </p:cNvPr>
              <p:cNvSpPr/>
              <p:nvPr/>
            </p:nvSpPr>
            <p:spPr>
              <a:xfrm>
                <a:off x="701861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72" name="Google Shape;5618;p43">
                <a:extLst>
                  <a:ext uri="{FF2B5EF4-FFF2-40B4-BE49-F238E27FC236}">
                    <a16:creationId xmlns:a16="http://schemas.microsoft.com/office/drawing/2014/main" id="{62199835-F915-D950-E76A-DADD41AD12C0}"/>
                  </a:ext>
                </a:extLst>
              </p:cNvPr>
              <p:cNvSpPr/>
              <p:nvPr/>
            </p:nvSpPr>
            <p:spPr>
              <a:xfrm>
                <a:off x="701100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73" name="Google Shape;5619;p43">
                <a:extLst>
                  <a:ext uri="{FF2B5EF4-FFF2-40B4-BE49-F238E27FC236}">
                    <a16:creationId xmlns:a16="http://schemas.microsoft.com/office/drawing/2014/main" id="{A91A9C03-4378-2310-A649-46368B6FBFA6}"/>
                  </a:ext>
                </a:extLst>
              </p:cNvPr>
              <p:cNvSpPr/>
              <p:nvPr/>
            </p:nvSpPr>
            <p:spPr>
              <a:xfrm>
                <a:off x="7003494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74" name="Google Shape;5620;p43">
                <a:extLst>
                  <a:ext uri="{FF2B5EF4-FFF2-40B4-BE49-F238E27FC236}">
                    <a16:creationId xmlns:a16="http://schemas.microsoft.com/office/drawing/2014/main" id="{31E105F9-E819-F365-EE34-0090593CDAE2}"/>
                  </a:ext>
                </a:extLst>
              </p:cNvPr>
              <p:cNvSpPr/>
              <p:nvPr/>
            </p:nvSpPr>
            <p:spPr>
              <a:xfrm>
                <a:off x="699593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75" name="Google Shape;5621;p43">
                <a:extLst>
                  <a:ext uri="{FF2B5EF4-FFF2-40B4-BE49-F238E27FC236}">
                    <a16:creationId xmlns:a16="http://schemas.microsoft.com/office/drawing/2014/main" id="{F940BA6F-5F44-88DE-14C6-5C4C379CBCB3}"/>
                  </a:ext>
                </a:extLst>
              </p:cNvPr>
              <p:cNvSpPr/>
              <p:nvPr/>
            </p:nvSpPr>
            <p:spPr>
              <a:xfrm>
                <a:off x="6988514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76" name="Google Shape;5622;p43">
                <a:extLst>
                  <a:ext uri="{FF2B5EF4-FFF2-40B4-BE49-F238E27FC236}">
                    <a16:creationId xmlns:a16="http://schemas.microsoft.com/office/drawing/2014/main" id="{CAE89372-7A21-2F2A-45D9-6B4A61C72E97}"/>
                  </a:ext>
                </a:extLst>
              </p:cNvPr>
              <p:cNvSpPr/>
              <p:nvPr/>
            </p:nvSpPr>
            <p:spPr>
              <a:xfrm>
                <a:off x="69809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77" name="Google Shape;5623;p43">
                <a:extLst>
                  <a:ext uri="{FF2B5EF4-FFF2-40B4-BE49-F238E27FC236}">
                    <a16:creationId xmlns:a16="http://schemas.microsoft.com/office/drawing/2014/main" id="{065E5AB8-E424-8E04-CDDF-BD4A0D38E0D3}"/>
                  </a:ext>
                </a:extLst>
              </p:cNvPr>
              <p:cNvSpPr/>
              <p:nvPr/>
            </p:nvSpPr>
            <p:spPr>
              <a:xfrm>
                <a:off x="69733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78" name="Google Shape;5624;p43">
                <a:extLst>
                  <a:ext uri="{FF2B5EF4-FFF2-40B4-BE49-F238E27FC236}">
                    <a16:creationId xmlns:a16="http://schemas.microsoft.com/office/drawing/2014/main" id="{FC140F72-0D80-4D33-2AD3-B5DF8732AD57}"/>
                  </a:ext>
                </a:extLst>
              </p:cNvPr>
              <p:cNvSpPr/>
              <p:nvPr/>
            </p:nvSpPr>
            <p:spPr>
              <a:xfrm>
                <a:off x="69658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79" name="Google Shape;5625;p43">
                <a:extLst>
                  <a:ext uri="{FF2B5EF4-FFF2-40B4-BE49-F238E27FC236}">
                    <a16:creationId xmlns:a16="http://schemas.microsoft.com/office/drawing/2014/main" id="{13A4A2A0-0E90-C34E-F5AC-B47FDE6DAB50}"/>
                  </a:ext>
                </a:extLst>
              </p:cNvPr>
              <p:cNvSpPr/>
              <p:nvPr/>
            </p:nvSpPr>
            <p:spPr>
              <a:xfrm>
                <a:off x="695826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80" name="Google Shape;5626;p43">
                <a:extLst>
                  <a:ext uri="{FF2B5EF4-FFF2-40B4-BE49-F238E27FC236}">
                    <a16:creationId xmlns:a16="http://schemas.microsoft.com/office/drawing/2014/main" id="{86205677-3B54-2AA1-2649-2D91EEA0EDBA}"/>
                  </a:ext>
                </a:extLst>
              </p:cNvPr>
              <p:cNvSpPr/>
              <p:nvPr/>
            </p:nvSpPr>
            <p:spPr>
              <a:xfrm>
                <a:off x="695070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81" name="Google Shape;5627;p43">
                <a:extLst>
                  <a:ext uri="{FF2B5EF4-FFF2-40B4-BE49-F238E27FC236}">
                    <a16:creationId xmlns:a16="http://schemas.microsoft.com/office/drawing/2014/main" id="{FB94E62F-6DEB-6A7C-DBD0-ACE16F76E555}"/>
                  </a:ext>
                </a:extLst>
              </p:cNvPr>
              <p:cNvSpPr/>
              <p:nvPr/>
            </p:nvSpPr>
            <p:spPr>
              <a:xfrm>
                <a:off x="694314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82" name="Google Shape;5628;p43">
                <a:extLst>
                  <a:ext uri="{FF2B5EF4-FFF2-40B4-BE49-F238E27FC236}">
                    <a16:creationId xmlns:a16="http://schemas.microsoft.com/office/drawing/2014/main" id="{FD7955DC-9952-44A1-C0D0-9A92C1F0BC3C}"/>
                  </a:ext>
                </a:extLst>
              </p:cNvPr>
              <p:cNvSpPr/>
              <p:nvPr/>
            </p:nvSpPr>
            <p:spPr>
              <a:xfrm>
                <a:off x="6935531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83" name="Google Shape;5629;p43">
                <a:extLst>
                  <a:ext uri="{FF2B5EF4-FFF2-40B4-BE49-F238E27FC236}">
                    <a16:creationId xmlns:a16="http://schemas.microsoft.com/office/drawing/2014/main" id="{CEDD3FAB-9334-348A-8B90-34298A19DB51}"/>
                  </a:ext>
                </a:extLst>
              </p:cNvPr>
              <p:cNvSpPr/>
              <p:nvPr/>
            </p:nvSpPr>
            <p:spPr>
              <a:xfrm>
                <a:off x="692796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84" name="Google Shape;5630;p43">
                <a:extLst>
                  <a:ext uri="{FF2B5EF4-FFF2-40B4-BE49-F238E27FC236}">
                    <a16:creationId xmlns:a16="http://schemas.microsoft.com/office/drawing/2014/main" id="{CE8267F2-9483-9728-FA29-CE5C209C1910}"/>
                  </a:ext>
                </a:extLst>
              </p:cNvPr>
              <p:cNvSpPr/>
              <p:nvPr/>
            </p:nvSpPr>
            <p:spPr>
              <a:xfrm>
                <a:off x="6920455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85" name="Google Shape;5631;p43">
                <a:extLst>
                  <a:ext uri="{FF2B5EF4-FFF2-40B4-BE49-F238E27FC236}">
                    <a16:creationId xmlns:a16="http://schemas.microsoft.com/office/drawing/2014/main" id="{A5E759EB-D748-EBD0-A3F2-556278754374}"/>
                  </a:ext>
                </a:extLst>
              </p:cNvPr>
              <p:cNvSpPr/>
              <p:nvPr/>
            </p:nvSpPr>
            <p:spPr>
              <a:xfrm>
                <a:off x="691284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86" name="Google Shape;5632;p43">
                <a:extLst>
                  <a:ext uri="{FF2B5EF4-FFF2-40B4-BE49-F238E27FC236}">
                    <a16:creationId xmlns:a16="http://schemas.microsoft.com/office/drawing/2014/main" id="{5DDA6A87-A3ED-A396-CE96-A83ECA90A3FA}"/>
                  </a:ext>
                </a:extLst>
              </p:cNvPr>
              <p:cNvSpPr/>
              <p:nvPr/>
            </p:nvSpPr>
            <p:spPr>
              <a:xfrm>
                <a:off x="690528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87" name="Google Shape;5633;p43">
                <a:extLst>
                  <a:ext uri="{FF2B5EF4-FFF2-40B4-BE49-F238E27FC236}">
                    <a16:creationId xmlns:a16="http://schemas.microsoft.com/office/drawing/2014/main" id="{D6C410A0-FB5F-CCCA-8AAE-4F830EFCC8B6}"/>
                  </a:ext>
                </a:extLst>
              </p:cNvPr>
              <p:cNvSpPr/>
              <p:nvPr/>
            </p:nvSpPr>
            <p:spPr>
              <a:xfrm>
                <a:off x="689772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88" name="Google Shape;5634;p43">
                <a:extLst>
                  <a:ext uri="{FF2B5EF4-FFF2-40B4-BE49-F238E27FC236}">
                    <a16:creationId xmlns:a16="http://schemas.microsoft.com/office/drawing/2014/main" id="{6AB199D2-EC35-F515-A8B7-91666BB1FF04}"/>
                  </a:ext>
                </a:extLst>
              </p:cNvPr>
              <p:cNvSpPr/>
              <p:nvPr/>
            </p:nvSpPr>
            <p:spPr>
              <a:xfrm>
                <a:off x="6890303" y="1903827"/>
                <a:ext cx="7466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89" name="Google Shape;5635;p43">
                <a:extLst>
                  <a:ext uri="{FF2B5EF4-FFF2-40B4-BE49-F238E27FC236}">
                    <a16:creationId xmlns:a16="http://schemas.microsoft.com/office/drawing/2014/main" id="{7E8FE44A-878A-F742-60FD-6AB32199F091}"/>
                  </a:ext>
                </a:extLst>
              </p:cNvPr>
              <p:cNvSpPr/>
              <p:nvPr/>
            </p:nvSpPr>
            <p:spPr>
              <a:xfrm>
                <a:off x="688278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90" name="Google Shape;5636;p43">
                <a:extLst>
                  <a:ext uri="{FF2B5EF4-FFF2-40B4-BE49-F238E27FC236}">
                    <a16:creationId xmlns:a16="http://schemas.microsoft.com/office/drawing/2014/main" id="{3F3D423E-EFEB-9FDF-B46C-ECFABC240F80}"/>
                  </a:ext>
                </a:extLst>
              </p:cNvPr>
              <p:cNvSpPr/>
              <p:nvPr/>
            </p:nvSpPr>
            <p:spPr>
              <a:xfrm>
                <a:off x="687522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  <p:sp>
            <p:nvSpPr>
              <p:cNvPr id="5791" name="Google Shape;5637;p43">
                <a:extLst>
                  <a:ext uri="{FF2B5EF4-FFF2-40B4-BE49-F238E27FC236}">
                    <a16:creationId xmlns:a16="http://schemas.microsoft.com/office/drawing/2014/main" id="{19C4B7E5-B763-C0BD-3274-1103888AE53A}"/>
                  </a:ext>
                </a:extLst>
              </p:cNvPr>
              <p:cNvSpPr/>
              <p:nvPr/>
            </p:nvSpPr>
            <p:spPr>
              <a:xfrm>
                <a:off x="686761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/>
              </a:p>
            </p:txBody>
          </p:sp>
        </p:grpSp>
        <p:sp>
          <p:nvSpPr>
            <p:cNvPr id="18" name="Google Shape;5638;p43">
              <a:extLst>
                <a:ext uri="{FF2B5EF4-FFF2-40B4-BE49-F238E27FC236}">
                  <a16:creationId xmlns:a16="http://schemas.microsoft.com/office/drawing/2014/main" id="{62259256-531A-15F9-7F30-46A3D2FB06D9}"/>
                </a:ext>
              </a:extLst>
            </p:cNvPr>
            <p:cNvSpPr/>
            <p:nvPr/>
          </p:nvSpPr>
          <p:spPr>
            <a:xfrm>
              <a:off x="7485013" y="1913460"/>
              <a:ext cx="43447" cy="61892"/>
            </a:xfrm>
            <a:custGeom>
              <a:avLst/>
              <a:gdLst/>
              <a:ahLst/>
              <a:cxnLst/>
              <a:rect l="l" t="t" r="r" b="b"/>
              <a:pathLst>
                <a:path w="902" h="1285" extrusionOk="0">
                  <a:moveTo>
                    <a:pt x="382" y="0"/>
                  </a:moveTo>
                  <a:cubicBezTo>
                    <a:pt x="238" y="0"/>
                    <a:pt x="78" y="11"/>
                    <a:pt x="51" y="39"/>
                  </a:cubicBezTo>
                  <a:cubicBezTo>
                    <a:pt x="0" y="92"/>
                    <a:pt x="322" y="1284"/>
                    <a:pt x="380" y="1284"/>
                  </a:cubicBezTo>
                  <a:lnTo>
                    <a:pt x="741" y="1284"/>
                  </a:lnTo>
                  <a:cubicBezTo>
                    <a:pt x="901" y="1284"/>
                    <a:pt x="767" y="23"/>
                    <a:pt x="626" y="20"/>
                  </a:cubicBezTo>
                  <a:cubicBezTo>
                    <a:pt x="610" y="8"/>
                    <a:pt x="501" y="0"/>
                    <a:pt x="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19" name="Google Shape;5639;p43">
              <a:extLst>
                <a:ext uri="{FF2B5EF4-FFF2-40B4-BE49-F238E27FC236}">
                  <a16:creationId xmlns:a16="http://schemas.microsoft.com/office/drawing/2014/main" id="{7F7118E4-1303-F0D7-41D1-B46CC48DD646}"/>
                </a:ext>
              </a:extLst>
            </p:cNvPr>
            <p:cNvSpPr/>
            <p:nvPr/>
          </p:nvSpPr>
          <p:spPr>
            <a:xfrm>
              <a:off x="7496476" y="1923045"/>
              <a:ext cx="17774" cy="771"/>
            </a:xfrm>
            <a:custGeom>
              <a:avLst/>
              <a:gdLst/>
              <a:ahLst/>
              <a:cxnLst/>
              <a:rect l="l" t="t" r="r" b="b"/>
              <a:pathLst>
                <a:path w="369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20" name="Google Shape;5640;p43">
              <a:extLst>
                <a:ext uri="{FF2B5EF4-FFF2-40B4-BE49-F238E27FC236}">
                  <a16:creationId xmlns:a16="http://schemas.microsoft.com/office/drawing/2014/main" id="{4EAE0906-A3C3-75C3-29A7-5DF73189810D}"/>
                </a:ext>
              </a:extLst>
            </p:cNvPr>
            <p:cNvSpPr/>
            <p:nvPr/>
          </p:nvSpPr>
          <p:spPr>
            <a:xfrm>
              <a:off x="7497584" y="1929114"/>
              <a:ext cx="17774" cy="819"/>
            </a:xfrm>
            <a:custGeom>
              <a:avLst/>
              <a:gdLst/>
              <a:ahLst/>
              <a:cxnLst/>
              <a:rect l="l" t="t" r="r" b="b"/>
              <a:pathLst>
                <a:path w="369" h="17" extrusionOk="0">
                  <a:moveTo>
                    <a:pt x="0" y="1"/>
                  </a:moveTo>
                  <a:lnTo>
                    <a:pt x="0" y="17"/>
                  </a:lnTo>
                  <a:lnTo>
                    <a:pt x="368" y="17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21" name="Google Shape;5641;p43">
              <a:extLst>
                <a:ext uri="{FF2B5EF4-FFF2-40B4-BE49-F238E27FC236}">
                  <a16:creationId xmlns:a16="http://schemas.microsoft.com/office/drawing/2014/main" id="{919236F5-C28F-D4D1-3B5B-9ED880D88DE3}"/>
                </a:ext>
              </a:extLst>
            </p:cNvPr>
            <p:cNvSpPr/>
            <p:nvPr/>
          </p:nvSpPr>
          <p:spPr>
            <a:xfrm>
              <a:off x="7498885" y="1935231"/>
              <a:ext cx="17726" cy="771"/>
            </a:xfrm>
            <a:custGeom>
              <a:avLst/>
              <a:gdLst/>
              <a:ahLst/>
              <a:cxnLst/>
              <a:rect l="l" t="t" r="r" b="b"/>
              <a:pathLst>
                <a:path w="368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22" name="Google Shape;5642;p43">
              <a:extLst>
                <a:ext uri="{FF2B5EF4-FFF2-40B4-BE49-F238E27FC236}">
                  <a16:creationId xmlns:a16="http://schemas.microsoft.com/office/drawing/2014/main" id="{8C5ECDE4-3F73-B4EC-72E0-10C545C2909B}"/>
                </a:ext>
              </a:extLst>
            </p:cNvPr>
            <p:cNvSpPr/>
            <p:nvPr/>
          </p:nvSpPr>
          <p:spPr>
            <a:xfrm>
              <a:off x="6724611" y="1929307"/>
              <a:ext cx="33284" cy="48887"/>
            </a:xfrm>
            <a:custGeom>
              <a:avLst/>
              <a:gdLst/>
              <a:ahLst/>
              <a:cxnLst/>
              <a:rect l="l" t="t" r="r" b="b"/>
              <a:pathLst>
                <a:path w="691" h="1015" extrusionOk="0">
                  <a:moveTo>
                    <a:pt x="238" y="1"/>
                  </a:moveTo>
                  <a:cubicBezTo>
                    <a:pt x="0" y="430"/>
                    <a:pt x="0" y="947"/>
                    <a:pt x="0" y="947"/>
                  </a:cubicBezTo>
                  <a:cubicBezTo>
                    <a:pt x="95" y="992"/>
                    <a:pt x="235" y="1015"/>
                    <a:pt x="351" y="1015"/>
                  </a:cubicBezTo>
                  <a:cubicBezTo>
                    <a:pt x="451" y="1015"/>
                    <a:pt x="533" y="998"/>
                    <a:pt x="552" y="966"/>
                  </a:cubicBezTo>
                  <a:cubicBezTo>
                    <a:pt x="598" y="894"/>
                    <a:pt x="690" y="165"/>
                    <a:pt x="678" y="101"/>
                  </a:cubicBezTo>
                  <a:cubicBezTo>
                    <a:pt x="667" y="39"/>
                    <a:pt x="238" y="1"/>
                    <a:pt x="2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23" name="Google Shape;5643;p43">
              <a:extLst>
                <a:ext uri="{FF2B5EF4-FFF2-40B4-BE49-F238E27FC236}">
                  <a16:creationId xmlns:a16="http://schemas.microsoft.com/office/drawing/2014/main" id="{53D72C55-F73C-A25D-E223-743236D8675B}"/>
                </a:ext>
              </a:extLst>
            </p:cNvPr>
            <p:cNvSpPr/>
            <p:nvPr/>
          </p:nvSpPr>
          <p:spPr>
            <a:xfrm>
              <a:off x="6892759" y="1769299"/>
              <a:ext cx="93782" cy="108179"/>
            </a:xfrm>
            <a:custGeom>
              <a:avLst/>
              <a:gdLst/>
              <a:ahLst/>
              <a:cxnLst/>
              <a:rect l="l" t="t" r="r" b="b"/>
              <a:pathLst>
                <a:path w="1947" h="2246" extrusionOk="0">
                  <a:moveTo>
                    <a:pt x="1808" y="1"/>
                  </a:moveTo>
                  <a:lnTo>
                    <a:pt x="0" y="2246"/>
                  </a:lnTo>
                  <a:lnTo>
                    <a:pt x="0" y="2246"/>
                  </a:lnTo>
                  <a:lnTo>
                    <a:pt x="560" y="2173"/>
                  </a:lnTo>
                  <a:cubicBezTo>
                    <a:pt x="560" y="2173"/>
                    <a:pt x="1483" y="1311"/>
                    <a:pt x="1946" y="28"/>
                  </a:cubicBezTo>
                  <a:lnTo>
                    <a:pt x="18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24" name="Google Shape;5644;p43">
              <a:extLst>
                <a:ext uri="{FF2B5EF4-FFF2-40B4-BE49-F238E27FC236}">
                  <a16:creationId xmlns:a16="http://schemas.microsoft.com/office/drawing/2014/main" id="{BEC2ECF7-F5A4-D21D-CF4D-9C25EF3962A6}"/>
                </a:ext>
              </a:extLst>
            </p:cNvPr>
            <p:cNvSpPr/>
            <p:nvPr/>
          </p:nvSpPr>
          <p:spPr>
            <a:xfrm>
              <a:off x="7456594" y="1995921"/>
              <a:ext cx="68735" cy="31066"/>
            </a:xfrm>
            <a:custGeom>
              <a:avLst/>
              <a:gdLst/>
              <a:ahLst/>
              <a:cxnLst/>
              <a:rect l="l" t="t" r="r" b="b"/>
              <a:pathLst>
                <a:path w="1427" h="645" extrusionOk="0">
                  <a:moveTo>
                    <a:pt x="89" y="1"/>
                  </a:moveTo>
                  <a:lnTo>
                    <a:pt x="1" y="645"/>
                  </a:lnTo>
                  <a:lnTo>
                    <a:pt x="1101" y="645"/>
                  </a:lnTo>
                  <a:cubicBezTo>
                    <a:pt x="1250" y="626"/>
                    <a:pt x="1426" y="62"/>
                    <a:pt x="1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25" name="Google Shape;5645;p43">
              <a:extLst>
                <a:ext uri="{FF2B5EF4-FFF2-40B4-BE49-F238E27FC236}">
                  <a16:creationId xmlns:a16="http://schemas.microsoft.com/office/drawing/2014/main" id="{BB06AE9F-C361-9060-372B-B6A5E4904F15}"/>
                </a:ext>
              </a:extLst>
            </p:cNvPr>
            <p:cNvSpPr/>
            <p:nvPr/>
          </p:nvSpPr>
          <p:spPr>
            <a:xfrm>
              <a:off x="7310795" y="1934316"/>
              <a:ext cx="145851" cy="88479"/>
            </a:xfrm>
            <a:custGeom>
              <a:avLst/>
              <a:gdLst/>
              <a:ahLst/>
              <a:cxnLst/>
              <a:rect l="l" t="t" r="r" b="b"/>
              <a:pathLst>
                <a:path w="3028" h="1837" extrusionOk="0">
                  <a:moveTo>
                    <a:pt x="1527" y="1"/>
                  </a:moveTo>
                  <a:cubicBezTo>
                    <a:pt x="766" y="1"/>
                    <a:pt x="0" y="620"/>
                    <a:pt x="0" y="1836"/>
                  </a:cubicBezTo>
                  <a:lnTo>
                    <a:pt x="3028" y="1836"/>
                  </a:lnTo>
                  <a:cubicBezTo>
                    <a:pt x="3028" y="606"/>
                    <a:pt x="2280" y="1"/>
                    <a:pt x="15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26" name="Google Shape;5646;p43">
              <a:extLst>
                <a:ext uri="{FF2B5EF4-FFF2-40B4-BE49-F238E27FC236}">
                  <a16:creationId xmlns:a16="http://schemas.microsoft.com/office/drawing/2014/main" id="{E604511C-8EF2-8718-FB0E-8E8D69A0BBD5}"/>
                </a:ext>
              </a:extLst>
            </p:cNvPr>
            <p:cNvSpPr/>
            <p:nvPr/>
          </p:nvSpPr>
          <p:spPr>
            <a:xfrm>
              <a:off x="6814489" y="1934124"/>
              <a:ext cx="145851" cy="88672"/>
            </a:xfrm>
            <a:custGeom>
              <a:avLst/>
              <a:gdLst/>
              <a:ahLst/>
              <a:cxnLst/>
              <a:rect l="l" t="t" r="r" b="b"/>
              <a:pathLst>
                <a:path w="3028" h="1841" extrusionOk="0">
                  <a:moveTo>
                    <a:pt x="1523" y="1"/>
                  </a:moveTo>
                  <a:cubicBezTo>
                    <a:pt x="763" y="1"/>
                    <a:pt x="0" y="617"/>
                    <a:pt x="0" y="1828"/>
                  </a:cubicBezTo>
                  <a:lnTo>
                    <a:pt x="3028" y="1840"/>
                  </a:lnTo>
                  <a:cubicBezTo>
                    <a:pt x="3028" y="607"/>
                    <a:pt x="2277" y="1"/>
                    <a:pt x="1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27" name="Google Shape;5647;p43">
              <a:extLst>
                <a:ext uri="{FF2B5EF4-FFF2-40B4-BE49-F238E27FC236}">
                  <a16:creationId xmlns:a16="http://schemas.microsoft.com/office/drawing/2014/main" id="{6D5FC3C6-EEBF-7234-6C11-6B6BAC8F9F22}"/>
                </a:ext>
              </a:extLst>
            </p:cNvPr>
            <p:cNvSpPr/>
            <p:nvPr/>
          </p:nvSpPr>
          <p:spPr>
            <a:xfrm>
              <a:off x="6800087" y="1945539"/>
              <a:ext cx="174848" cy="129757"/>
            </a:xfrm>
            <a:custGeom>
              <a:avLst/>
              <a:gdLst/>
              <a:ahLst/>
              <a:cxnLst/>
              <a:rect l="l" t="t" r="r" b="b"/>
              <a:pathLst>
                <a:path w="3630" h="2694" extrusionOk="0">
                  <a:moveTo>
                    <a:pt x="1814" y="1"/>
                  </a:moveTo>
                  <a:cubicBezTo>
                    <a:pt x="1512" y="1"/>
                    <a:pt x="1187" y="100"/>
                    <a:pt x="870" y="330"/>
                  </a:cubicBezTo>
                  <a:cubicBezTo>
                    <a:pt x="839" y="350"/>
                    <a:pt x="816" y="373"/>
                    <a:pt x="798" y="399"/>
                  </a:cubicBezTo>
                  <a:cubicBezTo>
                    <a:pt x="0" y="1500"/>
                    <a:pt x="769" y="2693"/>
                    <a:pt x="1816" y="2693"/>
                  </a:cubicBezTo>
                  <a:cubicBezTo>
                    <a:pt x="2118" y="2693"/>
                    <a:pt x="2442" y="2594"/>
                    <a:pt x="2759" y="2366"/>
                  </a:cubicBezTo>
                  <a:cubicBezTo>
                    <a:pt x="2786" y="2343"/>
                    <a:pt x="2813" y="2320"/>
                    <a:pt x="2832" y="2293"/>
                  </a:cubicBezTo>
                  <a:cubicBezTo>
                    <a:pt x="3629" y="1193"/>
                    <a:pt x="2860" y="1"/>
                    <a:pt x="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28" name="Google Shape;5648;p43">
              <a:extLst>
                <a:ext uri="{FF2B5EF4-FFF2-40B4-BE49-F238E27FC236}">
                  <a16:creationId xmlns:a16="http://schemas.microsoft.com/office/drawing/2014/main" id="{FF1BA254-AF17-273A-DF29-EEBDD1B8CD1C}"/>
                </a:ext>
              </a:extLst>
            </p:cNvPr>
            <p:cNvSpPr/>
            <p:nvPr/>
          </p:nvSpPr>
          <p:spPr>
            <a:xfrm>
              <a:off x="6832551" y="1969670"/>
              <a:ext cx="109870" cy="81399"/>
            </a:xfrm>
            <a:custGeom>
              <a:avLst/>
              <a:gdLst/>
              <a:ahLst/>
              <a:cxnLst/>
              <a:rect l="l" t="t" r="r" b="b"/>
              <a:pathLst>
                <a:path w="2281" h="1690" extrusionOk="0">
                  <a:moveTo>
                    <a:pt x="1140" y="1"/>
                  </a:moveTo>
                  <a:cubicBezTo>
                    <a:pt x="950" y="1"/>
                    <a:pt x="745" y="64"/>
                    <a:pt x="545" y="209"/>
                  </a:cubicBezTo>
                  <a:cubicBezTo>
                    <a:pt x="529" y="220"/>
                    <a:pt x="515" y="236"/>
                    <a:pt x="503" y="252"/>
                  </a:cubicBezTo>
                  <a:cubicBezTo>
                    <a:pt x="1" y="940"/>
                    <a:pt x="482" y="1689"/>
                    <a:pt x="1140" y="1689"/>
                  </a:cubicBezTo>
                  <a:cubicBezTo>
                    <a:pt x="1331" y="1689"/>
                    <a:pt x="1536" y="1627"/>
                    <a:pt x="1737" y="1481"/>
                  </a:cubicBezTo>
                  <a:cubicBezTo>
                    <a:pt x="1752" y="1470"/>
                    <a:pt x="1764" y="1458"/>
                    <a:pt x="1775" y="1442"/>
                  </a:cubicBezTo>
                  <a:cubicBezTo>
                    <a:pt x="2280" y="751"/>
                    <a:pt x="1797" y="1"/>
                    <a:pt x="1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29" name="Google Shape;5649;p43">
              <a:extLst>
                <a:ext uri="{FF2B5EF4-FFF2-40B4-BE49-F238E27FC236}">
                  <a16:creationId xmlns:a16="http://schemas.microsoft.com/office/drawing/2014/main" id="{C45A9D94-9A2D-9516-1F20-19DB7468AE1F}"/>
                </a:ext>
              </a:extLst>
            </p:cNvPr>
            <p:cNvSpPr/>
            <p:nvPr/>
          </p:nvSpPr>
          <p:spPr>
            <a:xfrm>
              <a:off x="6841077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2" y="12"/>
                  </a:moveTo>
                  <a:cubicBezTo>
                    <a:pt x="1226" y="12"/>
                    <a:pt x="1464" y="119"/>
                    <a:pt x="1633" y="291"/>
                  </a:cubicBezTo>
                  <a:cubicBezTo>
                    <a:pt x="1805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9" y="1633"/>
                  </a:cubicBezTo>
                  <a:cubicBezTo>
                    <a:pt x="1663" y="1648"/>
                    <a:pt x="1652" y="1663"/>
                    <a:pt x="1633" y="1679"/>
                  </a:cubicBezTo>
                  <a:cubicBezTo>
                    <a:pt x="1406" y="1840"/>
                    <a:pt x="1176" y="1913"/>
                    <a:pt x="962" y="1913"/>
                  </a:cubicBezTo>
                  <a:cubicBezTo>
                    <a:pt x="701" y="1913"/>
                    <a:pt x="464" y="1805"/>
                    <a:pt x="292" y="1633"/>
                  </a:cubicBezTo>
                  <a:cubicBezTo>
                    <a:pt x="119" y="1460"/>
                    <a:pt x="16" y="1227"/>
                    <a:pt x="16" y="962"/>
                  </a:cubicBezTo>
                  <a:cubicBezTo>
                    <a:pt x="16" y="747"/>
                    <a:pt x="85" y="518"/>
                    <a:pt x="249" y="291"/>
                  </a:cubicBezTo>
                  <a:cubicBezTo>
                    <a:pt x="260" y="277"/>
                    <a:pt x="276" y="261"/>
                    <a:pt x="292" y="249"/>
                  </a:cubicBezTo>
                  <a:cubicBezTo>
                    <a:pt x="517" y="84"/>
                    <a:pt x="747" y="12"/>
                    <a:pt x="962" y="12"/>
                  </a:cubicBezTo>
                  <a:close/>
                  <a:moveTo>
                    <a:pt x="962" y="1"/>
                  </a:moveTo>
                  <a:cubicBezTo>
                    <a:pt x="747" y="1"/>
                    <a:pt x="513" y="70"/>
                    <a:pt x="283" y="238"/>
                  </a:cubicBezTo>
                  <a:cubicBezTo>
                    <a:pt x="264" y="249"/>
                    <a:pt x="249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0" y="1927"/>
                    <a:pt x="962" y="1927"/>
                  </a:cubicBezTo>
                  <a:cubicBezTo>
                    <a:pt x="1180" y="1927"/>
                    <a:pt x="1414" y="1855"/>
                    <a:pt x="1644" y="1690"/>
                  </a:cubicBezTo>
                  <a:cubicBezTo>
                    <a:pt x="1659" y="1674"/>
                    <a:pt x="1675" y="1660"/>
                    <a:pt x="1690" y="1640"/>
                  </a:cubicBezTo>
                  <a:cubicBezTo>
                    <a:pt x="1855" y="1414"/>
                    <a:pt x="1928" y="1181"/>
                    <a:pt x="1928" y="962"/>
                  </a:cubicBezTo>
                  <a:cubicBezTo>
                    <a:pt x="1928" y="429"/>
                    <a:pt x="1495" y="1"/>
                    <a:pt x="9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30" name="Google Shape;5650;p43">
              <a:extLst>
                <a:ext uri="{FF2B5EF4-FFF2-40B4-BE49-F238E27FC236}">
                  <a16:creationId xmlns:a16="http://schemas.microsoft.com/office/drawing/2014/main" id="{BEDAE8BE-4E42-7D9A-2674-84CB56907CD5}"/>
                </a:ext>
              </a:extLst>
            </p:cNvPr>
            <p:cNvSpPr/>
            <p:nvPr/>
          </p:nvSpPr>
          <p:spPr>
            <a:xfrm>
              <a:off x="6841318" y="1978051"/>
              <a:ext cx="92337" cy="64686"/>
            </a:xfrm>
            <a:custGeom>
              <a:avLst/>
              <a:gdLst/>
              <a:ahLst/>
              <a:cxnLst/>
              <a:rect l="l" t="t" r="r" b="b"/>
              <a:pathLst>
                <a:path w="1917" h="1343" extrusionOk="0">
                  <a:moveTo>
                    <a:pt x="977" y="1"/>
                  </a:moveTo>
                  <a:cubicBezTo>
                    <a:pt x="320" y="1"/>
                    <a:pt x="1" y="822"/>
                    <a:pt x="623" y="1277"/>
                  </a:cubicBezTo>
                  <a:cubicBezTo>
                    <a:pt x="635" y="1284"/>
                    <a:pt x="650" y="1291"/>
                    <a:pt x="666" y="1296"/>
                  </a:cubicBezTo>
                  <a:cubicBezTo>
                    <a:pt x="763" y="1328"/>
                    <a:pt x="855" y="1342"/>
                    <a:pt x="942" y="1342"/>
                  </a:cubicBezTo>
                  <a:cubicBezTo>
                    <a:pt x="1595" y="1342"/>
                    <a:pt x="1916" y="519"/>
                    <a:pt x="1290" y="66"/>
                  </a:cubicBezTo>
                  <a:cubicBezTo>
                    <a:pt x="1279" y="58"/>
                    <a:pt x="1267" y="50"/>
                    <a:pt x="1252" y="46"/>
                  </a:cubicBezTo>
                  <a:cubicBezTo>
                    <a:pt x="1156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31" name="Google Shape;5651;p43">
              <a:extLst>
                <a:ext uri="{FF2B5EF4-FFF2-40B4-BE49-F238E27FC236}">
                  <a16:creationId xmlns:a16="http://schemas.microsoft.com/office/drawing/2014/main" id="{694B7455-3315-CFA9-E059-079E562AAB86}"/>
                </a:ext>
              </a:extLst>
            </p:cNvPr>
            <p:cNvSpPr/>
            <p:nvPr/>
          </p:nvSpPr>
          <p:spPr>
            <a:xfrm>
              <a:off x="6852685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1" y="472"/>
                  </a:moveTo>
                  <a:lnTo>
                    <a:pt x="751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67" y="614"/>
                  </a:lnTo>
                  <a:lnTo>
                    <a:pt x="774" y="637"/>
                  </a:lnTo>
                  <a:lnTo>
                    <a:pt x="824" y="622"/>
                  </a:lnTo>
                  <a:lnTo>
                    <a:pt x="817" y="591"/>
                  </a:lnTo>
                  <a:lnTo>
                    <a:pt x="901" y="545"/>
                  </a:lnTo>
                  <a:lnTo>
                    <a:pt x="859" y="633"/>
                  </a:lnTo>
                  <a:lnTo>
                    <a:pt x="828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8" y="829"/>
                  </a:lnTo>
                  <a:lnTo>
                    <a:pt x="859" y="817"/>
                  </a:lnTo>
                  <a:lnTo>
                    <a:pt x="901" y="905"/>
                  </a:lnTo>
                  <a:lnTo>
                    <a:pt x="817" y="863"/>
                  </a:lnTo>
                  <a:lnTo>
                    <a:pt x="824" y="832"/>
                  </a:lnTo>
                  <a:lnTo>
                    <a:pt x="774" y="817"/>
                  </a:lnTo>
                  <a:lnTo>
                    <a:pt x="767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1" y="886"/>
                  </a:lnTo>
                  <a:lnTo>
                    <a:pt x="721" y="982"/>
                  </a:lnTo>
                  <a:lnTo>
                    <a:pt x="690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5" y="836"/>
                  </a:lnTo>
                  <a:lnTo>
                    <a:pt x="667" y="817"/>
                  </a:lnTo>
                  <a:lnTo>
                    <a:pt x="621" y="832"/>
                  </a:lnTo>
                  <a:lnTo>
                    <a:pt x="629" y="863"/>
                  </a:lnTo>
                  <a:lnTo>
                    <a:pt x="541" y="905"/>
                  </a:lnTo>
                  <a:lnTo>
                    <a:pt x="541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0" y="771"/>
                  </a:lnTo>
                  <a:lnTo>
                    <a:pt x="621" y="752"/>
                  </a:lnTo>
                  <a:lnTo>
                    <a:pt x="575" y="729"/>
                  </a:lnTo>
                  <a:lnTo>
                    <a:pt x="560" y="756"/>
                  </a:lnTo>
                  <a:lnTo>
                    <a:pt x="468" y="725"/>
                  </a:lnTo>
                  <a:lnTo>
                    <a:pt x="560" y="694"/>
                  </a:lnTo>
                  <a:lnTo>
                    <a:pt x="575" y="725"/>
                  </a:lnTo>
                  <a:lnTo>
                    <a:pt x="621" y="698"/>
                  </a:lnTo>
                  <a:lnTo>
                    <a:pt x="610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1" y="545"/>
                  </a:lnTo>
                  <a:lnTo>
                    <a:pt x="629" y="591"/>
                  </a:lnTo>
                  <a:lnTo>
                    <a:pt x="621" y="622"/>
                  </a:lnTo>
                  <a:lnTo>
                    <a:pt x="667" y="637"/>
                  </a:lnTo>
                  <a:lnTo>
                    <a:pt x="675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0" y="564"/>
                  </a:lnTo>
                  <a:lnTo>
                    <a:pt x="721" y="472"/>
                  </a:lnTo>
                  <a:close/>
                  <a:moveTo>
                    <a:pt x="625" y="1"/>
                  </a:moveTo>
                  <a:lnTo>
                    <a:pt x="575" y="20"/>
                  </a:lnTo>
                  <a:lnTo>
                    <a:pt x="694" y="388"/>
                  </a:lnTo>
                  <a:lnTo>
                    <a:pt x="644" y="541"/>
                  </a:lnTo>
                  <a:lnTo>
                    <a:pt x="502" y="468"/>
                  </a:lnTo>
                  <a:lnTo>
                    <a:pt x="327" y="123"/>
                  </a:lnTo>
                  <a:lnTo>
                    <a:pt x="281" y="146"/>
                  </a:lnTo>
                  <a:lnTo>
                    <a:pt x="422" y="426"/>
                  </a:lnTo>
                  <a:lnTo>
                    <a:pt x="422" y="426"/>
                  </a:lnTo>
                  <a:lnTo>
                    <a:pt x="143" y="284"/>
                  </a:lnTo>
                  <a:lnTo>
                    <a:pt x="120" y="330"/>
                  </a:lnTo>
                  <a:lnTo>
                    <a:pt x="465" y="507"/>
                  </a:lnTo>
                  <a:lnTo>
                    <a:pt x="537" y="648"/>
                  </a:lnTo>
                  <a:lnTo>
                    <a:pt x="384" y="698"/>
                  </a:lnTo>
                  <a:lnTo>
                    <a:pt x="16" y="579"/>
                  </a:lnTo>
                  <a:lnTo>
                    <a:pt x="0" y="629"/>
                  </a:lnTo>
                  <a:lnTo>
                    <a:pt x="299" y="725"/>
                  </a:lnTo>
                  <a:lnTo>
                    <a:pt x="0" y="825"/>
                  </a:lnTo>
                  <a:lnTo>
                    <a:pt x="16" y="871"/>
                  </a:lnTo>
                  <a:lnTo>
                    <a:pt x="384" y="752"/>
                  </a:lnTo>
                  <a:lnTo>
                    <a:pt x="537" y="802"/>
                  </a:lnTo>
                  <a:lnTo>
                    <a:pt x="465" y="947"/>
                  </a:lnTo>
                  <a:lnTo>
                    <a:pt x="120" y="1124"/>
                  </a:lnTo>
                  <a:lnTo>
                    <a:pt x="143" y="1170"/>
                  </a:lnTo>
                  <a:lnTo>
                    <a:pt x="422" y="1024"/>
                  </a:lnTo>
                  <a:lnTo>
                    <a:pt x="281" y="1308"/>
                  </a:lnTo>
                  <a:lnTo>
                    <a:pt x="327" y="1331"/>
                  </a:lnTo>
                  <a:lnTo>
                    <a:pt x="502" y="986"/>
                  </a:lnTo>
                  <a:lnTo>
                    <a:pt x="644" y="913"/>
                  </a:lnTo>
                  <a:lnTo>
                    <a:pt x="694" y="1066"/>
                  </a:lnTo>
                  <a:lnTo>
                    <a:pt x="575" y="1434"/>
                  </a:lnTo>
                  <a:lnTo>
                    <a:pt x="625" y="1449"/>
                  </a:lnTo>
                  <a:lnTo>
                    <a:pt x="721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48" y="1066"/>
                  </a:lnTo>
                  <a:lnTo>
                    <a:pt x="797" y="913"/>
                  </a:lnTo>
                  <a:lnTo>
                    <a:pt x="943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0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0" y="426"/>
                  </a:lnTo>
                  <a:lnTo>
                    <a:pt x="1020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3" y="468"/>
                  </a:lnTo>
                  <a:lnTo>
                    <a:pt x="797" y="541"/>
                  </a:lnTo>
                  <a:lnTo>
                    <a:pt x="748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1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32" name="Google Shape;5652;p43">
              <a:extLst>
                <a:ext uri="{FF2B5EF4-FFF2-40B4-BE49-F238E27FC236}">
                  <a16:creationId xmlns:a16="http://schemas.microsoft.com/office/drawing/2014/main" id="{6BC96D14-6276-75C9-335D-70925F247E85}"/>
                </a:ext>
              </a:extLst>
            </p:cNvPr>
            <p:cNvSpPr/>
            <p:nvPr/>
          </p:nvSpPr>
          <p:spPr>
            <a:xfrm>
              <a:off x="6875468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47" y="0"/>
                  </a:moveTo>
                  <a:cubicBezTo>
                    <a:pt x="205" y="0"/>
                    <a:pt x="161" y="14"/>
                    <a:pt x="118" y="44"/>
                  </a:cubicBezTo>
                  <a:cubicBezTo>
                    <a:pt x="114" y="48"/>
                    <a:pt x="110" y="52"/>
                    <a:pt x="110" y="56"/>
                  </a:cubicBezTo>
                  <a:cubicBezTo>
                    <a:pt x="0" y="208"/>
                    <a:pt x="105" y="373"/>
                    <a:pt x="249" y="373"/>
                  </a:cubicBezTo>
                  <a:cubicBezTo>
                    <a:pt x="290" y="373"/>
                    <a:pt x="334" y="360"/>
                    <a:pt x="378" y="328"/>
                  </a:cubicBezTo>
                  <a:cubicBezTo>
                    <a:pt x="382" y="324"/>
                    <a:pt x="386" y="320"/>
                    <a:pt x="390" y="316"/>
                  </a:cubicBezTo>
                  <a:cubicBezTo>
                    <a:pt x="500" y="164"/>
                    <a:pt x="392" y="0"/>
                    <a:pt x="2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33" name="Google Shape;5653;p43">
              <a:extLst>
                <a:ext uri="{FF2B5EF4-FFF2-40B4-BE49-F238E27FC236}">
                  <a16:creationId xmlns:a16="http://schemas.microsoft.com/office/drawing/2014/main" id="{DD810C16-8260-93B5-384D-77C96044E7E9}"/>
                </a:ext>
              </a:extLst>
            </p:cNvPr>
            <p:cNvSpPr/>
            <p:nvPr/>
          </p:nvSpPr>
          <p:spPr>
            <a:xfrm>
              <a:off x="7297501" y="1945539"/>
              <a:ext cx="174800" cy="129757"/>
            </a:xfrm>
            <a:custGeom>
              <a:avLst/>
              <a:gdLst/>
              <a:ahLst/>
              <a:cxnLst/>
              <a:rect l="l" t="t" r="r" b="b"/>
              <a:pathLst>
                <a:path w="3629" h="2694" extrusionOk="0">
                  <a:moveTo>
                    <a:pt x="1816" y="1"/>
                  </a:moveTo>
                  <a:cubicBezTo>
                    <a:pt x="1514" y="1"/>
                    <a:pt x="1188" y="100"/>
                    <a:pt x="870" y="330"/>
                  </a:cubicBezTo>
                  <a:cubicBezTo>
                    <a:pt x="844" y="350"/>
                    <a:pt x="821" y="373"/>
                    <a:pt x="798" y="399"/>
                  </a:cubicBezTo>
                  <a:cubicBezTo>
                    <a:pt x="0" y="1500"/>
                    <a:pt x="771" y="2693"/>
                    <a:pt x="1818" y="2693"/>
                  </a:cubicBezTo>
                  <a:cubicBezTo>
                    <a:pt x="2119" y="2693"/>
                    <a:pt x="2443" y="2594"/>
                    <a:pt x="2759" y="2366"/>
                  </a:cubicBezTo>
                  <a:cubicBezTo>
                    <a:pt x="2790" y="2343"/>
                    <a:pt x="2813" y="2320"/>
                    <a:pt x="2832" y="2293"/>
                  </a:cubicBezTo>
                  <a:cubicBezTo>
                    <a:pt x="3629" y="1193"/>
                    <a:pt x="2862" y="1"/>
                    <a:pt x="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34" name="Google Shape;5654;p43">
              <a:extLst>
                <a:ext uri="{FF2B5EF4-FFF2-40B4-BE49-F238E27FC236}">
                  <a16:creationId xmlns:a16="http://schemas.microsoft.com/office/drawing/2014/main" id="{25D755B2-210F-BE92-9E3A-619D52157C33}"/>
                </a:ext>
              </a:extLst>
            </p:cNvPr>
            <p:cNvSpPr/>
            <p:nvPr/>
          </p:nvSpPr>
          <p:spPr>
            <a:xfrm>
              <a:off x="7330158" y="1969670"/>
              <a:ext cx="109726" cy="81399"/>
            </a:xfrm>
            <a:custGeom>
              <a:avLst/>
              <a:gdLst/>
              <a:ahLst/>
              <a:cxnLst/>
              <a:rect l="l" t="t" r="r" b="b"/>
              <a:pathLst>
                <a:path w="2278" h="1690" extrusionOk="0">
                  <a:moveTo>
                    <a:pt x="1137" y="1"/>
                  </a:moveTo>
                  <a:cubicBezTo>
                    <a:pt x="947" y="1"/>
                    <a:pt x="741" y="64"/>
                    <a:pt x="541" y="209"/>
                  </a:cubicBezTo>
                  <a:cubicBezTo>
                    <a:pt x="525" y="220"/>
                    <a:pt x="514" y="236"/>
                    <a:pt x="502" y="252"/>
                  </a:cubicBezTo>
                  <a:cubicBezTo>
                    <a:pt x="0" y="940"/>
                    <a:pt x="482" y="1689"/>
                    <a:pt x="1138" y="1689"/>
                  </a:cubicBezTo>
                  <a:cubicBezTo>
                    <a:pt x="1328" y="1689"/>
                    <a:pt x="1533" y="1627"/>
                    <a:pt x="1733" y="1481"/>
                  </a:cubicBezTo>
                  <a:cubicBezTo>
                    <a:pt x="1748" y="1470"/>
                    <a:pt x="1763" y="1458"/>
                    <a:pt x="1775" y="1442"/>
                  </a:cubicBezTo>
                  <a:cubicBezTo>
                    <a:pt x="2277" y="751"/>
                    <a:pt x="1795" y="1"/>
                    <a:pt x="11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35" name="Google Shape;5655;p43">
              <a:extLst>
                <a:ext uri="{FF2B5EF4-FFF2-40B4-BE49-F238E27FC236}">
                  <a16:creationId xmlns:a16="http://schemas.microsoft.com/office/drawing/2014/main" id="{BF8F755E-A9FC-D45C-647C-C1E15EEEEE26}"/>
                </a:ext>
              </a:extLst>
            </p:cNvPr>
            <p:cNvSpPr/>
            <p:nvPr/>
          </p:nvSpPr>
          <p:spPr>
            <a:xfrm>
              <a:off x="7338491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6" y="12"/>
                  </a:moveTo>
                  <a:cubicBezTo>
                    <a:pt x="1226" y="12"/>
                    <a:pt x="1464" y="119"/>
                    <a:pt x="1636" y="291"/>
                  </a:cubicBezTo>
                  <a:cubicBezTo>
                    <a:pt x="1809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8" y="1633"/>
                  </a:cubicBezTo>
                  <a:cubicBezTo>
                    <a:pt x="1667" y="1648"/>
                    <a:pt x="1652" y="1663"/>
                    <a:pt x="1636" y="1679"/>
                  </a:cubicBezTo>
                  <a:cubicBezTo>
                    <a:pt x="1410" y="1840"/>
                    <a:pt x="1180" y="1913"/>
                    <a:pt x="966" y="1913"/>
                  </a:cubicBezTo>
                  <a:cubicBezTo>
                    <a:pt x="702" y="1913"/>
                    <a:pt x="464" y="1805"/>
                    <a:pt x="295" y="1633"/>
                  </a:cubicBezTo>
                  <a:cubicBezTo>
                    <a:pt x="122" y="1460"/>
                    <a:pt x="16" y="1227"/>
                    <a:pt x="16" y="962"/>
                  </a:cubicBezTo>
                  <a:cubicBezTo>
                    <a:pt x="16" y="747"/>
                    <a:pt x="88" y="518"/>
                    <a:pt x="249" y="291"/>
                  </a:cubicBezTo>
                  <a:cubicBezTo>
                    <a:pt x="265" y="277"/>
                    <a:pt x="276" y="261"/>
                    <a:pt x="295" y="249"/>
                  </a:cubicBezTo>
                  <a:cubicBezTo>
                    <a:pt x="521" y="84"/>
                    <a:pt x="751" y="12"/>
                    <a:pt x="966" y="12"/>
                  </a:cubicBezTo>
                  <a:close/>
                  <a:moveTo>
                    <a:pt x="966" y="1"/>
                  </a:moveTo>
                  <a:cubicBezTo>
                    <a:pt x="748" y="1"/>
                    <a:pt x="513" y="70"/>
                    <a:pt x="288" y="238"/>
                  </a:cubicBezTo>
                  <a:cubicBezTo>
                    <a:pt x="269" y="249"/>
                    <a:pt x="253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3" y="1927"/>
                    <a:pt x="966" y="1927"/>
                  </a:cubicBezTo>
                  <a:cubicBezTo>
                    <a:pt x="1180" y="1927"/>
                    <a:pt x="1418" y="1855"/>
                    <a:pt x="1644" y="1690"/>
                  </a:cubicBezTo>
                  <a:cubicBezTo>
                    <a:pt x="1663" y="1674"/>
                    <a:pt x="1678" y="1660"/>
                    <a:pt x="1690" y="1640"/>
                  </a:cubicBezTo>
                  <a:cubicBezTo>
                    <a:pt x="1859" y="1414"/>
                    <a:pt x="1928" y="1181"/>
                    <a:pt x="1928" y="962"/>
                  </a:cubicBezTo>
                  <a:cubicBezTo>
                    <a:pt x="1928" y="429"/>
                    <a:pt x="1498" y="1"/>
                    <a:pt x="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36" name="Google Shape;5656;p43">
              <a:extLst>
                <a:ext uri="{FF2B5EF4-FFF2-40B4-BE49-F238E27FC236}">
                  <a16:creationId xmlns:a16="http://schemas.microsoft.com/office/drawing/2014/main" id="{D49F56D0-D9FB-BC0D-A17C-A808CCBD576F}"/>
                </a:ext>
              </a:extLst>
            </p:cNvPr>
            <p:cNvSpPr/>
            <p:nvPr/>
          </p:nvSpPr>
          <p:spPr>
            <a:xfrm>
              <a:off x="7338780" y="1978051"/>
              <a:ext cx="92289" cy="64686"/>
            </a:xfrm>
            <a:custGeom>
              <a:avLst/>
              <a:gdLst/>
              <a:ahLst/>
              <a:cxnLst/>
              <a:rect l="l" t="t" r="r" b="b"/>
              <a:pathLst>
                <a:path w="1916" h="1343" extrusionOk="0">
                  <a:moveTo>
                    <a:pt x="977" y="1"/>
                  </a:moveTo>
                  <a:cubicBezTo>
                    <a:pt x="322" y="1"/>
                    <a:pt x="0" y="822"/>
                    <a:pt x="627" y="1277"/>
                  </a:cubicBezTo>
                  <a:cubicBezTo>
                    <a:pt x="638" y="1284"/>
                    <a:pt x="653" y="1291"/>
                    <a:pt x="664" y="1296"/>
                  </a:cubicBezTo>
                  <a:cubicBezTo>
                    <a:pt x="762" y="1328"/>
                    <a:pt x="855" y="1342"/>
                    <a:pt x="942" y="1342"/>
                  </a:cubicBezTo>
                  <a:cubicBezTo>
                    <a:pt x="1597" y="1342"/>
                    <a:pt x="1915" y="519"/>
                    <a:pt x="1293" y="66"/>
                  </a:cubicBezTo>
                  <a:cubicBezTo>
                    <a:pt x="1282" y="58"/>
                    <a:pt x="1266" y="50"/>
                    <a:pt x="1251" y="46"/>
                  </a:cubicBezTo>
                  <a:cubicBezTo>
                    <a:pt x="1155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37" name="Google Shape;5657;p43">
              <a:extLst>
                <a:ext uri="{FF2B5EF4-FFF2-40B4-BE49-F238E27FC236}">
                  <a16:creationId xmlns:a16="http://schemas.microsoft.com/office/drawing/2014/main" id="{8FB6EAAA-677F-BA3F-FB7C-9838F8540E61}"/>
                </a:ext>
              </a:extLst>
            </p:cNvPr>
            <p:cNvSpPr/>
            <p:nvPr/>
          </p:nvSpPr>
          <p:spPr>
            <a:xfrm>
              <a:off x="7350099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5" y="472"/>
                  </a:moveTo>
                  <a:lnTo>
                    <a:pt x="755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71" y="614"/>
                  </a:lnTo>
                  <a:lnTo>
                    <a:pt x="778" y="637"/>
                  </a:lnTo>
                  <a:lnTo>
                    <a:pt x="829" y="622"/>
                  </a:lnTo>
                  <a:lnTo>
                    <a:pt x="817" y="591"/>
                  </a:lnTo>
                  <a:lnTo>
                    <a:pt x="905" y="545"/>
                  </a:lnTo>
                  <a:lnTo>
                    <a:pt x="905" y="545"/>
                  </a:lnTo>
                  <a:lnTo>
                    <a:pt x="859" y="633"/>
                  </a:lnTo>
                  <a:lnTo>
                    <a:pt x="829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9" y="829"/>
                  </a:lnTo>
                  <a:lnTo>
                    <a:pt x="859" y="817"/>
                  </a:lnTo>
                  <a:lnTo>
                    <a:pt x="905" y="905"/>
                  </a:lnTo>
                  <a:lnTo>
                    <a:pt x="905" y="905"/>
                  </a:lnTo>
                  <a:lnTo>
                    <a:pt x="817" y="863"/>
                  </a:lnTo>
                  <a:lnTo>
                    <a:pt x="829" y="832"/>
                  </a:lnTo>
                  <a:lnTo>
                    <a:pt x="778" y="817"/>
                  </a:lnTo>
                  <a:lnTo>
                    <a:pt x="771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5" y="886"/>
                  </a:lnTo>
                  <a:lnTo>
                    <a:pt x="725" y="982"/>
                  </a:lnTo>
                  <a:lnTo>
                    <a:pt x="694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9" y="836"/>
                  </a:lnTo>
                  <a:lnTo>
                    <a:pt x="671" y="817"/>
                  </a:lnTo>
                  <a:lnTo>
                    <a:pt x="622" y="832"/>
                  </a:lnTo>
                  <a:lnTo>
                    <a:pt x="629" y="863"/>
                  </a:lnTo>
                  <a:lnTo>
                    <a:pt x="544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3" y="771"/>
                  </a:lnTo>
                  <a:lnTo>
                    <a:pt x="622" y="752"/>
                  </a:lnTo>
                  <a:lnTo>
                    <a:pt x="576" y="729"/>
                  </a:lnTo>
                  <a:lnTo>
                    <a:pt x="564" y="756"/>
                  </a:lnTo>
                  <a:lnTo>
                    <a:pt x="468" y="725"/>
                  </a:lnTo>
                  <a:lnTo>
                    <a:pt x="564" y="694"/>
                  </a:lnTo>
                  <a:lnTo>
                    <a:pt x="576" y="725"/>
                  </a:lnTo>
                  <a:lnTo>
                    <a:pt x="622" y="698"/>
                  </a:lnTo>
                  <a:lnTo>
                    <a:pt x="613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4" y="545"/>
                  </a:lnTo>
                  <a:lnTo>
                    <a:pt x="629" y="591"/>
                  </a:lnTo>
                  <a:lnTo>
                    <a:pt x="622" y="622"/>
                  </a:lnTo>
                  <a:lnTo>
                    <a:pt x="671" y="637"/>
                  </a:lnTo>
                  <a:lnTo>
                    <a:pt x="679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4" y="564"/>
                  </a:lnTo>
                  <a:lnTo>
                    <a:pt x="725" y="472"/>
                  </a:lnTo>
                  <a:close/>
                  <a:moveTo>
                    <a:pt x="625" y="1"/>
                  </a:moveTo>
                  <a:lnTo>
                    <a:pt x="576" y="20"/>
                  </a:lnTo>
                  <a:lnTo>
                    <a:pt x="698" y="388"/>
                  </a:lnTo>
                  <a:lnTo>
                    <a:pt x="648" y="541"/>
                  </a:lnTo>
                  <a:lnTo>
                    <a:pt x="502" y="468"/>
                  </a:lnTo>
                  <a:lnTo>
                    <a:pt x="326" y="123"/>
                  </a:lnTo>
                  <a:lnTo>
                    <a:pt x="280" y="146"/>
                  </a:lnTo>
                  <a:lnTo>
                    <a:pt x="426" y="426"/>
                  </a:lnTo>
                  <a:lnTo>
                    <a:pt x="426" y="426"/>
                  </a:lnTo>
                  <a:lnTo>
                    <a:pt x="142" y="284"/>
                  </a:lnTo>
                  <a:lnTo>
                    <a:pt x="120" y="330"/>
                  </a:lnTo>
                  <a:lnTo>
                    <a:pt x="464" y="507"/>
                  </a:lnTo>
                  <a:lnTo>
                    <a:pt x="537" y="648"/>
                  </a:lnTo>
                  <a:lnTo>
                    <a:pt x="383" y="698"/>
                  </a:lnTo>
                  <a:lnTo>
                    <a:pt x="16" y="579"/>
                  </a:lnTo>
                  <a:lnTo>
                    <a:pt x="1" y="629"/>
                  </a:lnTo>
                  <a:lnTo>
                    <a:pt x="300" y="725"/>
                  </a:lnTo>
                  <a:lnTo>
                    <a:pt x="1" y="825"/>
                  </a:lnTo>
                  <a:lnTo>
                    <a:pt x="16" y="871"/>
                  </a:lnTo>
                  <a:lnTo>
                    <a:pt x="383" y="752"/>
                  </a:lnTo>
                  <a:lnTo>
                    <a:pt x="537" y="802"/>
                  </a:lnTo>
                  <a:lnTo>
                    <a:pt x="464" y="947"/>
                  </a:lnTo>
                  <a:lnTo>
                    <a:pt x="120" y="1124"/>
                  </a:lnTo>
                  <a:lnTo>
                    <a:pt x="142" y="1170"/>
                  </a:lnTo>
                  <a:lnTo>
                    <a:pt x="426" y="1024"/>
                  </a:lnTo>
                  <a:lnTo>
                    <a:pt x="280" y="1308"/>
                  </a:lnTo>
                  <a:lnTo>
                    <a:pt x="326" y="1331"/>
                  </a:lnTo>
                  <a:lnTo>
                    <a:pt x="502" y="986"/>
                  </a:lnTo>
                  <a:lnTo>
                    <a:pt x="648" y="913"/>
                  </a:lnTo>
                  <a:lnTo>
                    <a:pt x="698" y="1066"/>
                  </a:lnTo>
                  <a:lnTo>
                    <a:pt x="576" y="1434"/>
                  </a:lnTo>
                  <a:lnTo>
                    <a:pt x="625" y="1449"/>
                  </a:lnTo>
                  <a:lnTo>
                    <a:pt x="725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51" y="1066"/>
                  </a:lnTo>
                  <a:lnTo>
                    <a:pt x="801" y="913"/>
                  </a:lnTo>
                  <a:lnTo>
                    <a:pt x="944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4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4" y="426"/>
                  </a:lnTo>
                  <a:lnTo>
                    <a:pt x="1024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4" y="468"/>
                  </a:lnTo>
                  <a:lnTo>
                    <a:pt x="801" y="541"/>
                  </a:lnTo>
                  <a:lnTo>
                    <a:pt x="751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5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38" name="Google Shape;5658;p43">
              <a:extLst>
                <a:ext uri="{FF2B5EF4-FFF2-40B4-BE49-F238E27FC236}">
                  <a16:creationId xmlns:a16="http://schemas.microsoft.com/office/drawing/2014/main" id="{9ED0D9B2-DC32-F57A-1AAB-2FE07C417DA9}"/>
                </a:ext>
              </a:extLst>
            </p:cNvPr>
            <p:cNvSpPr/>
            <p:nvPr/>
          </p:nvSpPr>
          <p:spPr>
            <a:xfrm>
              <a:off x="7372833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51" y="0"/>
                  </a:moveTo>
                  <a:cubicBezTo>
                    <a:pt x="210" y="0"/>
                    <a:pt x="165" y="14"/>
                    <a:pt x="122" y="44"/>
                  </a:cubicBezTo>
                  <a:lnTo>
                    <a:pt x="111" y="56"/>
                  </a:lnTo>
                  <a:cubicBezTo>
                    <a:pt x="1" y="208"/>
                    <a:pt x="108" y="373"/>
                    <a:pt x="253" y="373"/>
                  </a:cubicBezTo>
                  <a:cubicBezTo>
                    <a:pt x="295" y="373"/>
                    <a:pt x="340" y="360"/>
                    <a:pt x="383" y="328"/>
                  </a:cubicBezTo>
                  <a:cubicBezTo>
                    <a:pt x="387" y="324"/>
                    <a:pt x="391" y="320"/>
                    <a:pt x="391" y="316"/>
                  </a:cubicBezTo>
                  <a:cubicBezTo>
                    <a:pt x="501" y="164"/>
                    <a:pt x="395" y="0"/>
                    <a:pt x="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39" name="Google Shape;5659;p43">
              <a:extLst>
                <a:ext uri="{FF2B5EF4-FFF2-40B4-BE49-F238E27FC236}">
                  <a16:creationId xmlns:a16="http://schemas.microsoft.com/office/drawing/2014/main" id="{D5755BD5-B972-627D-D79B-D433DE1567F9}"/>
                </a:ext>
              </a:extLst>
            </p:cNvPr>
            <p:cNvSpPr/>
            <p:nvPr/>
          </p:nvSpPr>
          <p:spPr>
            <a:xfrm>
              <a:off x="6706693" y="1990093"/>
              <a:ext cx="85690" cy="37280"/>
            </a:xfrm>
            <a:custGeom>
              <a:avLst/>
              <a:gdLst/>
              <a:ahLst/>
              <a:cxnLst/>
              <a:rect l="l" t="t" r="r" b="b"/>
              <a:pathLst>
                <a:path w="1779" h="774" extrusionOk="0">
                  <a:moveTo>
                    <a:pt x="465" y="0"/>
                  </a:moveTo>
                  <a:cubicBezTo>
                    <a:pt x="250" y="0"/>
                    <a:pt x="36" y="13"/>
                    <a:pt x="24" y="53"/>
                  </a:cubicBezTo>
                  <a:cubicBezTo>
                    <a:pt x="1" y="126"/>
                    <a:pt x="245" y="643"/>
                    <a:pt x="464" y="774"/>
                  </a:cubicBezTo>
                  <a:lnTo>
                    <a:pt x="1713" y="774"/>
                  </a:lnTo>
                  <a:cubicBezTo>
                    <a:pt x="1713" y="774"/>
                    <a:pt x="1779" y="666"/>
                    <a:pt x="1713" y="601"/>
                  </a:cubicBezTo>
                  <a:lnTo>
                    <a:pt x="1253" y="601"/>
                  </a:lnTo>
                  <a:cubicBezTo>
                    <a:pt x="1253" y="601"/>
                    <a:pt x="1001" y="49"/>
                    <a:pt x="909" y="23"/>
                  </a:cubicBezTo>
                  <a:cubicBezTo>
                    <a:pt x="866" y="11"/>
                    <a:pt x="665" y="0"/>
                    <a:pt x="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40" name="Google Shape;5660;p43">
              <a:extLst>
                <a:ext uri="{FF2B5EF4-FFF2-40B4-BE49-F238E27FC236}">
                  <a16:creationId xmlns:a16="http://schemas.microsoft.com/office/drawing/2014/main" id="{D6D7EAC0-6B4F-182E-ED03-8F7C58C24530}"/>
                </a:ext>
              </a:extLst>
            </p:cNvPr>
            <p:cNvSpPr/>
            <p:nvPr/>
          </p:nvSpPr>
          <p:spPr>
            <a:xfrm>
              <a:off x="6952341" y="1761207"/>
              <a:ext cx="439914" cy="112802"/>
            </a:xfrm>
            <a:custGeom>
              <a:avLst/>
              <a:gdLst/>
              <a:ahLst/>
              <a:cxnLst/>
              <a:rect l="l" t="t" r="r" b="b"/>
              <a:pathLst>
                <a:path w="9133" h="2342" extrusionOk="0">
                  <a:moveTo>
                    <a:pt x="4535" y="0"/>
                  </a:moveTo>
                  <a:cubicBezTo>
                    <a:pt x="3505" y="0"/>
                    <a:pt x="2340" y="39"/>
                    <a:pt x="1158" y="157"/>
                  </a:cubicBezTo>
                  <a:cubicBezTo>
                    <a:pt x="1158" y="157"/>
                    <a:pt x="350" y="1490"/>
                    <a:pt x="0" y="2341"/>
                  </a:cubicBezTo>
                  <a:lnTo>
                    <a:pt x="9013" y="2341"/>
                  </a:lnTo>
                  <a:cubicBezTo>
                    <a:pt x="9082" y="2341"/>
                    <a:pt x="9133" y="2268"/>
                    <a:pt x="9101" y="2207"/>
                  </a:cubicBezTo>
                  <a:cubicBezTo>
                    <a:pt x="8944" y="1844"/>
                    <a:pt x="8492" y="836"/>
                    <a:pt x="8105" y="157"/>
                  </a:cubicBezTo>
                  <a:cubicBezTo>
                    <a:pt x="8105" y="157"/>
                    <a:pt x="6593" y="0"/>
                    <a:pt x="45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41" name="Google Shape;5661;p43">
              <a:extLst>
                <a:ext uri="{FF2B5EF4-FFF2-40B4-BE49-F238E27FC236}">
                  <a16:creationId xmlns:a16="http://schemas.microsoft.com/office/drawing/2014/main" id="{5C27ABC7-39C6-23D7-8649-394B8FB684B3}"/>
                </a:ext>
              </a:extLst>
            </p:cNvPr>
            <p:cNvSpPr/>
            <p:nvPr/>
          </p:nvSpPr>
          <p:spPr>
            <a:xfrm>
              <a:off x="6955472" y="1762652"/>
              <a:ext cx="429365" cy="109864"/>
            </a:xfrm>
            <a:custGeom>
              <a:avLst/>
              <a:gdLst/>
              <a:ahLst/>
              <a:cxnLst/>
              <a:rect l="l" t="t" r="r" b="b"/>
              <a:pathLst>
                <a:path w="8914" h="2281" extrusionOk="0">
                  <a:moveTo>
                    <a:pt x="4469" y="1"/>
                  </a:moveTo>
                  <a:cubicBezTo>
                    <a:pt x="3292" y="1"/>
                    <a:pt x="2174" y="51"/>
                    <a:pt x="1143" y="150"/>
                  </a:cubicBezTo>
                  <a:cubicBezTo>
                    <a:pt x="1124" y="154"/>
                    <a:pt x="1108" y="166"/>
                    <a:pt x="1097" y="181"/>
                  </a:cubicBezTo>
                  <a:cubicBezTo>
                    <a:pt x="966" y="395"/>
                    <a:pt x="349" y="1441"/>
                    <a:pt x="16" y="2192"/>
                  </a:cubicBezTo>
                  <a:cubicBezTo>
                    <a:pt x="1" y="2235"/>
                    <a:pt x="32" y="2281"/>
                    <a:pt x="73" y="2281"/>
                  </a:cubicBezTo>
                  <a:lnTo>
                    <a:pt x="8408" y="2281"/>
                  </a:lnTo>
                  <a:cubicBezTo>
                    <a:pt x="8711" y="2281"/>
                    <a:pt x="8914" y="1966"/>
                    <a:pt x="8787" y="1690"/>
                  </a:cubicBezTo>
                  <a:cubicBezTo>
                    <a:pt x="8580" y="1242"/>
                    <a:pt x="8297" y="641"/>
                    <a:pt x="8037" y="181"/>
                  </a:cubicBezTo>
                  <a:cubicBezTo>
                    <a:pt x="8025" y="166"/>
                    <a:pt x="8010" y="154"/>
                    <a:pt x="7987" y="150"/>
                  </a:cubicBezTo>
                  <a:cubicBezTo>
                    <a:pt x="7715" y="127"/>
                    <a:pt x="6300" y="1"/>
                    <a:pt x="4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42" name="Google Shape;5662;p43">
              <a:extLst>
                <a:ext uri="{FF2B5EF4-FFF2-40B4-BE49-F238E27FC236}">
                  <a16:creationId xmlns:a16="http://schemas.microsoft.com/office/drawing/2014/main" id="{C76E857A-76A7-3AC1-D830-F2D82A42A890}"/>
                </a:ext>
              </a:extLst>
            </p:cNvPr>
            <p:cNvSpPr/>
            <p:nvPr/>
          </p:nvSpPr>
          <p:spPr>
            <a:xfrm>
              <a:off x="7117744" y="1761400"/>
              <a:ext cx="17918" cy="112610"/>
            </a:xfrm>
            <a:custGeom>
              <a:avLst/>
              <a:gdLst/>
              <a:ahLst/>
              <a:cxnLst/>
              <a:rect l="l" t="t" r="r" b="b"/>
              <a:pathLst>
                <a:path w="372" h="2338" extrusionOk="0">
                  <a:moveTo>
                    <a:pt x="360" y="0"/>
                  </a:moveTo>
                  <a:cubicBezTo>
                    <a:pt x="96" y="1184"/>
                    <a:pt x="0" y="2337"/>
                    <a:pt x="0" y="2337"/>
                  </a:cubicBezTo>
                  <a:lnTo>
                    <a:pt x="15" y="2337"/>
                  </a:lnTo>
                  <a:cubicBezTo>
                    <a:pt x="15" y="2337"/>
                    <a:pt x="15" y="2318"/>
                    <a:pt x="20" y="2287"/>
                  </a:cubicBezTo>
                  <a:cubicBezTo>
                    <a:pt x="43" y="2050"/>
                    <a:pt x="142" y="1039"/>
                    <a:pt x="372" y="4"/>
                  </a:cubicBezTo>
                  <a:lnTo>
                    <a:pt x="3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43" name="Google Shape;5663;p43">
              <a:extLst>
                <a:ext uri="{FF2B5EF4-FFF2-40B4-BE49-F238E27FC236}">
                  <a16:creationId xmlns:a16="http://schemas.microsoft.com/office/drawing/2014/main" id="{BB2E4A1A-500C-D122-BBE2-37F830315383}"/>
                </a:ext>
              </a:extLst>
            </p:cNvPr>
            <p:cNvSpPr/>
            <p:nvPr/>
          </p:nvSpPr>
          <p:spPr>
            <a:xfrm>
              <a:off x="7298224" y="1766505"/>
              <a:ext cx="31453" cy="106204"/>
            </a:xfrm>
            <a:custGeom>
              <a:avLst/>
              <a:gdLst/>
              <a:ahLst/>
              <a:cxnLst/>
              <a:rect l="l" t="t" r="r" b="b"/>
              <a:pathLst>
                <a:path w="653" h="2205" extrusionOk="0">
                  <a:moveTo>
                    <a:pt x="16" y="1"/>
                  </a:moveTo>
                  <a:lnTo>
                    <a:pt x="1" y="9"/>
                  </a:lnTo>
                  <a:cubicBezTo>
                    <a:pt x="158" y="411"/>
                    <a:pt x="319" y="963"/>
                    <a:pt x="438" y="1407"/>
                  </a:cubicBezTo>
                  <a:cubicBezTo>
                    <a:pt x="498" y="1633"/>
                    <a:pt x="549" y="1833"/>
                    <a:pt x="583" y="1975"/>
                  </a:cubicBezTo>
                  <a:cubicBezTo>
                    <a:pt x="602" y="2047"/>
                    <a:pt x="613" y="2101"/>
                    <a:pt x="625" y="2143"/>
                  </a:cubicBezTo>
                  <a:cubicBezTo>
                    <a:pt x="633" y="2181"/>
                    <a:pt x="636" y="2204"/>
                    <a:pt x="636" y="2204"/>
                  </a:cubicBezTo>
                  <a:lnTo>
                    <a:pt x="652" y="2201"/>
                  </a:lnTo>
                  <a:cubicBezTo>
                    <a:pt x="652" y="2201"/>
                    <a:pt x="330" y="814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44" name="Google Shape;5664;p43">
              <a:extLst>
                <a:ext uri="{FF2B5EF4-FFF2-40B4-BE49-F238E27FC236}">
                  <a16:creationId xmlns:a16="http://schemas.microsoft.com/office/drawing/2014/main" id="{179FC8AC-C5EF-CDE5-C3C4-C88272B7090D}"/>
                </a:ext>
              </a:extLst>
            </p:cNvPr>
            <p:cNvSpPr/>
            <p:nvPr/>
          </p:nvSpPr>
          <p:spPr>
            <a:xfrm>
              <a:off x="6930185" y="1878203"/>
              <a:ext cx="409087" cy="132550"/>
            </a:xfrm>
            <a:custGeom>
              <a:avLst/>
              <a:gdLst/>
              <a:ahLst/>
              <a:cxnLst/>
              <a:rect l="l" t="t" r="r" b="b"/>
              <a:pathLst>
                <a:path w="8493" h="2752" extrusionOk="0">
                  <a:moveTo>
                    <a:pt x="8320" y="0"/>
                  </a:moveTo>
                  <a:lnTo>
                    <a:pt x="8305" y="8"/>
                  </a:lnTo>
                  <a:cubicBezTo>
                    <a:pt x="8351" y="119"/>
                    <a:pt x="8392" y="303"/>
                    <a:pt x="8427" y="460"/>
                  </a:cubicBezTo>
                  <a:cubicBezTo>
                    <a:pt x="8443" y="541"/>
                    <a:pt x="8454" y="614"/>
                    <a:pt x="8461" y="663"/>
                  </a:cubicBezTo>
                  <a:cubicBezTo>
                    <a:pt x="8470" y="690"/>
                    <a:pt x="8473" y="709"/>
                    <a:pt x="8473" y="725"/>
                  </a:cubicBezTo>
                  <a:cubicBezTo>
                    <a:pt x="8475" y="732"/>
                    <a:pt x="8476" y="737"/>
                    <a:pt x="8476" y="741"/>
                  </a:cubicBezTo>
                  <a:lnTo>
                    <a:pt x="8476" y="741"/>
                  </a:lnTo>
                  <a:cubicBezTo>
                    <a:pt x="8239" y="782"/>
                    <a:pt x="8058" y="926"/>
                    <a:pt x="7918" y="1120"/>
                  </a:cubicBezTo>
                  <a:cubicBezTo>
                    <a:pt x="7699" y="1415"/>
                    <a:pt x="7580" y="1820"/>
                    <a:pt x="7511" y="2154"/>
                  </a:cubicBezTo>
                  <a:cubicBezTo>
                    <a:pt x="7449" y="2451"/>
                    <a:pt x="7434" y="2692"/>
                    <a:pt x="7432" y="2736"/>
                  </a:cubicBezTo>
                  <a:lnTo>
                    <a:pt x="1046" y="2736"/>
                  </a:lnTo>
                  <a:cubicBezTo>
                    <a:pt x="953" y="2005"/>
                    <a:pt x="698" y="1563"/>
                    <a:pt x="460" y="1307"/>
                  </a:cubicBezTo>
                  <a:cubicBezTo>
                    <a:pt x="249" y="1071"/>
                    <a:pt x="56" y="989"/>
                    <a:pt x="19" y="975"/>
                  </a:cubicBezTo>
                  <a:lnTo>
                    <a:pt x="19" y="975"/>
                  </a:lnTo>
                  <a:lnTo>
                    <a:pt x="411" y="46"/>
                  </a:lnTo>
                  <a:lnTo>
                    <a:pt x="400" y="43"/>
                  </a:lnTo>
                  <a:lnTo>
                    <a:pt x="1" y="985"/>
                  </a:lnTo>
                  <a:lnTo>
                    <a:pt x="9" y="985"/>
                  </a:lnTo>
                  <a:lnTo>
                    <a:pt x="12" y="989"/>
                  </a:lnTo>
                  <a:cubicBezTo>
                    <a:pt x="35" y="996"/>
                    <a:pt x="246" y="1081"/>
                    <a:pt x="472" y="1341"/>
                  </a:cubicBezTo>
                  <a:cubicBezTo>
                    <a:pt x="699" y="1599"/>
                    <a:pt x="943" y="2036"/>
                    <a:pt x="1031" y="2744"/>
                  </a:cubicBezTo>
                  <a:lnTo>
                    <a:pt x="1031" y="2752"/>
                  </a:lnTo>
                  <a:lnTo>
                    <a:pt x="7442" y="2752"/>
                  </a:lnTo>
                  <a:lnTo>
                    <a:pt x="7442" y="2744"/>
                  </a:lnTo>
                  <a:cubicBezTo>
                    <a:pt x="7442" y="2744"/>
                    <a:pt x="7446" y="2736"/>
                    <a:pt x="7446" y="2725"/>
                  </a:cubicBezTo>
                  <a:cubicBezTo>
                    <a:pt x="7454" y="2625"/>
                    <a:pt x="7492" y="2165"/>
                    <a:pt x="7642" y="1717"/>
                  </a:cubicBezTo>
                  <a:cubicBezTo>
                    <a:pt x="7715" y="1491"/>
                    <a:pt x="7818" y="1269"/>
                    <a:pt x="7956" y="1093"/>
                  </a:cubicBezTo>
                  <a:cubicBezTo>
                    <a:pt x="8094" y="920"/>
                    <a:pt x="8266" y="789"/>
                    <a:pt x="8484" y="755"/>
                  </a:cubicBezTo>
                  <a:lnTo>
                    <a:pt x="8493" y="752"/>
                  </a:lnTo>
                  <a:lnTo>
                    <a:pt x="8493" y="748"/>
                  </a:lnTo>
                  <a:cubicBezTo>
                    <a:pt x="8493" y="748"/>
                    <a:pt x="8473" y="617"/>
                    <a:pt x="8438" y="460"/>
                  </a:cubicBezTo>
                  <a:cubicBezTo>
                    <a:pt x="8408" y="303"/>
                    <a:pt x="8366" y="115"/>
                    <a:pt x="83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45" name="Google Shape;5665;p43">
              <a:extLst>
                <a:ext uri="{FF2B5EF4-FFF2-40B4-BE49-F238E27FC236}">
                  <a16:creationId xmlns:a16="http://schemas.microsoft.com/office/drawing/2014/main" id="{8034E02F-A96D-F7EF-CD7E-48617AF964F8}"/>
                </a:ext>
              </a:extLst>
            </p:cNvPr>
            <p:cNvSpPr/>
            <p:nvPr/>
          </p:nvSpPr>
          <p:spPr>
            <a:xfrm>
              <a:off x="7111097" y="1878203"/>
              <a:ext cx="7418" cy="127396"/>
            </a:xfrm>
            <a:custGeom>
              <a:avLst/>
              <a:gdLst/>
              <a:ahLst/>
              <a:cxnLst/>
              <a:rect l="l" t="t" r="r" b="b"/>
              <a:pathLst>
                <a:path w="154" h="2645" extrusionOk="0">
                  <a:moveTo>
                    <a:pt x="138" y="0"/>
                  </a:moveTo>
                  <a:cubicBezTo>
                    <a:pt x="23" y="499"/>
                    <a:pt x="0" y="1315"/>
                    <a:pt x="0" y="1909"/>
                  </a:cubicBezTo>
                  <a:cubicBezTo>
                    <a:pt x="0" y="2334"/>
                    <a:pt x="11" y="2644"/>
                    <a:pt x="11" y="2644"/>
                  </a:cubicBezTo>
                  <a:lnTo>
                    <a:pt x="27" y="2644"/>
                  </a:lnTo>
                  <a:cubicBezTo>
                    <a:pt x="27" y="2644"/>
                    <a:pt x="27" y="2625"/>
                    <a:pt x="23" y="2587"/>
                  </a:cubicBezTo>
                  <a:cubicBezTo>
                    <a:pt x="20" y="2480"/>
                    <a:pt x="15" y="2227"/>
                    <a:pt x="15" y="1909"/>
                  </a:cubicBezTo>
                  <a:cubicBezTo>
                    <a:pt x="15" y="1315"/>
                    <a:pt x="38" y="499"/>
                    <a:pt x="153" y="4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46" name="Google Shape;5666;p43">
              <a:extLst>
                <a:ext uri="{FF2B5EF4-FFF2-40B4-BE49-F238E27FC236}">
                  <a16:creationId xmlns:a16="http://schemas.microsoft.com/office/drawing/2014/main" id="{D85A21CD-DFA8-1321-2761-BCDA507157CD}"/>
                </a:ext>
              </a:extLst>
            </p:cNvPr>
            <p:cNvSpPr/>
            <p:nvPr/>
          </p:nvSpPr>
          <p:spPr>
            <a:xfrm>
              <a:off x="7076369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0" y="1"/>
                  </a:moveTo>
                  <a:lnTo>
                    <a:pt x="0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47" name="Google Shape;5667;p43">
              <a:extLst>
                <a:ext uri="{FF2B5EF4-FFF2-40B4-BE49-F238E27FC236}">
                  <a16:creationId xmlns:a16="http://schemas.microsoft.com/office/drawing/2014/main" id="{15BAF057-BA2C-E849-3873-E48528152DF7}"/>
                </a:ext>
              </a:extLst>
            </p:cNvPr>
            <p:cNvSpPr/>
            <p:nvPr/>
          </p:nvSpPr>
          <p:spPr>
            <a:xfrm>
              <a:off x="7284015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1" y="1"/>
                  </a:moveTo>
                  <a:lnTo>
                    <a:pt x="1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48" name="Google Shape;5668;p43">
              <a:extLst>
                <a:ext uri="{FF2B5EF4-FFF2-40B4-BE49-F238E27FC236}">
                  <a16:creationId xmlns:a16="http://schemas.microsoft.com/office/drawing/2014/main" id="{FEC784DC-69BC-5833-5A28-83D76328B495}"/>
                </a:ext>
              </a:extLst>
            </p:cNvPr>
            <p:cNvSpPr/>
            <p:nvPr/>
          </p:nvSpPr>
          <p:spPr>
            <a:xfrm>
              <a:off x="6948825" y="1883549"/>
              <a:ext cx="440829" cy="819"/>
            </a:xfrm>
            <a:custGeom>
              <a:avLst/>
              <a:gdLst/>
              <a:ahLst/>
              <a:cxnLst/>
              <a:rect l="l" t="t" r="r" b="b"/>
              <a:pathLst>
                <a:path w="9152" h="17" extrusionOk="0">
                  <a:moveTo>
                    <a:pt x="1" y="1"/>
                  </a:moveTo>
                  <a:lnTo>
                    <a:pt x="1" y="16"/>
                  </a:lnTo>
                  <a:lnTo>
                    <a:pt x="9151" y="16"/>
                  </a:lnTo>
                  <a:lnTo>
                    <a:pt x="91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49" name="Google Shape;5669;p43">
              <a:extLst>
                <a:ext uri="{FF2B5EF4-FFF2-40B4-BE49-F238E27FC236}">
                  <a16:creationId xmlns:a16="http://schemas.microsoft.com/office/drawing/2014/main" id="{A2E8D41D-BFCC-B393-4B6B-FF2F1C93014E}"/>
                </a:ext>
              </a:extLst>
            </p:cNvPr>
            <p:cNvSpPr/>
            <p:nvPr/>
          </p:nvSpPr>
          <p:spPr>
            <a:xfrm>
              <a:off x="6939288" y="1839092"/>
              <a:ext cx="67194" cy="39303"/>
            </a:xfrm>
            <a:custGeom>
              <a:avLst/>
              <a:gdLst/>
              <a:ahLst/>
              <a:cxnLst/>
              <a:rect l="l" t="t" r="r" b="b"/>
              <a:pathLst>
                <a:path w="1395" h="816" extrusionOk="0">
                  <a:moveTo>
                    <a:pt x="1083" y="0"/>
                  </a:moveTo>
                  <a:cubicBezTo>
                    <a:pt x="875" y="0"/>
                    <a:pt x="569" y="21"/>
                    <a:pt x="425" y="54"/>
                  </a:cubicBezTo>
                  <a:cubicBezTo>
                    <a:pt x="352" y="69"/>
                    <a:pt x="202" y="445"/>
                    <a:pt x="202" y="445"/>
                  </a:cubicBezTo>
                  <a:lnTo>
                    <a:pt x="69" y="445"/>
                  </a:lnTo>
                  <a:cubicBezTo>
                    <a:pt x="69" y="445"/>
                    <a:pt x="0" y="697"/>
                    <a:pt x="69" y="797"/>
                  </a:cubicBezTo>
                  <a:cubicBezTo>
                    <a:pt x="69" y="797"/>
                    <a:pt x="580" y="816"/>
                    <a:pt x="936" y="816"/>
                  </a:cubicBezTo>
                  <a:cubicBezTo>
                    <a:pt x="1115" y="816"/>
                    <a:pt x="1254" y="811"/>
                    <a:pt x="1272" y="797"/>
                  </a:cubicBezTo>
                  <a:cubicBezTo>
                    <a:pt x="1329" y="751"/>
                    <a:pt x="1394" y="38"/>
                    <a:pt x="1272" y="11"/>
                  </a:cubicBezTo>
                  <a:cubicBezTo>
                    <a:pt x="1237" y="4"/>
                    <a:pt x="1168" y="0"/>
                    <a:pt x="10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0" name="Google Shape;5670;p43">
              <a:extLst>
                <a:ext uri="{FF2B5EF4-FFF2-40B4-BE49-F238E27FC236}">
                  <a16:creationId xmlns:a16="http://schemas.microsoft.com/office/drawing/2014/main" id="{7138EBB4-5A89-DF3E-23DF-C44B4E54ED52}"/>
                </a:ext>
              </a:extLst>
            </p:cNvPr>
            <p:cNvSpPr/>
            <p:nvPr/>
          </p:nvSpPr>
          <p:spPr>
            <a:xfrm>
              <a:off x="6975605" y="1867124"/>
              <a:ext cx="20519" cy="1493"/>
            </a:xfrm>
            <a:custGeom>
              <a:avLst/>
              <a:gdLst/>
              <a:ahLst/>
              <a:cxnLst/>
              <a:rect l="l" t="t" r="r" b="b"/>
              <a:pathLst>
                <a:path w="426" h="31" extrusionOk="0">
                  <a:moveTo>
                    <a:pt x="0" y="0"/>
                  </a:moveTo>
                  <a:lnTo>
                    <a:pt x="0" y="16"/>
                  </a:lnTo>
                  <a:lnTo>
                    <a:pt x="426" y="31"/>
                  </a:lnTo>
                  <a:lnTo>
                    <a:pt x="42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1" name="Google Shape;5671;p43">
              <a:extLst>
                <a:ext uri="{FF2B5EF4-FFF2-40B4-BE49-F238E27FC236}">
                  <a16:creationId xmlns:a16="http://schemas.microsoft.com/office/drawing/2014/main" id="{CF429202-C6A0-18D1-B764-15B34DE2012A}"/>
                </a:ext>
              </a:extLst>
            </p:cNvPr>
            <p:cNvSpPr/>
            <p:nvPr/>
          </p:nvSpPr>
          <p:spPr>
            <a:xfrm>
              <a:off x="6745081" y="1878010"/>
              <a:ext cx="170417" cy="36798"/>
            </a:xfrm>
            <a:custGeom>
              <a:avLst/>
              <a:gdLst/>
              <a:ahLst/>
              <a:cxnLst/>
              <a:rect l="l" t="t" r="r" b="b"/>
              <a:pathLst>
                <a:path w="3538" h="764" extrusionOk="0">
                  <a:moveTo>
                    <a:pt x="3534" y="1"/>
                  </a:moveTo>
                  <a:cubicBezTo>
                    <a:pt x="3534" y="1"/>
                    <a:pt x="3522" y="4"/>
                    <a:pt x="3503" y="8"/>
                  </a:cubicBezTo>
                  <a:cubicBezTo>
                    <a:pt x="3346" y="47"/>
                    <a:pt x="2653" y="227"/>
                    <a:pt x="1978" y="395"/>
                  </a:cubicBezTo>
                  <a:cubicBezTo>
                    <a:pt x="1641" y="480"/>
                    <a:pt x="1311" y="564"/>
                    <a:pt x="1058" y="629"/>
                  </a:cubicBezTo>
                  <a:cubicBezTo>
                    <a:pt x="932" y="660"/>
                    <a:pt x="824" y="687"/>
                    <a:pt x="744" y="706"/>
                  </a:cubicBezTo>
                  <a:cubicBezTo>
                    <a:pt x="663" y="724"/>
                    <a:pt x="610" y="736"/>
                    <a:pt x="594" y="740"/>
                  </a:cubicBezTo>
                  <a:cubicBezTo>
                    <a:pt x="552" y="744"/>
                    <a:pt x="472" y="747"/>
                    <a:pt x="384" y="747"/>
                  </a:cubicBezTo>
                  <a:cubicBezTo>
                    <a:pt x="295" y="747"/>
                    <a:pt x="200" y="744"/>
                    <a:pt x="127" y="744"/>
                  </a:cubicBezTo>
                  <a:cubicBezTo>
                    <a:pt x="89" y="740"/>
                    <a:pt x="58" y="740"/>
                    <a:pt x="35" y="740"/>
                  </a:cubicBezTo>
                  <a:lnTo>
                    <a:pt x="0" y="740"/>
                  </a:lnTo>
                  <a:lnTo>
                    <a:pt x="0" y="752"/>
                  </a:lnTo>
                  <a:cubicBezTo>
                    <a:pt x="0" y="752"/>
                    <a:pt x="207" y="763"/>
                    <a:pt x="384" y="763"/>
                  </a:cubicBezTo>
                  <a:cubicBezTo>
                    <a:pt x="472" y="763"/>
                    <a:pt x="552" y="759"/>
                    <a:pt x="598" y="752"/>
                  </a:cubicBezTo>
                  <a:cubicBezTo>
                    <a:pt x="614" y="752"/>
                    <a:pt x="671" y="736"/>
                    <a:pt x="763" y="717"/>
                  </a:cubicBezTo>
                  <a:cubicBezTo>
                    <a:pt x="1388" y="564"/>
                    <a:pt x="3537" y="16"/>
                    <a:pt x="3537" y="16"/>
                  </a:cubicBezTo>
                  <a:lnTo>
                    <a:pt x="35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2" name="Google Shape;5672;p43">
              <a:extLst>
                <a:ext uri="{FF2B5EF4-FFF2-40B4-BE49-F238E27FC236}">
                  <a16:creationId xmlns:a16="http://schemas.microsoft.com/office/drawing/2014/main" id="{3C89DC91-DDF7-A4FD-D025-A8D0A4856EFC}"/>
                </a:ext>
              </a:extLst>
            </p:cNvPr>
            <p:cNvSpPr/>
            <p:nvPr/>
          </p:nvSpPr>
          <p:spPr>
            <a:xfrm>
              <a:off x="6732173" y="1970104"/>
              <a:ext cx="14065" cy="819"/>
            </a:xfrm>
            <a:custGeom>
              <a:avLst/>
              <a:gdLst/>
              <a:ahLst/>
              <a:cxnLst/>
              <a:rect l="l" t="t" r="r" b="b"/>
              <a:pathLst>
                <a:path w="292" h="17" extrusionOk="0">
                  <a:moveTo>
                    <a:pt x="291" y="1"/>
                  </a:moveTo>
                  <a:lnTo>
                    <a:pt x="1" y="4"/>
                  </a:lnTo>
                  <a:lnTo>
                    <a:pt x="1" y="16"/>
                  </a:lnTo>
                  <a:lnTo>
                    <a:pt x="291" y="16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3" name="Google Shape;5673;p43">
              <a:extLst>
                <a:ext uri="{FF2B5EF4-FFF2-40B4-BE49-F238E27FC236}">
                  <a16:creationId xmlns:a16="http://schemas.microsoft.com/office/drawing/2014/main" id="{38EB6BE3-5FDB-B7ED-4B7D-E6FDC6AD7D6B}"/>
                </a:ext>
              </a:extLst>
            </p:cNvPr>
            <p:cNvSpPr/>
            <p:nvPr/>
          </p:nvSpPr>
          <p:spPr>
            <a:xfrm>
              <a:off x="6734003" y="1964950"/>
              <a:ext cx="14065" cy="771"/>
            </a:xfrm>
            <a:custGeom>
              <a:avLst/>
              <a:gdLst/>
              <a:ahLst/>
              <a:cxnLst/>
              <a:rect l="l" t="t" r="r" b="b"/>
              <a:pathLst>
                <a:path w="292" h="16" extrusionOk="0">
                  <a:moveTo>
                    <a:pt x="0" y="0"/>
                  </a:moveTo>
                  <a:lnTo>
                    <a:pt x="0" y="16"/>
                  </a:lnTo>
                  <a:lnTo>
                    <a:pt x="292" y="16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  <p:sp>
          <p:nvSpPr>
            <p:cNvPr id="54" name="Google Shape;5674;p43">
              <a:extLst>
                <a:ext uri="{FF2B5EF4-FFF2-40B4-BE49-F238E27FC236}">
                  <a16:creationId xmlns:a16="http://schemas.microsoft.com/office/drawing/2014/main" id="{7D6DAE8E-D0DA-E415-4EEE-96538625391B}"/>
                </a:ext>
              </a:extLst>
            </p:cNvPr>
            <p:cNvSpPr/>
            <p:nvPr/>
          </p:nvSpPr>
          <p:spPr>
            <a:xfrm>
              <a:off x="6735689" y="1959796"/>
              <a:ext cx="14017" cy="771"/>
            </a:xfrm>
            <a:custGeom>
              <a:avLst/>
              <a:gdLst/>
              <a:ahLst/>
              <a:cxnLst/>
              <a:rect l="l" t="t" r="r" b="b"/>
              <a:pathLst>
                <a:path w="291" h="16" extrusionOk="0">
                  <a:moveTo>
                    <a:pt x="0" y="0"/>
                  </a:moveTo>
                  <a:lnTo>
                    <a:pt x="0" y="15"/>
                  </a:lnTo>
                  <a:lnTo>
                    <a:pt x="291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9" name="Google Shape;6399;p49"/>
          <p:cNvSpPr txBox="1">
            <a:spLocks noGrp="1"/>
          </p:cNvSpPr>
          <p:nvPr>
            <p:ph type="title"/>
          </p:nvPr>
        </p:nvSpPr>
        <p:spPr>
          <a:xfrm>
            <a:off x="719995" y="342978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/>
              <a:t>Confronto mIoU</a:t>
            </a:r>
          </a:p>
        </p:txBody>
      </p:sp>
      <p:grpSp>
        <p:nvGrpSpPr>
          <p:cNvPr id="6412" name="Google Shape;6412;p49"/>
          <p:cNvGrpSpPr/>
          <p:nvPr/>
        </p:nvGrpSpPr>
        <p:grpSpPr>
          <a:xfrm>
            <a:off x="8548490" y="1969238"/>
            <a:ext cx="1936841" cy="1205022"/>
            <a:chOff x="3846690" y="770050"/>
            <a:chExt cx="1788734" cy="1053802"/>
          </a:xfrm>
        </p:grpSpPr>
        <p:sp>
          <p:nvSpPr>
            <p:cNvPr id="6413" name="Google Shape;6413;p49"/>
            <p:cNvSpPr/>
            <p:nvPr/>
          </p:nvSpPr>
          <p:spPr>
            <a:xfrm>
              <a:off x="3846690" y="770050"/>
              <a:ext cx="1788734" cy="1053802"/>
            </a:xfrm>
            <a:custGeom>
              <a:avLst/>
              <a:gdLst/>
              <a:ahLst/>
              <a:cxnLst/>
              <a:rect l="l" t="t" r="r" b="b"/>
              <a:pathLst>
                <a:path w="18551" h="10929" extrusionOk="0">
                  <a:moveTo>
                    <a:pt x="5465" y="0"/>
                  </a:moveTo>
                  <a:cubicBezTo>
                    <a:pt x="2453" y="0"/>
                    <a:pt x="0" y="2448"/>
                    <a:pt x="0" y="5465"/>
                  </a:cubicBezTo>
                  <a:cubicBezTo>
                    <a:pt x="0" y="8477"/>
                    <a:pt x="2453" y="10929"/>
                    <a:pt x="5465" y="10929"/>
                  </a:cubicBezTo>
                  <a:lnTo>
                    <a:pt x="18497" y="10929"/>
                  </a:lnTo>
                  <a:lnTo>
                    <a:pt x="18551" y="6767"/>
                  </a:lnTo>
                  <a:lnTo>
                    <a:pt x="5465" y="6779"/>
                  </a:lnTo>
                  <a:cubicBezTo>
                    <a:pt x="4740" y="6779"/>
                    <a:pt x="4151" y="6189"/>
                    <a:pt x="4151" y="5465"/>
                  </a:cubicBezTo>
                  <a:cubicBezTo>
                    <a:pt x="4151" y="4737"/>
                    <a:pt x="4740" y="4146"/>
                    <a:pt x="5465" y="4146"/>
                  </a:cubicBezTo>
                  <a:lnTo>
                    <a:pt x="18497" y="4150"/>
                  </a:lnTo>
                  <a:lnTo>
                    <a:pt x="18497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14" name="Google Shape;6414;p49"/>
            <p:cNvSpPr/>
            <p:nvPr/>
          </p:nvSpPr>
          <p:spPr>
            <a:xfrm>
              <a:off x="5501569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15" name="Google Shape;6415;p49"/>
            <p:cNvSpPr/>
            <p:nvPr/>
          </p:nvSpPr>
          <p:spPr>
            <a:xfrm>
              <a:off x="5378535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16" name="Google Shape;6416;p49"/>
            <p:cNvSpPr/>
            <p:nvPr/>
          </p:nvSpPr>
          <p:spPr>
            <a:xfrm>
              <a:off x="5255502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17" name="Google Shape;6417;p49"/>
            <p:cNvSpPr/>
            <p:nvPr/>
          </p:nvSpPr>
          <p:spPr>
            <a:xfrm>
              <a:off x="5132468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18" name="Google Shape;6418;p49"/>
            <p:cNvSpPr/>
            <p:nvPr/>
          </p:nvSpPr>
          <p:spPr>
            <a:xfrm>
              <a:off x="50094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19" name="Google Shape;6419;p49"/>
            <p:cNvSpPr/>
            <p:nvPr/>
          </p:nvSpPr>
          <p:spPr>
            <a:xfrm>
              <a:off x="4886401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20" name="Google Shape;6420;p49"/>
            <p:cNvSpPr/>
            <p:nvPr/>
          </p:nvSpPr>
          <p:spPr>
            <a:xfrm>
              <a:off x="4763367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21" name="Google Shape;6421;p49"/>
            <p:cNvSpPr/>
            <p:nvPr/>
          </p:nvSpPr>
          <p:spPr>
            <a:xfrm>
              <a:off x="4640334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22" name="Google Shape;6422;p49"/>
            <p:cNvSpPr/>
            <p:nvPr/>
          </p:nvSpPr>
          <p:spPr>
            <a:xfrm>
              <a:off x="4517300" y="1616148"/>
              <a:ext cx="61421" cy="15235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23" name="Google Shape;6423;p49"/>
            <p:cNvSpPr/>
            <p:nvPr/>
          </p:nvSpPr>
          <p:spPr>
            <a:xfrm>
              <a:off x="4393881" y="1616148"/>
              <a:ext cx="61807" cy="15235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24" name="Google Shape;6424;p49"/>
            <p:cNvSpPr/>
            <p:nvPr/>
          </p:nvSpPr>
          <p:spPr>
            <a:xfrm>
              <a:off x="4270461" y="1600625"/>
              <a:ext cx="63350" cy="28155"/>
            </a:xfrm>
            <a:custGeom>
              <a:avLst/>
              <a:gdLst/>
              <a:ahLst/>
              <a:cxnLst/>
              <a:rect l="l" t="t" r="r" b="b"/>
              <a:pathLst>
                <a:path w="657" h="292" extrusionOk="0">
                  <a:moveTo>
                    <a:pt x="46" y="1"/>
                  </a:moveTo>
                  <a:lnTo>
                    <a:pt x="0" y="150"/>
                  </a:lnTo>
                  <a:cubicBezTo>
                    <a:pt x="204" y="219"/>
                    <a:pt x="418" y="265"/>
                    <a:pt x="637" y="291"/>
                  </a:cubicBezTo>
                  <a:lnTo>
                    <a:pt x="656" y="134"/>
                  </a:lnTo>
                  <a:cubicBezTo>
                    <a:pt x="449" y="107"/>
                    <a:pt x="246" y="61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25" name="Google Shape;6425;p49"/>
            <p:cNvSpPr/>
            <p:nvPr/>
          </p:nvSpPr>
          <p:spPr>
            <a:xfrm>
              <a:off x="4160734" y="1542965"/>
              <a:ext cx="59203" cy="47440"/>
            </a:xfrm>
            <a:custGeom>
              <a:avLst/>
              <a:gdLst/>
              <a:ahLst/>
              <a:cxnLst/>
              <a:rect l="l" t="t" r="r" b="b"/>
              <a:pathLst>
                <a:path w="614" h="492" extrusionOk="0">
                  <a:moveTo>
                    <a:pt x="100" y="1"/>
                  </a:moveTo>
                  <a:lnTo>
                    <a:pt x="1" y="123"/>
                  </a:lnTo>
                  <a:cubicBezTo>
                    <a:pt x="165" y="261"/>
                    <a:pt x="349" y="384"/>
                    <a:pt x="537" y="491"/>
                  </a:cubicBezTo>
                  <a:lnTo>
                    <a:pt x="613" y="350"/>
                  </a:lnTo>
                  <a:cubicBezTo>
                    <a:pt x="434" y="249"/>
                    <a:pt x="261" y="131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26" name="Google Shape;6426;p49"/>
            <p:cNvSpPr/>
            <p:nvPr/>
          </p:nvSpPr>
          <p:spPr>
            <a:xfrm>
              <a:off x="4080608" y="1450978"/>
              <a:ext cx="47343" cy="59589"/>
            </a:xfrm>
            <a:custGeom>
              <a:avLst/>
              <a:gdLst/>
              <a:ahLst/>
              <a:cxnLst/>
              <a:rect l="l" t="t" r="r" b="b"/>
              <a:pathLst>
                <a:path w="491" h="618" extrusionOk="0">
                  <a:moveTo>
                    <a:pt x="142" y="0"/>
                  </a:moveTo>
                  <a:lnTo>
                    <a:pt x="1" y="77"/>
                  </a:lnTo>
                  <a:cubicBezTo>
                    <a:pt x="107" y="269"/>
                    <a:pt x="230" y="449"/>
                    <a:pt x="368" y="617"/>
                  </a:cubicBezTo>
                  <a:lnTo>
                    <a:pt x="491" y="514"/>
                  </a:lnTo>
                  <a:cubicBezTo>
                    <a:pt x="360" y="357"/>
                    <a:pt x="241" y="184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27" name="Google Shape;6427;p49"/>
            <p:cNvSpPr/>
            <p:nvPr/>
          </p:nvSpPr>
          <p:spPr>
            <a:xfrm>
              <a:off x="4041750" y="1337587"/>
              <a:ext cx="28541" cy="63157"/>
            </a:xfrm>
            <a:custGeom>
              <a:avLst/>
              <a:gdLst/>
              <a:ahLst/>
              <a:cxnLst/>
              <a:rect l="l" t="t" r="r" b="b"/>
              <a:pathLst>
                <a:path w="296" h="655" extrusionOk="0">
                  <a:moveTo>
                    <a:pt x="158" y="0"/>
                  </a:moveTo>
                  <a:lnTo>
                    <a:pt x="1" y="19"/>
                  </a:lnTo>
                  <a:cubicBezTo>
                    <a:pt x="27" y="237"/>
                    <a:pt x="77" y="453"/>
                    <a:pt x="142" y="655"/>
                  </a:cubicBezTo>
                  <a:lnTo>
                    <a:pt x="296" y="605"/>
                  </a:lnTo>
                  <a:cubicBezTo>
                    <a:pt x="231" y="410"/>
                    <a:pt x="185" y="207"/>
                    <a:pt x="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28" name="Google Shape;6428;p49"/>
            <p:cNvSpPr/>
            <p:nvPr/>
          </p:nvSpPr>
          <p:spPr>
            <a:xfrm>
              <a:off x="4039532" y="1214457"/>
              <a:ext cx="24877" cy="63350"/>
            </a:xfrm>
            <a:custGeom>
              <a:avLst/>
              <a:gdLst/>
              <a:ahLst/>
              <a:cxnLst/>
              <a:rect l="l" t="t" r="r" b="b"/>
              <a:pathLst>
                <a:path w="258" h="657" extrusionOk="0">
                  <a:moveTo>
                    <a:pt x="100" y="1"/>
                  </a:moveTo>
                  <a:cubicBezTo>
                    <a:pt x="47" y="212"/>
                    <a:pt x="16" y="430"/>
                    <a:pt x="1" y="644"/>
                  </a:cubicBezTo>
                  <a:lnTo>
                    <a:pt x="162" y="656"/>
                  </a:lnTo>
                  <a:cubicBezTo>
                    <a:pt x="174" y="449"/>
                    <a:pt x="204" y="243"/>
                    <a:pt x="257" y="39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29" name="Google Shape;6429;p49"/>
            <p:cNvSpPr/>
            <p:nvPr/>
          </p:nvSpPr>
          <p:spPr>
            <a:xfrm>
              <a:off x="4070194" y="1101065"/>
              <a:ext cx="44451" cy="60746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0"/>
                  </a:moveTo>
                  <a:cubicBezTo>
                    <a:pt x="204" y="177"/>
                    <a:pt x="93" y="368"/>
                    <a:pt x="1" y="564"/>
                  </a:cubicBezTo>
                  <a:lnTo>
                    <a:pt x="146" y="629"/>
                  </a:lnTo>
                  <a:cubicBezTo>
                    <a:pt x="234" y="446"/>
                    <a:pt x="342" y="262"/>
                    <a:pt x="461" y="9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30" name="Google Shape;6430;p49"/>
            <p:cNvSpPr/>
            <p:nvPr/>
          </p:nvSpPr>
          <p:spPr>
            <a:xfrm>
              <a:off x="4143764" y="1014961"/>
              <a:ext cx="57757" cy="50043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3" y="0"/>
                  </a:moveTo>
                  <a:cubicBezTo>
                    <a:pt x="330" y="120"/>
                    <a:pt x="158" y="253"/>
                    <a:pt x="0" y="403"/>
                  </a:cubicBezTo>
                  <a:lnTo>
                    <a:pt x="108" y="518"/>
                  </a:lnTo>
                  <a:cubicBezTo>
                    <a:pt x="261" y="377"/>
                    <a:pt x="426" y="246"/>
                    <a:pt x="598" y="135"/>
                  </a:cubicBezTo>
                  <a:lnTo>
                    <a:pt x="5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31" name="Google Shape;6431;p49"/>
            <p:cNvSpPr/>
            <p:nvPr/>
          </p:nvSpPr>
          <p:spPr>
            <a:xfrm>
              <a:off x="4249056" y="968389"/>
              <a:ext cx="63253" cy="32302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1"/>
                  </a:moveTo>
                  <a:cubicBezTo>
                    <a:pt x="410" y="43"/>
                    <a:pt x="199" y="105"/>
                    <a:pt x="1" y="185"/>
                  </a:cubicBezTo>
                  <a:lnTo>
                    <a:pt x="58" y="334"/>
                  </a:lnTo>
                  <a:cubicBezTo>
                    <a:pt x="254" y="258"/>
                    <a:pt x="452" y="196"/>
                    <a:pt x="656" y="158"/>
                  </a:cubicBez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32" name="Google Shape;6432;p49"/>
            <p:cNvSpPr/>
            <p:nvPr/>
          </p:nvSpPr>
          <p:spPr>
            <a:xfrm>
              <a:off x="5479488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33" name="Google Shape;6433;p49"/>
            <p:cNvSpPr/>
            <p:nvPr/>
          </p:nvSpPr>
          <p:spPr>
            <a:xfrm>
              <a:off x="5356358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34" name="Google Shape;6434;p49"/>
            <p:cNvSpPr/>
            <p:nvPr/>
          </p:nvSpPr>
          <p:spPr>
            <a:xfrm>
              <a:off x="5233421" y="962218"/>
              <a:ext cx="61710" cy="15620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9" y="161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35" name="Google Shape;6435;p49"/>
            <p:cNvSpPr/>
            <p:nvPr/>
          </p:nvSpPr>
          <p:spPr>
            <a:xfrm>
              <a:off x="5110291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36" name="Google Shape;6436;p49"/>
            <p:cNvSpPr/>
            <p:nvPr/>
          </p:nvSpPr>
          <p:spPr>
            <a:xfrm>
              <a:off x="4987258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37" name="Google Shape;6437;p49"/>
            <p:cNvSpPr/>
            <p:nvPr/>
          </p:nvSpPr>
          <p:spPr>
            <a:xfrm>
              <a:off x="4864224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38" name="Google Shape;6438;p49"/>
            <p:cNvSpPr/>
            <p:nvPr/>
          </p:nvSpPr>
          <p:spPr>
            <a:xfrm>
              <a:off x="4741190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39" name="Google Shape;6439;p49"/>
            <p:cNvSpPr/>
            <p:nvPr/>
          </p:nvSpPr>
          <p:spPr>
            <a:xfrm>
              <a:off x="4618157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40" name="Google Shape;6440;p49"/>
            <p:cNvSpPr/>
            <p:nvPr/>
          </p:nvSpPr>
          <p:spPr>
            <a:xfrm>
              <a:off x="4495123" y="962218"/>
              <a:ext cx="61421" cy="1562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41" name="Google Shape;6441;p49"/>
            <p:cNvSpPr/>
            <p:nvPr/>
          </p:nvSpPr>
          <p:spPr>
            <a:xfrm>
              <a:off x="4371704" y="962218"/>
              <a:ext cx="61807" cy="1562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4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6442" name="Google Shape;6442;p49"/>
          <p:cNvGrpSpPr/>
          <p:nvPr/>
        </p:nvGrpSpPr>
        <p:grpSpPr>
          <a:xfrm flipH="1">
            <a:off x="2481580" y="4261735"/>
            <a:ext cx="1523597" cy="757120"/>
            <a:chOff x="1131398" y="910360"/>
            <a:chExt cx="1523597" cy="757120"/>
          </a:xfrm>
        </p:grpSpPr>
        <p:sp>
          <p:nvSpPr>
            <p:cNvPr id="6443" name="Google Shape;6443;p49"/>
            <p:cNvSpPr/>
            <p:nvPr/>
          </p:nvSpPr>
          <p:spPr>
            <a:xfrm>
              <a:off x="1317652" y="910360"/>
              <a:ext cx="720109" cy="155454"/>
            </a:xfrm>
            <a:custGeom>
              <a:avLst/>
              <a:gdLst/>
              <a:ahLst/>
              <a:cxnLst/>
              <a:rect l="l" t="t" r="r" b="b"/>
              <a:pathLst>
                <a:path w="8324" h="1797" extrusionOk="0">
                  <a:moveTo>
                    <a:pt x="1359" y="1"/>
                  </a:moveTo>
                  <a:cubicBezTo>
                    <a:pt x="1039" y="1"/>
                    <a:pt x="821" y="26"/>
                    <a:pt x="752" y="84"/>
                  </a:cubicBezTo>
                  <a:cubicBezTo>
                    <a:pt x="299" y="455"/>
                    <a:pt x="364" y="1325"/>
                    <a:pt x="364" y="1325"/>
                  </a:cubicBezTo>
                  <a:cubicBezTo>
                    <a:pt x="364" y="1325"/>
                    <a:pt x="0" y="1639"/>
                    <a:pt x="364" y="1796"/>
                  </a:cubicBezTo>
                  <a:cubicBezTo>
                    <a:pt x="1553" y="1748"/>
                    <a:pt x="2786" y="1726"/>
                    <a:pt x="4058" y="1726"/>
                  </a:cubicBezTo>
                  <a:cubicBezTo>
                    <a:pt x="5406" y="1726"/>
                    <a:pt x="6799" y="1751"/>
                    <a:pt x="8231" y="1796"/>
                  </a:cubicBezTo>
                  <a:cubicBezTo>
                    <a:pt x="8323" y="1727"/>
                    <a:pt x="8316" y="1267"/>
                    <a:pt x="8070" y="984"/>
                  </a:cubicBezTo>
                  <a:cubicBezTo>
                    <a:pt x="7860" y="744"/>
                    <a:pt x="3101" y="1"/>
                    <a:pt x="13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44" name="Google Shape;6444;p49"/>
            <p:cNvSpPr/>
            <p:nvPr/>
          </p:nvSpPr>
          <p:spPr>
            <a:xfrm>
              <a:off x="1366703" y="1019274"/>
              <a:ext cx="643894" cy="23963"/>
            </a:xfrm>
            <a:custGeom>
              <a:avLst/>
              <a:gdLst/>
              <a:ahLst/>
              <a:cxnLst/>
              <a:rect l="l" t="t" r="r" b="b"/>
              <a:pathLst>
                <a:path w="7443" h="277" extrusionOk="0">
                  <a:moveTo>
                    <a:pt x="1212" y="1"/>
                  </a:moveTo>
                  <a:cubicBezTo>
                    <a:pt x="821" y="1"/>
                    <a:pt x="415" y="5"/>
                    <a:pt x="1" y="8"/>
                  </a:cubicBezTo>
                  <a:lnTo>
                    <a:pt x="1" y="24"/>
                  </a:lnTo>
                  <a:cubicBezTo>
                    <a:pt x="415" y="16"/>
                    <a:pt x="821" y="16"/>
                    <a:pt x="1212" y="16"/>
                  </a:cubicBezTo>
                  <a:cubicBezTo>
                    <a:pt x="3002" y="16"/>
                    <a:pt x="4560" y="81"/>
                    <a:pt x="5669" y="146"/>
                  </a:cubicBezTo>
                  <a:cubicBezTo>
                    <a:pt x="6224" y="177"/>
                    <a:pt x="6668" y="211"/>
                    <a:pt x="6971" y="234"/>
                  </a:cubicBezTo>
                  <a:cubicBezTo>
                    <a:pt x="7124" y="250"/>
                    <a:pt x="7239" y="257"/>
                    <a:pt x="7319" y="265"/>
                  </a:cubicBezTo>
                  <a:cubicBezTo>
                    <a:pt x="7362" y="268"/>
                    <a:pt x="7388" y="273"/>
                    <a:pt x="7411" y="273"/>
                  </a:cubicBezTo>
                  <a:cubicBezTo>
                    <a:pt x="7431" y="277"/>
                    <a:pt x="7443" y="277"/>
                    <a:pt x="7443" y="277"/>
                  </a:cubicBezTo>
                  <a:lnTo>
                    <a:pt x="7443" y="261"/>
                  </a:lnTo>
                  <a:cubicBezTo>
                    <a:pt x="7443" y="261"/>
                    <a:pt x="4795" y="1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45" name="Google Shape;6445;p49"/>
            <p:cNvSpPr/>
            <p:nvPr/>
          </p:nvSpPr>
          <p:spPr>
            <a:xfrm>
              <a:off x="1352515" y="1057425"/>
              <a:ext cx="676595" cy="41524"/>
            </a:xfrm>
            <a:custGeom>
              <a:avLst/>
              <a:gdLst/>
              <a:ahLst/>
              <a:cxnLst/>
              <a:rect l="l" t="t" r="r" b="b"/>
              <a:pathLst>
                <a:path w="7821" h="480" extrusionOk="0">
                  <a:moveTo>
                    <a:pt x="1185" y="0"/>
                  </a:moveTo>
                  <a:cubicBezTo>
                    <a:pt x="767" y="0"/>
                    <a:pt x="500" y="3"/>
                    <a:pt x="476" y="8"/>
                  </a:cubicBezTo>
                  <a:cubicBezTo>
                    <a:pt x="345" y="31"/>
                    <a:pt x="0" y="411"/>
                    <a:pt x="0" y="411"/>
                  </a:cubicBezTo>
                  <a:lnTo>
                    <a:pt x="490" y="391"/>
                  </a:lnTo>
                  <a:cubicBezTo>
                    <a:pt x="490" y="391"/>
                    <a:pt x="533" y="177"/>
                    <a:pt x="651" y="108"/>
                  </a:cubicBezTo>
                  <a:cubicBezTo>
                    <a:pt x="651" y="108"/>
                    <a:pt x="1386" y="97"/>
                    <a:pt x="2532" y="97"/>
                  </a:cubicBezTo>
                  <a:cubicBezTo>
                    <a:pt x="3769" y="97"/>
                    <a:pt x="5485" y="110"/>
                    <a:pt x="7269" y="161"/>
                  </a:cubicBezTo>
                  <a:lnTo>
                    <a:pt x="7446" y="480"/>
                  </a:lnTo>
                  <a:lnTo>
                    <a:pt x="7821" y="480"/>
                  </a:lnTo>
                  <a:cubicBezTo>
                    <a:pt x="7821" y="480"/>
                    <a:pt x="7676" y="161"/>
                    <a:pt x="7607" y="96"/>
                  </a:cubicBezTo>
                  <a:cubicBezTo>
                    <a:pt x="7548" y="43"/>
                    <a:pt x="2978" y="0"/>
                    <a:pt x="11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46" name="Google Shape;6446;p49"/>
            <p:cNvSpPr/>
            <p:nvPr/>
          </p:nvSpPr>
          <p:spPr>
            <a:xfrm>
              <a:off x="1143683" y="1083586"/>
              <a:ext cx="1502073" cy="511259"/>
            </a:xfrm>
            <a:custGeom>
              <a:avLst/>
              <a:gdLst/>
              <a:ahLst/>
              <a:cxnLst/>
              <a:rect l="l" t="t" r="r" b="b"/>
              <a:pathLst>
                <a:path w="17363" h="5910" extrusionOk="0">
                  <a:moveTo>
                    <a:pt x="5998" y="0"/>
                  </a:moveTo>
                  <a:cubicBezTo>
                    <a:pt x="3628" y="0"/>
                    <a:pt x="1919" y="132"/>
                    <a:pt x="1919" y="132"/>
                  </a:cubicBezTo>
                  <a:cubicBezTo>
                    <a:pt x="1291" y="595"/>
                    <a:pt x="246" y="2503"/>
                    <a:pt x="184" y="2764"/>
                  </a:cubicBezTo>
                  <a:cubicBezTo>
                    <a:pt x="119" y="3025"/>
                    <a:pt x="0" y="4622"/>
                    <a:pt x="0" y="4622"/>
                  </a:cubicBezTo>
                  <a:lnTo>
                    <a:pt x="379" y="5910"/>
                  </a:lnTo>
                  <a:lnTo>
                    <a:pt x="16807" y="5910"/>
                  </a:lnTo>
                  <a:lnTo>
                    <a:pt x="17339" y="5216"/>
                  </a:lnTo>
                  <a:cubicBezTo>
                    <a:pt x="17362" y="4458"/>
                    <a:pt x="17125" y="3404"/>
                    <a:pt x="16818" y="3135"/>
                  </a:cubicBezTo>
                  <a:cubicBezTo>
                    <a:pt x="16508" y="2868"/>
                    <a:pt x="13569" y="2396"/>
                    <a:pt x="13569" y="2396"/>
                  </a:cubicBezTo>
                  <a:lnTo>
                    <a:pt x="11212" y="284"/>
                  </a:lnTo>
                  <a:cubicBezTo>
                    <a:pt x="11178" y="254"/>
                    <a:pt x="11139" y="235"/>
                    <a:pt x="11093" y="231"/>
                  </a:cubicBezTo>
                  <a:cubicBezTo>
                    <a:pt x="9306" y="54"/>
                    <a:pt x="7516" y="0"/>
                    <a:pt x="59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47" name="Google Shape;6447;p49"/>
            <p:cNvSpPr/>
            <p:nvPr/>
          </p:nvSpPr>
          <p:spPr>
            <a:xfrm>
              <a:off x="1148960" y="1542046"/>
              <a:ext cx="141357" cy="56749"/>
            </a:xfrm>
            <a:custGeom>
              <a:avLst/>
              <a:gdLst/>
              <a:ahLst/>
              <a:cxnLst/>
              <a:rect l="l" t="t" r="r" b="b"/>
              <a:pathLst>
                <a:path w="1634" h="656" extrusionOk="0">
                  <a:moveTo>
                    <a:pt x="146" y="1"/>
                  </a:moveTo>
                  <a:cubicBezTo>
                    <a:pt x="1" y="65"/>
                    <a:pt x="176" y="636"/>
                    <a:pt x="330" y="656"/>
                  </a:cubicBezTo>
                  <a:lnTo>
                    <a:pt x="1633" y="656"/>
                  </a:lnTo>
                  <a:lnTo>
                    <a:pt x="15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48" name="Google Shape;6448;p49"/>
            <p:cNvSpPr/>
            <p:nvPr/>
          </p:nvSpPr>
          <p:spPr>
            <a:xfrm>
              <a:off x="1262978" y="1407785"/>
              <a:ext cx="266278" cy="191009"/>
            </a:xfrm>
            <a:custGeom>
              <a:avLst/>
              <a:gdLst/>
              <a:ahLst/>
              <a:cxnLst/>
              <a:rect l="l" t="t" r="r" b="b"/>
              <a:pathLst>
                <a:path w="3078" h="2208" extrusionOk="0">
                  <a:moveTo>
                    <a:pt x="1553" y="1"/>
                  </a:moveTo>
                  <a:cubicBezTo>
                    <a:pt x="779" y="1"/>
                    <a:pt x="0" y="734"/>
                    <a:pt x="0" y="2208"/>
                  </a:cubicBezTo>
                  <a:lnTo>
                    <a:pt x="3078" y="2139"/>
                  </a:lnTo>
                  <a:cubicBezTo>
                    <a:pt x="3078" y="716"/>
                    <a:pt x="2318" y="1"/>
                    <a:pt x="1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49" name="Google Shape;6449;p49"/>
            <p:cNvSpPr/>
            <p:nvPr/>
          </p:nvSpPr>
          <p:spPr>
            <a:xfrm>
              <a:off x="2168294" y="1407785"/>
              <a:ext cx="265932" cy="191009"/>
            </a:xfrm>
            <a:custGeom>
              <a:avLst/>
              <a:gdLst/>
              <a:ahLst/>
              <a:cxnLst/>
              <a:rect l="l" t="t" r="r" b="b"/>
              <a:pathLst>
                <a:path w="3074" h="2208" extrusionOk="0">
                  <a:moveTo>
                    <a:pt x="1551" y="1"/>
                  </a:moveTo>
                  <a:cubicBezTo>
                    <a:pt x="778" y="1"/>
                    <a:pt x="0" y="734"/>
                    <a:pt x="0" y="2208"/>
                  </a:cubicBezTo>
                  <a:lnTo>
                    <a:pt x="3074" y="2139"/>
                  </a:lnTo>
                  <a:cubicBezTo>
                    <a:pt x="3074" y="716"/>
                    <a:pt x="2315" y="1"/>
                    <a:pt x="15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50" name="Google Shape;6450;p49"/>
            <p:cNvSpPr/>
            <p:nvPr/>
          </p:nvSpPr>
          <p:spPr>
            <a:xfrm>
              <a:off x="2141822" y="1430882"/>
              <a:ext cx="318616" cy="236598"/>
            </a:xfrm>
            <a:custGeom>
              <a:avLst/>
              <a:gdLst/>
              <a:ahLst/>
              <a:cxnLst/>
              <a:rect l="l" t="t" r="r" b="b"/>
              <a:pathLst>
                <a:path w="3683" h="2735" extrusionOk="0">
                  <a:moveTo>
                    <a:pt x="1842" y="0"/>
                  </a:moveTo>
                  <a:cubicBezTo>
                    <a:pt x="780" y="0"/>
                    <a:pt x="0" y="1210"/>
                    <a:pt x="808" y="2328"/>
                  </a:cubicBezTo>
                  <a:cubicBezTo>
                    <a:pt x="831" y="2355"/>
                    <a:pt x="854" y="2378"/>
                    <a:pt x="881" y="2401"/>
                  </a:cubicBezTo>
                  <a:cubicBezTo>
                    <a:pt x="1204" y="2634"/>
                    <a:pt x="1534" y="2735"/>
                    <a:pt x="1841" y="2735"/>
                  </a:cubicBezTo>
                  <a:cubicBezTo>
                    <a:pt x="2904" y="2735"/>
                    <a:pt x="3683" y="1523"/>
                    <a:pt x="2874" y="408"/>
                  </a:cubicBezTo>
                  <a:cubicBezTo>
                    <a:pt x="2855" y="377"/>
                    <a:pt x="2832" y="354"/>
                    <a:pt x="2801" y="335"/>
                  </a:cubicBezTo>
                  <a:cubicBezTo>
                    <a:pt x="2479" y="101"/>
                    <a:pt x="2149" y="0"/>
                    <a:pt x="1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51" name="Google Shape;6451;p49"/>
            <p:cNvSpPr/>
            <p:nvPr/>
          </p:nvSpPr>
          <p:spPr>
            <a:xfrm>
              <a:off x="2200908" y="1474742"/>
              <a:ext cx="200357" cy="148706"/>
            </a:xfrm>
            <a:custGeom>
              <a:avLst/>
              <a:gdLst/>
              <a:ahLst/>
              <a:cxnLst/>
              <a:rect l="l" t="t" r="r" b="b"/>
              <a:pathLst>
                <a:path w="2316" h="1719" extrusionOk="0">
                  <a:moveTo>
                    <a:pt x="1162" y="1"/>
                  </a:moveTo>
                  <a:cubicBezTo>
                    <a:pt x="493" y="1"/>
                    <a:pt x="1" y="763"/>
                    <a:pt x="513" y="1464"/>
                  </a:cubicBezTo>
                  <a:cubicBezTo>
                    <a:pt x="524" y="1480"/>
                    <a:pt x="539" y="1495"/>
                    <a:pt x="555" y="1506"/>
                  </a:cubicBezTo>
                  <a:cubicBezTo>
                    <a:pt x="758" y="1654"/>
                    <a:pt x="966" y="1718"/>
                    <a:pt x="1159" y="1718"/>
                  </a:cubicBezTo>
                  <a:cubicBezTo>
                    <a:pt x="1826" y="1718"/>
                    <a:pt x="2315" y="955"/>
                    <a:pt x="1804" y="254"/>
                  </a:cubicBezTo>
                  <a:cubicBezTo>
                    <a:pt x="1792" y="238"/>
                    <a:pt x="1781" y="223"/>
                    <a:pt x="1765" y="212"/>
                  </a:cubicBezTo>
                  <a:cubicBezTo>
                    <a:pt x="1563" y="65"/>
                    <a:pt x="1355" y="1"/>
                    <a:pt x="11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52" name="Google Shape;6452;p49"/>
            <p:cNvSpPr/>
            <p:nvPr/>
          </p:nvSpPr>
          <p:spPr>
            <a:xfrm>
              <a:off x="2216912" y="1489968"/>
              <a:ext cx="168348" cy="118169"/>
            </a:xfrm>
            <a:custGeom>
              <a:avLst/>
              <a:gdLst/>
              <a:ahLst/>
              <a:cxnLst/>
              <a:rect l="l" t="t" r="r" b="b"/>
              <a:pathLst>
                <a:path w="1946" h="1366" extrusionOk="0">
                  <a:moveTo>
                    <a:pt x="955" y="1"/>
                  </a:moveTo>
                  <a:cubicBezTo>
                    <a:pt x="867" y="1"/>
                    <a:pt x="774" y="15"/>
                    <a:pt x="676" y="47"/>
                  </a:cubicBezTo>
                  <a:cubicBezTo>
                    <a:pt x="660" y="55"/>
                    <a:pt x="649" y="62"/>
                    <a:pt x="634" y="70"/>
                  </a:cubicBezTo>
                  <a:cubicBezTo>
                    <a:pt x="1" y="530"/>
                    <a:pt x="328" y="1365"/>
                    <a:pt x="992" y="1365"/>
                  </a:cubicBezTo>
                  <a:cubicBezTo>
                    <a:pt x="1079" y="1365"/>
                    <a:pt x="1173" y="1351"/>
                    <a:pt x="1270" y="1319"/>
                  </a:cubicBezTo>
                  <a:cubicBezTo>
                    <a:pt x="1285" y="1316"/>
                    <a:pt x="1301" y="1307"/>
                    <a:pt x="1313" y="1296"/>
                  </a:cubicBezTo>
                  <a:cubicBezTo>
                    <a:pt x="1946" y="835"/>
                    <a:pt x="1621" y="1"/>
                    <a:pt x="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53" name="Google Shape;6453;p49"/>
            <p:cNvSpPr/>
            <p:nvPr/>
          </p:nvSpPr>
          <p:spPr>
            <a:xfrm>
              <a:off x="2237588" y="1485383"/>
              <a:ext cx="127083" cy="127339"/>
            </a:xfrm>
            <a:custGeom>
              <a:avLst/>
              <a:gdLst/>
              <a:ahLst/>
              <a:cxnLst/>
              <a:rect l="l" t="t" r="r" b="b"/>
              <a:pathLst>
                <a:path w="1469" h="1472" extrusionOk="0">
                  <a:moveTo>
                    <a:pt x="736" y="479"/>
                  </a:moveTo>
                  <a:lnTo>
                    <a:pt x="766" y="571"/>
                  </a:lnTo>
                  <a:lnTo>
                    <a:pt x="736" y="587"/>
                  </a:lnTo>
                  <a:lnTo>
                    <a:pt x="763" y="633"/>
                  </a:lnTo>
                  <a:lnTo>
                    <a:pt x="782" y="621"/>
                  </a:lnTo>
                  <a:lnTo>
                    <a:pt x="789" y="644"/>
                  </a:lnTo>
                  <a:lnTo>
                    <a:pt x="839" y="628"/>
                  </a:lnTo>
                  <a:lnTo>
                    <a:pt x="828" y="598"/>
                  </a:lnTo>
                  <a:lnTo>
                    <a:pt x="920" y="552"/>
                  </a:lnTo>
                  <a:lnTo>
                    <a:pt x="874" y="640"/>
                  </a:lnTo>
                  <a:lnTo>
                    <a:pt x="844" y="633"/>
                  </a:lnTo>
                  <a:lnTo>
                    <a:pt x="828" y="683"/>
                  </a:lnTo>
                  <a:lnTo>
                    <a:pt x="847" y="690"/>
                  </a:lnTo>
                  <a:lnTo>
                    <a:pt x="839" y="709"/>
                  </a:lnTo>
                  <a:lnTo>
                    <a:pt x="885" y="736"/>
                  </a:lnTo>
                  <a:lnTo>
                    <a:pt x="901" y="706"/>
                  </a:lnTo>
                  <a:lnTo>
                    <a:pt x="993" y="736"/>
                  </a:lnTo>
                  <a:lnTo>
                    <a:pt x="901" y="766"/>
                  </a:lnTo>
                  <a:lnTo>
                    <a:pt x="885" y="740"/>
                  </a:lnTo>
                  <a:lnTo>
                    <a:pt x="839" y="763"/>
                  </a:lnTo>
                  <a:lnTo>
                    <a:pt x="847" y="782"/>
                  </a:lnTo>
                  <a:lnTo>
                    <a:pt x="828" y="789"/>
                  </a:lnTo>
                  <a:lnTo>
                    <a:pt x="844" y="840"/>
                  </a:lnTo>
                  <a:lnTo>
                    <a:pt x="874" y="832"/>
                  </a:lnTo>
                  <a:lnTo>
                    <a:pt x="920" y="920"/>
                  </a:lnTo>
                  <a:lnTo>
                    <a:pt x="828" y="874"/>
                  </a:lnTo>
                  <a:lnTo>
                    <a:pt x="839" y="844"/>
                  </a:lnTo>
                  <a:lnTo>
                    <a:pt x="789" y="828"/>
                  </a:lnTo>
                  <a:lnTo>
                    <a:pt x="782" y="851"/>
                  </a:lnTo>
                  <a:lnTo>
                    <a:pt x="763" y="840"/>
                  </a:lnTo>
                  <a:lnTo>
                    <a:pt x="736" y="886"/>
                  </a:lnTo>
                  <a:lnTo>
                    <a:pt x="766" y="901"/>
                  </a:lnTo>
                  <a:lnTo>
                    <a:pt x="736" y="996"/>
                  </a:lnTo>
                  <a:lnTo>
                    <a:pt x="706" y="901"/>
                  </a:lnTo>
                  <a:lnTo>
                    <a:pt x="732" y="886"/>
                  </a:lnTo>
                  <a:lnTo>
                    <a:pt x="709" y="840"/>
                  </a:lnTo>
                  <a:lnTo>
                    <a:pt x="690" y="851"/>
                  </a:lnTo>
                  <a:lnTo>
                    <a:pt x="683" y="828"/>
                  </a:lnTo>
                  <a:lnTo>
                    <a:pt x="632" y="844"/>
                  </a:lnTo>
                  <a:lnTo>
                    <a:pt x="640" y="874"/>
                  </a:lnTo>
                  <a:lnTo>
                    <a:pt x="552" y="920"/>
                  </a:lnTo>
                  <a:lnTo>
                    <a:pt x="552" y="920"/>
                  </a:lnTo>
                  <a:lnTo>
                    <a:pt x="598" y="832"/>
                  </a:lnTo>
                  <a:lnTo>
                    <a:pt x="628" y="840"/>
                  </a:lnTo>
                  <a:lnTo>
                    <a:pt x="644" y="789"/>
                  </a:lnTo>
                  <a:lnTo>
                    <a:pt x="621" y="782"/>
                  </a:lnTo>
                  <a:lnTo>
                    <a:pt x="632" y="763"/>
                  </a:lnTo>
                  <a:lnTo>
                    <a:pt x="586" y="740"/>
                  </a:lnTo>
                  <a:lnTo>
                    <a:pt x="571" y="766"/>
                  </a:lnTo>
                  <a:lnTo>
                    <a:pt x="476" y="736"/>
                  </a:lnTo>
                  <a:lnTo>
                    <a:pt x="571" y="706"/>
                  </a:lnTo>
                  <a:lnTo>
                    <a:pt x="586" y="736"/>
                  </a:lnTo>
                  <a:lnTo>
                    <a:pt x="632" y="709"/>
                  </a:lnTo>
                  <a:lnTo>
                    <a:pt x="621" y="690"/>
                  </a:lnTo>
                  <a:lnTo>
                    <a:pt x="644" y="683"/>
                  </a:lnTo>
                  <a:lnTo>
                    <a:pt x="628" y="633"/>
                  </a:lnTo>
                  <a:lnTo>
                    <a:pt x="598" y="640"/>
                  </a:lnTo>
                  <a:lnTo>
                    <a:pt x="552" y="552"/>
                  </a:lnTo>
                  <a:lnTo>
                    <a:pt x="640" y="598"/>
                  </a:lnTo>
                  <a:lnTo>
                    <a:pt x="632" y="628"/>
                  </a:lnTo>
                  <a:lnTo>
                    <a:pt x="683" y="644"/>
                  </a:lnTo>
                  <a:lnTo>
                    <a:pt x="690" y="621"/>
                  </a:lnTo>
                  <a:lnTo>
                    <a:pt x="709" y="633"/>
                  </a:lnTo>
                  <a:lnTo>
                    <a:pt x="732" y="587"/>
                  </a:lnTo>
                  <a:lnTo>
                    <a:pt x="706" y="571"/>
                  </a:lnTo>
                  <a:lnTo>
                    <a:pt x="736" y="479"/>
                  </a:lnTo>
                  <a:close/>
                  <a:moveTo>
                    <a:pt x="637" y="0"/>
                  </a:moveTo>
                  <a:lnTo>
                    <a:pt x="586" y="20"/>
                  </a:lnTo>
                  <a:lnTo>
                    <a:pt x="709" y="391"/>
                  </a:lnTo>
                  <a:lnTo>
                    <a:pt x="655" y="548"/>
                  </a:lnTo>
                  <a:lnTo>
                    <a:pt x="510" y="476"/>
                  </a:lnTo>
                  <a:lnTo>
                    <a:pt x="333" y="123"/>
                  </a:lnTo>
                  <a:lnTo>
                    <a:pt x="287" y="146"/>
                  </a:lnTo>
                  <a:lnTo>
                    <a:pt x="433" y="433"/>
                  </a:lnTo>
                  <a:lnTo>
                    <a:pt x="146" y="288"/>
                  </a:lnTo>
                  <a:lnTo>
                    <a:pt x="123" y="334"/>
                  </a:lnTo>
                  <a:lnTo>
                    <a:pt x="471" y="513"/>
                  </a:lnTo>
                  <a:lnTo>
                    <a:pt x="548" y="660"/>
                  </a:lnTo>
                  <a:lnTo>
                    <a:pt x="391" y="709"/>
                  </a:lnTo>
                  <a:lnTo>
                    <a:pt x="16" y="587"/>
                  </a:lnTo>
                  <a:lnTo>
                    <a:pt x="0" y="637"/>
                  </a:lnTo>
                  <a:lnTo>
                    <a:pt x="307" y="736"/>
                  </a:lnTo>
                  <a:lnTo>
                    <a:pt x="0" y="835"/>
                  </a:lnTo>
                  <a:lnTo>
                    <a:pt x="16" y="886"/>
                  </a:lnTo>
                  <a:lnTo>
                    <a:pt x="391" y="763"/>
                  </a:lnTo>
                  <a:lnTo>
                    <a:pt x="548" y="812"/>
                  </a:lnTo>
                  <a:lnTo>
                    <a:pt x="471" y="959"/>
                  </a:lnTo>
                  <a:lnTo>
                    <a:pt x="123" y="1139"/>
                  </a:lnTo>
                  <a:lnTo>
                    <a:pt x="146" y="1185"/>
                  </a:lnTo>
                  <a:lnTo>
                    <a:pt x="433" y="1039"/>
                  </a:lnTo>
                  <a:lnTo>
                    <a:pt x="433" y="1039"/>
                  </a:lnTo>
                  <a:lnTo>
                    <a:pt x="287" y="1326"/>
                  </a:lnTo>
                  <a:lnTo>
                    <a:pt x="333" y="1349"/>
                  </a:lnTo>
                  <a:lnTo>
                    <a:pt x="510" y="1001"/>
                  </a:lnTo>
                  <a:lnTo>
                    <a:pt x="655" y="924"/>
                  </a:lnTo>
                  <a:lnTo>
                    <a:pt x="709" y="1081"/>
                  </a:lnTo>
                  <a:lnTo>
                    <a:pt x="586" y="1452"/>
                  </a:lnTo>
                  <a:lnTo>
                    <a:pt x="637" y="1472"/>
                  </a:lnTo>
                  <a:lnTo>
                    <a:pt x="736" y="1165"/>
                  </a:lnTo>
                  <a:lnTo>
                    <a:pt x="835" y="1472"/>
                  </a:lnTo>
                  <a:lnTo>
                    <a:pt x="885" y="1452"/>
                  </a:lnTo>
                  <a:lnTo>
                    <a:pt x="763" y="1081"/>
                  </a:lnTo>
                  <a:lnTo>
                    <a:pt x="812" y="924"/>
                  </a:lnTo>
                  <a:lnTo>
                    <a:pt x="959" y="1001"/>
                  </a:lnTo>
                  <a:lnTo>
                    <a:pt x="1138" y="1349"/>
                  </a:lnTo>
                  <a:lnTo>
                    <a:pt x="1184" y="1326"/>
                  </a:lnTo>
                  <a:lnTo>
                    <a:pt x="1039" y="1039"/>
                  </a:lnTo>
                  <a:lnTo>
                    <a:pt x="1326" y="1185"/>
                  </a:lnTo>
                  <a:lnTo>
                    <a:pt x="1349" y="1139"/>
                  </a:lnTo>
                  <a:lnTo>
                    <a:pt x="996" y="959"/>
                  </a:lnTo>
                  <a:lnTo>
                    <a:pt x="924" y="812"/>
                  </a:lnTo>
                  <a:lnTo>
                    <a:pt x="1081" y="763"/>
                  </a:lnTo>
                  <a:lnTo>
                    <a:pt x="1452" y="886"/>
                  </a:lnTo>
                  <a:lnTo>
                    <a:pt x="1468" y="835"/>
                  </a:lnTo>
                  <a:lnTo>
                    <a:pt x="1165" y="736"/>
                  </a:lnTo>
                  <a:lnTo>
                    <a:pt x="1468" y="637"/>
                  </a:lnTo>
                  <a:lnTo>
                    <a:pt x="1452" y="587"/>
                  </a:lnTo>
                  <a:lnTo>
                    <a:pt x="1081" y="709"/>
                  </a:lnTo>
                  <a:lnTo>
                    <a:pt x="924" y="660"/>
                  </a:lnTo>
                  <a:lnTo>
                    <a:pt x="996" y="513"/>
                  </a:lnTo>
                  <a:lnTo>
                    <a:pt x="1349" y="334"/>
                  </a:lnTo>
                  <a:lnTo>
                    <a:pt x="1326" y="288"/>
                  </a:lnTo>
                  <a:lnTo>
                    <a:pt x="1039" y="433"/>
                  </a:lnTo>
                  <a:lnTo>
                    <a:pt x="1184" y="146"/>
                  </a:lnTo>
                  <a:lnTo>
                    <a:pt x="1138" y="123"/>
                  </a:lnTo>
                  <a:lnTo>
                    <a:pt x="959" y="476"/>
                  </a:lnTo>
                  <a:lnTo>
                    <a:pt x="812" y="548"/>
                  </a:lnTo>
                  <a:lnTo>
                    <a:pt x="763" y="391"/>
                  </a:lnTo>
                  <a:lnTo>
                    <a:pt x="885" y="20"/>
                  </a:lnTo>
                  <a:lnTo>
                    <a:pt x="835" y="0"/>
                  </a:lnTo>
                  <a:lnTo>
                    <a:pt x="736" y="306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54" name="Google Shape;6454;p49"/>
            <p:cNvSpPr/>
            <p:nvPr/>
          </p:nvSpPr>
          <p:spPr>
            <a:xfrm>
              <a:off x="2279198" y="1532703"/>
              <a:ext cx="43861" cy="32700"/>
            </a:xfrm>
            <a:custGeom>
              <a:avLst/>
              <a:gdLst/>
              <a:ahLst/>
              <a:cxnLst/>
              <a:rect l="l" t="t" r="r" b="b"/>
              <a:pathLst>
                <a:path w="507" h="378" extrusionOk="0">
                  <a:moveTo>
                    <a:pt x="254" y="1"/>
                  </a:moveTo>
                  <a:cubicBezTo>
                    <a:pt x="108" y="1"/>
                    <a:pt x="0" y="169"/>
                    <a:pt x="113" y="323"/>
                  </a:cubicBezTo>
                  <a:cubicBezTo>
                    <a:pt x="113" y="327"/>
                    <a:pt x="117" y="331"/>
                    <a:pt x="121" y="331"/>
                  </a:cubicBezTo>
                  <a:cubicBezTo>
                    <a:pt x="166" y="364"/>
                    <a:pt x="212" y="378"/>
                    <a:pt x="254" y="378"/>
                  </a:cubicBezTo>
                  <a:cubicBezTo>
                    <a:pt x="400" y="378"/>
                    <a:pt x="506" y="210"/>
                    <a:pt x="397" y="58"/>
                  </a:cubicBezTo>
                  <a:cubicBezTo>
                    <a:pt x="393" y="55"/>
                    <a:pt x="389" y="51"/>
                    <a:pt x="386" y="47"/>
                  </a:cubicBezTo>
                  <a:cubicBezTo>
                    <a:pt x="342" y="15"/>
                    <a:pt x="296" y="1"/>
                    <a:pt x="2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55" name="Google Shape;6455;p49"/>
            <p:cNvSpPr/>
            <p:nvPr/>
          </p:nvSpPr>
          <p:spPr>
            <a:xfrm>
              <a:off x="1234430" y="1430882"/>
              <a:ext cx="318703" cy="236598"/>
            </a:xfrm>
            <a:custGeom>
              <a:avLst/>
              <a:gdLst/>
              <a:ahLst/>
              <a:cxnLst/>
              <a:rect l="l" t="t" r="r" b="b"/>
              <a:pathLst>
                <a:path w="3684" h="2735" extrusionOk="0">
                  <a:moveTo>
                    <a:pt x="1842" y="0"/>
                  </a:moveTo>
                  <a:cubicBezTo>
                    <a:pt x="781" y="0"/>
                    <a:pt x="1" y="1210"/>
                    <a:pt x="810" y="2328"/>
                  </a:cubicBezTo>
                  <a:cubicBezTo>
                    <a:pt x="833" y="2355"/>
                    <a:pt x="856" y="2378"/>
                    <a:pt x="882" y="2401"/>
                  </a:cubicBezTo>
                  <a:cubicBezTo>
                    <a:pt x="1205" y="2634"/>
                    <a:pt x="1536" y="2735"/>
                    <a:pt x="1842" y="2735"/>
                  </a:cubicBezTo>
                  <a:cubicBezTo>
                    <a:pt x="2905" y="2735"/>
                    <a:pt x="3684" y="1523"/>
                    <a:pt x="2875" y="408"/>
                  </a:cubicBezTo>
                  <a:cubicBezTo>
                    <a:pt x="2856" y="377"/>
                    <a:pt x="2833" y="354"/>
                    <a:pt x="2802" y="335"/>
                  </a:cubicBezTo>
                  <a:cubicBezTo>
                    <a:pt x="2479" y="101"/>
                    <a:pt x="2149" y="0"/>
                    <a:pt x="1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56" name="Google Shape;6456;p49"/>
            <p:cNvSpPr/>
            <p:nvPr/>
          </p:nvSpPr>
          <p:spPr>
            <a:xfrm>
              <a:off x="1293949" y="1474742"/>
              <a:ext cx="200011" cy="148706"/>
            </a:xfrm>
            <a:custGeom>
              <a:avLst/>
              <a:gdLst/>
              <a:ahLst/>
              <a:cxnLst/>
              <a:rect l="l" t="t" r="r" b="b"/>
              <a:pathLst>
                <a:path w="2312" h="1719" extrusionOk="0">
                  <a:moveTo>
                    <a:pt x="1158" y="1"/>
                  </a:moveTo>
                  <a:cubicBezTo>
                    <a:pt x="491" y="1"/>
                    <a:pt x="0" y="763"/>
                    <a:pt x="509" y="1464"/>
                  </a:cubicBezTo>
                  <a:cubicBezTo>
                    <a:pt x="520" y="1480"/>
                    <a:pt x="535" y="1495"/>
                    <a:pt x="550" y="1506"/>
                  </a:cubicBezTo>
                  <a:cubicBezTo>
                    <a:pt x="753" y="1654"/>
                    <a:pt x="961" y="1718"/>
                    <a:pt x="1155" y="1718"/>
                  </a:cubicBezTo>
                  <a:cubicBezTo>
                    <a:pt x="1822" y="1718"/>
                    <a:pt x="2311" y="955"/>
                    <a:pt x="1804" y="254"/>
                  </a:cubicBezTo>
                  <a:cubicBezTo>
                    <a:pt x="1792" y="238"/>
                    <a:pt x="1777" y="223"/>
                    <a:pt x="1761" y="212"/>
                  </a:cubicBezTo>
                  <a:cubicBezTo>
                    <a:pt x="1559" y="65"/>
                    <a:pt x="1351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57" name="Google Shape;6457;p49"/>
            <p:cNvSpPr/>
            <p:nvPr/>
          </p:nvSpPr>
          <p:spPr>
            <a:xfrm>
              <a:off x="1309607" y="1489968"/>
              <a:ext cx="168348" cy="118169"/>
            </a:xfrm>
            <a:custGeom>
              <a:avLst/>
              <a:gdLst/>
              <a:ahLst/>
              <a:cxnLst/>
              <a:rect l="l" t="t" r="r" b="b"/>
              <a:pathLst>
                <a:path w="1946" h="1366" extrusionOk="0">
                  <a:moveTo>
                    <a:pt x="955" y="1"/>
                  </a:moveTo>
                  <a:cubicBezTo>
                    <a:pt x="867" y="1"/>
                    <a:pt x="774" y="15"/>
                    <a:pt x="676" y="47"/>
                  </a:cubicBezTo>
                  <a:cubicBezTo>
                    <a:pt x="661" y="55"/>
                    <a:pt x="650" y="62"/>
                    <a:pt x="634" y="70"/>
                  </a:cubicBezTo>
                  <a:cubicBezTo>
                    <a:pt x="1" y="530"/>
                    <a:pt x="328" y="1365"/>
                    <a:pt x="992" y="1365"/>
                  </a:cubicBezTo>
                  <a:cubicBezTo>
                    <a:pt x="1080" y="1365"/>
                    <a:pt x="1173" y="1351"/>
                    <a:pt x="1270" y="1319"/>
                  </a:cubicBezTo>
                  <a:cubicBezTo>
                    <a:pt x="1285" y="1316"/>
                    <a:pt x="1301" y="1307"/>
                    <a:pt x="1312" y="1296"/>
                  </a:cubicBezTo>
                  <a:cubicBezTo>
                    <a:pt x="1946" y="835"/>
                    <a:pt x="1621" y="1"/>
                    <a:pt x="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58" name="Google Shape;6458;p49"/>
            <p:cNvSpPr/>
            <p:nvPr/>
          </p:nvSpPr>
          <p:spPr>
            <a:xfrm>
              <a:off x="1330282" y="1485383"/>
              <a:ext cx="127343" cy="127339"/>
            </a:xfrm>
            <a:custGeom>
              <a:avLst/>
              <a:gdLst/>
              <a:ahLst/>
              <a:cxnLst/>
              <a:rect l="l" t="t" r="r" b="b"/>
              <a:pathLst>
                <a:path w="1472" h="1472" extrusionOk="0">
                  <a:moveTo>
                    <a:pt x="736" y="479"/>
                  </a:moveTo>
                  <a:lnTo>
                    <a:pt x="767" y="571"/>
                  </a:lnTo>
                  <a:lnTo>
                    <a:pt x="740" y="587"/>
                  </a:lnTo>
                  <a:lnTo>
                    <a:pt x="763" y="633"/>
                  </a:lnTo>
                  <a:lnTo>
                    <a:pt x="782" y="621"/>
                  </a:lnTo>
                  <a:lnTo>
                    <a:pt x="790" y="644"/>
                  </a:lnTo>
                  <a:lnTo>
                    <a:pt x="839" y="628"/>
                  </a:lnTo>
                  <a:lnTo>
                    <a:pt x="832" y="598"/>
                  </a:lnTo>
                  <a:lnTo>
                    <a:pt x="920" y="552"/>
                  </a:lnTo>
                  <a:lnTo>
                    <a:pt x="874" y="640"/>
                  </a:lnTo>
                  <a:lnTo>
                    <a:pt x="843" y="633"/>
                  </a:lnTo>
                  <a:lnTo>
                    <a:pt x="828" y="683"/>
                  </a:lnTo>
                  <a:lnTo>
                    <a:pt x="851" y="690"/>
                  </a:lnTo>
                  <a:lnTo>
                    <a:pt x="839" y="709"/>
                  </a:lnTo>
                  <a:lnTo>
                    <a:pt x="885" y="736"/>
                  </a:lnTo>
                  <a:lnTo>
                    <a:pt x="901" y="706"/>
                  </a:lnTo>
                  <a:lnTo>
                    <a:pt x="993" y="736"/>
                  </a:lnTo>
                  <a:lnTo>
                    <a:pt x="901" y="766"/>
                  </a:lnTo>
                  <a:lnTo>
                    <a:pt x="885" y="740"/>
                  </a:lnTo>
                  <a:lnTo>
                    <a:pt x="839" y="763"/>
                  </a:lnTo>
                  <a:lnTo>
                    <a:pt x="851" y="782"/>
                  </a:lnTo>
                  <a:lnTo>
                    <a:pt x="828" y="789"/>
                  </a:lnTo>
                  <a:lnTo>
                    <a:pt x="843" y="840"/>
                  </a:lnTo>
                  <a:lnTo>
                    <a:pt x="874" y="832"/>
                  </a:lnTo>
                  <a:lnTo>
                    <a:pt x="920" y="920"/>
                  </a:lnTo>
                  <a:lnTo>
                    <a:pt x="832" y="874"/>
                  </a:lnTo>
                  <a:lnTo>
                    <a:pt x="839" y="844"/>
                  </a:lnTo>
                  <a:lnTo>
                    <a:pt x="790" y="828"/>
                  </a:lnTo>
                  <a:lnTo>
                    <a:pt x="782" y="851"/>
                  </a:lnTo>
                  <a:lnTo>
                    <a:pt x="763" y="840"/>
                  </a:lnTo>
                  <a:lnTo>
                    <a:pt x="740" y="886"/>
                  </a:lnTo>
                  <a:lnTo>
                    <a:pt x="767" y="901"/>
                  </a:lnTo>
                  <a:lnTo>
                    <a:pt x="736" y="996"/>
                  </a:lnTo>
                  <a:lnTo>
                    <a:pt x="705" y="901"/>
                  </a:lnTo>
                  <a:lnTo>
                    <a:pt x="733" y="886"/>
                  </a:lnTo>
                  <a:lnTo>
                    <a:pt x="710" y="840"/>
                  </a:lnTo>
                  <a:lnTo>
                    <a:pt x="690" y="851"/>
                  </a:lnTo>
                  <a:lnTo>
                    <a:pt x="682" y="828"/>
                  </a:lnTo>
                  <a:lnTo>
                    <a:pt x="632" y="844"/>
                  </a:lnTo>
                  <a:lnTo>
                    <a:pt x="641" y="874"/>
                  </a:lnTo>
                  <a:lnTo>
                    <a:pt x="552" y="920"/>
                  </a:lnTo>
                  <a:lnTo>
                    <a:pt x="552" y="920"/>
                  </a:lnTo>
                  <a:lnTo>
                    <a:pt x="598" y="832"/>
                  </a:lnTo>
                  <a:lnTo>
                    <a:pt x="629" y="840"/>
                  </a:lnTo>
                  <a:lnTo>
                    <a:pt x="644" y="789"/>
                  </a:lnTo>
                  <a:lnTo>
                    <a:pt x="621" y="782"/>
                  </a:lnTo>
                  <a:lnTo>
                    <a:pt x="632" y="763"/>
                  </a:lnTo>
                  <a:lnTo>
                    <a:pt x="586" y="740"/>
                  </a:lnTo>
                  <a:lnTo>
                    <a:pt x="572" y="766"/>
                  </a:lnTo>
                  <a:lnTo>
                    <a:pt x="475" y="736"/>
                  </a:lnTo>
                  <a:lnTo>
                    <a:pt x="572" y="706"/>
                  </a:lnTo>
                  <a:lnTo>
                    <a:pt x="586" y="736"/>
                  </a:lnTo>
                  <a:lnTo>
                    <a:pt x="632" y="709"/>
                  </a:lnTo>
                  <a:lnTo>
                    <a:pt x="621" y="690"/>
                  </a:lnTo>
                  <a:lnTo>
                    <a:pt x="644" y="683"/>
                  </a:lnTo>
                  <a:lnTo>
                    <a:pt x="629" y="633"/>
                  </a:lnTo>
                  <a:lnTo>
                    <a:pt x="598" y="640"/>
                  </a:lnTo>
                  <a:lnTo>
                    <a:pt x="552" y="552"/>
                  </a:lnTo>
                  <a:lnTo>
                    <a:pt x="641" y="598"/>
                  </a:lnTo>
                  <a:lnTo>
                    <a:pt x="632" y="628"/>
                  </a:lnTo>
                  <a:lnTo>
                    <a:pt x="682" y="644"/>
                  </a:lnTo>
                  <a:lnTo>
                    <a:pt x="690" y="621"/>
                  </a:lnTo>
                  <a:lnTo>
                    <a:pt x="710" y="633"/>
                  </a:lnTo>
                  <a:lnTo>
                    <a:pt x="733" y="587"/>
                  </a:lnTo>
                  <a:lnTo>
                    <a:pt x="705" y="571"/>
                  </a:lnTo>
                  <a:lnTo>
                    <a:pt x="736" y="479"/>
                  </a:lnTo>
                  <a:close/>
                  <a:moveTo>
                    <a:pt x="636" y="0"/>
                  </a:moveTo>
                  <a:lnTo>
                    <a:pt x="586" y="20"/>
                  </a:lnTo>
                  <a:lnTo>
                    <a:pt x="710" y="391"/>
                  </a:lnTo>
                  <a:lnTo>
                    <a:pt x="659" y="548"/>
                  </a:lnTo>
                  <a:lnTo>
                    <a:pt x="514" y="476"/>
                  </a:lnTo>
                  <a:lnTo>
                    <a:pt x="333" y="123"/>
                  </a:lnTo>
                  <a:lnTo>
                    <a:pt x="287" y="146"/>
                  </a:lnTo>
                  <a:lnTo>
                    <a:pt x="434" y="433"/>
                  </a:lnTo>
                  <a:lnTo>
                    <a:pt x="146" y="288"/>
                  </a:lnTo>
                  <a:lnTo>
                    <a:pt x="123" y="334"/>
                  </a:lnTo>
                  <a:lnTo>
                    <a:pt x="471" y="513"/>
                  </a:lnTo>
                  <a:lnTo>
                    <a:pt x="549" y="660"/>
                  </a:lnTo>
                  <a:lnTo>
                    <a:pt x="391" y="709"/>
                  </a:lnTo>
                  <a:lnTo>
                    <a:pt x="20" y="587"/>
                  </a:lnTo>
                  <a:lnTo>
                    <a:pt x="1" y="637"/>
                  </a:lnTo>
                  <a:lnTo>
                    <a:pt x="307" y="736"/>
                  </a:lnTo>
                  <a:lnTo>
                    <a:pt x="1" y="835"/>
                  </a:lnTo>
                  <a:lnTo>
                    <a:pt x="20" y="886"/>
                  </a:lnTo>
                  <a:lnTo>
                    <a:pt x="391" y="763"/>
                  </a:lnTo>
                  <a:lnTo>
                    <a:pt x="549" y="812"/>
                  </a:lnTo>
                  <a:lnTo>
                    <a:pt x="471" y="959"/>
                  </a:lnTo>
                  <a:lnTo>
                    <a:pt x="123" y="1139"/>
                  </a:lnTo>
                  <a:lnTo>
                    <a:pt x="146" y="1185"/>
                  </a:lnTo>
                  <a:lnTo>
                    <a:pt x="434" y="1039"/>
                  </a:lnTo>
                  <a:lnTo>
                    <a:pt x="287" y="1326"/>
                  </a:lnTo>
                  <a:lnTo>
                    <a:pt x="333" y="1349"/>
                  </a:lnTo>
                  <a:lnTo>
                    <a:pt x="514" y="1001"/>
                  </a:lnTo>
                  <a:lnTo>
                    <a:pt x="659" y="924"/>
                  </a:lnTo>
                  <a:lnTo>
                    <a:pt x="710" y="1081"/>
                  </a:lnTo>
                  <a:lnTo>
                    <a:pt x="586" y="1452"/>
                  </a:lnTo>
                  <a:lnTo>
                    <a:pt x="636" y="1472"/>
                  </a:lnTo>
                  <a:lnTo>
                    <a:pt x="736" y="1165"/>
                  </a:lnTo>
                  <a:lnTo>
                    <a:pt x="836" y="1472"/>
                  </a:lnTo>
                  <a:lnTo>
                    <a:pt x="885" y="1452"/>
                  </a:lnTo>
                  <a:lnTo>
                    <a:pt x="763" y="1081"/>
                  </a:lnTo>
                  <a:lnTo>
                    <a:pt x="813" y="924"/>
                  </a:lnTo>
                  <a:lnTo>
                    <a:pt x="958" y="1001"/>
                  </a:lnTo>
                  <a:lnTo>
                    <a:pt x="1138" y="1349"/>
                  </a:lnTo>
                  <a:lnTo>
                    <a:pt x="1184" y="1326"/>
                  </a:lnTo>
                  <a:lnTo>
                    <a:pt x="1039" y="1039"/>
                  </a:lnTo>
                  <a:lnTo>
                    <a:pt x="1326" y="1185"/>
                  </a:lnTo>
                  <a:lnTo>
                    <a:pt x="1349" y="1139"/>
                  </a:lnTo>
                  <a:lnTo>
                    <a:pt x="997" y="959"/>
                  </a:lnTo>
                  <a:lnTo>
                    <a:pt x="924" y="812"/>
                  </a:lnTo>
                  <a:lnTo>
                    <a:pt x="1081" y="763"/>
                  </a:lnTo>
                  <a:lnTo>
                    <a:pt x="1453" y="886"/>
                  </a:lnTo>
                  <a:lnTo>
                    <a:pt x="1472" y="835"/>
                  </a:lnTo>
                  <a:lnTo>
                    <a:pt x="1165" y="736"/>
                  </a:lnTo>
                  <a:lnTo>
                    <a:pt x="1472" y="637"/>
                  </a:lnTo>
                  <a:lnTo>
                    <a:pt x="1453" y="587"/>
                  </a:lnTo>
                  <a:lnTo>
                    <a:pt x="1081" y="709"/>
                  </a:lnTo>
                  <a:lnTo>
                    <a:pt x="924" y="660"/>
                  </a:lnTo>
                  <a:lnTo>
                    <a:pt x="997" y="513"/>
                  </a:lnTo>
                  <a:lnTo>
                    <a:pt x="1349" y="334"/>
                  </a:lnTo>
                  <a:lnTo>
                    <a:pt x="1326" y="288"/>
                  </a:lnTo>
                  <a:lnTo>
                    <a:pt x="1039" y="433"/>
                  </a:lnTo>
                  <a:lnTo>
                    <a:pt x="1039" y="433"/>
                  </a:lnTo>
                  <a:lnTo>
                    <a:pt x="1184" y="146"/>
                  </a:lnTo>
                  <a:lnTo>
                    <a:pt x="1138" y="123"/>
                  </a:lnTo>
                  <a:lnTo>
                    <a:pt x="958" y="476"/>
                  </a:lnTo>
                  <a:lnTo>
                    <a:pt x="813" y="548"/>
                  </a:lnTo>
                  <a:lnTo>
                    <a:pt x="763" y="391"/>
                  </a:lnTo>
                  <a:lnTo>
                    <a:pt x="885" y="20"/>
                  </a:lnTo>
                  <a:lnTo>
                    <a:pt x="836" y="0"/>
                  </a:lnTo>
                  <a:lnTo>
                    <a:pt x="736" y="306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59" name="Google Shape;6459;p49"/>
            <p:cNvSpPr/>
            <p:nvPr/>
          </p:nvSpPr>
          <p:spPr>
            <a:xfrm>
              <a:off x="1371893" y="1532703"/>
              <a:ext cx="44120" cy="32700"/>
            </a:xfrm>
            <a:custGeom>
              <a:avLst/>
              <a:gdLst/>
              <a:ahLst/>
              <a:cxnLst/>
              <a:rect l="l" t="t" r="r" b="b"/>
              <a:pathLst>
                <a:path w="510" h="378" extrusionOk="0">
                  <a:moveTo>
                    <a:pt x="254" y="1"/>
                  </a:moveTo>
                  <a:cubicBezTo>
                    <a:pt x="109" y="1"/>
                    <a:pt x="0" y="169"/>
                    <a:pt x="114" y="323"/>
                  </a:cubicBezTo>
                  <a:cubicBezTo>
                    <a:pt x="114" y="327"/>
                    <a:pt x="117" y="331"/>
                    <a:pt x="121" y="331"/>
                  </a:cubicBezTo>
                  <a:cubicBezTo>
                    <a:pt x="166" y="364"/>
                    <a:pt x="212" y="378"/>
                    <a:pt x="255" y="378"/>
                  </a:cubicBezTo>
                  <a:cubicBezTo>
                    <a:pt x="402" y="378"/>
                    <a:pt x="509" y="210"/>
                    <a:pt x="397" y="58"/>
                  </a:cubicBezTo>
                  <a:cubicBezTo>
                    <a:pt x="393" y="55"/>
                    <a:pt x="390" y="51"/>
                    <a:pt x="385" y="47"/>
                  </a:cubicBezTo>
                  <a:cubicBezTo>
                    <a:pt x="341" y="15"/>
                    <a:pt x="296" y="1"/>
                    <a:pt x="2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60" name="Google Shape;6460;p49"/>
            <p:cNvSpPr/>
            <p:nvPr/>
          </p:nvSpPr>
          <p:spPr>
            <a:xfrm>
              <a:off x="1209602" y="1115962"/>
              <a:ext cx="1043657" cy="218518"/>
            </a:xfrm>
            <a:custGeom>
              <a:avLst/>
              <a:gdLst/>
              <a:ahLst/>
              <a:cxnLst/>
              <a:rect l="l" t="t" r="r" b="b"/>
              <a:pathLst>
                <a:path w="12064" h="2526" extrusionOk="0">
                  <a:moveTo>
                    <a:pt x="4993" y="1"/>
                  </a:moveTo>
                  <a:cubicBezTo>
                    <a:pt x="3817" y="1"/>
                    <a:pt x="2652" y="35"/>
                    <a:pt x="1518" y="96"/>
                  </a:cubicBezTo>
                  <a:lnTo>
                    <a:pt x="1499" y="96"/>
                  </a:lnTo>
                  <a:lnTo>
                    <a:pt x="1484" y="112"/>
                  </a:lnTo>
                  <a:cubicBezTo>
                    <a:pt x="1169" y="510"/>
                    <a:pt x="0" y="2526"/>
                    <a:pt x="345" y="2526"/>
                  </a:cubicBezTo>
                  <a:lnTo>
                    <a:pt x="11975" y="2526"/>
                  </a:lnTo>
                  <a:lnTo>
                    <a:pt x="12064" y="2204"/>
                  </a:lnTo>
                  <a:lnTo>
                    <a:pt x="9860" y="192"/>
                  </a:lnTo>
                  <a:lnTo>
                    <a:pt x="9844" y="188"/>
                  </a:lnTo>
                  <a:cubicBezTo>
                    <a:pt x="9821" y="188"/>
                    <a:pt x="7848" y="1"/>
                    <a:pt x="49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61" name="Google Shape;6461;p49"/>
            <p:cNvSpPr/>
            <p:nvPr/>
          </p:nvSpPr>
          <p:spPr>
            <a:xfrm>
              <a:off x="1165483" y="1111406"/>
              <a:ext cx="138676" cy="194382"/>
            </a:xfrm>
            <a:custGeom>
              <a:avLst/>
              <a:gdLst/>
              <a:ahLst/>
              <a:cxnLst/>
              <a:rect l="l" t="t" r="r" b="b"/>
              <a:pathLst>
                <a:path w="1603" h="2247" extrusionOk="0">
                  <a:moveTo>
                    <a:pt x="1434" y="1"/>
                  </a:moveTo>
                  <a:cubicBezTo>
                    <a:pt x="1434" y="1"/>
                    <a:pt x="671" y="836"/>
                    <a:pt x="1" y="2247"/>
                  </a:cubicBezTo>
                  <a:cubicBezTo>
                    <a:pt x="2" y="2247"/>
                    <a:pt x="4" y="2247"/>
                    <a:pt x="5" y="2247"/>
                  </a:cubicBezTo>
                  <a:cubicBezTo>
                    <a:pt x="300" y="2247"/>
                    <a:pt x="1602" y="199"/>
                    <a:pt x="14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62" name="Google Shape;6462;p49"/>
            <p:cNvSpPr/>
            <p:nvPr/>
          </p:nvSpPr>
          <p:spPr>
            <a:xfrm>
              <a:off x="1250002" y="1120201"/>
              <a:ext cx="998585" cy="210300"/>
            </a:xfrm>
            <a:custGeom>
              <a:avLst/>
              <a:gdLst/>
              <a:ahLst/>
              <a:cxnLst/>
              <a:rect l="l" t="t" r="r" b="b"/>
              <a:pathLst>
                <a:path w="11543" h="2431" extrusionOk="0">
                  <a:moveTo>
                    <a:pt x="4621" y="0"/>
                  </a:moveTo>
                  <a:cubicBezTo>
                    <a:pt x="4520" y="0"/>
                    <a:pt x="4418" y="1"/>
                    <a:pt x="4316" y="1"/>
                  </a:cubicBezTo>
                  <a:cubicBezTo>
                    <a:pt x="4124" y="1"/>
                    <a:pt x="3932" y="1"/>
                    <a:pt x="3733" y="5"/>
                  </a:cubicBezTo>
                  <a:lnTo>
                    <a:pt x="3573" y="5"/>
                  </a:lnTo>
                  <a:cubicBezTo>
                    <a:pt x="3484" y="9"/>
                    <a:pt x="3396" y="9"/>
                    <a:pt x="3308" y="12"/>
                  </a:cubicBezTo>
                  <a:cubicBezTo>
                    <a:pt x="2595" y="24"/>
                    <a:pt x="1836" y="51"/>
                    <a:pt x="1055" y="93"/>
                  </a:cubicBezTo>
                  <a:cubicBezTo>
                    <a:pt x="1055" y="93"/>
                    <a:pt x="453" y="909"/>
                    <a:pt x="116" y="1798"/>
                  </a:cubicBezTo>
                  <a:cubicBezTo>
                    <a:pt x="1" y="2101"/>
                    <a:pt x="231" y="2431"/>
                    <a:pt x="557" y="2431"/>
                  </a:cubicBezTo>
                  <a:lnTo>
                    <a:pt x="11473" y="2431"/>
                  </a:lnTo>
                  <a:lnTo>
                    <a:pt x="11542" y="2170"/>
                  </a:lnTo>
                  <a:lnTo>
                    <a:pt x="9370" y="185"/>
                  </a:lnTo>
                  <a:cubicBezTo>
                    <a:pt x="9370" y="185"/>
                    <a:pt x="9190" y="169"/>
                    <a:pt x="8852" y="143"/>
                  </a:cubicBezTo>
                  <a:cubicBezTo>
                    <a:pt x="8691" y="132"/>
                    <a:pt x="8493" y="120"/>
                    <a:pt x="8266" y="109"/>
                  </a:cubicBezTo>
                  <a:cubicBezTo>
                    <a:pt x="8217" y="104"/>
                    <a:pt x="8163" y="101"/>
                    <a:pt x="8109" y="97"/>
                  </a:cubicBezTo>
                  <a:cubicBezTo>
                    <a:pt x="8025" y="93"/>
                    <a:pt x="7937" y="89"/>
                    <a:pt x="7845" y="81"/>
                  </a:cubicBezTo>
                  <a:cubicBezTo>
                    <a:pt x="7030" y="43"/>
                    <a:pt x="5922" y="0"/>
                    <a:pt x="46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63" name="Google Shape;6463;p49"/>
            <p:cNvSpPr/>
            <p:nvPr/>
          </p:nvSpPr>
          <p:spPr>
            <a:xfrm>
              <a:off x="2021056" y="1133178"/>
              <a:ext cx="122498" cy="197324"/>
            </a:xfrm>
            <a:custGeom>
              <a:avLst/>
              <a:gdLst/>
              <a:ahLst/>
              <a:cxnLst/>
              <a:rect l="l" t="t" r="r" b="b"/>
              <a:pathLst>
                <a:path w="1416" h="2281" extrusionOk="0">
                  <a:moveTo>
                    <a:pt x="1" y="0"/>
                  </a:moveTo>
                  <a:cubicBezTo>
                    <a:pt x="162" y="58"/>
                    <a:pt x="1013" y="2184"/>
                    <a:pt x="933" y="2281"/>
                  </a:cubicBezTo>
                  <a:lnTo>
                    <a:pt x="1415" y="2281"/>
                  </a:lnTo>
                  <a:cubicBezTo>
                    <a:pt x="1281" y="2219"/>
                    <a:pt x="158" y="58"/>
                    <a:pt x="181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64" name="Google Shape;6464;p49"/>
            <p:cNvSpPr/>
            <p:nvPr/>
          </p:nvSpPr>
          <p:spPr>
            <a:xfrm>
              <a:off x="1756598" y="1102842"/>
              <a:ext cx="17908" cy="210559"/>
            </a:xfrm>
            <a:custGeom>
              <a:avLst/>
              <a:gdLst/>
              <a:ahLst/>
              <a:cxnLst/>
              <a:rect l="l" t="t" r="r" b="b"/>
              <a:pathLst>
                <a:path w="207" h="2434" extrusionOk="0">
                  <a:moveTo>
                    <a:pt x="16" y="1"/>
                  </a:moveTo>
                  <a:lnTo>
                    <a:pt x="0" y="4"/>
                  </a:lnTo>
                  <a:lnTo>
                    <a:pt x="191" y="2434"/>
                  </a:lnTo>
                  <a:lnTo>
                    <a:pt x="207" y="2434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65" name="Google Shape;6465;p49"/>
            <p:cNvSpPr/>
            <p:nvPr/>
          </p:nvSpPr>
          <p:spPr>
            <a:xfrm>
              <a:off x="1430719" y="1105437"/>
              <a:ext cx="38151" cy="207964"/>
            </a:xfrm>
            <a:custGeom>
              <a:avLst/>
              <a:gdLst/>
              <a:ahLst/>
              <a:cxnLst/>
              <a:rect l="l" t="t" r="r" b="b"/>
              <a:pathLst>
                <a:path w="441" h="2404" extrusionOk="0">
                  <a:moveTo>
                    <a:pt x="426" y="1"/>
                  </a:moveTo>
                  <a:lnTo>
                    <a:pt x="0" y="2399"/>
                  </a:lnTo>
                  <a:lnTo>
                    <a:pt x="16" y="2404"/>
                  </a:lnTo>
                  <a:lnTo>
                    <a:pt x="441" y="5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66" name="Google Shape;6466;p49"/>
            <p:cNvSpPr/>
            <p:nvPr/>
          </p:nvSpPr>
          <p:spPr>
            <a:xfrm>
              <a:off x="1419819" y="1322574"/>
              <a:ext cx="826084" cy="240145"/>
            </a:xfrm>
            <a:custGeom>
              <a:avLst/>
              <a:gdLst/>
              <a:ahLst/>
              <a:cxnLst/>
              <a:rect l="l" t="t" r="r" b="b"/>
              <a:pathLst>
                <a:path w="9549" h="2776" extrusionOk="0">
                  <a:moveTo>
                    <a:pt x="92" y="1"/>
                  </a:moveTo>
                  <a:lnTo>
                    <a:pt x="0" y="598"/>
                  </a:lnTo>
                  <a:lnTo>
                    <a:pt x="7" y="598"/>
                  </a:lnTo>
                  <a:cubicBezTo>
                    <a:pt x="406" y="644"/>
                    <a:pt x="705" y="794"/>
                    <a:pt x="931" y="998"/>
                  </a:cubicBezTo>
                  <a:cubicBezTo>
                    <a:pt x="1268" y="1304"/>
                    <a:pt x="1440" y="1729"/>
                    <a:pt x="1529" y="2085"/>
                  </a:cubicBezTo>
                  <a:cubicBezTo>
                    <a:pt x="1617" y="2441"/>
                    <a:pt x="1621" y="2733"/>
                    <a:pt x="1621" y="2763"/>
                  </a:cubicBezTo>
                  <a:lnTo>
                    <a:pt x="1621" y="2768"/>
                  </a:lnTo>
                  <a:lnTo>
                    <a:pt x="1621" y="2775"/>
                  </a:lnTo>
                  <a:lnTo>
                    <a:pt x="8457" y="2775"/>
                  </a:lnTo>
                  <a:lnTo>
                    <a:pt x="8457" y="2768"/>
                  </a:lnTo>
                  <a:cubicBezTo>
                    <a:pt x="8461" y="2013"/>
                    <a:pt x="8725" y="1576"/>
                    <a:pt x="8990" y="1330"/>
                  </a:cubicBezTo>
                  <a:cubicBezTo>
                    <a:pt x="9119" y="1208"/>
                    <a:pt x="9250" y="1131"/>
                    <a:pt x="9346" y="1089"/>
                  </a:cubicBezTo>
                  <a:cubicBezTo>
                    <a:pt x="9395" y="1066"/>
                    <a:pt x="9438" y="1051"/>
                    <a:pt x="9464" y="1044"/>
                  </a:cubicBezTo>
                  <a:cubicBezTo>
                    <a:pt x="9480" y="1035"/>
                    <a:pt x="9492" y="1035"/>
                    <a:pt x="9499" y="1032"/>
                  </a:cubicBezTo>
                  <a:lnTo>
                    <a:pt x="9507" y="1032"/>
                  </a:lnTo>
                  <a:lnTo>
                    <a:pt x="9510" y="1028"/>
                  </a:lnTo>
                  <a:lnTo>
                    <a:pt x="9515" y="1028"/>
                  </a:lnTo>
                  <a:lnTo>
                    <a:pt x="9515" y="1024"/>
                  </a:lnTo>
                  <a:cubicBezTo>
                    <a:pt x="9542" y="883"/>
                    <a:pt x="9549" y="722"/>
                    <a:pt x="9549" y="568"/>
                  </a:cubicBezTo>
                  <a:cubicBezTo>
                    <a:pt x="9549" y="265"/>
                    <a:pt x="9515" y="1"/>
                    <a:pt x="9515" y="1"/>
                  </a:cubicBezTo>
                  <a:lnTo>
                    <a:pt x="9499" y="4"/>
                  </a:lnTo>
                  <a:cubicBezTo>
                    <a:pt x="9499" y="4"/>
                    <a:pt x="9503" y="20"/>
                    <a:pt x="9507" y="50"/>
                  </a:cubicBezTo>
                  <a:cubicBezTo>
                    <a:pt x="9515" y="139"/>
                    <a:pt x="9533" y="342"/>
                    <a:pt x="9533" y="568"/>
                  </a:cubicBezTo>
                  <a:cubicBezTo>
                    <a:pt x="9533" y="716"/>
                    <a:pt x="9526" y="875"/>
                    <a:pt x="9504" y="1017"/>
                  </a:cubicBezTo>
                  <a:lnTo>
                    <a:pt x="9504" y="1017"/>
                  </a:lnTo>
                  <a:cubicBezTo>
                    <a:pt x="9473" y="1024"/>
                    <a:pt x="9226" y="1089"/>
                    <a:pt x="8978" y="1319"/>
                  </a:cubicBezTo>
                  <a:cubicBezTo>
                    <a:pt x="8715" y="1567"/>
                    <a:pt x="8451" y="2006"/>
                    <a:pt x="8445" y="2760"/>
                  </a:cubicBezTo>
                  <a:lnTo>
                    <a:pt x="1633" y="2760"/>
                  </a:lnTo>
                  <a:cubicBezTo>
                    <a:pt x="1632" y="2695"/>
                    <a:pt x="1624" y="2209"/>
                    <a:pt x="1426" y="1710"/>
                  </a:cubicBezTo>
                  <a:cubicBezTo>
                    <a:pt x="1322" y="1453"/>
                    <a:pt x="1169" y="1192"/>
                    <a:pt x="943" y="989"/>
                  </a:cubicBezTo>
                  <a:cubicBezTo>
                    <a:pt x="714" y="784"/>
                    <a:pt x="414" y="632"/>
                    <a:pt x="16" y="585"/>
                  </a:cubicBezTo>
                  <a:lnTo>
                    <a:pt x="16" y="585"/>
                  </a:lnTo>
                  <a:lnTo>
                    <a:pt x="107" y="4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67" name="Google Shape;6467;p49"/>
            <p:cNvSpPr/>
            <p:nvPr/>
          </p:nvSpPr>
          <p:spPr>
            <a:xfrm>
              <a:off x="1765163" y="1324909"/>
              <a:ext cx="9343" cy="237117"/>
            </a:xfrm>
            <a:custGeom>
              <a:avLst/>
              <a:gdLst/>
              <a:ahLst/>
              <a:cxnLst/>
              <a:rect l="l" t="t" r="r" b="b"/>
              <a:pathLst>
                <a:path w="108" h="2741" extrusionOk="0">
                  <a:moveTo>
                    <a:pt x="92" y="0"/>
                  </a:moveTo>
                  <a:cubicBezTo>
                    <a:pt x="20" y="621"/>
                    <a:pt x="0" y="1173"/>
                    <a:pt x="0" y="1618"/>
                  </a:cubicBezTo>
                  <a:cubicBezTo>
                    <a:pt x="0" y="2315"/>
                    <a:pt x="51" y="2741"/>
                    <a:pt x="51" y="2741"/>
                  </a:cubicBezTo>
                  <a:lnTo>
                    <a:pt x="66" y="2741"/>
                  </a:lnTo>
                  <a:lnTo>
                    <a:pt x="66" y="2722"/>
                  </a:lnTo>
                  <a:cubicBezTo>
                    <a:pt x="55" y="2630"/>
                    <a:pt x="12" y="2227"/>
                    <a:pt x="12" y="1618"/>
                  </a:cubicBezTo>
                  <a:cubicBezTo>
                    <a:pt x="12" y="1177"/>
                    <a:pt x="35" y="621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68" name="Google Shape;6468;p49"/>
            <p:cNvSpPr/>
            <p:nvPr/>
          </p:nvSpPr>
          <p:spPr>
            <a:xfrm>
              <a:off x="1244033" y="1333906"/>
              <a:ext cx="999883" cy="1384"/>
            </a:xfrm>
            <a:custGeom>
              <a:avLst/>
              <a:gdLst/>
              <a:ahLst/>
              <a:cxnLst/>
              <a:rect l="l" t="t" r="r" b="b"/>
              <a:pathLst>
                <a:path w="11558" h="16" extrusionOk="0">
                  <a:moveTo>
                    <a:pt x="1" y="0"/>
                  </a:moveTo>
                  <a:lnTo>
                    <a:pt x="1" y="16"/>
                  </a:lnTo>
                  <a:lnTo>
                    <a:pt x="11558" y="16"/>
                  </a:lnTo>
                  <a:lnTo>
                    <a:pt x="115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69" name="Google Shape;6469;p49"/>
            <p:cNvSpPr/>
            <p:nvPr/>
          </p:nvSpPr>
          <p:spPr>
            <a:xfrm>
              <a:off x="1792067" y="1351467"/>
              <a:ext cx="52079" cy="1384"/>
            </a:xfrm>
            <a:custGeom>
              <a:avLst/>
              <a:gdLst/>
              <a:ahLst/>
              <a:cxnLst/>
              <a:rect l="l" t="t" r="r" b="b"/>
              <a:pathLst>
                <a:path w="602" h="16" extrusionOk="0">
                  <a:moveTo>
                    <a:pt x="0" y="0"/>
                  </a:moveTo>
                  <a:lnTo>
                    <a:pt x="0" y="15"/>
                  </a:lnTo>
                  <a:lnTo>
                    <a:pt x="602" y="15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70" name="Google Shape;6470;p49"/>
            <p:cNvSpPr/>
            <p:nvPr/>
          </p:nvSpPr>
          <p:spPr>
            <a:xfrm>
              <a:off x="1444907" y="1351467"/>
              <a:ext cx="52252" cy="1384"/>
            </a:xfrm>
            <a:custGeom>
              <a:avLst/>
              <a:gdLst/>
              <a:ahLst/>
              <a:cxnLst/>
              <a:rect l="l" t="t" r="r" b="b"/>
              <a:pathLst>
                <a:path w="604" h="16" extrusionOk="0">
                  <a:moveTo>
                    <a:pt x="1" y="0"/>
                  </a:moveTo>
                  <a:lnTo>
                    <a:pt x="1" y="15"/>
                  </a:lnTo>
                  <a:lnTo>
                    <a:pt x="603" y="15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71" name="Google Shape;6471;p49"/>
            <p:cNvSpPr/>
            <p:nvPr/>
          </p:nvSpPr>
          <p:spPr>
            <a:xfrm>
              <a:off x="2142082" y="1245581"/>
              <a:ext cx="120768" cy="73445"/>
            </a:xfrm>
            <a:custGeom>
              <a:avLst/>
              <a:gdLst/>
              <a:ahLst/>
              <a:cxnLst/>
              <a:rect l="l" t="t" r="r" b="b"/>
              <a:pathLst>
                <a:path w="1396" h="849" extrusionOk="0">
                  <a:moveTo>
                    <a:pt x="349" y="0"/>
                  </a:moveTo>
                  <a:cubicBezTo>
                    <a:pt x="234" y="0"/>
                    <a:pt x="138" y="9"/>
                    <a:pt x="104" y="33"/>
                  </a:cubicBezTo>
                  <a:cubicBezTo>
                    <a:pt x="1" y="102"/>
                    <a:pt x="50" y="784"/>
                    <a:pt x="104" y="830"/>
                  </a:cubicBezTo>
                  <a:cubicBezTo>
                    <a:pt x="123" y="844"/>
                    <a:pt x="266" y="848"/>
                    <a:pt x="448" y="848"/>
                  </a:cubicBezTo>
                  <a:cubicBezTo>
                    <a:pt x="811" y="848"/>
                    <a:pt x="1331" y="830"/>
                    <a:pt x="1331" y="830"/>
                  </a:cubicBezTo>
                  <a:cubicBezTo>
                    <a:pt x="1396" y="726"/>
                    <a:pt x="1331" y="469"/>
                    <a:pt x="1331" y="469"/>
                  </a:cubicBezTo>
                  <a:lnTo>
                    <a:pt x="1193" y="469"/>
                  </a:lnTo>
                  <a:cubicBezTo>
                    <a:pt x="1193" y="469"/>
                    <a:pt x="1023" y="128"/>
                    <a:pt x="966" y="75"/>
                  </a:cubicBezTo>
                  <a:cubicBezTo>
                    <a:pt x="930" y="41"/>
                    <a:pt x="595" y="0"/>
                    <a:pt x="3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72" name="Google Shape;6472;p49"/>
            <p:cNvSpPr/>
            <p:nvPr/>
          </p:nvSpPr>
          <p:spPr>
            <a:xfrm>
              <a:off x="2159384" y="1298697"/>
              <a:ext cx="37459" cy="2768"/>
            </a:xfrm>
            <a:custGeom>
              <a:avLst/>
              <a:gdLst/>
              <a:ahLst/>
              <a:cxnLst/>
              <a:rect l="l" t="t" r="r" b="b"/>
              <a:pathLst>
                <a:path w="433" h="32" extrusionOk="0">
                  <a:moveTo>
                    <a:pt x="429" y="1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433" y="13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73" name="Google Shape;6473;p49"/>
            <p:cNvSpPr/>
            <p:nvPr/>
          </p:nvSpPr>
          <p:spPr>
            <a:xfrm>
              <a:off x="2115178" y="1112444"/>
              <a:ext cx="197416" cy="173188"/>
            </a:xfrm>
            <a:custGeom>
              <a:avLst/>
              <a:gdLst/>
              <a:ahLst/>
              <a:cxnLst/>
              <a:rect l="l" t="t" r="r" b="b"/>
              <a:pathLst>
                <a:path w="2282" h="2002" extrusionOk="0">
                  <a:moveTo>
                    <a:pt x="62" y="1"/>
                  </a:moveTo>
                  <a:cubicBezTo>
                    <a:pt x="62" y="1"/>
                    <a:pt x="1" y="50"/>
                    <a:pt x="5" y="84"/>
                  </a:cubicBezTo>
                  <a:lnTo>
                    <a:pt x="1840" y="1962"/>
                  </a:lnTo>
                  <a:cubicBezTo>
                    <a:pt x="1840" y="1962"/>
                    <a:pt x="1978" y="2001"/>
                    <a:pt x="2130" y="2001"/>
                  </a:cubicBezTo>
                  <a:cubicBezTo>
                    <a:pt x="2181" y="2001"/>
                    <a:pt x="2233" y="1997"/>
                    <a:pt x="2282" y="1985"/>
                  </a:cubicBezTo>
                  <a:lnTo>
                    <a:pt x="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74" name="Google Shape;6474;p49"/>
            <p:cNvSpPr/>
            <p:nvPr/>
          </p:nvSpPr>
          <p:spPr>
            <a:xfrm>
              <a:off x="2286984" y="1294458"/>
              <a:ext cx="300449" cy="65400"/>
            </a:xfrm>
            <a:custGeom>
              <a:avLst/>
              <a:gdLst/>
              <a:ahLst/>
              <a:cxnLst/>
              <a:rect l="l" t="t" r="r" b="b"/>
              <a:pathLst>
                <a:path w="3473" h="756" extrusionOk="0">
                  <a:moveTo>
                    <a:pt x="391" y="0"/>
                  </a:moveTo>
                  <a:cubicBezTo>
                    <a:pt x="388" y="4"/>
                    <a:pt x="376" y="7"/>
                    <a:pt x="365" y="12"/>
                  </a:cubicBezTo>
                  <a:cubicBezTo>
                    <a:pt x="322" y="27"/>
                    <a:pt x="245" y="39"/>
                    <a:pt x="176" y="42"/>
                  </a:cubicBezTo>
                  <a:cubicBezTo>
                    <a:pt x="146" y="46"/>
                    <a:pt x="112" y="46"/>
                    <a:pt x="92" y="46"/>
                  </a:cubicBezTo>
                  <a:cubicBezTo>
                    <a:pt x="69" y="46"/>
                    <a:pt x="54" y="50"/>
                    <a:pt x="54" y="50"/>
                  </a:cubicBezTo>
                  <a:lnTo>
                    <a:pt x="0" y="50"/>
                  </a:lnTo>
                  <a:lnTo>
                    <a:pt x="54" y="62"/>
                  </a:lnTo>
                  <a:cubicBezTo>
                    <a:pt x="54" y="62"/>
                    <a:pt x="697" y="226"/>
                    <a:pt x="1376" y="391"/>
                  </a:cubicBezTo>
                  <a:cubicBezTo>
                    <a:pt x="1713" y="476"/>
                    <a:pt x="2058" y="559"/>
                    <a:pt x="2337" y="625"/>
                  </a:cubicBezTo>
                  <a:cubicBezTo>
                    <a:pt x="2613" y="690"/>
                    <a:pt x="2820" y="736"/>
                    <a:pt x="2885" y="748"/>
                  </a:cubicBezTo>
                  <a:cubicBezTo>
                    <a:pt x="2931" y="751"/>
                    <a:pt x="2981" y="755"/>
                    <a:pt x="3032" y="755"/>
                  </a:cubicBezTo>
                  <a:cubicBezTo>
                    <a:pt x="3250" y="755"/>
                    <a:pt x="3472" y="705"/>
                    <a:pt x="3472" y="705"/>
                  </a:cubicBezTo>
                  <a:lnTo>
                    <a:pt x="3472" y="690"/>
                  </a:lnTo>
                  <a:cubicBezTo>
                    <a:pt x="3472" y="690"/>
                    <a:pt x="3468" y="690"/>
                    <a:pt x="3460" y="693"/>
                  </a:cubicBezTo>
                  <a:cubicBezTo>
                    <a:pt x="3414" y="702"/>
                    <a:pt x="3223" y="739"/>
                    <a:pt x="3032" y="739"/>
                  </a:cubicBezTo>
                  <a:cubicBezTo>
                    <a:pt x="2981" y="739"/>
                    <a:pt x="2931" y="739"/>
                    <a:pt x="2885" y="732"/>
                  </a:cubicBezTo>
                  <a:cubicBezTo>
                    <a:pt x="2825" y="725"/>
                    <a:pt x="2618" y="674"/>
                    <a:pt x="2342" y="610"/>
                  </a:cubicBezTo>
                  <a:cubicBezTo>
                    <a:pt x="1923" y="510"/>
                    <a:pt x="1353" y="372"/>
                    <a:pt x="885" y="257"/>
                  </a:cubicBezTo>
                  <a:cubicBezTo>
                    <a:pt x="652" y="196"/>
                    <a:pt x="445" y="145"/>
                    <a:pt x="296" y="108"/>
                  </a:cubicBezTo>
                  <a:cubicBezTo>
                    <a:pt x="222" y="88"/>
                    <a:pt x="161" y="76"/>
                    <a:pt x="119" y="65"/>
                  </a:cubicBezTo>
                  <a:cubicBezTo>
                    <a:pt x="113" y="64"/>
                    <a:pt x="107" y="62"/>
                    <a:pt x="102" y="61"/>
                  </a:cubicBezTo>
                  <a:lnTo>
                    <a:pt x="102" y="61"/>
                  </a:lnTo>
                  <a:cubicBezTo>
                    <a:pt x="130" y="60"/>
                    <a:pt x="168" y="57"/>
                    <a:pt x="207" y="53"/>
                  </a:cubicBezTo>
                  <a:cubicBezTo>
                    <a:pt x="250" y="50"/>
                    <a:pt x="291" y="46"/>
                    <a:pt x="326" y="39"/>
                  </a:cubicBezTo>
                  <a:cubicBezTo>
                    <a:pt x="342" y="35"/>
                    <a:pt x="356" y="30"/>
                    <a:pt x="368" y="27"/>
                  </a:cubicBezTo>
                  <a:cubicBezTo>
                    <a:pt x="383" y="23"/>
                    <a:pt x="391" y="16"/>
                    <a:pt x="399" y="7"/>
                  </a:cubicBezTo>
                  <a:lnTo>
                    <a:pt x="3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75" name="Google Shape;6475;p49"/>
            <p:cNvSpPr/>
            <p:nvPr/>
          </p:nvSpPr>
          <p:spPr>
            <a:xfrm>
              <a:off x="2567446" y="1378285"/>
              <a:ext cx="60384" cy="89016"/>
            </a:xfrm>
            <a:custGeom>
              <a:avLst/>
              <a:gdLst/>
              <a:ahLst/>
              <a:cxnLst/>
              <a:rect l="l" t="t" r="r" b="b"/>
              <a:pathLst>
                <a:path w="698" h="1029" extrusionOk="0">
                  <a:moveTo>
                    <a:pt x="456" y="0"/>
                  </a:moveTo>
                  <a:cubicBezTo>
                    <a:pt x="456" y="0"/>
                    <a:pt x="23" y="39"/>
                    <a:pt x="11" y="101"/>
                  </a:cubicBezTo>
                  <a:cubicBezTo>
                    <a:pt x="0" y="165"/>
                    <a:pt x="96" y="909"/>
                    <a:pt x="138" y="978"/>
                  </a:cubicBezTo>
                  <a:cubicBezTo>
                    <a:pt x="158" y="1012"/>
                    <a:pt x="242" y="1029"/>
                    <a:pt x="343" y="1029"/>
                  </a:cubicBezTo>
                  <a:cubicBezTo>
                    <a:pt x="461" y="1029"/>
                    <a:pt x="603" y="1006"/>
                    <a:pt x="697" y="959"/>
                  </a:cubicBezTo>
                  <a:cubicBezTo>
                    <a:pt x="697" y="959"/>
                    <a:pt x="586" y="253"/>
                    <a:pt x="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76" name="Google Shape;6476;p49"/>
            <p:cNvSpPr/>
            <p:nvPr/>
          </p:nvSpPr>
          <p:spPr>
            <a:xfrm>
              <a:off x="2498758" y="1524744"/>
              <a:ext cx="156237" cy="68081"/>
            </a:xfrm>
            <a:custGeom>
              <a:avLst/>
              <a:gdLst/>
              <a:ahLst/>
              <a:cxnLst/>
              <a:rect l="l" t="t" r="r" b="b"/>
              <a:pathLst>
                <a:path w="1806" h="787" extrusionOk="0">
                  <a:moveTo>
                    <a:pt x="1331" y="0"/>
                  </a:moveTo>
                  <a:cubicBezTo>
                    <a:pt x="1127" y="0"/>
                    <a:pt x="922" y="12"/>
                    <a:pt x="878" y="24"/>
                  </a:cubicBezTo>
                  <a:cubicBezTo>
                    <a:pt x="790" y="47"/>
                    <a:pt x="533" y="607"/>
                    <a:pt x="533" y="607"/>
                  </a:cubicBezTo>
                  <a:lnTo>
                    <a:pt x="66" y="607"/>
                  </a:lnTo>
                  <a:cubicBezTo>
                    <a:pt x="1" y="675"/>
                    <a:pt x="66" y="787"/>
                    <a:pt x="66" y="787"/>
                  </a:cubicBezTo>
                  <a:lnTo>
                    <a:pt x="1334" y="787"/>
                  </a:lnTo>
                  <a:cubicBezTo>
                    <a:pt x="1557" y="653"/>
                    <a:pt x="1806" y="127"/>
                    <a:pt x="1779" y="51"/>
                  </a:cubicBezTo>
                  <a:cubicBezTo>
                    <a:pt x="1767" y="13"/>
                    <a:pt x="1550" y="0"/>
                    <a:pt x="13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77" name="Google Shape;6477;p49"/>
            <p:cNvSpPr/>
            <p:nvPr/>
          </p:nvSpPr>
          <p:spPr>
            <a:xfrm>
              <a:off x="1131398" y="1345066"/>
              <a:ext cx="79330" cy="112892"/>
            </a:xfrm>
            <a:custGeom>
              <a:avLst/>
              <a:gdLst/>
              <a:ahLst/>
              <a:cxnLst/>
              <a:rect l="l" t="t" r="r" b="b"/>
              <a:pathLst>
                <a:path w="917" h="1305" extrusionOk="0">
                  <a:moveTo>
                    <a:pt x="526" y="1"/>
                  </a:moveTo>
                  <a:cubicBezTo>
                    <a:pt x="407" y="1"/>
                    <a:pt x="297" y="8"/>
                    <a:pt x="280" y="20"/>
                  </a:cubicBezTo>
                  <a:cubicBezTo>
                    <a:pt x="138" y="25"/>
                    <a:pt x="0" y="1304"/>
                    <a:pt x="165" y="1304"/>
                  </a:cubicBezTo>
                  <a:lnTo>
                    <a:pt x="529" y="1304"/>
                  </a:lnTo>
                  <a:cubicBezTo>
                    <a:pt x="586" y="1304"/>
                    <a:pt x="916" y="94"/>
                    <a:pt x="866" y="40"/>
                  </a:cubicBezTo>
                  <a:cubicBezTo>
                    <a:pt x="838" y="12"/>
                    <a:pt x="674" y="1"/>
                    <a:pt x="5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78" name="Google Shape;6478;p49"/>
            <p:cNvSpPr/>
            <p:nvPr/>
          </p:nvSpPr>
          <p:spPr>
            <a:xfrm>
              <a:off x="1157524" y="1362714"/>
              <a:ext cx="32268" cy="1384"/>
            </a:xfrm>
            <a:custGeom>
              <a:avLst/>
              <a:gdLst/>
              <a:ahLst/>
              <a:cxnLst/>
              <a:rect l="l" t="t" r="r" b="b"/>
              <a:pathLst>
                <a:path w="373" h="16" extrusionOk="0">
                  <a:moveTo>
                    <a:pt x="1" y="0"/>
                  </a:moveTo>
                  <a:lnTo>
                    <a:pt x="1" y="16"/>
                  </a:lnTo>
                  <a:lnTo>
                    <a:pt x="372" y="16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79" name="Google Shape;6479;p49"/>
            <p:cNvSpPr/>
            <p:nvPr/>
          </p:nvSpPr>
          <p:spPr>
            <a:xfrm>
              <a:off x="1155275" y="1373960"/>
              <a:ext cx="32182" cy="1125"/>
            </a:xfrm>
            <a:custGeom>
              <a:avLst/>
              <a:gdLst/>
              <a:ahLst/>
              <a:cxnLst/>
              <a:rect l="l" t="t" r="r" b="b"/>
              <a:pathLst>
                <a:path w="372" h="13" extrusionOk="0">
                  <a:moveTo>
                    <a:pt x="0" y="1"/>
                  </a:moveTo>
                  <a:lnTo>
                    <a:pt x="0" y="13"/>
                  </a:lnTo>
                  <a:lnTo>
                    <a:pt x="372" y="13"/>
                  </a:lnTo>
                  <a:lnTo>
                    <a:pt x="3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80" name="Google Shape;6480;p49"/>
            <p:cNvSpPr/>
            <p:nvPr/>
          </p:nvSpPr>
          <p:spPr>
            <a:xfrm>
              <a:off x="1152939" y="1384946"/>
              <a:ext cx="32268" cy="1384"/>
            </a:xfrm>
            <a:custGeom>
              <a:avLst/>
              <a:gdLst/>
              <a:ahLst/>
              <a:cxnLst/>
              <a:rect l="l" t="t" r="r" b="b"/>
              <a:pathLst>
                <a:path w="373" h="16" extrusionOk="0">
                  <a:moveTo>
                    <a:pt x="1" y="1"/>
                  </a:moveTo>
                  <a:lnTo>
                    <a:pt x="1" y="15"/>
                  </a:lnTo>
                  <a:lnTo>
                    <a:pt x="372" y="15"/>
                  </a:lnTo>
                  <a:lnTo>
                    <a:pt x="3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81" name="Google Shape;6481;p49"/>
            <p:cNvSpPr/>
            <p:nvPr/>
          </p:nvSpPr>
          <p:spPr>
            <a:xfrm>
              <a:off x="1872520" y="1051715"/>
              <a:ext cx="12457" cy="23357"/>
            </a:xfrm>
            <a:custGeom>
              <a:avLst/>
              <a:gdLst/>
              <a:ahLst/>
              <a:cxnLst/>
              <a:rect l="l" t="t" r="r" b="b"/>
              <a:pathLst>
                <a:path w="144" h="270" extrusionOk="0">
                  <a:moveTo>
                    <a:pt x="82" y="0"/>
                  </a:moveTo>
                  <a:cubicBezTo>
                    <a:pt x="79" y="0"/>
                    <a:pt x="77" y="1"/>
                    <a:pt x="74" y="1"/>
                  </a:cubicBezTo>
                  <a:cubicBezTo>
                    <a:pt x="55" y="1"/>
                    <a:pt x="40" y="5"/>
                    <a:pt x="24" y="20"/>
                  </a:cubicBezTo>
                  <a:cubicBezTo>
                    <a:pt x="13" y="36"/>
                    <a:pt x="5" y="51"/>
                    <a:pt x="5" y="70"/>
                  </a:cubicBezTo>
                  <a:cubicBezTo>
                    <a:pt x="5" y="112"/>
                    <a:pt x="1" y="158"/>
                    <a:pt x="1" y="201"/>
                  </a:cubicBezTo>
                  <a:cubicBezTo>
                    <a:pt x="1" y="215"/>
                    <a:pt x="9" y="238"/>
                    <a:pt x="20" y="250"/>
                  </a:cubicBezTo>
                  <a:cubicBezTo>
                    <a:pt x="32" y="261"/>
                    <a:pt x="51" y="270"/>
                    <a:pt x="70" y="270"/>
                  </a:cubicBezTo>
                  <a:cubicBezTo>
                    <a:pt x="89" y="270"/>
                    <a:pt x="105" y="261"/>
                    <a:pt x="120" y="250"/>
                  </a:cubicBezTo>
                  <a:cubicBezTo>
                    <a:pt x="131" y="235"/>
                    <a:pt x="139" y="220"/>
                    <a:pt x="139" y="201"/>
                  </a:cubicBezTo>
                  <a:cubicBezTo>
                    <a:pt x="139" y="158"/>
                    <a:pt x="143" y="112"/>
                    <a:pt x="143" y="70"/>
                  </a:cubicBezTo>
                  <a:cubicBezTo>
                    <a:pt x="143" y="51"/>
                    <a:pt x="135" y="31"/>
                    <a:pt x="124" y="20"/>
                  </a:cubicBezTo>
                  <a:cubicBezTo>
                    <a:pt x="114" y="10"/>
                    <a:pt x="98" y="0"/>
                    <a:pt x="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82" name="Google Shape;6482;p49"/>
            <p:cNvSpPr/>
            <p:nvPr/>
          </p:nvSpPr>
          <p:spPr>
            <a:xfrm>
              <a:off x="1461862" y="1051715"/>
              <a:ext cx="12630" cy="23357"/>
            </a:xfrm>
            <a:custGeom>
              <a:avLst/>
              <a:gdLst/>
              <a:ahLst/>
              <a:cxnLst/>
              <a:rect l="l" t="t" r="r" b="b"/>
              <a:pathLst>
                <a:path w="146" h="270" extrusionOk="0">
                  <a:moveTo>
                    <a:pt x="81" y="0"/>
                  </a:moveTo>
                  <a:cubicBezTo>
                    <a:pt x="78" y="0"/>
                    <a:pt x="76" y="1"/>
                    <a:pt x="73" y="1"/>
                  </a:cubicBezTo>
                  <a:cubicBezTo>
                    <a:pt x="58" y="1"/>
                    <a:pt x="39" y="5"/>
                    <a:pt x="27" y="20"/>
                  </a:cubicBezTo>
                  <a:cubicBezTo>
                    <a:pt x="12" y="36"/>
                    <a:pt x="4" y="51"/>
                    <a:pt x="4" y="70"/>
                  </a:cubicBezTo>
                  <a:cubicBezTo>
                    <a:pt x="4" y="112"/>
                    <a:pt x="1" y="158"/>
                    <a:pt x="1" y="201"/>
                  </a:cubicBezTo>
                  <a:cubicBezTo>
                    <a:pt x="1" y="215"/>
                    <a:pt x="8" y="238"/>
                    <a:pt x="20" y="250"/>
                  </a:cubicBezTo>
                  <a:cubicBezTo>
                    <a:pt x="35" y="261"/>
                    <a:pt x="54" y="270"/>
                    <a:pt x="70" y="270"/>
                  </a:cubicBezTo>
                  <a:cubicBezTo>
                    <a:pt x="89" y="270"/>
                    <a:pt x="108" y="261"/>
                    <a:pt x="119" y="250"/>
                  </a:cubicBezTo>
                  <a:cubicBezTo>
                    <a:pt x="131" y="235"/>
                    <a:pt x="139" y="220"/>
                    <a:pt x="139" y="201"/>
                  </a:cubicBezTo>
                  <a:cubicBezTo>
                    <a:pt x="142" y="158"/>
                    <a:pt x="142" y="112"/>
                    <a:pt x="146" y="70"/>
                  </a:cubicBezTo>
                  <a:cubicBezTo>
                    <a:pt x="146" y="51"/>
                    <a:pt x="135" y="31"/>
                    <a:pt x="123" y="20"/>
                  </a:cubicBezTo>
                  <a:cubicBezTo>
                    <a:pt x="113" y="10"/>
                    <a:pt x="98" y="0"/>
                    <a:pt x="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6483" name="Google Shape;6483;p49"/>
          <p:cNvGrpSpPr/>
          <p:nvPr/>
        </p:nvGrpSpPr>
        <p:grpSpPr>
          <a:xfrm flipH="1">
            <a:off x="4805040" y="4270203"/>
            <a:ext cx="1707861" cy="740164"/>
            <a:chOff x="3718065" y="3595878"/>
            <a:chExt cx="1707861" cy="740164"/>
          </a:xfrm>
        </p:grpSpPr>
        <p:sp>
          <p:nvSpPr>
            <p:cNvPr id="6484" name="Google Shape;6484;p49"/>
            <p:cNvSpPr/>
            <p:nvPr/>
          </p:nvSpPr>
          <p:spPr>
            <a:xfrm>
              <a:off x="4124743" y="3652887"/>
              <a:ext cx="217573" cy="215750"/>
            </a:xfrm>
            <a:custGeom>
              <a:avLst/>
              <a:gdLst/>
              <a:ahLst/>
              <a:cxnLst/>
              <a:rect l="l" t="t" r="r" b="b"/>
              <a:pathLst>
                <a:path w="2515" h="2494" extrusionOk="0">
                  <a:moveTo>
                    <a:pt x="1580" y="1"/>
                  </a:moveTo>
                  <a:cubicBezTo>
                    <a:pt x="1387" y="1"/>
                    <a:pt x="1236" y="4"/>
                    <a:pt x="1216" y="14"/>
                  </a:cubicBezTo>
                  <a:cubicBezTo>
                    <a:pt x="1159" y="45"/>
                    <a:pt x="1" y="2451"/>
                    <a:pt x="1" y="2451"/>
                  </a:cubicBezTo>
                  <a:lnTo>
                    <a:pt x="315" y="2494"/>
                  </a:lnTo>
                  <a:cubicBezTo>
                    <a:pt x="315" y="2494"/>
                    <a:pt x="1254" y="651"/>
                    <a:pt x="1334" y="593"/>
                  </a:cubicBezTo>
                  <a:cubicBezTo>
                    <a:pt x="1373" y="566"/>
                    <a:pt x="1611" y="559"/>
                    <a:pt x="1839" y="559"/>
                  </a:cubicBezTo>
                  <a:cubicBezTo>
                    <a:pt x="2067" y="559"/>
                    <a:pt x="2285" y="566"/>
                    <a:pt x="2285" y="566"/>
                  </a:cubicBezTo>
                  <a:lnTo>
                    <a:pt x="2515" y="14"/>
                  </a:lnTo>
                  <a:cubicBezTo>
                    <a:pt x="2515" y="14"/>
                    <a:pt x="1965" y="1"/>
                    <a:pt x="15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85" name="Google Shape;6485;p49"/>
            <p:cNvSpPr/>
            <p:nvPr/>
          </p:nvSpPr>
          <p:spPr>
            <a:xfrm>
              <a:off x="4352521" y="3595878"/>
              <a:ext cx="427446" cy="50347"/>
            </a:xfrm>
            <a:custGeom>
              <a:avLst/>
              <a:gdLst/>
              <a:ahLst/>
              <a:cxnLst/>
              <a:rect l="l" t="t" r="r" b="b"/>
              <a:pathLst>
                <a:path w="4941" h="582" extrusionOk="0">
                  <a:moveTo>
                    <a:pt x="608" y="1"/>
                  </a:moveTo>
                  <a:cubicBezTo>
                    <a:pt x="464" y="1"/>
                    <a:pt x="373" y="2"/>
                    <a:pt x="357" y="7"/>
                  </a:cubicBezTo>
                  <a:cubicBezTo>
                    <a:pt x="234" y="42"/>
                    <a:pt x="1" y="509"/>
                    <a:pt x="1" y="509"/>
                  </a:cubicBezTo>
                  <a:lnTo>
                    <a:pt x="460" y="509"/>
                  </a:lnTo>
                  <a:cubicBezTo>
                    <a:pt x="460" y="509"/>
                    <a:pt x="567" y="137"/>
                    <a:pt x="606" y="118"/>
                  </a:cubicBezTo>
                  <a:cubicBezTo>
                    <a:pt x="611" y="115"/>
                    <a:pt x="670" y="114"/>
                    <a:pt x="770" y="114"/>
                  </a:cubicBezTo>
                  <a:cubicBezTo>
                    <a:pt x="1489" y="114"/>
                    <a:pt x="4314" y="179"/>
                    <a:pt x="4338" y="206"/>
                  </a:cubicBezTo>
                  <a:cubicBezTo>
                    <a:pt x="4369" y="237"/>
                    <a:pt x="4445" y="581"/>
                    <a:pt x="4445" y="581"/>
                  </a:cubicBezTo>
                  <a:lnTo>
                    <a:pt x="4940" y="581"/>
                  </a:lnTo>
                  <a:cubicBezTo>
                    <a:pt x="4940" y="581"/>
                    <a:pt x="4810" y="191"/>
                    <a:pt x="4710" y="129"/>
                  </a:cubicBezTo>
                  <a:cubicBezTo>
                    <a:pt x="4624" y="76"/>
                    <a:pt x="1526" y="1"/>
                    <a:pt x="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86" name="Google Shape;6486;p49"/>
            <p:cNvSpPr/>
            <p:nvPr/>
          </p:nvSpPr>
          <p:spPr>
            <a:xfrm>
              <a:off x="3725678" y="3630395"/>
              <a:ext cx="1677775" cy="618788"/>
            </a:xfrm>
            <a:custGeom>
              <a:avLst/>
              <a:gdLst/>
              <a:ahLst/>
              <a:cxnLst/>
              <a:rect l="l" t="t" r="r" b="b"/>
              <a:pathLst>
                <a:path w="19394" h="7153" extrusionOk="0">
                  <a:moveTo>
                    <a:pt x="7739" y="1"/>
                  </a:moveTo>
                  <a:cubicBezTo>
                    <a:pt x="7374" y="1"/>
                    <a:pt x="7146" y="2"/>
                    <a:pt x="7146" y="2"/>
                  </a:cubicBezTo>
                  <a:cubicBezTo>
                    <a:pt x="6859" y="405"/>
                    <a:pt x="6239" y="2669"/>
                    <a:pt x="6239" y="2669"/>
                  </a:cubicBezTo>
                  <a:lnTo>
                    <a:pt x="483" y="2669"/>
                  </a:lnTo>
                  <a:cubicBezTo>
                    <a:pt x="111" y="2926"/>
                    <a:pt x="376" y="3156"/>
                    <a:pt x="376" y="3156"/>
                  </a:cubicBezTo>
                  <a:cubicBezTo>
                    <a:pt x="1" y="4160"/>
                    <a:pt x="199" y="6417"/>
                    <a:pt x="199" y="6417"/>
                  </a:cubicBezTo>
                  <a:lnTo>
                    <a:pt x="3112" y="7152"/>
                  </a:lnTo>
                  <a:lnTo>
                    <a:pt x="5802" y="7152"/>
                  </a:lnTo>
                  <a:lnTo>
                    <a:pt x="6997" y="6532"/>
                  </a:lnTo>
                  <a:lnTo>
                    <a:pt x="12917" y="6532"/>
                  </a:lnTo>
                  <a:lnTo>
                    <a:pt x="14619" y="6992"/>
                  </a:lnTo>
                  <a:lnTo>
                    <a:pt x="17091" y="6992"/>
                  </a:lnTo>
                  <a:lnTo>
                    <a:pt x="19072" y="6344"/>
                  </a:lnTo>
                  <a:cubicBezTo>
                    <a:pt x="19393" y="6344"/>
                    <a:pt x="19317" y="4876"/>
                    <a:pt x="19072" y="4876"/>
                  </a:cubicBezTo>
                  <a:lnTo>
                    <a:pt x="18872" y="3719"/>
                  </a:lnTo>
                  <a:lnTo>
                    <a:pt x="18156" y="3095"/>
                  </a:lnTo>
                  <a:cubicBezTo>
                    <a:pt x="17393" y="2842"/>
                    <a:pt x="14516" y="2669"/>
                    <a:pt x="14516" y="2669"/>
                  </a:cubicBezTo>
                  <a:cubicBezTo>
                    <a:pt x="13776" y="1451"/>
                    <a:pt x="12416" y="121"/>
                    <a:pt x="12416" y="121"/>
                  </a:cubicBezTo>
                  <a:cubicBezTo>
                    <a:pt x="11293" y="14"/>
                    <a:pt x="8863" y="1"/>
                    <a:pt x="77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87" name="Google Shape;6487;p49"/>
            <p:cNvSpPr/>
            <p:nvPr/>
          </p:nvSpPr>
          <p:spPr>
            <a:xfrm>
              <a:off x="5339069" y="4084046"/>
              <a:ext cx="45504" cy="61247"/>
            </a:xfrm>
            <a:custGeom>
              <a:avLst/>
              <a:gdLst/>
              <a:ahLst/>
              <a:cxnLst/>
              <a:rect l="l" t="t" r="r" b="b"/>
              <a:pathLst>
                <a:path w="526" h="708" extrusionOk="0">
                  <a:moveTo>
                    <a:pt x="389" y="0"/>
                  </a:moveTo>
                  <a:cubicBezTo>
                    <a:pt x="381" y="0"/>
                    <a:pt x="372" y="2"/>
                    <a:pt x="365" y="4"/>
                  </a:cubicBezTo>
                  <a:cubicBezTo>
                    <a:pt x="43" y="104"/>
                    <a:pt x="0" y="575"/>
                    <a:pt x="356" y="702"/>
                  </a:cubicBezTo>
                  <a:cubicBezTo>
                    <a:pt x="367" y="706"/>
                    <a:pt x="377" y="707"/>
                    <a:pt x="387" y="707"/>
                  </a:cubicBezTo>
                  <a:cubicBezTo>
                    <a:pt x="430" y="707"/>
                    <a:pt x="470" y="676"/>
                    <a:pt x="480" y="629"/>
                  </a:cubicBezTo>
                  <a:cubicBezTo>
                    <a:pt x="498" y="502"/>
                    <a:pt x="525" y="272"/>
                    <a:pt x="483" y="73"/>
                  </a:cubicBezTo>
                  <a:cubicBezTo>
                    <a:pt x="473" y="31"/>
                    <a:pt x="431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88" name="Google Shape;6488;p49"/>
            <p:cNvSpPr/>
            <p:nvPr/>
          </p:nvSpPr>
          <p:spPr>
            <a:xfrm>
              <a:off x="5296593" y="3950477"/>
              <a:ext cx="67045" cy="100349"/>
            </a:xfrm>
            <a:custGeom>
              <a:avLst/>
              <a:gdLst/>
              <a:ahLst/>
              <a:cxnLst/>
              <a:rect l="l" t="t" r="r" b="b"/>
              <a:pathLst>
                <a:path w="775" h="1160" extrusionOk="0">
                  <a:moveTo>
                    <a:pt x="266" y="1"/>
                  </a:moveTo>
                  <a:cubicBezTo>
                    <a:pt x="147" y="1"/>
                    <a:pt x="45" y="11"/>
                    <a:pt x="32" y="30"/>
                  </a:cubicBezTo>
                  <a:cubicBezTo>
                    <a:pt x="0" y="69"/>
                    <a:pt x="181" y="1153"/>
                    <a:pt x="219" y="1157"/>
                  </a:cubicBezTo>
                  <a:cubicBezTo>
                    <a:pt x="233" y="1159"/>
                    <a:pt x="300" y="1159"/>
                    <a:pt x="382" y="1159"/>
                  </a:cubicBezTo>
                  <a:cubicBezTo>
                    <a:pt x="547" y="1159"/>
                    <a:pt x="775" y="1157"/>
                    <a:pt x="775" y="1157"/>
                  </a:cubicBezTo>
                  <a:lnTo>
                    <a:pt x="591" y="30"/>
                  </a:lnTo>
                  <a:cubicBezTo>
                    <a:pt x="508" y="10"/>
                    <a:pt x="380" y="1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89" name="Google Shape;6489;p49"/>
            <p:cNvSpPr/>
            <p:nvPr/>
          </p:nvSpPr>
          <p:spPr>
            <a:xfrm>
              <a:off x="5311559" y="4006794"/>
              <a:ext cx="25953" cy="39966"/>
            </a:xfrm>
            <a:custGeom>
              <a:avLst/>
              <a:gdLst/>
              <a:ahLst/>
              <a:cxnLst/>
              <a:rect l="l" t="t" r="r" b="b"/>
              <a:pathLst>
                <a:path w="300" h="462" extrusionOk="0">
                  <a:moveTo>
                    <a:pt x="23" y="0"/>
                  </a:moveTo>
                  <a:cubicBezTo>
                    <a:pt x="11" y="0"/>
                    <a:pt x="0" y="12"/>
                    <a:pt x="4" y="23"/>
                  </a:cubicBezTo>
                  <a:cubicBezTo>
                    <a:pt x="16" y="115"/>
                    <a:pt x="69" y="453"/>
                    <a:pt x="80" y="460"/>
                  </a:cubicBezTo>
                  <a:cubicBezTo>
                    <a:pt x="83" y="461"/>
                    <a:pt x="91" y="461"/>
                    <a:pt x="103" y="461"/>
                  </a:cubicBezTo>
                  <a:cubicBezTo>
                    <a:pt x="147" y="461"/>
                    <a:pt x="238" y="456"/>
                    <a:pt x="280" y="456"/>
                  </a:cubicBezTo>
                  <a:cubicBezTo>
                    <a:pt x="292" y="456"/>
                    <a:pt x="299" y="445"/>
                    <a:pt x="299" y="433"/>
                  </a:cubicBezTo>
                  <a:lnTo>
                    <a:pt x="226" y="16"/>
                  </a:lnTo>
                  <a:cubicBezTo>
                    <a:pt x="223" y="8"/>
                    <a:pt x="214" y="0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90" name="Google Shape;6490;p49"/>
            <p:cNvSpPr/>
            <p:nvPr/>
          </p:nvSpPr>
          <p:spPr>
            <a:xfrm>
              <a:off x="5218043" y="4032660"/>
              <a:ext cx="207884" cy="214193"/>
            </a:xfrm>
            <a:custGeom>
              <a:avLst/>
              <a:gdLst/>
              <a:ahLst/>
              <a:cxnLst/>
              <a:rect l="l" t="t" r="r" b="b"/>
              <a:pathLst>
                <a:path w="2403" h="2476" extrusionOk="0">
                  <a:moveTo>
                    <a:pt x="2116" y="203"/>
                  </a:moveTo>
                  <a:cubicBezTo>
                    <a:pt x="2131" y="479"/>
                    <a:pt x="2165" y="1311"/>
                    <a:pt x="2043" y="1721"/>
                  </a:cubicBezTo>
                  <a:lnTo>
                    <a:pt x="1568" y="1871"/>
                  </a:lnTo>
                  <a:cubicBezTo>
                    <a:pt x="1548" y="1598"/>
                    <a:pt x="1499" y="656"/>
                    <a:pt x="1603" y="203"/>
                  </a:cubicBezTo>
                  <a:close/>
                  <a:moveTo>
                    <a:pt x="1522" y="0"/>
                  </a:moveTo>
                  <a:cubicBezTo>
                    <a:pt x="1479" y="0"/>
                    <a:pt x="1442" y="31"/>
                    <a:pt x="1426" y="74"/>
                  </a:cubicBezTo>
                  <a:cubicBezTo>
                    <a:pt x="1281" y="560"/>
                    <a:pt x="1353" y="1733"/>
                    <a:pt x="1368" y="1936"/>
                  </a:cubicBezTo>
                  <a:lnTo>
                    <a:pt x="310" y="2276"/>
                  </a:lnTo>
                  <a:lnTo>
                    <a:pt x="100" y="2276"/>
                  </a:lnTo>
                  <a:cubicBezTo>
                    <a:pt x="47" y="2276"/>
                    <a:pt x="1" y="2319"/>
                    <a:pt x="1" y="2376"/>
                  </a:cubicBezTo>
                  <a:cubicBezTo>
                    <a:pt x="1" y="2430"/>
                    <a:pt x="47" y="2476"/>
                    <a:pt x="100" y="2476"/>
                  </a:cubicBezTo>
                  <a:lnTo>
                    <a:pt x="326" y="2476"/>
                  </a:lnTo>
                  <a:cubicBezTo>
                    <a:pt x="338" y="2476"/>
                    <a:pt x="345" y="2476"/>
                    <a:pt x="356" y="2472"/>
                  </a:cubicBezTo>
                  <a:lnTo>
                    <a:pt x="2154" y="1897"/>
                  </a:lnTo>
                  <a:cubicBezTo>
                    <a:pt x="2181" y="1885"/>
                    <a:pt x="2204" y="1862"/>
                    <a:pt x="2215" y="1836"/>
                  </a:cubicBezTo>
                  <a:cubicBezTo>
                    <a:pt x="2403" y="1326"/>
                    <a:pt x="2315" y="146"/>
                    <a:pt x="2311" y="92"/>
                  </a:cubicBezTo>
                  <a:cubicBezTo>
                    <a:pt x="2307" y="42"/>
                    <a:pt x="2265" y="0"/>
                    <a:pt x="2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91" name="Google Shape;6491;p49"/>
            <p:cNvSpPr/>
            <p:nvPr/>
          </p:nvSpPr>
          <p:spPr>
            <a:xfrm>
              <a:off x="3723342" y="3929974"/>
              <a:ext cx="89192" cy="154156"/>
            </a:xfrm>
            <a:custGeom>
              <a:avLst/>
              <a:gdLst/>
              <a:ahLst/>
              <a:cxnLst/>
              <a:rect l="l" t="t" r="r" b="b"/>
              <a:pathLst>
                <a:path w="1031" h="1782" extrusionOk="0">
                  <a:moveTo>
                    <a:pt x="489" y="1"/>
                  </a:moveTo>
                  <a:cubicBezTo>
                    <a:pt x="343" y="1"/>
                    <a:pt x="226" y="3"/>
                    <a:pt x="226" y="3"/>
                  </a:cubicBezTo>
                  <a:cubicBezTo>
                    <a:pt x="0" y="896"/>
                    <a:pt x="104" y="1755"/>
                    <a:pt x="104" y="1755"/>
                  </a:cubicBezTo>
                  <a:cubicBezTo>
                    <a:pt x="202" y="1775"/>
                    <a:pt x="329" y="1782"/>
                    <a:pt x="454" y="1782"/>
                  </a:cubicBezTo>
                  <a:cubicBezTo>
                    <a:pt x="704" y="1782"/>
                    <a:pt x="947" y="1755"/>
                    <a:pt x="947" y="1755"/>
                  </a:cubicBezTo>
                  <a:cubicBezTo>
                    <a:pt x="997" y="1341"/>
                    <a:pt x="1031" y="30"/>
                    <a:pt x="1031" y="30"/>
                  </a:cubicBezTo>
                  <a:cubicBezTo>
                    <a:pt x="938" y="6"/>
                    <a:pt x="686" y="1"/>
                    <a:pt x="4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92" name="Google Shape;6492;p49"/>
            <p:cNvSpPr/>
            <p:nvPr/>
          </p:nvSpPr>
          <p:spPr>
            <a:xfrm>
              <a:off x="3746180" y="4045550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6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93" name="Google Shape;6493;p49"/>
            <p:cNvSpPr/>
            <p:nvPr/>
          </p:nvSpPr>
          <p:spPr>
            <a:xfrm>
              <a:off x="3746180" y="4025999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4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94" name="Google Shape;6494;p49"/>
            <p:cNvSpPr/>
            <p:nvPr/>
          </p:nvSpPr>
          <p:spPr>
            <a:xfrm>
              <a:off x="3746180" y="4006102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95" name="Google Shape;6495;p49"/>
            <p:cNvSpPr/>
            <p:nvPr/>
          </p:nvSpPr>
          <p:spPr>
            <a:xfrm>
              <a:off x="4256756" y="3883432"/>
              <a:ext cx="687235" cy="292482"/>
            </a:xfrm>
            <a:custGeom>
              <a:avLst/>
              <a:gdLst/>
              <a:ahLst/>
              <a:cxnLst/>
              <a:rect l="l" t="t" r="r" b="b"/>
              <a:pathLst>
                <a:path w="7944" h="3381" extrusionOk="0">
                  <a:moveTo>
                    <a:pt x="337" y="1"/>
                  </a:moveTo>
                  <a:lnTo>
                    <a:pt x="0" y="1507"/>
                  </a:lnTo>
                  <a:lnTo>
                    <a:pt x="8" y="1518"/>
                  </a:lnTo>
                  <a:cubicBezTo>
                    <a:pt x="364" y="1948"/>
                    <a:pt x="552" y="2407"/>
                    <a:pt x="651" y="2760"/>
                  </a:cubicBezTo>
                  <a:cubicBezTo>
                    <a:pt x="701" y="2936"/>
                    <a:pt x="728" y="3086"/>
                    <a:pt x="743" y="3189"/>
                  </a:cubicBezTo>
                  <a:cubicBezTo>
                    <a:pt x="751" y="3243"/>
                    <a:pt x="754" y="3285"/>
                    <a:pt x="759" y="3311"/>
                  </a:cubicBezTo>
                  <a:cubicBezTo>
                    <a:pt x="759" y="3327"/>
                    <a:pt x="763" y="3334"/>
                    <a:pt x="763" y="3343"/>
                  </a:cubicBezTo>
                  <a:lnTo>
                    <a:pt x="763" y="3350"/>
                  </a:lnTo>
                  <a:lnTo>
                    <a:pt x="763" y="3354"/>
                  </a:lnTo>
                  <a:lnTo>
                    <a:pt x="763" y="3380"/>
                  </a:lnTo>
                  <a:lnTo>
                    <a:pt x="6993" y="3380"/>
                  </a:lnTo>
                  <a:lnTo>
                    <a:pt x="7001" y="3362"/>
                  </a:lnTo>
                  <a:cubicBezTo>
                    <a:pt x="7154" y="2833"/>
                    <a:pt x="7388" y="2434"/>
                    <a:pt x="7583" y="2174"/>
                  </a:cubicBezTo>
                  <a:cubicBezTo>
                    <a:pt x="7679" y="2040"/>
                    <a:pt x="7767" y="1944"/>
                    <a:pt x="7828" y="1879"/>
                  </a:cubicBezTo>
                  <a:cubicBezTo>
                    <a:pt x="7863" y="1845"/>
                    <a:pt x="7886" y="1822"/>
                    <a:pt x="7905" y="1806"/>
                  </a:cubicBezTo>
                  <a:cubicBezTo>
                    <a:pt x="7913" y="1794"/>
                    <a:pt x="7920" y="1790"/>
                    <a:pt x="7924" y="1787"/>
                  </a:cubicBezTo>
                  <a:lnTo>
                    <a:pt x="7928" y="1783"/>
                  </a:lnTo>
                  <a:lnTo>
                    <a:pt x="7932" y="1779"/>
                  </a:lnTo>
                  <a:lnTo>
                    <a:pt x="7940" y="1771"/>
                  </a:lnTo>
                  <a:lnTo>
                    <a:pt x="7940" y="1760"/>
                  </a:lnTo>
                  <a:cubicBezTo>
                    <a:pt x="7943" y="1725"/>
                    <a:pt x="7943" y="1687"/>
                    <a:pt x="7943" y="1652"/>
                  </a:cubicBezTo>
                  <a:cubicBezTo>
                    <a:pt x="7943" y="1350"/>
                    <a:pt x="7890" y="963"/>
                    <a:pt x="7836" y="649"/>
                  </a:cubicBezTo>
                  <a:cubicBezTo>
                    <a:pt x="7782" y="338"/>
                    <a:pt x="7729" y="101"/>
                    <a:pt x="7729" y="101"/>
                  </a:cubicBezTo>
                  <a:lnTo>
                    <a:pt x="7671" y="116"/>
                  </a:lnTo>
                  <a:lnTo>
                    <a:pt x="7671" y="124"/>
                  </a:lnTo>
                  <a:cubicBezTo>
                    <a:pt x="7687" y="177"/>
                    <a:pt x="7737" y="419"/>
                    <a:pt x="7786" y="718"/>
                  </a:cubicBezTo>
                  <a:cubicBezTo>
                    <a:pt x="7840" y="1017"/>
                    <a:pt x="7886" y="1373"/>
                    <a:pt x="7886" y="1652"/>
                  </a:cubicBezTo>
                  <a:cubicBezTo>
                    <a:pt x="7886" y="1684"/>
                    <a:pt x="7886" y="1714"/>
                    <a:pt x="7883" y="1746"/>
                  </a:cubicBezTo>
                  <a:lnTo>
                    <a:pt x="7883" y="1746"/>
                  </a:lnTo>
                  <a:cubicBezTo>
                    <a:pt x="7799" y="1818"/>
                    <a:pt x="7240" y="2341"/>
                    <a:pt x="6950" y="3323"/>
                  </a:cubicBezTo>
                  <a:lnTo>
                    <a:pt x="818" y="3323"/>
                  </a:lnTo>
                  <a:cubicBezTo>
                    <a:pt x="812" y="3250"/>
                    <a:pt x="789" y="3032"/>
                    <a:pt x="709" y="2745"/>
                  </a:cubicBezTo>
                  <a:cubicBezTo>
                    <a:pt x="607" y="2388"/>
                    <a:pt x="418" y="1930"/>
                    <a:pt x="64" y="1493"/>
                  </a:cubicBezTo>
                  <a:lnTo>
                    <a:pt x="64" y="1493"/>
                  </a:lnTo>
                  <a:lnTo>
                    <a:pt x="395" y="13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96" name="Google Shape;6496;p49"/>
            <p:cNvSpPr/>
            <p:nvPr/>
          </p:nvSpPr>
          <p:spPr>
            <a:xfrm>
              <a:off x="4485053" y="3883865"/>
              <a:ext cx="13755" cy="290060"/>
            </a:xfrm>
            <a:custGeom>
              <a:avLst/>
              <a:gdLst/>
              <a:ahLst/>
              <a:cxnLst/>
              <a:rect l="l" t="t" r="r" b="b"/>
              <a:pathLst>
                <a:path w="159" h="3353" extrusionOk="0">
                  <a:moveTo>
                    <a:pt x="47" y="0"/>
                  </a:moveTo>
                  <a:cubicBezTo>
                    <a:pt x="13" y="387"/>
                    <a:pt x="1" y="805"/>
                    <a:pt x="1" y="1207"/>
                  </a:cubicBezTo>
                  <a:cubicBezTo>
                    <a:pt x="1" y="2333"/>
                    <a:pt x="101" y="3349"/>
                    <a:pt x="101" y="3352"/>
                  </a:cubicBezTo>
                  <a:lnTo>
                    <a:pt x="158" y="3345"/>
                  </a:lnTo>
                  <a:lnTo>
                    <a:pt x="158" y="3334"/>
                  </a:lnTo>
                  <a:cubicBezTo>
                    <a:pt x="147" y="3219"/>
                    <a:pt x="59" y="2261"/>
                    <a:pt x="59" y="1207"/>
                  </a:cubicBezTo>
                  <a:cubicBezTo>
                    <a:pt x="59" y="805"/>
                    <a:pt x="74" y="391"/>
                    <a:pt x="105" y="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97" name="Google Shape;6497;p49"/>
            <p:cNvSpPr/>
            <p:nvPr/>
          </p:nvSpPr>
          <p:spPr>
            <a:xfrm>
              <a:off x="4548378" y="3926600"/>
              <a:ext cx="55193" cy="5363"/>
            </a:xfrm>
            <a:custGeom>
              <a:avLst/>
              <a:gdLst/>
              <a:ahLst/>
              <a:cxnLst/>
              <a:rect l="l" t="t" r="r" b="b"/>
              <a:pathLst>
                <a:path w="638" h="62" extrusionOk="0">
                  <a:moveTo>
                    <a:pt x="1" y="0"/>
                  </a:moveTo>
                  <a:lnTo>
                    <a:pt x="1" y="62"/>
                  </a:lnTo>
                  <a:lnTo>
                    <a:pt x="637" y="62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98" name="Google Shape;6498;p49"/>
            <p:cNvSpPr/>
            <p:nvPr/>
          </p:nvSpPr>
          <p:spPr>
            <a:xfrm>
              <a:off x="4311430" y="3926600"/>
              <a:ext cx="54761" cy="5363"/>
            </a:xfrm>
            <a:custGeom>
              <a:avLst/>
              <a:gdLst/>
              <a:ahLst/>
              <a:cxnLst/>
              <a:rect l="l" t="t" r="r" b="b"/>
              <a:pathLst>
                <a:path w="633" h="62" extrusionOk="0">
                  <a:moveTo>
                    <a:pt x="0" y="0"/>
                  </a:moveTo>
                  <a:lnTo>
                    <a:pt x="0" y="62"/>
                  </a:lnTo>
                  <a:lnTo>
                    <a:pt x="633" y="62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499" name="Google Shape;6499;p49"/>
            <p:cNvSpPr/>
            <p:nvPr/>
          </p:nvSpPr>
          <p:spPr>
            <a:xfrm>
              <a:off x="4977375" y="3874263"/>
              <a:ext cx="312042" cy="56403"/>
            </a:xfrm>
            <a:custGeom>
              <a:avLst/>
              <a:gdLst/>
              <a:ahLst/>
              <a:cxnLst/>
              <a:rect l="l" t="t" r="r" b="b"/>
              <a:pathLst>
                <a:path w="3607" h="652" extrusionOk="0">
                  <a:moveTo>
                    <a:pt x="12" y="0"/>
                  </a:moveTo>
                  <a:lnTo>
                    <a:pt x="1" y="57"/>
                  </a:lnTo>
                  <a:cubicBezTo>
                    <a:pt x="1" y="57"/>
                    <a:pt x="759" y="207"/>
                    <a:pt x="1534" y="352"/>
                  </a:cubicBezTo>
                  <a:cubicBezTo>
                    <a:pt x="1925" y="429"/>
                    <a:pt x="2315" y="502"/>
                    <a:pt x="2614" y="556"/>
                  </a:cubicBezTo>
                  <a:cubicBezTo>
                    <a:pt x="2763" y="586"/>
                    <a:pt x="2894" y="609"/>
                    <a:pt x="2986" y="624"/>
                  </a:cubicBezTo>
                  <a:cubicBezTo>
                    <a:pt x="3035" y="632"/>
                    <a:pt x="3074" y="640"/>
                    <a:pt x="3101" y="644"/>
                  </a:cubicBezTo>
                  <a:cubicBezTo>
                    <a:pt x="3115" y="644"/>
                    <a:pt x="3127" y="647"/>
                    <a:pt x="3135" y="647"/>
                  </a:cubicBezTo>
                  <a:cubicBezTo>
                    <a:pt x="3147" y="651"/>
                    <a:pt x="3150" y="651"/>
                    <a:pt x="3158" y="651"/>
                  </a:cubicBezTo>
                  <a:cubicBezTo>
                    <a:pt x="3177" y="651"/>
                    <a:pt x="3196" y="647"/>
                    <a:pt x="3219" y="640"/>
                  </a:cubicBezTo>
                  <a:cubicBezTo>
                    <a:pt x="3253" y="628"/>
                    <a:pt x="3296" y="605"/>
                    <a:pt x="3338" y="582"/>
                  </a:cubicBezTo>
                  <a:cubicBezTo>
                    <a:pt x="3469" y="513"/>
                    <a:pt x="3607" y="414"/>
                    <a:pt x="3607" y="414"/>
                  </a:cubicBezTo>
                  <a:lnTo>
                    <a:pt x="3572" y="364"/>
                  </a:lnTo>
                  <a:cubicBezTo>
                    <a:pt x="3572" y="364"/>
                    <a:pt x="3572" y="368"/>
                    <a:pt x="3568" y="368"/>
                  </a:cubicBezTo>
                  <a:cubicBezTo>
                    <a:pt x="3552" y="379"/>
                    <a:pt x="3472" y="437"/>
                    <a:pt x="3384" y="490"/>
                  </a:cubicBezTo>
                  <a:cubicBezTo>
                    <a:pt x="3338" y="517"/>
                    <a:pt x="3292" y="544"/>
                    <a:pt x="3250" y="563"/>
                  </a:cubicBezTo>
                  <a:cubicBezTo>
                    <a:pt x="3230" y="571"/>
                    <a:pt x="3212" y="579"/>
                    <a:pt x="3196" y="582"/>
                  </a:cubicBezTo>
                  <a:cubicBezTo>
                    <a:pt x="3181" y="590"/>
                    <a:pt x="3166" y="590"/>
                    <a:pt x="3158" y="590"/>
                  </a:cubicBezTo>
                  <a:lnTo>
                    <a:pt x="3143" y="590"/>
                  </a:lnTo>
                  <a:cubicBezTo>
                    <a:pt x="3108" y="586"/>
                    <a:pt x="3035" y="575"/>
                    <a:pt x="2932" y="556"/>
                  </a:cubicBezTo>
                  <a:cubicBezTo>
                    <a:pt x="2564" y="490"/>
                    <a:pt x="1833" y="352"/>
                    <a:pt x="1196" y="230"/>
                  </a:cubicBezTo>
                  <a:cubicBezTo>
                    <a:pt x="878" y="168"/>
                    <a:pt x="579" y="111"/>
                    <a:pt x="365" y="69"/>
                  </a:cubicBezTo>
                  <a:cubicBezTo>
                    <a:pt x="254" y="50"/>
                    <a:pt x="165" y="30"/>
                    <a:pt x="104" y="19"/>
                  </a:cubicBezTo>
                  <a:cubicBezTo>
                    <a:pt x="73" y="15"/>
                    <a:pt x="50" y="7"/>
                    <a:pt x="35" y="7"/>
                  </a:cubicBezTo>
                  <a:cubicBezTo>
                    <a:pt x="20" y="4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00" name="Google Shape;6500;p49"/>
            <p:cNvSpPr/>
            <p:nvPr/>
          </p:nvSpPr>
          <p:spPr>
            <a:xfrm>
              <a:off x="3718065" y="4144688"/>
              <a:ext cx="208230" cy="88930"/>
            </a:xfrm>
            <a:custGeom>
              <a:avLst/>
              <a:gdLst/>
              <a:ahLst/>
              <a:cxnLst/>
              <a:rect l="l" t="t" r="r" b="b"/>
              <a:pathLst>
                <a:path w="2407" h="1028" extrusionOk="0">
                  <a:moveTo>
                    <a:pt x="176" y="1"/>
                  </a:moveTo>
                  <a:cubicBezTo>
                    <a:pt x="0" y="291"/>
                    <a:pt x="135" y="668"/>
                    <a:pt x="135" y="668"/>
                  </a:cubicBezTo>
                  <a:lnTo>
                    <a:pt x="713" y="668"/>
                  </a:lnTo>
                  <a:lnTo>
                    <a:pt x="2268" y="1027"/>
                  </a:lnTo>
                  <a:lnTo>
                    <a:pt x="2406" y="429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01" name="Google Shape;6501;p49"/>
            <p:cNvSpPr/>
            <p:nvPr/>
          </p:nvSpPr>
          <p:spPr>
            <a:xfrm>
              <a:off x="3913316" y="4014753"/>
              <a:ext cx="369657" cy="234435"/>
            </a:xfrm>
            <a:custGeom>
              <a:avLst/>
              <a:gdLst/>
              <a:ahLst/>
              <a:cxnLst/>
              <a:rect l="l" t="t" r="r" b="b"/>
              <a:pathLst>
                <a:path w="4273" h="2710" extrusionOk="0">
                  <a:moveTo>
                    <a:pt x="2204" y="0"/>
                  </a:moveTo>
                  <a:cubicBezTo>
                    <a:pt x="476" y="0"/>
                    <a:pt x="0" y="2472"/>
                    <a:pt x="0" y="2472"/>
                  </a:cubicBezTo>
                  <a:lnTo>
                    <a:pt x="943" y="2709"/>
                  </a:lnTo>
                  <a:lnTo>
                    <a:pt x="3633" y="2709"/>
                  </a:lnTo>
                  <a:lnTo>
                    <a:pt x="4273" y="2377"/>
                  </a:lnTo>
                  <a:cubicBezTo>
                    <a:pt x="4273" y="2377"/>
                    <a:pt x="3932" y="0"/>
                    <a:pt x="2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02" name="Google Shape;6502;p49"/>
            <p:cNvSpPr/>
            <p:nvPr/>
          </p:nvSpPr>
          <p:spPr>
            <a:xfrm>
              <a:off x="4900123" y="4013109"/>
              <a:ext cx="371733" cy="222151"/>
            </a:xfrm>
            <a:custGeom>
              <a:avLst/>
              <a:gdLst/>
              <a:ahLst/>
              <a:cxnLst/>
              <a:rect l="l" t="t" r="r" b="b"/>
              <a:pathLst>
                <a:path w="4297" h="2568" extrusionOk="0">
                  <a:moveTo>
                    <a:pt x="2197" y="1"/>
                  </a:moveTo>
                  <a:cubicBezTo>
                    <a:pt x="1449" y="1"/>
                    <a:pt x="449" y="510"/>
                    <a:pt x="1" y="2288"/>
                  </a:cubicBezTo>
                  <a:lnTo>
                    <a:pt x="1043" y="2568"/>
                  </a:lnTo>
                  <a:lnTo>
                    <a:pt x="3515" y="2568"/>
                  </a:lnTo>
                  <a:lnTo>
                    <a:pt x="4296" y="2315"/>
                  </a:lnTo>
                  <a:cubicBezTo>
                    <a:pt x="3844" y="449"/>
                    <a:pt x="2940" y="1"/>
                    <a:pt x="2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03" name="Google Shape;6503;p49"/>
            <p:cNvSpPr/>
            <p:nvPr/>
          </p:nvSpPr>
          <p:spPr>
            <a:xfrm>
              <a:off x="4941301" y="4038629"/>
              <a:ext cx="297335" cy="297413"/>
            </a:xfrm>
            <a:custGeom>
              <a:avLst/>
              <a:gdLst/>
              <a:ahLst/>
              <a:cxnLst/>
              <a:rect l="l" t="t" r="r" b="b"/>
              <a:pathLst>
                <a:path w="3437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67" y="3438"/>
                    <a:pt x="3437" y="2672"/>
                    <a:pt x="3437" y="1721"/>
                  </a:cubicBezTo>
                  <a:cubicBezTo>
                    <a:pt x="3437" y="771"/>
                    <a:pt x="2667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04" name="Google Shape;6504;p49"/>
            <p:cNvSpPr/>
            <p:nvPr/>
          </p:nvSpPr>
          <p:spPr>
            <a:xfrm>
              <a:off x="4992255" y="4100310"/>
              <a:ext cx="195426" cy="174140"/>
            </a:xfrm>
            <a:custGeom>
              <a:avLst/>
              <a:gdLst/>
              <a:ahLst/>
              <a:cxnLst/>
              <a:rect l="l" t="t" r="r" b="b"/>
              <a:pathLst>
                <a:path w="2259" h="2013" extrusionOk="0">
                  <a:moveTo>
                    <a:pt x="1130" y="1"/>
                  </a:moveTo>
                  <a:cubicBezTo>
                    <a:pt x="706" y="1"/>
                    <a:pt x="312" y="272"/>
                    <a:pt x="173" y="698"/>
                  </a:cubicBezTo>
                  <a:cubicBezTo>
                    <a:pt x="1" y="1223"/>
                    <a:pt x="292" y="1793"/>
                    <a:pt x="817" y="1962"/>
                  </a:cubicBezTo>
                  <a:cubicBezTo>
                    <a:pt x="921" y="1996"/>
                    <a:pt x="1027" y="2012"/>
                    <a:pt x="1130" y="2012"/>
                  </a:cubicBezTo>
                  <a:cubicBezTo>
                    <a:pt x="1554" y="2012"/>
                    <a:pt x="1947" y="1743"/>
                    <a:pt x="2085" y="1319"/>
                  </a:cubicBezTo>
                  <a:cubicBezTo>
                    <a:pt x="2258" y="790"/>
                    <a:pt x="1967" y="222"/>
                    <a:pt x="1442" y="50"/>
                  </a:cubicBezTo>
                  <a:cubicBezTo>
                    <a:pt x="1338" y="17"/>
                    <a:pt x="1233" y="1"/>
                    <a:pt x="1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05" name="Google Shape;6505;p49"/>
            <p:cNvSpPr/>
            <p:nvPr/>
          </p:nvSpPr>
          <p:spPr>
            <a:xfrm>
              <a:off x="4997618" y="4104895"/>
              <a:ext cx="184699" cy="165056"/>
            </a:xfrm>
            <a:custGeom>
              <a:avLst/>
              <a:gdLst/>
              <a:ahLst/>
              <a:cxnLst/>
              <a:rect l="l" t="t" r="r" b="b"/>
              <a:pathLst>
                <a:path w="2135" h="1908" extrusionOk="0">
                  <a:moveTo>
                    <a:pt x="1068" y="1"/>
                  </a:moveTo>
                  <a:cubicBezTo>
                    <a:pt x="668" y="1"/>
                    <a:pt x="294" y="256"/>
                    <a:pt x="161" y="660"/>
                  </a:cubicBezTo>
                  <a:cubicBezTo>
                    <a:pt x="0" y="1158"/>
                    <a:pt x="272" y="1699"/>
                    <a:pt x="775" y="1860"/>
                  </a:cubicBezTo>
                  <a:cubicBezTo>
                    <a:pt x="872" y="1892"/>
                    <a:pt x="972" y="1907"/>
                    <a:pt x="1069" y="1907"/>
                  </a:cubicBezTo>
                  <a:cubicBezTo>
                    <a:pt x="1469" y="1907"/>
                    <a:pt x="1841" y="1651"/>
                    <a:pt x="1974" y="1250"/>
                  </a:cubicBezTo>
                  <a:cubicBezTo>
                    <a:pt x="2135" y="748"/>
                    <a:pt x="1863" y="212"/>
                    <a:pt x="1360" y="47"/>
                  </a:cubicBezTo>
                  <a:cubicBezTo>
                    <a:pt x="1264" y="16"/>
                    <a:pt x="1165" y="1"/>
                    <a:pt x="1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06" name="Google Shape;6506;p49"/>
            <p:cNvSpPr/>
            <p:nvPr/>
          </p:nvSpPr>
          <p:spPr>
            <a:xfrm>
              <a:off x="5020803" y="4125657"/>
              <a:ext cx="138329" cy="123619"/>
            </a:xfrm>
            <a:custGeom>
              <a:avLst/>
              <a:gdLst/>
              <a:ahLst/>
              <a:cxnLst/>
              <a:rect l="l" t="t" r="r" b="b"/>
              <a:pathLst>
                <a:path w="1599" h="1429" extrusionOk="0">
                  <a:moveTo>
                    <a:pt x="796" y="1"/>
                  </a:moveTo>
                  <a:cubicBezTo>
                    <a:pt x="496" y="1"/>
                    <a:pt x="217" y="191"/>
                    <a:pt x="119" y="493"/>
                  </a:cubicBezTo>
                  <a:cubicBezTo>
                    <a:pt x="1" y="868"/>
                    <a:pt x="204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80" y="934"/>
                  </a:cubicBezTo>
                  <a:cubicBezTo>
                    <a:pt x="1598" y="557"/>
                    <a:pt x="1395" y="156"/>
                    <a:pt x="1020" y="37"/>
                  </a:cubicBezTo>
                  <a:cubicBezTo>
                    <a:pt x="945" y="13"/>
                    <a:pt x="870" y="1"/>
                    <a:pt x="7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07" name="Google Shape;6507;p49"/>
            <p:cNvSpPr/>
            <p:nvPr/>
          </p:nvSpPr>
          <p:spPr>
            <a:xfrm>
              <a:off x="5070545" y="4170036"/>
              <a:ext cx="38843" cy="34603"/>
            </a:xfrm>
            <a:custGeom>
              <a:avLst/>
              <a:gdLst/>
              <a:ahLst/>
              <a:cxnLst/>
              <a:rect l="l" t="t" r="r" b="b"/>
              <a:pathLst>
                <a:path w="449" h="400" extrusionOk="0">
                  <a:moveTo>
                    <a:pt x="224" y="0"/>
                  </a:moveTo>
                  <a:cubicBezTo>
                    <a:pt x="140" y="0"/>
                    <a:pt x="63" y="55"/>
                    <a:pt x="35" y="141"/>
                  </a:cubicBezTo>
                  <a:cubicBezTo>
                    <a:pt x="1" y="244"/>
                    <a:pt x="58" y="355"/>
                    <a:pt x="161" y="389"/>
                  </a:cubicBezTo>
                  <a:cubicBezTo>
                    <a:pt x="183" y="396"/>
                    <a:pt x="204" y="400"/>
                    <a:pt x="225" y="400"/>
                  </a:cubicBezTo>
                  <a:cubicBezTo>
                    <a:pt x="309" y="400"/>
                    <a:pt x="386" y="346"/>
                    <a:pt x="414" y="263"/>
                  </a:cubicBezTo>
                  <a:cubicBezTo>
                    <a:pt x="448" y="156"/>
                    <a:pt x="391" y="44"/>
                    <a:pt x="287" y="10"/>
                  </a:cubicBezTo>
                  <a:cubicBezTo>
                    <a:pt x="266" y="4"/>
                    <a:pt x="245" y="0"/>
                    <a:pt x="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08" name="Google Shape;6508;p49"/>
            <p:cNvSpPr/>
            <p:nvPr/>
          </p:nvSpPr>
          <p:spPr>
            <a:xfrm>
              <a:off x="5079110" y="4123494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1" y="0"/>
                  </a:moveTo>
                  <a:lnTo>
                    <a:pt x="62" y="674"/>
                  </a:lnTo>
                  <a:lnTo>
                    <a:pt x="188" y="674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09" name="Google Shape;6509;p49"/>
            <p:cNvSpPr/>
            <p:nvPr/>
          </p:nvSpPr>
          <p:spPr>
            <a:xfrm>
              <a:off x="5029107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126" y="1"/>
                  </a:moveTo>
                  <a:lnTo>
                    <a:pt x="66" y="108"/>
                  </a:lnTo>
                  <a:lnTo>
                    <a:pt x="0" y="216"/>
                  </a:lnTo>
                  <a:lnTo>
                    <a:pt x="617" y="499"/>
                  </a:lnTo>
                  <a:lnTo>
                    <a:pt x="648" y="446"/>
                  </a:lnTo>
                  <a:lnTo>
                    <a:pt x="678" y="39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10" name="Google Shape;6510;p49"/>
            <p:cNvSpPr/>
            <p:nvPr/>
          </p:nvSpPr>
          <p:spPr>
            <a:xfrm>
              <a:off x="5029107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7" y="1"/>
                  </a:moveTo>
                  <a:lnTo>
                    <a:pt x="0" y="285"/>
                  </a:lnTo>
                  <a:lnTo>
                    <a:pt x="66" y="392"/>
                  </a:lnTo>
                  <a:lnTo>
                    <a:pt x="126" y="499"/>
                  </a:lnTo>
                  <a:lnTo>
                    <a:pt x="678" y="108"/>
                  </a:lnTo>
                  <a:lnTo>
                    <a:pt x="648" y="55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11" name="Google Shape;6511;p49"/>
            <p:cNvSpPr/>
            <p:nvPr/>
          </p:nvSpPr>
          <p:spPr>
            <a:xfrm>
              <a:off x="5079110" y="4193133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62" y="0"/>
                  </a:moveTo>
                  <a:lnTo>
                    <a:pt x="1" y="674"/>
                  </a:lnTo>
                  <a:lnTo>
                    <a:pt x="250" y="674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12" name="Google Shape;6512;p49"/>
            <p:cNvSpPr/>
            <p:nvPr/>
          </p:nvSpPr>
          <p:spPr>
            <a:xfrm>
              <a:off x="5092086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" y="1"/>
                  </a:moveTo>
                  <a:lnTo>
                    <a:pt x="31" y="55"/>
                  </a:lnTo>
                  <a:lnTo>
                    <a:pt x="1" y="108"/>
                  </a:lnTo>
                  <a:lnTo>
                    <a:pt x="553" y="499"/>
                  </a:lnTo>
                  <a:lnTo>
                    <a:pt x="617" y="392"/>
                  </a:lnTo>
                  <a:lnTo>
                    <a:pt x="679" y="285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13" name="Google Shape;6513;p49"/>
            <p:cNvSpPr/>
            <p:nvPr/>
          </p:nvSpPr>
          <p:spPr>
            <a:xfrm>
              <a:off x="5092086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553" y="1"/>
                  </a:moveTo>
                  <a:lnTo>
                    <a:pt x="1" y="391"/>
                  </a:lnTo>
                  <a:lnTo>
                    <a:pt x="31" y="446"/>
                  </a:lnTo>
                  <a:lnTo>
                    <a:pt x="61" y="499"/>
                  </a:lnTo>
                  <a:lnTo>
                    <a:pt x="679" y="216"/>
                  </a:lnTo>
                  <a:lnTo>
                    <a:pt x="617" y="108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14" name="Google Shape;6514;p49"/>
            <p:cNvSpPr/>
            <p:nvPr/>
          </p:nvSpPr>
          <p:spPr>
            <a:xfrm>
              <a:off x="5080840" y="4179119"/>
              <a:ext cx="18254" cy="16436"/>
            </a:xfrm>
            <a:custGeom>
              <a:avLst/>
              <a:gdLst/>
              <a:ahLst/>
              <a:cxnLst/>
              <a:rect l="l" t="t" r="r" b="b"/>
              <a:pathLst>
                <a:path w="211" h="190" extrusionOk="0">
                  <a:moveTo>
                    <a:pt x="107" y="1"/>
                  </a:moveTo>
                  <a:cubicBezTo>
                    <a:pt x="66" y="1"/>
                    <a:pt x="28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5" y="189"/>
                  </a:cubicBezTo>
                  <a:cubicBezTo>
                    <a:pt x="146" y="189"/>
                    <a:pt x="183" y="164"/>
                    <a:pt x="195" y="123"/>
                  </a:cubicBezTo>
                  <a:cubicBezTo>
                    <a:pt x="211" y="74"/>
                    <a:pt x="184" y="20"/>
                    <a:pt x="134" y="5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15" name="Google Shape;6515;p49"/>
            <p:cNvSpPr/>
            <p:nvPr/>
          </p:nvSpPr>
          <p:spPr>
            <a:xfrm>
              <a:off x="3955099" y="4038629"/>
              <a:ext cx="297767" cy="297413"/>
            </a:xfrm>
            <a:custGeom>
              <a:avLst/>
              <a:gdLst/>
              <a:ahLst/>
              <a:cxnLst/>
              <a:rect l="l" t="t" r="r" b="b"/>
              <a:pathLst>
                <a:path w="3442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71" y="3438"/>
                    <a:pt x="3441" y="2672"/>
                    <a:pt x="3441" y="1721"/>
                  </a:cubicBezTo>
                  <a:cubicBezTo>
                    <a:pt x="3441" y="771"/>
                    <a:pt x="2671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16" name="Google Shape;6516;p49"/>
            <p:cNvSpPr/>
            <p:nvPr/>
          </p:nvSpPr>
          <p:spPr>
            <a:xfrm>
              <a:off x="4006486" y="4100310"/>
              <a:ext cx="194994" cy="174140"/>
            </a:xfrm>
            <a:custGeom>
              <a:avLst/>
              <a:gdLst/>
              <a:ahLst/>
              <a:cxnLst/>
              <a:rect l="l" t="t" r="r" b="b"/>
              <a:pathLst>
                <a:path w="2254" h="2013" extrusionOk="0">
                  <a:moveTo>
                    <a:pt x="1125" y="1"/>
                  </a:moveTo>
                  <a:cubicBezTo>
                    <a:pt x="701" y="1"/>
                    <a:pt x="308" y="272"/>
                    <a:pt x="168" y="698"/>
                  </a:cubicBezTo>
                  <a:cubicBezTo>
                    <a:pt x="0" y="1223"/>
                    <a:pt x="287" y="1793"/>
                    <a:pt x="816" y="1962"/>
                  </a:cubicBezTo>
                  <a:cubicBezTo>
                    <a:pt x="920" y="1996"/>
                    <a:pt x="1025" y="2012"/>
                    <a:pt x="1129" y="2012"/>
                  </a:cubicBezTo>
                  <a:cubicBezTo>
                    <a:pt x="1552" y="2012"/>
                    <a:pt x="1946" y="1743"/>
                    <a:pt x="2084" y="1319"/>
                  </a:cubicBezTo>
                  <a:cubicBezTo>
                    <a:pt x="2253" y="790"/>
                    <a:pt x="1965" y="222"/>
                    <a:pt x="1437" y="50"/>
                  </a:cubicBezTo>
                  <a:cubicBezTo>
                    <a:pt x="1333" y="17"/>
                    <a:pt x="1228" y="1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17" name="Google Shape;6517;p49"/>
            <p:cNvSpPr/>
            <p:nvPr/>
          </p:nvSpPr>
          <p:spPr>
            <a:xfrm>
              <a:off x="4011417" y="4104895"/>
              <a:ext cx="185045" cy="165056"/>
            </a:xfrm>
            <a:custGeom>
              <a:avLst/>
              <a:gdLst/>
              <a:ahLst/>
              <a:cxnLst/>
              <a:rect l="l" t="t" r="r" b="b"/>
              <a:pathLst>
                <a:path w="2139" h="1908" extrusionOk="0">
                  <a:moveTo>
                    <a:pt x="1071" y="1"/>
                  </a:moveTo>
                  <a:cubicBezTo>
                    <a:pt x="668" y="1"/>
                    <a:pt x="294" y="256"/>
                    <a:pt x="165" y="660"/>
                  </a:cubicBezTo>
                  <a:cubicBezTo>
                    <a:pt x="0" y="1158"/>
                    <a:pt x="276" y="1699"/>
                    <a:pt x="774" y="1860"/>
                  </a:cubicBezTo>
                  <a:cubicBezTo>
                    <a:pt x="873" y="1892"/>
                    <a:pt x="973" y="1907"/>
                    <a:pt x="1071" y="1907"/>
                  </a:cubicBezTo>
                  <a:cubicBezTo>
                    <a:pt x="1473" y="1907"/>
                    <a:pt x="1844" y="1651"/>
                    <a:pt x="1974" y="1250"/>
                  </a:cubicBezTo>
                  <a:cubicBezTo>
                    <a:pt x="2138" y="748"/>
                    <a:pt x="1862" y="212"/>
                    <a:pt x="1365" y="47"/>
                  </a:cubicBezTo>
                  <a:cubicBezTo>
                    <a:pt x="1267" y="16"/>
                    <a:pt x="1168" y="1"/>
                    <a:pt x="10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18" name="Google Shape;6518;p49"/>
            <p:cNvSpPr/>
            <p:nvPr/>
          </p:nvSpPr>
          <p:spPr>
            <a:xfrm>
              <a:off x="4034601" y="4125657"/>
              <a:ext cx="138676" cy="123619"/>
            </a:xfrm>
            <a:custGeom>
              <a:avLst/>
              <a:gdLst/>
              <a:ahLst/>
              <a:cxnLst/>
              <a:rect l="l" t="t" r="r" b="b"/>
              <a:pathLst>
                <a:path w="1603" h="1429" extrusionOk="0">
                  <a:moveTo>
                    <a:pt x="800" y="1"/>
                  </a:moveTo>
                  <a:cubicBezTo>
                    <a:pt x="500" y="1"/>
                    <a:pt x="222" y="191"/>
                    <a:pt x="123" y="493"/>
                  </a:cubicBezTo>
                  <a:cubicBezTo>
                    <a:pt x="1" y="868"/>
                    <a:pt x="208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79" y="934"/>
                  </a:cubicBezTo>
                  <a:cubicBezTo>
                    <a:pt x="1603" y="557"/>
                    <a:pt x="1396" y="156"/>
                    <a:pt x="1023" y="37"/>
                  </a:cubicBezTo>
                  <a:cubicBezTo>
                    <a:pt x="949" y="13"/>
                    <a:pt x="874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19" name="Google Shape;6519;p49"/>
            <p:cNvSpPr/>
            <p:nvPr/>
          </p:nvSpPr>
          <p:spPr>
            <a:xfrm>
              <a:off x="4084344" y="4170036"/>
              <a:ext cx="39189" cy="34603"/>
            </a:xfrm>
            <a:custGeom>
              <a:avLst/>
              <a:gdLst/>
              <a:ahLst/>
              <a:cxnLst/>
              <a:rect l="l" t="t" r="r" b="b"/>
              <a:pathLst>
                <a:path w="453" h="400" extrusionOk="0">
                  <a:moveTo>
                    <a:pt x="226" y="0"/>
                  </a:moveTo>
                  <a:cubicBezTo>
                    <a:pt x="142" y="0"/>
                    <a:pt x="63" y="55"/>
                    <a:pt x="35" y="141"/>
                  </a:cubicBezTo>
                  <a:cubicBezTo>
                    <a:pt x="0" y="244"/>
                    <a:pt x="57" y="355"/>
                    <a:pt x="165" y="389"/>
                  </a:cubicBezTo>
                  <a:cubicBezTo>
                    <a:pt x="186" y="396"/>
                    <a:pt x="207" y="400"/>
                    <a:pt x="227" y="400"/>
                  </a:cubicBezTo>
                  <a:cubicBezTo>
                    <a:pt x="311" y="400"/>
                    <a:pt x="391" y="346"/>
                    <a:pt x="418" y="263"/>
                  </a:cubicBezTo>
                  <a:cubicBezTo>
                    <a:pt x="453" y="156"/>
                    <a:pt x="395" y="44"/>
                    <a:pt x="287" y="10"/>
                  </a:cubicBezTo>
                  <a:cubicBezTo>
                    <a:pt x="267" y="4"/>
                    <a:pt x="246" y="0"/>
                    <a:pt x="2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20" name="Google Shape;6520;p49"/>
            <p:cNvSpPr/>
            <p:nvPr/>
          </p:nvSpPr>
          <p:spPr>
            <a:xfrm>
              <a:off x="4093254" y="4123494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0" y="0"/>
                  </a:moveTo>
                  <a:lnTo>
                    <a:pt x="62" y="674"/>
                  </a:lnTo>
                  <a:lnTo>
                    <a:pt x="184" y="674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21" name="Google Shape;6521;p49"/>
            <p:cNvSpPr/>
            <p:nvPr/>
          </p:nvSpPr>
          <p:spPr>
            <a:xfrm>
              <a:off x="4043252" y="4145986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123" y="1"/>
                  </a:moveTo>
                  <a:lnTo>
                    <a:pt x="62" y="108"/>
                  </a:lnTo>
                  <a:lnTo>
                    <a:pt x="0" y="216"/>
                  </a:lnTo>
                  <a:lnTo>
                    <a:pt x="613" y="499"/>
                  </a:lnTo>
                  <a:lnTo>
                    <a:pt x="644" y="446"/>
                  </a:lnTo>
                  <a:lnTo>
                    <a:pt x="675" y="391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22" name="Google Shape;6522;p49"/>
            <p:cNvSpPr/>
            <p:nvPr/>
          </p:nvSpPr>
          <p:spPr>
            <a:xfrm>
              <a:off x="4043252" y="4185434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613" y="1"/>
                  </a:moveTo>
                  <a:lnTo>
                    <a:pt x="0" y="285"/>
                  </a:lnTo>
                  <a:lnTo>
                    <a:pt x="62" y="392"/>
                  </a:lnTo>
                  <a:lnTo>
                    <a:pt x="123" y="499"/>
                  </a:lnTo>
                  <a:lnTo>
                    <a:pt x="675" y="108"/>
                  </a:lnTo>
                  <a:lnTo>
                    <a:pt x="644" y="55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23" name="Google Shape;6523;p49"/>
            <p:cNvSpPr/>
            <p:nvPr/>
          </p:nvSpPr>
          <p:spPr>
            <a:xfrm>
              <a:off x="4093254" y="4193133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62" y="0"/>
                  </a:moveTo>
                  <a:lnTo>
                    <a:pt x="0" y="674"/>
                  </a:lnTo>
                  <a:lnTo>
                    <a:pt x="246" y="674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24" name="Google Shape;6524;p49"/>
            <p:cNvSpPr/>
            <p:nvPr/>
          </p:nvSpPr>
          <p:spPr>
            <a:xfrm>
              <a:off x="4106231" y="4185434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62" y="1"/>
                  </a:moveTo>
                  <a:lnTo>
                    <a:pt x="31" y="55"/>
                  </a:lnTo>
                  <a:lnTo>
                    <a:pt x="0" y="108"/>
                  </a:lnTo>
                  <a:lnTo>
                    <a:pt x="552" y="499"/>
                  </a:lnTo>
                  <a:lnTo>
                    <a:pt x="614" y="392"/>
                  </a:lnTo>
                  <a:lnTo>
                    <a:pt x="674" y="285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25" name="Google Shape;6525;p49"/>
            <p:cNvSpPr/>
            <p:nvPr/>
          </p:nvSpPr>
          <p:spPr>
            <a:xfrm>
              <a:off x="4106231" y="4145986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552" y="1"/>
                  </a:moveTo>
                  <a:lnTo>
                    <a:pt x="0" y="391"/>
                  </a:lnTo>
                  <a:lnTo>
                    <a:pt x="31" y="446"/>
                  </a:lnTo>
                  <a:lnTo>
                    <a:pt x="62" y="499"/>
                  </a:lnTo>
                  <a:lnTo>
                    <a:pt x="674" y="216"/>
                  </a:lnTo>
                  <a:lnTo>
                    <a:pt x="614" y="108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26" name="Google Shape;6526;p49"/>
            <p:cNvSpPr/>
            <p:nvPr/>
          </p:nvSpPr>
          <p:spPr>
            <a:xfrm>
              <a:off x="4094638" y="4179119"/>
              <a:ext cx="18600" cy="16436"/>
            </a:xfrm>
            <a:custGeom>
              <a:avLst/>
              <a:gdLst/>
              <a:ahLst/>
              <a:cxnLst/>
              <a:rect l="l" t="t" r="r" b="b"/>
              <a:pathLst>
                <a:path w="215" h="190" extrusionOk="0">
                  <a:moveTo>
                    <a:pt x="110" y="1"/>
                  </a:moveTo>
                  <a:cubicBezTo>
                    <a:pt x="70" y="1"/>
                    <a:pt x="31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6" y="189"/>
                  </a:cubicBezTo>
                  <a:cubicBezTo>
                    <a:pt x="146" y="189"/>
                    <a:pt x="184" y="164"/>
                    <a:pt x="200" y="123"/>
                  </a:cubicBezTo>
                  <a:cubicBezTo>
                    <a:pt x="214" y="74"/>
                    <a:pt x="188" y="20"/>
                    <a:pt x="138" y="5"/>
                  </a:cubicBezTo>
                  <a:cubicBezTo>
                    <a:pt x="129" y="2"/>
                    <a:pt x="120" y="1"/>
                    <a:pt x="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27" name="Google Shape;6527;p49"/>
            <p:cNvSpPr/>
            <p:nvPr/>
          </p:nvSpPr>
          <p:spPr>
            <a:xfrm>
              <a:off x="4519916" y="3646485"/>
              <a:ext cx="375972" cy="226477"/>
            </a:xfrm>
            <a:custGeom>
              <a:avLst/>
              <a:gdLst/>
              <a:ahLst/>
              <a:cxnLst/>
              <a:rect l="l" t="t" r="r" b="b"/>
              <a:pathLst>
                <a:path w="4346" h="2618" extrusionOk="0">
                  <a:moveTo>
                    <a:pt x="1" y="0"/>
                  </a:moveTo>
                  <a:lnTo>
                    <a:pt x="1" y="2617"/>
                  </a:lnTo>
                  <a:lnTo>
                    <a:pt x="4227" y="2617"/>
                  </a:lnTo>
                  <a:lnTo>
                    <a:pt x="4346" y="2131"/>
                  </a:lnTo>
                  <a:lnTo>
                    <a:pt x="2928" y="146"/>
                  </a:lnTo>
                  <a:lnTo>
                    <a:pt x="2905" y="146"/>
                  </a:lnTo>
                  <a:cubicBezTo>
                    <a:pt x="1989" y="62"/>
                    <a:pt x="73" y="4"/>
                    <a:pt x="54" y="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28" name="Google Shape;6528;p49"/>
            <p:cNvSpPr/>
            <p:nvPr/>
          </p:nvSpPr>
          <p:spPr>
            <a:xfrm>
              <a:off x="4524242" y="3651416"/>
              <a:ext cx="366370" cy="217220"/>
            </a:xfrm>
            <a:custGeom>
              <a:avLst/>
              <a:gdLst/>
              <a:ahLst/>
              <a:cxnLst/>
              <a:rect l="l" t="t" r="r" b="b"/>
              <a:pathLst>
                <a:path w="4235" h="2511" extrusionOk="0">
                  <a:moveTo>
                    <a:pt x="144" y="1"/>
                  </a:moveTo>
                  <a:cubicBezTo>
                    <a:pt x="66" y="1"/>
                    <a:pt x="0" y="64"/>
                    <a:pt x="0" y="146"/>
                  </a:cubicBezTo>
                  <a:lnTo>
                    <a:pt x="0" y="2369"/>
                  </a:lnTo>
                  <a:cubicBezTo>
                    <a:pt x="0" y="2445"/>
                    <a:pt x="66" y="2511"/>
                    <a:pt x="146" y="2511"/>
                  </a:cubicBezTo>
                  <a:lnTo>
                    <a:pt x="4024" y="2511"/>
                  </a:lnTo>
                  <a:cubicBezTo>
                    <a:pt x="4093" y="2511"/>
                    <a:pt x="4151" y="2465"/>
                    <a:pt x="4165" y="2403"/>
                  </a:cubicBezTo>
                  <a:lnTo>
                    <a:pt x="4227" y="2150"/>
                  </a:lnTo>
                  <a:cubicBezTo>
                    <a:pt x="4234" y="2108"/>
                    <a:pt x="4227" y="2067"/>
                    <a:pt x="4204" y="2032"/>
                  </a:cubicBezTo>
                  <a:lnTo>
                    <a:pt x="2890" y="192"/>
                  </a:lnTo>
                  <a:cubicBezTo>
                    <a:pt x="2867" y="158"/>
                    <a:pt x="2828" y="135"/>
                    <a:pt x="2786" y="135"/>
                  </a:cubicBezTo>
                  <a:cubicBezTo>
                    <a:pt x="2671" y="123"/>
                    <a:pt x="2549" y="116"/>
                    <a:pt x="2418" y="104"/>
                  </a:cubicBezTo>
                  <a:cubicBezTo>
                    <a:pt x="2077" y="81"/>
                    <a:pt x="1686" y="62"/>
                    <a:pt x="1314" y="47"/>
                  </a:cubicBezTo>
                  <a:cubicBezTo>
                    <a:pt x="1277" y="43"/>
                    <a:pt x="1234" y="43"/>
                    <a:pt x="1192" y="43"/>
                  </a:cubicBezTo>
                  <a:cubicBezTo>
                    <a:pt x="1058" y="35"/>
                    <a:pt x="927" y="31"/>
                    <a:pt x="801" y="24"/>
                  </a:cubicBezTo>
                  <a:cubicBezTo>
                    <a:pt x="525" y="16"/>
                    <a:pt x="292" y="5"/>
                    <a:pt x="150" y="1"/>
                  </a:cubicBezTo>
                  <a:cubicBezTo>
                    <a:pt x="148" y="1"/>
                    <a:pt x="146" y="1"/>
                    <a:pt x="1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29" name="Google Shape;6529;p49"/>
            <p:cNvSpPr/>
            <p:nvPr/>
          </p:nvSpPr>
          <p:spPr>
            <a:xfrm>
              <a:off x="4739389" y="3661105"/>
              <a:ext cx="84261" cy="207531"/>
            </a:xfrm>
            <a:custGeom>
              <a:avLst/>
              <a:gdLst/>
              <a:ahLst/>
              <a:cxnLst/>
              <a:rect l="l" t="t" r="r" b="b"/>
              <a:pathLst>
                <a:path w="974" h="2399" extrusionOk="0">
                  <a:moveTo>
                    <a:pt x="0" y="0"/>
                  </a:moveTo>
                  <a:lnTo>
                    <a:pt x="0" y="0"/>
                  </a:lnTo>
                  <a:cubicBezTo>
                    <a:pt x="180" y="226"/>
                    <a:pt x="345" y="2249"/>
                    <a:pt x="345" y="2299"/>
                  </a:cubicBezTo>
                  <a:cubicBezTo>
                    <a:pt x="345" y="2353"/>
                    <a:pt x="230" y="2399"/>
                    <a:pt x="230" y="2399"/>
                  </a:cubicBezTo>
                  <a:lnTo>
                    <a:pt x="974" y="2399"/>
                  </a:lnTo>
                  <a:cubicBezTo>
                    <a:pt x="974" y="2399"/>
                    <a:pt x="877" y="2387"/>
                    <a:pt x="836" y="2318"/>
                  </a:cubicBezTo>
                  <a:cubicBezTo>
                    <a:pt x="790" y="2249"/>
                    <a:pt x="184" y="61"/>
                    <a:pt x="226" y="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30" name="Google Shape;6530;p49"/>
            <p:cNvSpPr/>
            <p:nvPr/>
          </p:nvSpPr>
          <p:spPr>
            <a:xfrm>
              <a:off x="4311430" y="3646139"/>
              <a:ext cx="154853" cy="226823"/>
            </a:xfrm>
            <a:custGeom>
              <a:avLst/>
              <a:gdLst/>
              <a:ahLst/>
              <a:cxnLst/>
              <a:rect l="l" t="t" r="r" b="b"/>
              <a:pathLst>
                <a:path w="1790" h="2622" extrusionOk="0">
                  <a:moveTo>
                    <a:pt x="1330" y="0"/>
                  </a:moveTo>
                  <a:cubicBezTo>
                    <a:pt x="1035" y="0"/>
                    <a:pt x="743" y="8"/>
                    <a:pt x="740" y="8"/>
                  </a:cubicBezTo>
                  <a:lnTo>
                    <a:pt x="709" y="8"/>
                  </a:lnTo>
                  <a:lnTo>
                    <a:pt x="694" y="39"/>
                  </a:lnTo>
                  <a:cubicBezTo>
                    <a:pt x="303" y="959"/>
                    <a:pt x="12" y="2549"/>
                    <a:pt x="8" y="2564"/>
                  </a:cubicBezTo>
                  <a:lnTo>
                    <a:pt x="0" y="2621"/>
                  </a:lnTo>
                  <a:lnTo>
                    <a:pt x="1790" y="2621"/>
                  </a:lnTo>
                  <a:lnTo>
                    <a:pt x="1790" y="8"/>
                  </a:lnTo>
                  <a:lnTo>
                    <a:pt x="1740" y="8"/>
                  </a:lnTo>
                  <a:cubicBezTo>
                    <a:pt x="1640" y="0"/>
                    <a:pt x="1502" y="0"/>
                    <a:pt x="1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31" name="Google Shape;6531;p49"/>
            <p:cNvSpPr/>
            <p:nvPr/>
          </p:nvSpPr>
          <p:spPr>
            <a:xfrm>
              <a:off x="4316447" y="3650205"/>
              <a:ext cx="145596" cy="218431"/>
            </a:xfrm>
            <a:custGeom>
              <a:avLst/>
              <a:gdLst/>
              <a:ahLst/>
              <a:cxnLst/>
              <a:rect l="l" t="t" r="r" b="b"/>
              <a:pathLst>
                <a:path w="1683" h="2525" extrusionOk="0">
                  <a:moveTo>
                    <a:pt x="1283" y="1"/>
                  </a:moveTo>
                  <a:cubicBezTo>
                    <a:pt x="1203" y="1"/>
                    <a:pt x="1123" y="2"/>
                    <a:pt x="1049" y="3"/>
                  </a:cubicBezTo>
                  <a:cubicBezTo>
                    <a:pt x="1000" y="3"/>
                    <a:pt x="957" y="3"/>
                    <a:pt x="915" y="7"/>
                  </a:cubicBezTo>
                  <a:cubicBezTo>
                    <a:pt x="777" y="7"/>
                    <a:pt x="682" y="11"/>
                    <a:pt x="682" y="11"/>
                  </a:cubicBezTo>
                  <a:cubicBezTo>
                    <a:pt x="575" y="268"/>
                    <a:pt x="475" y="570"/>
                    <a:pt x="386" y="880"/>
                  </a:cubicBezTo>
                  <a:cubicBezTo>
                    <a:pt x="352" y="1000"/>
                    <a:pt x="322" y="1119"/>
                    <a:pt x="291" y="1234"/>
                  </a:cubicBezTo>
                  <a:cubicBezTo>
                    <a:pt x="110" y="1915"/>
                    <a:pt x="0" y="2525"/>
                    <a:pt x="0" y="2525"/>
                  </a:cubicBezTo>
                  <a:lnTo>
                    <a:pt x="1306" y="2525"/>
                  </a:lnTo>
                  <a:cubicBezTo>
                    <a:pt x="1513" y="2525"/>
                    <a:pt x="1682" y="2356"/>
                    <a:pt x="1682" y="2150"/>
                  </a:cubicBezTo>
                  <a:lnTo>
                    <a:pt x="1682" y="11"/>
                  </a:lnTo>
                  <a:cubicBezTo>
                    <a:pt x="1571" y="4"/>
                    <a:pt x="1427" y="1"/>
                    <a:pt x="12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32" name="Google Shape;6532;p49"/>
            <p:cNvSpPr/>
            <p:nvPr/>
          </p:nvSpPr>
          <p:spPr>
            <a:xfrm>
              <a:off x="4763525" y="3782304"/>
              <a:ext cx="164888" cy="94639"/>
            </a:xfrm>
            <a:custGeom>
              <a:avLst/>
              <a:gdLst/>
              <a:ahLst/>
              <a:cxnLst/>
              <a:rect l="l" t="t" r="r" b="b"/>
              <a:pathLst>
                <a:path w="1906" h="1094" extrusionOk="0">
                  <a:moveTo>
                    <a:pt x="838" y="0"/>
                  </a:moveTo>
                  <a:cubicBezTo>
                    <a:pt x="668" y="0"/>
                    <a:pt x="512" y="11"/>
                    <a:pt x="434" y="36"/>
                  </a:cubicBezTo>
                  <a:cubicBezTo>
                    <a:pt x="219" y="105"/>
                    <a:pt x="1" y="925"/>
                    <a:pt x="308" y="1093"/>
                  </a:cubicBezTo>
                  <a:lnTo>
                    <a:pt x="1741" y="1093"/>
                  </a:lnTo>
                  <a:cubicBezTo>
                    <a:pt x="1741" y="1093"/>
                    <a:pt x="1905" y="833"/>
                    <a:pt x="1813" y="699"/>
                  </a:cubicBezTo>
                  <a:lnTo>
                    <a:pt x="1661" y="660"/>
                  </a:lnTo>
                  <a:cubicBezTo>
                    <a:pt x="1661" y="660"/>
                    <a:pt x="1599" y="143"/>
                    <a:pt x="1530" y="74"/>
                  </a:cubicBezTo>
                  <a:cubicBezTo>
                    <a:pt x="1486" y="33"/>
                    <a:pt x="1139" y="0"/>
                    <a:pt x="8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33" name="Google Shape;6533;p49"/>
            <p:cNvSpPr/>
            <p:nvPr/>
          </p:nvSpPr>
          <p:spPr>
            <a:xfrm>
              <a:off x="3746180" y="3834728"/>
              <a:ext cx="526586" cy="38236"/>
            </a:xfrm>
            <a:custGeom>
              <a:avLst/>
              <a:gdLst/>
              <a:ahLst/>
              <a:cxnLst/>
              <a:rect l="l" t="t" r="r" b="b"/>
              <a:pathLst>
                <a:path w="6087" h="442" extrusionOk="0">
                  <a:moveTo>
                    <a:pt x="901" y="0"/>
                  </a:moveTo>
                  <a:cubicBezTo>
                    <a:pt x="519" y="0"/>
                    <a:pt x="271" y="1"/>
                    <a:pt x="246" y="5"/>
                  </a:cubicBezTo>
                  <a:cubicBezTo>
                    <a:pt x="123" y="17"/>
                    <a:pt x="1" y="254"/>
                    <a:pt x="100" y="441"/>
                  </a:cubicBezTo>
                  <a:lnTo>
                    <a:pt x="5975" y="441"/>
                  </a:lnTo>
                  <a:lnTo>
                    <a:pt x="6086" y="20"/>
                  </a:lnTo>
                  <a:cubicBezTo>
                    <a:pt x="6086" y="20"/>
                    <a:pt x="2427" y="0"/>
                    <a:pt x="9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34" name="Google Shape;6534;p49"/>
            <p:cNvSpPr/>
            <p:nvPr/>
          </p:nvSpPr>
          <p:spPr>
            <a:xfrm>
              <a:off x="3773777" y="3899783"/>
              <a:ext cx="1153351" cy="5017"/>
            </a:xfrm>
            <a:custGeom>
              <a:avLst/>
              <a:gdLst/>
              <a:ahLst/>
              <a:cxnLst/>
              <a:rect l="l" t="t" r="r" b="b"/>
              <a:pathLst>
                <a:path w="13332" h="58" extrusionOk="0">
                  <a:moveTo>
                    <a:pt x="0" y="0"/>
                  </a:moveTo>
                  <a:lnTo>
                    <a:pt x="0" y="57"/>
                  </a:lnTo>
                  <a:lnTo>
                    <a:pt x="13331" y="57"/>
                  </a:lnTo>
                  <a:lnTo>
                    <a:pt x="133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35" name="Google Shape;6535;p49"/>
            <p:cNvSpPr/>
            <p:nvPr/>
          </p:nvSpPr>
          <p:spPr>
            <a:xfrm>
              <a:off x="3794885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8" y="1"/>
                  </a:moveTo>
                  <a:cubicBezTo>
                    <a:pt x="59" y="1"/>
                    <a:pt x="39" y="8"/>
                    <a:pt x="24" y="20"/>
                  </a:cubicBezTo>
                  <a:cubicBezTo>
                    <a:pt x="13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9" y="215"/>
                    <a:pt x="24" y="231"/>
                  </a:cubicBezTo>
                  <a:cubicBezTo>
                    <a:pt x="32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5" y="251"/>
                    <a:pt x="78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7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7" y="35"/>
                    <a:pt x="131" y="20"/>
                  </a:cubicBezTo>
                  <a:cubicBezTo>
                    <a:pt x="124" y="16"/>
                    <a:pt x="116" y="8"/>
                    <a:pt x="108" y="4"/>
                  </a:cubicBezTo>
                  <a:cubicBezTo>
                    <a:pt x="97" y="1"/>
                    <a:pt x="89" y="1"/>
                    <a:pt x="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36" name="Google Shape;6536;p49"/>
            <p:cNvSpPr/>
            <p:nvPr/>
          </p:nvSpPr>
          <p:spPr>
            <a:xfrm>
              <a:off x="3902675" y="3860594"/>
              <a:ext cx="12976" cy="21800"/>
            </a:xfrm>
            <a:custGeom>
              <a:avLst/>
              <a:gdLst/>
              <a:ahLst/>
              <a:cxnLst/>
              <a:rect l="l" t="t" r="r" b="b"/>
              <a:pathLst>
                <a:path w="150" h="252" extrusionOk="0">
                  <a:moveTo>
                    <a:pt x="77" y="1"/>
                  </a:moveTo>
                  <a:cubicBezTo>
                    <a:pt x="58" y="1"/>
                    <a:pt x="35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2" y="249"/>
                    <a:pt x="59" y="252"/>
                    <a:pt x="67" y="252"/>
                  </a:cubicBezTo>
                  <a:cubicBezTo>
                    <a:pt x="70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3" y="215"/>
                    <a:pt x="150" y="196"/>
                    <a:pt x="150" y="177"/>
                  </a:cubicBezTo>
                  <a:lnTo>
                    <a:pt x="150" y="73"/>
                  </a:lnTo>
                  <a:cubicBezTo>
                    <a:pt x="150" y="54"/>
                    <a:pt x="143" y="35"/>
                    <a:pt x="131" y="20"/>
                  </a:cubicBezTo>
                  <a:cubicBezTo>
                    <a:pt x="123" y="16"/>
                    <a:pt x="116" y="8"/>
                    <a:pt x="104" y="4"/>
                  </a:cubicBezTo>
                  <a:cubicBezTo>
                    <a:pt x="97" y="1"/>
                    <a:pt x="85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37" name="Google Shape;6537;p49"/>
            <p:cNvSpPr/>
            <p:nvPr/>
          </p:nvSpPr>
          <p:spPr>
            <a:xfrm>
              <a:off x="4024999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5" y="8"/>
                    <a:pt x="23" y="20"/>
                  </a:cubicBezTo>
                  <a:cubicBezTo>
                    <a:pt x="8" y="35"/>
                    <a:pt x="0" y="54"/>
                    <a:pt x="0" y="73"/>
                  </a:cubicBezTo>
                  <a:lnTo>
                    <a:pt x="0" y="177"/>
                  </a:lnTo>
                  <a:cubicBezTo>
                    <a:pt x="0" y="196"/>
                    <a:pt x="8" y="215"/>
                    <a:pt x="23" y="231"/>
                  </a:cubicBezTo>
                  <a:cubicBezTo>
                    <a:pt x="31" y="238"/>
                    <a:pt x="39" y="242"/>
                    <a:pt x="46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5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5" y="8"/>
                    <a:pt x="104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38" name="Google Shape;6538;p49"/>
            <p:cNvSpPr/>
            <p:nvPr/>
          </p:nvSpPr>
          <p:spPr>
            <a:xfrm>
              <a:off x="4117823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8" y="8"/>
                    <a:pt x="24" y="20"/>
                  </a:cubicBezTo>
                  <a:cubicBezTo>
                    <a:pt x="12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12" y="215"/>
                    <a:pt x="24" y="231"/>
                  </a:cubicBezTo>
                  <a:cubicBezTo>
                    <a:pt x="31" y="238"/>
                    <a:pt x="38" y="242"/>
                    <a:pt x="50" y="246"/>
                  </a:cubicBezTo>
                  <a:cubicBezTo>
                    <a:pt x="56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9" y="246"/>
                    <a:pt x="130" y="231"/>
                  </a:cubicBezTo>
                  <a:cubicBezTo>
                    <a:pt x="146" y="215"/>
                    <a:pt x="153" y="196"/>
                    <a:pt x="153" y="177"/>
                  </a:cubicBezTo>
                  <a:lnTo>
                    <a:pt x="153" y="73"/>
                  </a:lnTo>
                  <a:cubicBezTo>
                    <a:pt x="153" y="54"/>
                    <a:pt x="146" y="35"/>
                    <a:pt x="130" y="20"/>
                  </a:cubicBezTo>
                  <a:cubicBezTo>
                    <a:pt x="123" y="16"/>
                    <a:pt x="116" y="8"/>
                    <a:pt x="107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539" name="Google Shape;6539;p49"/>
            <p:cNvSpPr/>
            <p:nvPr/>
          </p:nvSpPr>
          <p:spPr>
            <a:xfrm>
              <a:off x="4225526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7" y="1"/>
                  </a:moveTo>
                  <a:cubicBezTo>
                    <a:pt x="58" y="1"/>
                    <a:pt x="39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6" y="8"/>
                    <a:pt x="108" y="4"/>
                  </a:cubicBezTo>
                  <a:cubicBezTo>
                    <a:pt x="97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aphicFrame>
        <p:nvGraphicFramePr>
          <p:cNvPr id="26" name="Google Shape;4888;p39">
            <a:extLst>
              <a:ext uri="{FF2B5EF4-FFF2-40B4-BE49-F238E27FC236}">
                <a16:creationId xmlns:a16="http://schemas.microsoft.com/office/drawing/2014/main" id="{81A92A1B-8867-AC2D-57B9-8294634644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8257263"/>
              </p:ext>
            </p:extLst>
          </p:nvPr>
        </p:nvGraphicFramePr>
        <p:xfrm>
          <a:off x="886409" y="1160396"/>
          <a:ext cx="7371172" cy="2773470"/>
        </p:xfrm>
        <a:graphic>
          <a:graphicData uri="http://schemas.openxmlformats.org/drawingml/2006/table">
            <a:tbl>
              <a:tblPr>
                <a:noFill/>
                <a:tableStyleId>{8E55BC96-9954-4E57-862E-3481F0B1CFB0}</a:tableStyleId>
              </a:tblPr>
              <a:tblGrid>
                <a:gridCol w="2091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3919">
                  <a:extLst>
                    <a:ext uri="{9D8B030D-6E8A-4147-A177-3AD203B41FA5}">
                      <a16:colId xmlns:a16="http://schemas.microsoft.com/office/drawing/2014/main" val="3026022363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Modello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mIoU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Pixel Accuracy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U-Net Scratch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57.44%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93.05%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U-Net Coarse -&gt; Fine</a:t>
                      </a:r>
                      <a:endParaRPr lang="it-IT" sz="1400" noProof="0" dirty="0">
                        <a:solidFill>
                          <a:schemeClr val="dk1"/>
                        </a:solidFill>
                        <a:latin typeface="Changa One"/>
                        <a:ea typeface="Changa One"/>
                        <a:cs typeface="Changa One"/>
                        <a:sym typeface="Chang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57.70%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93.06%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Coarse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63.26%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92.15%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Coarse -&gt; Fine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70.34%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94.83%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5289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Pretrained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73.00%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95.02%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484629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DeepLab Scratch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74.20%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4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95.33%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92820"/>
                  </a:ext>
                </a:extLst>
              </a:tr>
            </a:tbl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747390F3-A27D-1D5F-DC46-70A88AC29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95" y="3577595"/>
            <a:ext cx="356271" cy="35627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6A38DF0-3705-F0CA-B377-88DC4A41D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24" y="3577594"/>
            <a:ext cx="356271" cy="3562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D67217F-9D64-911A-B725-F7ED86C8966D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DAC9D6-F56C-E8E5-2F97-8DF8EFFDC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0F007F9-23DD-82B0-2EF1-FED299EF017E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7" name="Google Shape;7717;p56"/>
          <p:cNvSpPr txBox="1">
            <a:spLocks noGrp="1"/>
          </p:cNvSpPr>
          <p:nvPr>
            <p:ph type="title"/>
          </p:nvPr>
        </p:nvSpPr>
        <p:spPr>
          <a:xfrm>
            <a:off x="720000" y="188308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noProof="0" dirty="0">
                <a:solidFill>
                  <a:schemeClr val="dk1"/>
                </a:solidFill>
              </a:rPr>
              <a:t>Risultati qualitativi</a:t>
            </a:r>
          </a:p>
        </p:txBody>
      </p:sp>
      <p:grpSp>
        <p:nvGrpSpPr>
          <p:cNvPr id="7722" name="Google Shape;7722;p56"/>
          <p:cNvGrpSpPr/>
          <p:nvPr/>
        </p:nvGrpSpPr>
        <p:grpSpPr>
          <a:xfrm>
            <a:off x="6910730" y="4209156"/>
            <a:ext cx="1609760" cy="788436"/>
            <a:chOff x="5302117" y="778706"/>
            <a:chExt cx="1609760" cy="788436"/>
          </a:xfrm>
        </p:grpSpPr>
        <p:sp>
          <p:nvSpPr>
            <p:cNvPr id="7723" name="Google Shape;7723;p56"/>
            <p:cNvSpPr/>
            <p:nvPr/>
          </p:nvSpPr>
          <p:spPr>
            <a:xfrm>
              <a:off x="5321668" y="1414545"/>
              <a:ext cx="241709" cy="71974"/>
            </a:xfrm>
            <a:custGeom>
              <a:avLst/>
              <a:gdLst/>
              <a:ahLst/>
              <a:cxnLst/>
              <a:rect l="l" t="t" r="r" b="b"/>
              <a:pathLst>
                <a:path w="2794" h="832" extrusionOk="0">
                  <a:moveTo>
                    <a:pt x="84" y="1"/>
                  </a:moveTo>
                  <a:cubicBezTo>
                    <a:pt x="0" y="169"/>
                    <a:pt x="84" y="257"/>
                    <a:pt x="84" y="257"/>
                  </a:cubicBezTo>
                  <a:lnTo>
                    <a:pt x="1939" y="257"/>
                  </a:lnTo>
                  <a:lnTo>
                    <a:pt x="2793" y="832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24" name="Google Shape;7724;p56"/>
            <p:cNvSpPr/>
            <p:nvPr/>
          </p:nvSpPr>
          <p:spPr>
            <a:xfrm>
              <a:off x="5319938" y="901044"/>
              <a:ext cx="1573098" cy="581244"/>
            </a:xfrm>
            <a:custGeom>
              <a:avLst/>
              <a:gdLst/>
              <a:ahLst/>
              <a:cxnLst/>
              <a:rect l="l" t="t" r="r" b="b"/>
              <a:pathLst>
                <a:path w="18184" h="6719" extrusionOk="0">
                  <a:moveTo>
                    <a:pt x="8354" y="0"/>
                  </a:moveTo>
                  <a:lnTo>
                    <a:pt x="8354" y="3035"/>
                  </a:lnTo>
                  <a:lnTo>
                    <a:pt x="208" y="3035"/>
                  </a:lnTo>
                  <a:cubicBezTo>
                    <a:pt x="8" y="3553"/>
                    <a:pt x="158" y="5560"/>
                    <a:pt x="158" y="5560"/>
                  </a:cubicBezTo>
                  <a:cubicBezTo>
                    <a:pt x="1" y="5679"/>
                    <a:pt x="104" y="6040"/>
                    <a:pt x="104" y="6040"/>
                  </a:cubicBezTo>
                  <a:lnTo>
                    <a:pt x="2035" y="6040"/>
                  </a:lnTo>
                  <a:lnTo>
                    <a:pt x="2346" y="6247"/>
                  </a:lnTo>
                  <a:lnTo>
                    <a:pt x="3039" y="6718"/>
                  </a:lnTo>
                  <a:lnTo>
                    <a:pt x="5415" y="6718"/>
                  </a:lnTo>
                  <a:lnTo>
                    <a:pt x="6101" y="6197"/>
                  </a:lnTo>
                  <a:lnTo>
                    <a:pt x="6308" y="6040"/>
                  </a:lnTo>
                  <a:lnTo>
                    <a:pt x="12711" y="6040"/>
                  </a:lnTo>
                  <a:lnTo>
                    <a:pt x="12853" y="6151"/>
                  </a:lnTo>
                  <a:lnTo>
                    <a:pt x="13386" y="6572"/>
                  </a:lnTo>
                  <a:lnTo>
                    <a:pt x="16122" y="6572"/>
                  </a:lnTo>
                  <a:lnTo>
                    <a:pt x="16684" y="6151"/>
                  </a:lnTo>
                  <a:lnTo>
                    <a:pt x="16811" y="6059"/>
                  </a:lnTo>
                  <a:lnTo>
                    <a:pt x="17885" y="6059"/>
                  </a:lnTo>
                  <a:cubicBezTo>
                    <a:pt x="18183" y="6059"/>
                    <a:pt x="18175" y="4465"/>
                    <a:pt x="17885" y="4465"/>
                  </a:cubicBezTo>
                  <a:lnTo>
                    <a:pt x="17678" y="3457"/>
                  </a:lnTo>
                  <a:cubicBezTo>
                    <a:pt x="17678" y="3457"/>
                    <a:pt x="16980" y="2859"/>
                    <a:pt x="16868" y="2813"/>
                  </a:cubicBezTo>
                  <a:cubicBezTo>
                    <a:pt x="16758" y="2767"/>
                    <a:pt x="13665" y="2434"/>
                    <a:pt x="13665" y="2434"/>
                  </a:cubicBezTo>
                  <a:cubicBezTo>
                    <a:pt x="13665" y="2434"/>
                    <a:pt x="12071" y="143"/>
                    <a:pt x="11856" y="100"/>
                  </a:cubicBezTo>
                  <a:cubicBezTo>
                    <a:pt x="11638" y="62"/>
                    <a:pt x="8354" y="0"/>
                    <a:pt x="83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25" name="Google Shape;7725;p56"/>
            <p:cNvSpPr/>
            <p:nvPr/>
          </p:nvSpPr>
          <p:spPr>
            <a:xfrm>
              <a:off x="5376342" y="1238154"/>
              <a:ext cx="1093054" cy="65746"/>
            </a:xfrm>
            <a:custGeom>
              <a:avLst/>
              <a:gdLst/>
              <a:ahLst/>
              <a:cxnLst/>
              <a:rect l="l" t="t" r="r" b="b"/>
              <a:pathLst>
                <a:path w="12635" h="760" extrusionOk="0">
                  <a:moveTo>
                    <a:pt x="0" y="1"/>
                  </a:moveTo>
                  <a:lnTo>
                    <a:pt x="88" y="759"/>
                  </a:lnTo>
                  <a:lnTo>
                    <a:pt x="12097" y="759"/>
                  </a:lnTo>
                  <a:cubicBezTo>
                    <a:pt x="12159" y="438"/>
                    <a:pt x="12339" y="151"/>
                    <a:pt x="126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26" name="Google Shape;7726;p56"/>
            <p:cNvSpPr/>
            <p:nvPr/>
          </p:nvSpPr>
          <p:spPr>
            <a:xfrm>
              <a:off x="6835228" y="1310215"/>
              <a:ext cx="45158" cy="76905"/>
            </a:xfrm>
            <a:custGeom>
              <a:avLst/>
              <a:gdLst/>
              <a:ahLst/>
              <a:cxnLst/>
              <a:rect l="l" t="t" r="r" b="b"/>
              <a:pathLst>
                <a:path w="522" h="889" extrusionOk="0">
                  <a:moveTo>
                    <a:pt x="406" y="0"/>
                  </a:moveTo>
                  <a:cubicBezTo>
                    <a:pt x="35" y="18"/>
                    <a:pt x="35" y="230"/>
                    <a:pt x="4" y="819"/>
                  </a:cubicBezTo>
                  <a:cubicBezTo>
                    <a:pt x="1" y="858"/>
                    <a:pt x="31" y="888"/>
                    <a:pt x="65" y="888"/>
                  </a:cubicBezTo>
                  <a:lnTo>
                    <a:pt x="387" y="888"/>
                  </a:lnTo>
                  <a:cubicBezTo>
                    <a:pt x="418" y="888"/>
                    <a:pt x="445" y="865"/>
                    <a:pt x="452" y="839"/>
                  </a:cubicBezTo>
                  <a:cubicBezTo>
                    <a:pt x="475" y="727"/>
                    <a:pt x="521" y="437"/>
                    <a:pt x="472" y="57"/>
                  </a:cubicBezTo>
                  <a:cubicBezTo>
                    <a:pt x="468" y="23"/>
                    <a:pt x="441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27" name="Google Shape;7727;p56"/>
            <p:cNvSpPr/>
            <p:nvPr/>
          </p:nvSpPr>
          <p:spPr>
            <a:xfrm>
              <a:off x="6846474" y="1376481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28" name="Google Shape;7728;p56"/>
            <p:cNvSpPr/>
            <p:nvPr/>
          </p:nvSpPr>
          <p:spPr>
            <a:xfrm>
              <a:off x="6847512" y="1368522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29" name="Google Shape;7729;p56"/>
            <p:cNvSpPr/>
            <p:nvPr/>
          </p:nvSpPr>
          <p:spPr>
            <a:xfrm>
              <a:off x="6848464" y="1360563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0" name="Google Shape;7730;p56"/>
            <p:cNvSpPr/>
            <p:nvPr/>
          </p:nvSpPr>
          <p:spPr>
            <a:xfrm>
              <a:off x="6750968" y="1307447"/>
              <a:ext cx="160909" cy="116785"/>
            </a:xfrm>
            <a:custGeom>
              <a:avLst/>
              <a:gdLst/>
              <a:ahLst/>
              <a:cxnLst/>
              <a:rect l="l" t="t" r="r" b="b"/>
              <a:pathLst>
                <a:path w="1860" h="1350" extrusionOk="0">
                  <a:moveTo>
                    <a:pt x="1660" y="1"/>
                  </a:moveTo>
                  <a:cubicBezTo>
                    <a:pt x="1618" y="1"/>
                    <a:pt x="1587" y="39"/>
                    <a:pt x="1591" y="78"/>
                  </a:cubicBezTo>
                  <a:cubicBezTo>
                    <a:pt x="1622" y="254"/>
                    <a:pt x="1675" y="676"/>
                    <a:pt x="1595" y="975"/>
                  </a:cubicBezTo>
                  <a:cubicBezTo>
                    <a:pt x="1587" y="1005"/>
                    <a:pt x="1561" y="1028"/>
                    <a:pt x="1526" y="1028"/>
                  </a:cubicBezTo>
                  <a:lnTo>
                    <a:pt x="66" y="1028"/>
                  </a:lnTo>
                  <a:cubicBezTo>
                    <a:pt x="32" y="1028"/>
                    <a:pt x="1" y="1055"/>
                    <a:pt x="1" y="1093"/>
                  </a:cubicBezTo>
                  <a:lnTo>
                    <a:pt x="1" y="1281"/>
                  </a:lnTo>
                  <a:cubicBezTo>
                    <a:pt x="1" y="1320"/>
                    <a:pt x="32" y="1350"/>
                    <a:pt x="66" y="1350"/>
                  </a:cubicBezTo>
                  <a:lnTo>
                    <a:pt x="1656" y="1350"/>
                  </a:lnTo>
                  <a:cubicBezTo>
                    <a:pt x="1691" y="1350"/>
                    <a:pt x="1718" y="1327"/>
                    <a:pt x="1725" y="1297"/>
                  </a:cubicBezTo>
                  <a:cubicBezTo>
                    <a:pt x="1760" y="1120"/>
                    <a:pt x="1859" y="553"/>
                    <a:pt x="1725" y="50"/>
                  </a:cubicBezTo>
                  <a:cubicBezTo>
                    <a:pt x="1718" y="20"/>
                    <a:pt x="1691" y="1"/>
                    <a:pt x="1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1" name="Google Shape;7731;p56"/>
            <p:cNvSpPr/>
            <p:nvPr/>
          </p:nvSpPr>
          <p:spPr>
            <a:xfrm>
              <a:off x="6431837" y="1271027"/>
              <a:ext cx="331506" cy="189711"/>
            </a:xfrm>
            <a:custGeom>
              <a:avLst/>
              <a:gdLst/>
              <a:ahLst/>
              <a:cxnLst/>
              <a:rect l="l" t="t" r="r" b="b"/>
              <a:pathLst>
                <a:path w="3832" h="2193" extrusionOk="0">
                  <a:moveTo>
                    <a:pt x="1900" y="1"/>
                  </a:moveTo>
                  <a:cubicBezTo>
                    <a:pt x="326" y="1"/>
                    <a:pt x="0" y="1771"/>
                    <a:pt x="0" y="1771"/>
                  </a:cubicBezTo>
                  <a:lnTo>
                    <a:pt x="533" y="2192"/>
                  </a:lnTo>
                  <a:lnTo>
                    <a:pt x="3269" y="2192"/>
                  </a:lnTo>
                  <a:lnTo>
                    <a:pt x="3831" y="1771"/>
                  </a:lnTo>
                  <a:cubicBezTo>
                    <a:pt x="3831" y="1771"/>
                    <a:pt x="3472" y="1"/>
                    <a:pt x="19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2" name="Google Shape;7732;p56"/>
            <p:cNvSpPr/>
            <p:nvPr/>
          </p:nvSpPr>
          <p:spPr>
            <a:xfrm>
              <a:off x="5519514" y="1271027"/>
              <a:ext cx="333929" cy="192393"/>
            </a:xfrm>
            <a:custGeom>
              <a:avLst/>
              <a:gdLst/>
              <a:ahLst/>
              <a:cxnLst/>
              <a:rect l="l" t="t" r="r" b="b"/>
              <a:pathLst>
                <a:path w="3860" h="2224" extrusionOk="0">
                  <a:moveTo>
                    <a:pt x="1928" y="1"/>
                  </a:moveTo>
                  <a:cubicBezTo>
                    <a:pt x="353" y="1"/>
                    <a:pt x="0" y="1844"/>
                    <a:pt x="0" y="1844"/>
                  </a:cubicBezTo>
                  <a:lnTo>
                    <a:pt x="560" y="2223"/>
                  </a:lnTo>
                  <a:lnTo>
                    <a:pt x="3296" y="2192"/>
                  </a:lnTo>
                  <a:lnTo>
                    <a:pt x="3859" y="1771"/>
                  </a:lnTo>
                  <a:cubicBezTo>
                    <a:pt x="3859" y="1771"/>
                    <a:pt x="3499" y="1"/>
                    <a:pt x="19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3" name="Google Shape;7733;p56"/>
            <p:cNvSpPr/>
            <p:nvPr/>
          </p:nvSpPr>
          <p:spPr>
            <a:xfrm>
              <a:off x="5516573" y="844799"/>
              <a:ext cx="334534" cy="202168"/>
            </a:xfrm>
            <a:custGeom>
              <a:avLst/>
              <a:gdLst/>
              <a:ahLst/>
              <a:cxnLst/>
              <a:rect l="l" t="t" r="r" b="b"/>
              <a:pathLst>
                <a:path w="3867" h="2337" extrusionOk="0">
                  <a:moveTo>
                    <a:pt x="1916" y="0"/>
                  </a:moveTo>
                  <a:cubicBezTo>
                    <a:pt x="341" y="0"/>
                    <a:pt x="0" y="1816"/>
                    <a:pt x="0" y="1816"/>
                  </a:cubicBezTo>
                  <a:lnTo>
                    <a:pt x="73" y="1866"/>
                  </a:lnTo>
                  <a:lnTo>
                    <a:pt x="766" y="2337"/>
                  </a:lnTo>
                  <a:lnTo>
                    <a:pt x="3142" y="2337"/>
                  </a:lnTo>
                  <a:lnTo>
                    <a:pt x="3828" y="1812"/>
                  </a:lnTo>
                  <a:lnTo>
                    <a:pt x="3867" y="1785"/>
                  </a:lnTo>
                  <a:cubicBezTo>
                    <a:pt x="3867" y="1785"/>
                    <a:pt x="3487" y="0"/>
                    <a:pt x="1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4" name="Google Shape;7734;p56"/>
            <p:cNvSpPr/>
            <p:nvPr/>
          </p:nvSpPr>
          <p:spPr>
            <a:xfrm>
              <a:off x="6063136" y="1151040"/>
              <a:ext cx="426148" cy="240750"/>
            </a:xfrm>
            <a:custGeom>
              <a:avLst/>
              <a:gdLst/>
              <a:ahLst/>
              <a:cxnLst/>
              <a:rect l="l" t="t" r="r" b="b"/>
              <a:pathLst>
                <a:path w="4926" h="2783" extrusionOk="0">
                  <a:moveTo>
                    <a:pt x="4576" y="1"/>
                  </a:moveTo>
                  <a:lnTo>
                    <a:pt x="4565" y="4"/>
                  </a:lnTo>
                  <a:cubicBezTo>
                    <a:pt x="4565" y="4"/>
                    <a:pt x="4565" y="8"/>
                    <a:pt x="4568" y="12"/>
                  </a:cubicBezTo>
                  <a:cubicBezTo>
                    <a:pt x="4599" y="73"/>
                    <a:pt x="4855" y="604"/>
                    <a:pt x="4909" y="1367"/>
                  </a:cubicBezTo>
                  <a:lnTo>
                    <a:pt x="4909" y="1367"/>
                  </a:lnTo>
                  <a:cubicBezTo>
                    <a:pt x="4862" y="1399"/>
                    <a:pt x="4401" y="1727"/>
                    <a:pt x="4183" y="2767"/>
                  </a:cubicBezTo>
                  <a:lnTo>
                    <a:pt x="85" y="2767"/>
                  </a:lnTo>
                  <a:cubicBezTo>
                    <a:pt x="85" y="2759"/>
                    <a:pt x="84" y="2743"/>
                    <a:pt x="81" y="2721"/>
                  </a:cubicBezTo>
                  <a:cubicBezTo>
                    <a:pt x="69" y="2472"/>
                    <a:pt x="23" y="1388"/>
                    <a:pt x="16" y="139"/>
                  </a:cubicBezTo>
                  <a:lnTo>
                    <a:pt x="0" y="139"/>
                  </a:lnTo>
                  <a:cubicBezTo>
                    <a:pt x="12" y="1568"/>
                    <a:pt x="69" y="2774"/>
                    <a:pt x="69" y="2778"/>
                  </a:cubicBezTo>
                  <a:lnTo>
                    <a:pt x="69" y="2783"/>
                  </a:lnTo>
                  <a:lnTo>
                    <a:pt x="4197" y="2783"/>
                  </a:lnTo>
                  <a:lnTo>
                    <a:pt x="4197" y="2778"/>
                  </a:lnTo>
                  <a:cubicBezTo>
                    <a:pt x="4312" y="2226"/>
                    <a:pt x="4492" y="1878"/>
                    <a:pt x="4645" y="1663"/>
                  </a:cubicBezTo>
                  <a:cubicBezTo>
                    <a:pt x="4722" y="1556"/>
                    <a:pt x="4791" y="1487"/>
                    <a:pt x="4841" y="1441"/>
                  </a:cubicBezTo>
                  <a:cubicBezTo>
                    <a:pt x="4867" y="1418"/>
                    <a:pt x="4887" y="1403"/>
                    <a:pt x="4902" y="1391"/>
                  </a:cubicBezTo>
                  <a:cubicBezTo>
                    <a:pt x="4910" y="1388"/>
                    <a:pt x="4913" y="1384"/>
                    <a:pt x="4917" y="1380"/>
                  </a:cubicBezTo>
                  <a:lnTo>
                    <a:pt x="4921" y="1376"/>
                  </a:lnTo>
                  <a:lnTo>
                    <a:pt x="4925" y="1372"/>
                  </a:lnTo>
                  <a:lnTo>
                    <a:pt x="4925" y="1368"/>
                  </a:lnTo>
                  <a:cubicBezTo>
                    <a:pt x="4867" y="553"/>
                    <a:pt x="4576" y="1"/>
                    <a:pt x="45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5" name="Google Shape;7735;p56"/>
            <p:cNvSpPr/>
            <p:nvPr/>
          </p:nvSpPr>
          <p:spPr>
            <a:xfrm>
              <a:off x="6096269" y="1195159"/>
              <a:ext cx="61163" cy="1298"/>
            </a:xfrm>
            <a:custGeom>
              <a:avLst/>
              <a:gdLst/>
              <a:ahLst/>
              <a:cxnLst/>
              <a:rect l="l" t="t" r="r" b="b"/>
              <a:pathLst>
                <a:path w="707" h="15" extrusionOk="0">
                  <a:moveTo>
                    <a:pt x="1" y="0"/>
                  </a:moveTo>
                  <a:lnTo>
                    <a:pt x="1" y="15"/>
                  </a:lnTo>
                  <a:lnTo>
                    <a:pt x="706" y="1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6" name="Google Shape;7736;p56"/>
            <p:cNvSpPr/>
            <p:nvPr/>
          </p:nvSpPr>
          <p:spPr>
            <a:xfrm>
              <a:off x="6495767" y="1116523"/>
              <a:ext cx="279514" cy="38928"/>
            </a:xfrm>
            <a:custGeom>
              <a:avLst/>
              <a:gdLst/>
              <a:ahLst/>
              <a:cxnLst/>
              <a:rect l="l" t="t" r="r" b="b"/>
              <a:pathLst>
                <a:path w="3231" h="450" extrusionOk="0">
                  <a:moveTo>
                    <a:pt x="1" y="1"/>
                  </a:moveTo>
                  <a:lnTo>
                    <a:pt x="1" y="16"/>
                  </a:lnTo>
                  <a:cubicBezTo>
                    <a:pt x="1" y="16"/>
                    <a:pt x="652" y="124"/>
                    <a:pt x="1318" y="230"/>
                  </a:cubicBezTo>
                  <a:cubicBezTo>
                    <a:pt x="1652" y="285"/>
                    <a:pt x="1993" y="338"/>
                    <a:pt x="2254" y="380"/>
                  </a:cubicBezTo>
                  <a:cubicBezTo>
                    <a:pt x="2384" y="400"/>
                    <a:pt x="2499" y="418"/>
                    <a:pt x="2583" y="430"/>
                  </a:cubicBezTo>
                  <a:cubicBezTo>
                    <a:pt x="2622" y="434"/>
                    <a:pt x="2656" y="441"/>
                    <a:pt x="2683" y="441"/>
                  </a:cubicBezTo>
                  <a:cubicBezTo>
                    <a:pt x="2710" y="446"/>
                    <a:pt x="2729" y="449"/>
                    <a:pt x="2737" y="449"/>
                  </a:cubicBezTo>
                  <a:cubicBezTo>
                    <a:pt x="2771" y="449"/>
                    <a:pt x="2817" y="441"/>
                    <a:pt x="2871" y="430"/>
                  </a:cubicBezTo>
                  <a:cubicBezTo>
                    <a:pt x="3028" y="395"/>
                    <a:pt x="3230" y="322"/>
                    <a:pt x="3230" y="322"/>
                  </a:cubicBezTo>
                  <a:lnTo>
                    <a:pt x="3227" y="311"/>
                  </a:lnTo>
                  <a:cubicBezTo>
                    <a:pt x="3227" y="311"/>
                    <a:pt x="3219" y="311"/>
                    <a:pt x="3212" y="315"/>
                  </a:cubicBezTo>
                  <a:cubicBezTo>
                    <a:pt x="3173" y="326"/>
                    <a:pt x="3085" y="357"/>
                    <a:pt x="2989" y="384"/>
                  </a:cubicBezTo>
                  <a:cubicBezTo>
                    <a:pt x="2894" y="411"/>
                    <a:pt x="2790" y="434"/>
                    <a:pt x="2737" y="434"/>
                  </a:cubicBezTo>
                  <a:cubicBezTo>
                    <a:pt x="2729" y="434"/>
                    <a:pt x="2714" y="430"/>
                    <a:pt x="2687" y="430"/>
                  </a:cubicBezTo>
                  <a:cubicBezTo>
                    <a:pt x="2491" y="403"/>
                    <a:pt x="1821" y="299"/>
                    <a:pt x="1196" y="196"/>
                  </a:cubicBezTo>
                  <a:cubicBezTo>
                    <a:pt x="885" y="147"/>
                    <a:pt x="586" y="96"/>
                    <a:pt x="368" y="62"/>
                  </a:cubicBezTo>
                  <a:cubicBezTo>
                    <a:pt x="257" y="43"/>
                    <a:pt x="165" y="27"/>
                    <a:pt x="100" y="16"/>
                  </a:cubicBezTo>
                  <a:cubicBezTo>
                    <a:pt x="70" y="13"/>
                    <a:pt x="47" y="9"/>
                    <a:pt x="27" y="4"/>
                  </a:cubicBezTo>
                  <a:cubicBezTo>
                    <a:pt x="12" y="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7" name="Google Shape;7737;p56"/>
            <p:cNvSpPr/>
            <p:nvPr/>
          </p:nvSpPr>
          <p:spPr>
            <a:xfrm>
              <a:off x="5340787" y="1372502"/>
              <a:ext cx="177865" cy="1384"/>
            </a:xfrm>
            <a:custGeom>
              <a:avLst/>
              <a:gdLst/>
              <a:ahLst/>
              <a:cxnLst/>
              <a:rect l="l" t="t" r="r" b="b"/>
              <a:pathLst>
                <a:path w="2056" h="16" extrusionOk="0">
                  <a:moveTo>
                    <a:pt x="1" y="0"/>
                  </a:moveTo>
                  <a:lnTo>
                    <a:pt x="1" y="16"/>
                  </a:lnTo>
                  <a:lnTo>
                    <a:pt x="2055" y="16"/>
                  </a:lnTo>
                  <a:lnTo>
                    <a:pt x="20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8" name="Google Shape;7738;p56"/>
            <p:cNvSpPr/>
            <p:nvPr/>
          </p:nvSpPr>
          <p:spPr>
            <a:xfrm>
              <a:off x="5342171" y="1175262"/>
              <a:ext cx="1122813" cy="1298"/>
            </a:xfrm>
            <a:custGeom>
              <a:avLst/>
              <a:gdLst/>
              <a:ahLst/>
              <a:cxnLst/>
              <a:rect l="l" t="t" r="r" b="b"/>
              <a:pathLst>
                <a:path w="12979" h="15" extrusionOk="0">
                  <a:moveTo>
                    <a:pt x="1" y="0"/>
                  </a:moveTo>
                  <a:lnTo>
                    <a:pt x="1" y="15"/>
                  </a:lnTo>
                  <a:lnTo>
                    <a:pt x="12979" y="15"/>
                  </a:lnTo>
                  <a:lnTo>
                    <a:pt x="129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9" name="Google Shape;7739;p56"/>
            <p:cNvSpPr/>
            <p:nvPr/>
          </p:nvSpPr>
          <p:spPr>
            <a:xfrm>
              <a:off x="6757716" y="1368782"/>
              <a:ext cx="69641" cy="1471"/>
            </a:xfrm>
            <a:custGeom>
              <a:avLst/>
              <a:gdLst/>
              <a:ahLst/>
              <a:cxnLst/>
              <a:rect l="l" t="t" r="r" b="b"/>
              <a:pathLst>
                <a:path w="805" h="17" extrusionOk="0">
                  <a:moveTo>
                    <a:pt x="0" y="1"/>
                  </a:moveTo>
                  <a:lnTo>
                    <a:pt x="0" y="16"/>
                  </a:lnTo>
                  <a:lnTo>
                    <a:pt x="805" y="16"/>
                  </a:lnTo>
                  <a:lnTo>
                    <a:pt x="8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0" name="Google Shape;7740;p56"/>
            <p:cNvSpPr/>
            <p:nvPr/>
          </p:nvSpPr>
          <p:spPr>
            <a:xfrm>
              <a:off x="6360554" y="926982"/>
              <a:ext cx="141617" cy="179417"/>
            </a:xfrm>
            <a:custGeom>
              <a:avLst/>
              <a:gdLst/>
              <a:ahLst/>
              <a:cxnLst/>
              <a:rect l="l" t="t" r="r" b="b"/>
              <a:pathLst>
                <a:path w="1637" h="2074" extrusionOk="0">
                  <a:moveTo>
                    <a:pt x="134" y="0"/>
                  </a:moveTo>
                  <a:lnTo>
                    <a:pt x="0" y="19"/>
                  </a:lnTo>
                  <a:cubicBezTo>
                    <a:pt x="73" y="475"/>
                    <a:pt x="1445" y="2069"/>
                    <a:pt x="1445" y="2069"/>
                  </a:cubicBezTo>
                  <a:cubicBezTo>
                    <a:pt x="1461" y="2072"/>
                    <a:pt x="1476" y="2073"/>
                    <a:pt x="1491" y="2073"/>
                  </a:cubicBezTo>
                  <a:cubicBezTo>
                    <a:pt x="1577" y="2073"/>
                    <a:pt x="1636" y="2031"/>
                    <a:pt x="1636" y="2031"/>
                  </a:cubicBezTo>
                  <a:cubicBezTo>
                    <a:pt x="1138" y="1307"/>
                    <a:pt x="637" y="628"/>
                    <a:pt x="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1" name="Google Shape;7741;p56"/>
            <p:cNvSpPr/>
            <p:nvPr/>
          </p:nvSpPr>
          <p:spPr>
            <a:xfrm>
              <a:off x="5498319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3" y="0"/>
                  </a:moveTo>
                  <a:cubicBezTo>
                    <a:pt x="907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7" y="2794"/>
                  </a:cubicBezTo>
                  <a:cubicBezTo>
                    <a:pt x="1403" y="3066"/>
                    <a:pt x="1788" y="3184"/>
                    <a:pt x="2145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1" y="391"/>
                  </a:cubicBezTo>
                  <a:cubicBezTo>
                    <a:pt x="2885" y="118"/>
                    <a:pt x="2501" y="0"/>
                    <a:pt x="2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2" name="Google Shape;7742;p56"/>
            <p:cNvSpPr/>
            <p:nvPr/>
          </p:nvSpPr>
          <p:spPr>
            <a:xfrm>
              <a:off x="5568651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0" y="0"/>
                  </a:moveTo>
                  <a:cubicBezTo>
                    <a:pt x="1188" y="0"/>
                    <a:pt x="1059" y="21"/>
                    <a:pt x="923" y="66"/>
                  </a:cubicBezTo>
                  <a:cubicBezTo>
                    <a:pt x="904" y="69"/>
                    <a:pt x="885" y="80"/>
                    <a:pt x="865" y="92"/>
                  </a:cubicBezTo>
                  <a:cubicBezTo>
                    <a:pt x="0" y="721"/>
                    <a:pt x="444" y="1866"/>
                    <a:pt x="1352" y="1866"/>
                  </a:cubicBezTo>
                  <a:cubicBezTo>
                    <a:pt x="1474" y="1866"/>
                    <a:pt x="1603" y="1846"/>
                    <a:pt x="1739" y="1801"/>
                  </a:cubicBezTo>
                  <a:cubicBezTo>
                    <a:pt x="1758" y="1797"/>
                    <a:pt x="1778" y="1786"/>
                    <a:pt x="1797" y="1774"/>
                  </a:cubicBezTo>
                  <a:cubicBezTo>
                    <a:pt x="2663" y="1145"/>
                    <a:pt x="2218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3" name="Google Shape;7743;p56"/>
            <p:cNvSpPr/>
            <p:nvPr/>
          </p:nvSpPr>
          <p:spPr>
            <a:xfrm>
              <a:off x="5574707" y="1352951"/>
              <a:ext cx="218178" cy="152772"/>
            </a:xfrm>
            <a:custGeom>
              <a:avLst/>
              <a:gdLst/>
              <a:ahLst/>
              <a:cxnLst/>
              <a:rect l="l" t="t" r="r" b="b"/>
              <a:pathLst>
                <a:path w="2522" h="1766" extrusionOk="0">
                  <a:moveTo>
                    <a:pt x="1240" y="1"/>
                  </a:moveTo>
                  <a:cubicBezTo>
                    <a:pt x="1126" y="1"/>
                    <a:pt x="1004" y="20"/>
                    <a:pt x="876" y="62"/>
                  </a:cubicBezTo>
                  <a:cubicBezTo>
                    <a:pt x="857" y="65"/>
                    <a:pt x="838" y="76"/>
                    <a:pt x="823" y="88"/>
                  </a:cubicBezTo>
                  <a:cubicBezTo>
                    <a:pt x="0" y="683"/>
                    <a:pt x="421" y="1766"/>
                    <a:pt x="1282" y="1766"/>
                  </a:cubicBezTo>
                  <a:cubicBezTo>
                    <a:pt x="1396" y="1766"/>
                    <a:pt x="1518" y="1747"/>
                    <a:pt x="1646" y="1705"/>
                  </a:cubicBezTo>
                  <a:cubicBezTo>
                    <a:pt x="1665" y="1701"/>
                    <a:pt x="1685" y="1690"/>
                    <a:pt x="1700" y="1678"/>
                  </a:cubicBezTo>
                  <a:cubicBezTo>
                    <a:pt x="2522" y="1083"/>
                    <a:pt x="2101" y="1"/>
                    <a:pt x="1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4" name="Google Shape;7744;p56"/>
            <p:cNvSpPr/>
            <p:nvPr/>
          </p:nvSpPr>
          <p:spPr>
            <a:xfrm>
              <a:off x="5602130" y="1371896"/>
              <a:ext cx="163331" cy="114882"/>
            </a:xfrm>
            <a:custGeom>
              <a:avLst/>
              <a:gdLst/>
              <a:ahLst/>
              <a:cxnLst/>
              <a:rect l="l" t="t" r="r" b="b"/>
              <a:pathLst>
                <a:path w="1888" h="1328" extrusionOk="0">
                  <a:moveTo>
                    <a:pt x="926" y="1"/>
                  </a:moveTo>
                  <a:cubicBezTo>
                    <a:pt x="841" y="1"/>
                    <a:pt x="750" y="15"/>
                    <a:pt x="655" y="46"/>
                  </a:cubicBezTo>
                  <a:cubicBezTo>
                    <a:pt x="639" y="53"/>
                    <a:pt x="628" y="57"/>
                    <a:pt x="616" y="69"/>
                  </a:cubicBezTo>
                  <a:cubicBezTo>
                    <a:pt x="0" y="516"/>
                    <a:pt x="315" y="1328"/>
                    <a:pt x="962" y="1328"/>
                  </a:cubicBezTo>
                  <a:cubicBezTo>
                    <a:pt x="1047" y="1328"/>
                    <a:pt x="1138" y="1313"/>
                    <a:pt x="1233" y="1283"/>
                  </a:cubicBezTo>
                  <a:cubicBezTo>
                    <a:pt x="1249" y="1275"/>
                    <a:pt x="1260" y="1268"/>
                    <a:pt x="1272" y="1260"/>
                  </a:cubicBezTo>
                  <a:cubicBezTo>
                    <a:pt x="1888" y="813"/>
                    <a:pt x="1574" y="1"/>
                    <a:pt x="9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5" name="Google Shape;7745;p56"/>
            <p:cNvSpPr/>
            <p:nvPr/>
          </p:nvSpPr>
          <p:spPr>
            <a:xfrm>
              <a:off x="5660956" y="1413161"/>
              <a:ext cx="45677" cy="32354"/>
            </a:xfrm>
            <a:custGeom>
              <a:avLst/>
              <a:gdLst/>
              <a:ahLst/>
              <a:cxnLst/>
              <a:rect l="l" t="t" r="r" b="b"/>
              <a:pathLst>
                <a:path w="528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4" y="17"/>
                    <a:pt x="171" y="20"/>
                  </a:cubicBezTo>
                  <a:cubicBezTo>
                    <a:pt x="0" y="146"/>
                    <a:pt x="89" y="374"/>
                    <a:pt x="269" y="374"/>
                  </a:cubicBezTo>
                  <a:cubicBezTo>
                    <a:pt x="292" y="374"/>
                    <a:pt x="317" y="370"/>
                    <a:pt x="343" y="361"/>
                  </a:cubicBezTo>
                  <a:cubicBezTo>
                    <a:pt x="350" y="358"/>
                    <a:pt x="355" y="358"/>
                    <a:pt x="358" y="354"/>
                  </a:cubicBezTo>
                  <a:cubicBezTo>
                    <a:pt x="528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6" name="Google Shape;7746;p56"/>
            <p:cNvSpPr/>
            <p:nvPr/>
          </p:nvSpPr>
          <p:spPr>
            <a:xfrm>
              <a:off x="5674019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7" y="625"/>
                  </a:lnTo>
                  <a:lnTo>
                    <a:pt x="169" y="62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7" name="Google Shape;7747;p56"/>
            <p:cNvSpPr/>
            <p:nvPr/>
          </p:nvSpPr>
          <p:spPr>
            <a:xfrm>
              <a:off x="562756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6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8" name="Google Shape;7748;p56"/>
            <p:cNvSpPr/>
            <p:nvPr/>
          </p:nvSpPr>
          <p:spPr>
            <a:xfrm>
              <a:off x="562756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6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9" name="Google Shape;7749;p56"/>
            <p:cNvSpPr/>
            <p:nvPr/>
          </p:nvSpPr>
          <p:spPr>
            <a:xfrm>
              <a:off x="5674019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7" y="1"/>
                  </a:moveTo>
                  <a:lnTo>
                    <a:pt x="0" y="625"/>
                  </a:lnTo>
                  <a:lnTo>
                    <a:pt x="227" y="62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0" name="Google Shape;7750;p56"/>
            <p:cNvSpPr/>
            <p:nvPr/>
          </p:nvSpPr>
          <p:spPr>
            <a:xfrm>
              <a:off x="5685957" y="1427521"/>
              <a:ext cx="54069" cy="40226"/>
            </a:xfrm>
            <a:custGeom>
              <a:avLst/>
              <a:gdLst/>
              <a:ahLst/>
              <a:cxnLst/>
              <a:rect l="l" t="t" r="r" b="b"/>
              <a:pathLst>
                <a:path w="625" h="465" extrusionOk="0">
                  <a:moveTo>
                    <a:pt x="54" y="1"/>
                  </a:moveTo>
                  <a:lnTo>
                    <a:pt x="27" y="50"/>
                  </a:lnTo>
                  <a:lnTo>
                    <a:pt x="0" y="100"/>
                  </a:lnTo>
                  <a:lnTo>
                    <a:pt x="510" y="464"/>
                  </a:lnTo>
                  <a:lnTo>
                    <a:pt x="567" y="364"/>
                  </a:lnTo>
                  <a:lnTo>
                    <a:pt x="625" y="264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1" name="Google Shape;7751;p56"/>
            <p:cNvSpPr/>
            <p:nvPr/>
          </p:nvSpPr>
          <p:spPr>
            <a:xfrm>
              <a:off x="5685957" y="1391014"/>
              <a:ext cx="54069" cy="40139"/>
            </a:xfrm>
            <a:custGeom>
              <a:avLst/>
              <a:gdLst/>
              <a:ahLst/>
              <a:cxnLst/>
              <a:rect l="l" t="t" r="r" b="b"/>
              <a:pathLst>
                <a:path w="625" h="464" extrusionOk="0">
                  <a:moveTo>
                    <a:pt x="510" y="0"/>
                  </a:moveTo>
                  <a:lnTo>
                    <a:pt x="0" y="365"/>
                  </a:lnTo>
                  <a:lnTo>
                    <a:pt x="27" y="414"/>
                  </a:lnTo>
                  <a:lnTo>
                    <a:pt x="54" y="464"/>
                  </a:lnTo>
                  <a:lnTo>
                    <a:pt x="625" y="200"/>
                  </a:lnTo>
                  <a:lnTo>
                    <a:pt x="567" y="101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2" name="Google Shape;7752;p56"/>
            <p:cNvSpPr/>
            <p:nvPr/>
          </p:nvSpPr>
          <p:spPr>
            <a:xfrm>
              <a:off x="5672894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4" y="1"/>
                    <a:pt x="102" y="3"/>
                    <a:pt x="90" y="7"/>
                  </a:cubicBezTo>
                  <a:cubicBezTo>
                    <a:pt x="86" y="7"/>
                    <a:pt x="82" y="11"/>
                    <a:pt x="82" y="11"/>
                  </a:cubicBezTo>
                  <a:cubicBezTo>
                    <a:pt x="1" y="68"/>
                    <a:pt x="43" y="177"/>
                    <a:pt x="127" y="177"/>
                  </a:cubicBezTo>
                  <a:cubicBezTo>
                    <a:pt x="138" y="177"/>
                    <a:pt x="150" y="176"/>
                    <a:pt x="162" y="172"/>
                  </a:cubicBezTo>
                  <a:cubicBezTo>
                    <a:pt x="166" y="172"/>
                    <a:pt x="171" y="168"/>
                    <a:pt x="171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3" name="Google Shape;7753;p56"/>
            <p:cNvSpPr/>
            <p:nvPr/>
          </p:nvSpPr>
          <p:spPr>
            <a:xfrm>
              <a:off x="6410556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4" y="0"/>
                  </a:moveTo>
                  <a:cubicBezTo>
                    <a:pt x="908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8" y="2794"/>
                  </a:cubicBezTo>
                  <a:cubicBezTo>
                    <a:pt x="1403" y="3066"/>
                    <a:pt x="1788" y="3184"/>
                    <a:pt x="2146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2" y="391"/>
                  </a:cubicBezTo>
                  <a:cubicBezTo>
                    <a:pt x="2886" y="118"/>
                    <a:pt x="2501" y="0"/>
                    <a:pt x="2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4" name="Google Shape;7754;p56"/>
            <p:cNvSpPr/>
            <p:nvPr/>
          </p:nvSpPr>
          <p:spPr>
            <a:xfrm>
              <a:off x="6480887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1" y="0"/>
                  </a:moveTo>
                  <a:cubicBezTo>
                    <a:pt x="1190" y="0"/>
                    <a:pt x="1060" y="21"/>
                    <a:pt x="924" y="66"/>
                  </a:cubicBezTo>
                  <a:cubicBezTo>
                    <a:pt x="905" y="69"/>
                    <a:pt x="885" y="80"/>
                    <a:pt x="870" y="92"/>
                  </a:cubicBezTo>
                  <a:cubicBezTo>
                    <a:pt x="1" y="721"/>
                    <a:pt x="445" y="1866"/>
                    <a:pt x="1353" y="1866"/>
                  </a:cubicBezTo>
                  <a:cubicBezTo>
                    <a:pt x="1474" y="1866"/>
                    <a:pt x="1604" y="1846"/>
                    <a:pt x="1740" y="1801"/>
                  </a:cubicBezTo>
                  <a:cubicBezTo>
                    <a:pt x="1759" y="1797"/>
                    <a:pt x="1778" y="1786"/>
                    <a:pt x="1798" y="1774"/>
                  </a:cubicBezTo>
                  <a:cubicBezTo>
                    <a:pt x="2663" y="1145"/>
                    <a:pt x="2222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5" name="Google Shape;7755;p56"/>
            <p:cNvSpPr/>
            <p:nvPr/>
          </p:nvSpPr>
          <p:spPr>
            <a:xfrm>
              <a:off x="6486943" y="1352951"/>
              <a:ext cx="218265" cy="152772"/>
            </a:xfrm>
            <a:custGeom>
              <a:avLst/>
              <a:gdLst/>
              <a:ahLst/>
              <a:cxnLst/>
              <a:rect l="l" t="t" r="r" b="b"/>
              <a:pathLst>
                <a:path w="2523" h="1766" extrusionOk="0">
                  <a:moveTo>
                    <a:pt x="1241" y="1"/>
                  </a:moveTo>
                  <a:cubicBezTo>
                    <a:pt x="1127" y="1"/>
                    <a:pt x="1005" y="20"/>
                    <a:pt x="877" y="62"/>
                  </a:cubicBezTo>
                  <a:cubicBezTo>
                    <a:pt x="858" y="65"/>
                    <a:pt x="838" y="76"/>
                    <a:pt x="823" y="88"/>
                  </a:cubicBezTo>
                  <a:cubicBezTo>
                    <a:pt x="1" y="683"/>
                    <a:pt x="421" y="1766"/>
                    <a:pt x="1282" y="1766"/>
                  </a:cubicBezTo>
                  <a:cubicBezTo>
                    <a:pt x="1397" y="1766"/>
                    <a:pt x="1519" y="1747"/>
                    <a:pt x="1647" y="1705"/>
                  </a:cubicBezTo>
                  <a:cubicBezTo>
                    <a:pt x="1666" y="1701"/>
                    <a:pt x="1685" y="1690"/>
                    <a:pt x="1700" y="1678"/>
                  </a:cubicBezTo>
                  <a:cubicBezTo>
                    <a:pt x="2522" y="1083"/>
                    <a:pt x="2102" y="1"/>
                    <a:pt x="12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6" name="Google Shape;7756;p56"/>
            <p:cNvSpPr/>
            <p:nvPr/>
          </p:nvSpPr>
          <p:spPr>
            <a:xfrm>
              <a:off x="6514366" y="1371896"/>
              <a:ext cx="163504" cy="114882"/>
            </a:xfrm>
            <a:custGeom>
              <a:avLst/>
              <a:gdLst/>
              <a:ahLst/>
              <a:cxnLst/>
              <a:rect l="l" t="t" r="r" b="b"/>
              <a:pathLst>
                <a:path w="1890" h="1328" extrusionOk="0">
                  <a:moveTo>
                    <a:pt x="927" y="1"/>
                  </a:moveTo>
                  <a:cubicBezTo>
                    <a:pt x="842" y="1"/>
                    <a:pt x="751" y="15"/>
                    <a:pt x="656" y="46"/>
                  </a:cubicBezTo>
                  <a:cubicBezTo>
                    <a:pt x="640" y="53"/>
                    <a:pt x="629" y="57"/>
                    <a:pt x="617" y="69"/>
                  </a:cubicBezTo>
                  <a:cubicBezTo>
                    <a:pt x="1" y="516"/>
                    <a:pt x="315" y="1328"/>
                    <a:pt x="962" y="1328"/>
                  </a:cubicBezTo>
                  <a:cubicBezTo>
                    <a:pt x="1048" y="1328"/>
                    <a:pt x="1139" y="1313"/>
                    <a:pt x="1234" y="1283"/>
                  </a:cubicBezTo>
                  <a:cubicBezTo>
                    <a:pt x="1250" y="1275"/>
                    <a:pt x="1261" y="1268"/>
                    <a:pt x="1276" y="1260"/>
                  </a:cubicBezTo>
                  <a:cubicBezTo>
                    <a:pt x="1889" y="813"/>
                    <a:pt x="1574" y="1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7" name="Google Shape;7757;p56"/>
            <p:cNvSpPr/>
            <p:nvPr/>
          </p:nvSpPr>
          <p:spPr>
            <a:xfrm>
              <a:off x="6573279" y="1413161"/>
              <a:ext cx="45937" cy="32354"/>
            </a:xfrm>
            <a:custGeom>
              <a:avLst/>
              <a:gdLst/>
              <a:ahLst/>
              <a:cxnLst/>
              <a:rect l="l" t="t" r="r" b="b"/>
              <a:pathLst>
                <a:path w="531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3" y="17"/>
                    <a:pt x="169" y="20"/>
                  </a:cubicBezTo>
                  <a:cubicBezTo>
                    <a:pt x="0" y="146"/>
                    <a:pt x="89" y="374"/>
                    <a:pt x="271" y="374"/>
                  </a:cubicBezTo>
                  <a:cubicBezTo>
                    <a:pt x="295" y="374"/>
                    <a:pt x="320" y="370"/>
                    <a:pt x="346" y="361"/>
                  </a:cubicBezTo>
                  <a:cubicBezTo>
                    <a:pt x="350" y="358"/>
                    <a:pt x="353" y="358"/>
                    <a:pt x="357" y="354"/>
                  </a:cubicBezTo>
                  <a:cubicBezTo>
                    <a:pt x="531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8" name="Google Shape;7758;p56"/>
            <p:cNvSpPr/>
            <p:nvPr/>
          </p:nvSpPr>
          <p:spPr>
            <a:xfrm>
              <a:off x="6586255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8" y="625"/>
                  </a:lnTo>
                  <a:lnTo>
                    <a:pt x="173" y="62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9" name="Google Shape;7759;p56"/>
            <p:cNvSpPr/>
            <p:nvPr/>
          </p:nvSpPr>
          <p:spPr>
            <a:xfrm>
              <a:off x="6539887" y="1391014"/>
              <a:ext cx="54415" cy="40139"/>
            </a:xfrm>
            <a:custGeom>
              <a:avLst/>
              <a:gdLst/>
              <a:ahLst/>
              <a:cxnLst/>
              <a:rect l="l" t="t" r="r" b="b"/>
              <a:pathLst>
                <a:path w="629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8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0" name="Google Shape;7760;p56"/>
            <p:cNvSpPr/>
            <p:nvPr/>
          </p:nvSpPr>
          <p:spPr>
            <a:xfrm>
              <a:off x="6539887" y="1427521"/>
              <a:ext cx="54415" cy="40226"/>
            </a:xfrm>
            <a:custGeom>
              <a:avLst/>
              <a:gdLst/>
              <a:ahLst/>
              <a:cxnLst/>
              <a:rect l="l" t="t" r="r" b="b"/>
              <a:pathLst>
                <a:path w="629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8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1" name="Google Shape;7761;p56"/>
            <p:cNvSpPr/>
            <p:nvPr/>
          </p:nvSpPr>
          <p:spPr>
            <a:xfrm>
              <a:off x="6586255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8" y="1"/>
                  </a:moveTo>
                  <a:lnTo>
                    <a:pt x="0" y="625"/>
                  </a:lnTo>
                  <a:lnTo>
                    <a:pt x="226" y="625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2" name="Google Shape;7762;p56"/>
            <p:cNvSpPr/>
            <p:nvPr/>
          </p:nvSpPr>
          <p:spPr>
            <a:xfrm>
              <a:off x="659819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8" y="1"/>
                  </a:moveTo>
                  <a:lnTo>
                    <a:pt x="28" y="50"/>
                  </a:lnTo>
                  <a:lnTo>
                    <a:pt x="0" y="100"/>
                  </a:lnTo>
                  <a:lnTo>
                    <a:pt x="511" y="464"/>
                  </a:lnTo>
                  <a:lnTo>
                    <a:pt x="568" y="364"/>
                  </a:lnTo>
                  <a:lnTo>
                    <a:pt x="625" y="264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3" name="Google Shape;7763;p56"/>
            <p:cNvSpPr/>
            <p:nvPr/>
          </p:nvSpPr>
          <p:spPr>
            <a:xfrm>
              <a:off x="659819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511" y="0"/>
                  </a:moveTo>
                  <a:lnTo>
                    <a:pt x="0" y="365"/>
                  </a:lnTo>
                  <a:lnTo>
                    <a:pt x="28" y="414"/>
                  </a:lnTo>
                  <a:lnTo>
                    <a:pt x="58" y="464"/>
                  </a:lnTo>
                  <a:lnTo>
                    <a:pt x="625" y="200"/>
                  </a:lnTo>
                  <a:lnTo>
                    <a:pt x="568" y="101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4" name="Google Shape;7764;p56"/>
            <p:cNvSpPr/>
            <p:nvPr/>
          </p:nvSpPr>
          <p:spPr>
            <a:xfrm>
              <a:off x="6585131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5" y="1"/>
                    <a:pt x="103" y="3"/>
                    <a:pt x="90" y="7"/>
                  </a:cubicBezTo>
                  <a:cubicBezTo>
                    <a:pt x="87" y="7"/>
                    <a:pt x="87" y="11"/>
                    <a:pt x="82" y="11"/>
                  </a:cubicBezTo>
                  <a:cubicBezTo>
                    <a:pt x="1" y="68"/>
                    <a:pt x="43" y="177"/>
                    <a:pt x="128" y="177"/>
                  </a:cubicBezTo>
                  <a:cubicBezTo>
                    <a:pt x="139" y="177"/>
                    <a:pt x="151" y="176"/>
                    <a:pt x="163" y="172"/>
                  </a:cubicBezTo>
                  <a:cubicBezTo>
                    <a:pt x="167" y="172"/>
                    <a:pt x="170" y="168"/>
                    <a:pt x="170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5" name="Google Shape;7765;p56"/>
            <p:cNvSpPr/>
            <p:nvPr/>
          </p:nvSpPr>
          <p:spPr>
            <a:xfrm>
              <a:off x="6078448" y="920667"/>
              <a:ext cx="377011" cy="234089"/>
            </a:xfrm>
            <a:custGeom>
              <a:avLst/>
              <a:gdLst/>
              <a:ahLst/>
              <a:cxnLst/>
              <a:rect l="l" t="t" r="r" b="b"/>
              <a:pathLst>
                <a:path w="4358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4307" y="2705"/>
                  </a:lnTo>
                  <a:lnTo>
                    <a:pt x="4357" y="2395"/>
                  </a:lnTo>
                  <a:cubicBezTo>
                    <a:pt x="4357" y="2395"/>
                    <a:pt x="2878" y="146"/>
                    <a:pt x="2809" y="100"/>
                  </a:cubicBezTo>
                  <a:cubicBezTo>
                    <a:pt x="2740" y="5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6" name="Google Shape;7766;p56"/>
            <p:cNvSpPr/>
            <p:nvPr/>
          </p:nvSpPr>
          <p:spPr>
            <a:xfrm>
              <a:off x="6080697" y="923003"/>
              <a:ext cx="372080" cy="229072"/>
            </a:xfrm>
            <a:custGeom>
              <a:avLst/>
              <a:gdLst/>
              <a:ahLst/>
              <a:cxnLst/>
              <a:rect l="l" t="t" r="r" b="b"/>
              <a:pathLst>
                <a:path w="4301" h="2648" extrusionOk="0">
                  <a:moveTo>
                    <a:pt x="1" y="0"/>
                  </a:moveTo>
                  <a:lnTo>
                    <a:pt x="1" y="2648"/>
                  </a:lnTo>
                  <a:lnTo>
                    <a:pt x="4258" y="2648"/>
                  </a:lnTo>
                  <a:lnTo>
                    <a:pt x="4300" y="2376"/>
                  </a:lnTo>
                  <a:cubicBezTo>
                    <a:pt x="3725" y="1502"/>
                    <a:pt x="2864" y="203"/>
                    <a:pt x="2772" y="99"/>
                  </a:cubicBezTo>
                  <a:cubicBezTo>
                    <a:pt x="2768" y="99"/>
                    <a:pt x="2768" y="96"/>
                    <a:pt x="2768" y="96"/>
                  </a:cubicBezTo>
                  <a:cubicBezTo>
                    <a:pt x="2710" y="80"/>
                    <a:pt x="2227" y="57"/>
                    <a:pt x="1629" y="42"/>
                  </a:cubicBezTo>
                  <a:cubicBezTo>
                    <a:pt x="1610" y="39"/>
                    <a:pt x="1595" y="39"/>
                    <a:pt x="1576" y="39"/>
                  </a:cubicBezTo>
                  <a:cubicBezTo>
                    <a:pt x="1526" y="39"/>
                    <a:pt x="1480" y="34"/>
                    <a:pt x="1430" y="34"/>
                  </a:cubicBezTo>
                  <a:cubicBezTo>
                    <a:pt x="959" y="23"/>
                    <a:pt x="438" y="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7" name="Google Shape;7767;p56"/>
            <p:cNvSpPr/>
            <p:nvPr/>
          </p:nvSpPr>
          <p:spPr>
            <a:xfrm>
              <a:off x="6291520" y="928626"/>
              <a:ext cx="35556" cy="224487"/>
            </a:xfrm>
            <a:custGeom>
              <a:avLst/>
              <a:gdLst/>
              <a:ahLst/>
              <a:cxnLst/>
              <a:rect l="l" t="t" r="r" b="b"/>
              <a:pathLst>
                <a:path w="411" h="2595" extrusionOk="0">
                  <a:moveTo>
                    <a:pt x="89" y="0"/>
                  </a:moveTo>
                  <a:lnTo>
                    <a:pt x="89" y="0"/>
                  </a:lnTo>
                  <a:cubicBezTo>
                    <a:pt x="151" y="54"/>
                    <a:pt x="112" y="2567"/>
                    <a:pt x="1" y="2595"/>
                  </a:cubicBezTo>
                  <a:lnTo>
                    <a:pt x="411" y="2595"/>
                  </a:lnTo>
                  <a:cubicBezTo>
                    <a:pt x="308" y="2483"/>
                    <a:pt x="269" y="172"/>
                    <a:pt x="312" y="15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8" name="Google Shape;7768;p56"/>
            <p:cNvSpPr/>
            <p:nvPr/>
          </p:nvSpPr>
          <p:spPr>
            <a:xfrm>
              <a:off x="6339618" y="1071538"/>
              <a:ext cx="136945" cy="91438"/>
            </a:xfrm>
            <a:custGeom>
              <a:avLst/>
              <a:gdLst/>
              <a:ahLst/>
              <a:cxnLst/>
              <a:rect l="l" t="t" r="r" b="b"/>
              <a:pathLst>
                <a:path w="1583" h="1057" extrusionOk="0">
                  <a:moveTo>
                    <a:pt x="562" y="1"/>
                  </a:moveTo>
                  <a:cubicBezTo>
                    <a:pt x="370" y="1"/>
                    <a:pt x="189" y="24"/>
                    <a:pt x="127" y="96"/>
                  </a:cubicBezTo>
                  <a:cubicBezTo>
                    <a:pt x="0" y="241"/>
                    <a:pt x="74" y="984"/>
                    <a:pt x="169" y="1035"/>
                  </a:cubicBezTo>
                  <a:cubicBezTo>
                    <a:pt x="200" y="1051"/>
                    <a:pt x="359" y="1057"/>
                    <a:pt x="557" y="1057"/>
                  </a:cubicBezTo>
                  <a:cubicBezTo>
                    <a:pt x="953" y="1057"/>
                    <a:pt x="1507" y="1035"/>
                    <a:pt x="1507" y="1035"/>
                  </a:cubicBezTo>
                  <a:cubicBezTo>
                    <a:pt x="1583" y="831"/>
                    <a:pt x="1530" y="547"/>
                    <a:pt x="1530" y="547"/>
                  </a:cubicBezTo>
                  <a:lnTo>
                    <a:pt x="1426" y="547"/>
                  </a:lnTo>
                  <a:cubicBezTo>
                    <a:pt x="1426" y="547"/>
                    <a:pt x="1261" y="103"/>
                    <a:pt x="1089" y="53"/>
                  </a:cubicBezTo>
                  <a:cubicBezTo>
                    <a:pt x="997" y="29"/>
                    <a:pt x="773" y="1"/>
                    <a:pt x="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9" name="Google Shape;7769;p56"/>
            <p:cNvSpPr/>
            <p:nvPr/>
          </p:nvSpPr>
          <p:spPr>
            <a:xfrm>
              <a:off x="6342906" y="1124135"/>
              <a:ext cx="51819" cy="28980"/>
            </a:xfrm>
            <a:custGeom>
              <a:avLst/>
              <a:gdLst/>
              <a:ahLst/>
              <a:cxnLst/>
              <a:rect l="l" t="t" r="r" b="b"/>
              <a:pathLst>
                <a:path w="599" h="335" extrusionOk="0">
                  <a:moveTo>
                    <a:pt x="1" y="1"/>
                  </a:moveTo>
                  <a:cubicBezTo>
                    <a:pt x="1" y="174"/>
                    <a:pt x="47" y="335"/>
                    <a:pt x="47" y="335"/>
                  </a:cubicBezTo>
                  <a:lnTo>
                    <a:pt x="545" y="335"/>
                  </a:lnTo>
                  <a:cubicBezTo>
                    <a:pt x="599" y="200"/>
                    <a:pt x="514" y="1"/>
                    <a:pt x="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0" name="Google Shape;7770;p56"/>
            <p:cNvSpPr/>
            <p:nvPr/>
          </p:nvSpPr>
          <p:spPr>
            <a:xfrm>
              <a:off x="5335164" y="1199830"/>
              <a:ext cx="59086" cy="113152"/>
            </a:xfrm>
            <a:custGeom>
              <a:avLst/>
              <a:gdLst/>
              <a:ahLst/>
              <a:cxnLst/>
              <a:rect l="l" t="t" r="r" b="b"/>
              <a:pathLst>
                <a:path w="683" h="1308" extrusionOk="0">
                  <a:moveTo>
                    <a:pt x="357" y="1"/>
                  </a:moveTo>
                  <a:cubicBezTo>
                    <a:pt x="259" y="1"/>
                    <a:pt x="154" y="9"/>
                    <a:pt x="43" y="26"/>
                  </a:cubicBezTo>
                  <a:cubicBezTo>
                    <a:pt x="1" y="521"/>
                    <a:pt x="43" y="1303"/>
                    <a:pt x="43" y="1303"/>
                  </a:cubicBezTo>
                  <a:cubicBezTo>
                    <a:pt x="112" y="1306"/>
                    <a:pt x="203" y="1308"/>
                    <a:pt x="294" y="1308"/>
                  </a:cubicBezTo>
                  <a:cubicBezTo>
                    <a:pt x="476" y="1308"/>
                    <a:pt x="656" y="1303"/>
                    <a:pt x="656" y="1303"/>
                  </a:cubicBezTo>
                  <a:cubicBezTo>
                    <a:pt x="683" y="835"/>
                    <a:pt x="633" y="26"/>
                    <a:pt x="633" y="26"/>
                  </a:cubicBezTo>
                  <a:cubicBezTo>
                    <a:pt x="547" y="9"/>
                    <a:pt x="455" y="1"/>
                    <a:pt x="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1" name="Google Shape;7771;p56"/>
            <p:cNvSpPr/>
            <p:nvPr/>
          </p:nvSpPr>
          <p:spPr>
            <a:xfrm>
              <a:off x="5349092" y="1296893"/>
              <a:ext cx="23012" cy="1471"/>
            </a:xfrm>
            <a:custGeom>
              <a:avLst/>
              <a:gdLst/>
              <a:ahLst/>
              <a:cxnLst/>
              <a:rect l="l" t="t" r="r" b="b"/>
              <a:pathLst>
                <a:path w="266" h="17" extrusionOk="0">
                  <a:moveTo>
                    <a:pt x="1" y="0"/>
                  </a:moveTo>
                  <a:lnTo>
                    <a:pt x="1" y="16"/>
                  </a:lnTo>
                  <a:lnTo>
                    <a:pt x="265" y="16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2" name="Google Shape;7772;p56"/>
            <p:cNvSpPr/>
            <p:nvPr/>
          </p:nvSpPr>
          <p:spPr>
            <a:xfrm>
              <a:off x="5349092" y="1285301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3" name="Google Shape;7773;p56"/>
            <p:cNvSpPr/>
            <p:nvPr/>
          </p:nvSpPr>
          <p:spPr>
            <a:xfrm>
              <a:off x="5349092" y="1273363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4" name="Google Shape;7774;p56"/>
            <p:cNvSpPr/>
            <p:nvPr/>
          </p:nvSpPr>
          <p:spPr>
            <a:xfrm>
              <a:off x="6805036" y="1198792"/>
              <a:ext cx="49830" cy="78722"/>
            </a:xfrm>
            <a:custGeom>
              <a:avLst/>
              <a:gdLst/>
              <a:ahLst/>
              <a:cxnLst/>
              <a:rect l="l" t="t" r="r" b="b"/>
              <a:pathLst>
                <a:path w="576" h="910" extrusionOk="0">
                  <a:moveTo>
                    <a:pt x="387" y="1"/>
                  </a:moveTo>
                  <a:cubicBezTo>
                    <a:pt x="387" y="1"/>
                    <a:pt x="28" y="50"/>
                    <a:pt x="0" y="119"/>
                  </a:cubicBezTo>
                  <a:cubicBezTo>
                    <a:pt x="0" y="119"/>
                    <a:pt x="46" y="613"/>
                    <a:pt x="97" y="882"/>
                  </a:cubicBezTo>
                  <a:cubicBezTo>
                    <a:pt x="97" y="882"/>
                    <a:pt x="356" y="910"/>
                    <a:pt x="499" y="910"/>
                  </a:cubicBezTo>
                  <a:cubicBezTo>
                    <a:pt x="532" y="910"/>
                    <a:pt x="559" y="908"/>
                    <a:pt x="575" y="905"/>
                  </a:cubicBezTo>
                  <a:cubicBezTo>
                    <a:pt x="575" y="905"/>
                    <a:pt x="456" y="307"/>
                    <a:pt x="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5" name="Google Shape;7775;p56"/>
            <p:cNvSpPr/>
            <p:nvPr/>
          </p:nvSpPr>
          <p:spPr>
            <a:xfrm>
              <a:off x="6814639" y="1247497"/>
              <a:ext cx="19378" cy="25606"/>
            </a:xfrm>
            <a:custGeom>
              <a:avLst/>
              <a:gdLst/>
              <a:ahLst/>
              <a:cxnLst/>
              <a:rect l="l" t="t" r="r" b="b"/>
              <a:pathLst>
                <a:path w="224" h="296" extrusionOk="0">
                  <a:moveTo>
                    <a:pt x="24" y="0"/>
                  </a:moveTo>
                  <a:cubicBezTo>
                    <a:pt x="12" y="0"/>
                    <a:pt x="1" y="12"/>
                    <a:pt x="1" y="27"/>
                  </a:cubicBezTo>
                  <a:lnTo>
                    <a:pt x="20" y="261"/>
                  </a:lnTo>
                  <a:cubicBezTo>
                    <a:pt x="24" y="273"/>
                    <a:pt x="32" y="280"/>
                    <a:pt x="43" y="284"/>
                  </a:cubicBezTo>
                  <a:cubicBezTo>
                    <a:pt x="92" y="288"/>
                    <a:pt x="158" y="292"/>
                    <a:pt x="196" y="296"/>
                  </a:cubicBezTo>
                  <a:cubicBezTo>
                    <a:pt x="211" y="296"/>
                    <a:pt x="223" y="280"/>
                    <a:pt x="223" y="265"/>
                  </a:cubicBezTo>
                  <a:cubicBezTo>
                    <a:pt x="211" y="161"/>
                    <a:pt x="193" y="62"/>
                    <a:pt x="184" y="20"/>
                  </a:cubicBezTo>
                  <a:cubicBezTo>
                    <a:pt x="181" y="8"/>
                    <a:pt x="173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6" name="Google Shape;7776;p56"/>
            <p:cNvSpPr/>
            <p:nvPr/>
          </p:nvSpPr>
          <p:spPr>
            <a:xfrm>
              <a:off x="5302117" y="974995"/>
              <a:ext cx="32528" cy="98619"/>
            </a:xfrm>
            <a:custGeom>
              <a:avLst/>
              <a:gdLst/>
              <a:ahLst/>
              <a:cxnLst/>
              <a:rect l="l" t="t" r="r" b="b"/>
              <a:pathLst>
                <a:path w="376" h="1140" extrusionOk="0">
                  <a:moveTo>
                    <a:pt x="88" y="1"/>
                  </a:moveTo>
                  <a:cubicBezTo>
                    <a:pt x="76" y="1"/>
                    <a:pt x="65" y="8"/>
                    <a:pt x="61" y="23"/>
                  </a:cubicBezTo>
                  <a:cubicBezTo>
                    <a:pt x="0" y="591"/>
                    <a:pt x="65" y="1019"/>
                    <a:pt x="84" y="1120"/>
                  </a:cubicBezTo>
                  <a:cubicBezTo>
                    <a:pt x="84" y="1131"/>
                    <a:pt x="96" y="1139"/>
                    <a:pt x="111" y="1139"/>
                  </a:cubicBezTo>
                  <a:lnTo>
                    <a:pt x="349" y="1139"/>
                  </a:lnTo>
                  <a:cubicBezTo>
                    <a:pt x="364" y="1139"/>
                    <a:pt x="375" y="1127"/>
                    <a:pt x="375" y="1111"/>
                  </a:cubicBezTo>
                  <a:cubicBezTo>
                    <a:pt x="375" y="1097"/>
                    <a:pt x="364" y="1085"/>
                    <a:pt x="349" y="1085"/>
                  </a:cubicBezTo>
                  <a:lnTo>
                    <a:pt x="276" y="1085"/>
                  </a:lnTo>
                  <a:cubicBezTo>
                    <a:pt x="260" y="1085"/>
                    <a:pt x="249" y="1074"/>
                    <a:pt x="249" y="1062"/>
                  </a:cubicBezTo>
                  <a:cubicBezTo>
                    <a:pt x="211" y="633"/>
                    <a:pt x="222" y="196"/>
                    <a:pt x="226" y="85"/>
                  </a:cubicBezTo>
                  <a:cubicBezTo>
                    <a:pt x="226" y="73"/>
                    <a:pt x="237" y="62"/>
                    <a:pt x="253" y="62"/>
                  </a:cubicBezTo>
                  <a:lnTo>
                    <a:pt x="322" y="62"/>
                  </a:lnTo>
                  <a:cubicBezTo>
                    <a:pt x="333" y="62"/>
                    <a:pt x="345" y="50"/>
                    <a:pt x="349" y="39"/>
                  </a:cubicBezTo>
                  <a:lnTo>
                    <a:pt x="349" y="31"/>
                  </a:lnTo>
                  <a:cubicBezTo>
                    <a:pt x="352" y="16"/>
                    <a:pt x="341" y="1"/>
                    <a:pt x="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7" name="Google Shape;7777;p56"/>
            <p:cNvSpPr/>
            <p:nvPr/>
          </p:nvSpPr>
          <p:spPr>
            <a:xfrm>
              <a:off x="5315959" y="786060"/>
              <a:ext cx="726771" cy="368695"/>
            </a:xfrm>
            <a:custGeom>
              <a:avLst/>
              <a:gdLst/>
              <a:ahLst/>
              <a:cxnLst/>
              <a:rect l="l" t="t" r="r" b="b"/>
              <a:pathLst>
                <a:path w="8401" h="4262" extrusionOk="0">
                  <a:moveTo>
                    <a:pt x="5323" y="0"/>
                  </a:moveTo>
                  <a:cubicBezTo>
                    <a:pt x="4963" y="0"/>
                    <a:pt x="4596" y="4"/>
                    <a:pt x="4231" y="4"/>
                  </a:cubicBezTo>
                  <a:lnTo>
                    <a:pt x="4074" y="4"/>
                  </a:lnTo>
                  <a:cubicBezTo>
                    <a:pt x="3809" y="8"/>
                    <a:pt x="3549" y="8"/>
                    <a:pt x="3292" y="12"/>
                  </a:cubicBezTo>
                  <a:cubicBezTo>
                    <a:pt x="1644" y="23"/>
                    <a:pt x="254" y="50"/>
                    <a:pt x="254" y="50"/>
                  </a:cubicBezTo>
                  <a:cubicBezTo>
                    <a:pt x="1" y="1364"/>
                    <a:pt x="181" y="3518"/>
                    <a:pt x="238" y="4108"/>
                  </a:cubicBezTo>
                  <a:cubicBezTo>
                    <a:pt x="250" y="4208"/>
                    <a:pt x="254" y="4261"/>
                    <a:pt x="254" y="4261"/>
                  </a:cubicBezTo>
                  <a:lnTo>
                    <a:pt x="8400" y="4261"/>
                  </a:lnTo>
                  <a:lnTo>
                    <a:pt x="8400" y="69"/>
                  </a:lnTo>
                  <a:cubicBezTo>
                    <a:pt x="7887" y="20"/>
                    <a:pt x="6665" y="4"/>
                    <a:pt x="53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8" name="Google Shape;7778;p56"/>
            <p:cNvSpPr/>
            <p:nvPr/>
          </p:nvSpPr>
          <p:spPr>
            <a:xfrm>
              <a:off x="5328589" y="1147060"/>
              <a:ext cx="714140" cy="18340"/>
            </a:xfrm>
            <a:custGeom>
              <a:avLst/>
              <a:gdLst/>
              <a:ahLst/>
              <a:cxnLst/>
              <a:rect l="l" t="t" r="r" b="b"/>
              <a:pathLst>
                <a:path w="8255" h="212" extrusionOk="0">
                  <a:moveTo>
                    <a:pt x="100" y="1"/>
                  </a:moveTo>
                  <a:cubicBezTo>
                    <a:pt x="0" y="27"/>
                    <a:pt x="73" y="211"/>
                    <a:pt x="73" y="211"/>
                  </a:cubicBezTo>
                  <a:lnTo>
                    <a:pt x="8254" y="211"/>
                  </a:lnTo>
                  <a:lnTo>
                    <a:pt x="8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9" name="Google Shape;7779;p56"/>
            <p:cNvSpPr/>
            <p:nvPr/>
          </p:nvSpPr>
          <p:spPr>
            <a:xfrm>
              <a:off x="5325648" y="778706"/>
              <a:ext cx="730058" cy="20416"/>
            </a:xfrm>
            <a:custGeom>
              <a:avLst/>
              <a:gdLst/>
              <a:ahLst/>
              <a:cxnLst/>
              <a:rect l="l" t="t" r="r" b="b"/>
              <a:pathLst>
                <a:path w="8439" h="236" extrusionOk="0">
                  <a:moveTo>
                    <a:pt x="130" y="1"/>
                  </a:moveTo>
                  <a:cubicBezTo>
                    <a:pt x="0" y="1"/>
                    <a:pt x="0" y="200"/>
                    <a:pt x="130" y="204"/>
                  </a:cubicBezTo>
                  <a:cubicBezTo>
                    <a:pt x="2253" y="212"/>
                    <a:pt x="4372" y="220"/>
                    <a:pt x="6495" y="227"/>
                  </a:cubicBezTo>
                  <a:cubicBezTo>
                    <a:pt x="7096" y="231"/>
                    <a:pt x="7702" y="231"/>
                    <a:pt x="8307" y="235"/>
                  </a:cubicBezTo>
                  <a:cubicBezTo>
                    <a:pt x="8438" y="235"/>
                    <a:pt x="8438" y="32"/>
                    <a:pt x="8307" y="32"/>
                  </a:cubicBezTo>
                  <a:cubicBezTo>
                    <a:pt x="6185" y="24"/>
                    <a:pt x="4065" y="16"/>
                    <a:pt x="1943" y="9"/>
                  </a:cubicBezTo>
                  <a:cubicBezTo>
                    <a:pt x="1341" y="5"/>
                    <a:pt x="736" y="1"/>
                    <a:pt x="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0" name="Google Shape;7780;p56"/>
            <p:cNvSpPr/>
            <p:nvPr/>
          </p:nvSpPr>
          <p:spPr>
            <a:xfrm>
              <a:off x="5353071" y="818500"/>
              <a:ext cx="667425" cy="6748"/>
            </a:xfrm>
            <a:custGeom>
              <a:avLst/>
              <a:gdLst/>
              <a:ahLst/>
              <a:cxnLst/>
              <a:rect l="l" t="t" r="r" b="b"/>
              <a:pathLst>
                <a:path w="7715" h="78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8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1" name="Google Shape;7781;p56"/>
            <p:cNvSpPr/>
            <p:nvPr/>
          </p:nvSpPr>
          <p:spPr>
            <a:xfrm>
              <a:off x="5353071" y="85993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3"/>
                  </a:lnTo>
                  <a:lnTo>
                    <a:pt x="7715" y="73"/>
                  </a:lnTo>
                  <a:lnTo>
                    <a:pt x="7715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2" name="Google Shape;7782;p56"/>
            <p:cNvSpPr/>
            <p:nvPr/>
          </p:nvSpPr>
          <p:spPr>
            <a:xfrm>
              <a:off x="5353071" y="901116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3" name="Google Shape;7783;p56"/>
            <p:cNvSpPr/>
            <p:nvPr/>
          </p:nvSpPr>
          <p:spPr>
            <a:xfrm>
              <a:off x="5353071" y="94220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5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4" name="Google Shape;7784;p56"/>
            <p:cNvSpPr/>
            <p:nvPr/>
          </p:nvSpPr>
          <p:spPr>
            <a:xfrm>
              <a:off x="5353071" y="983299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5" name="Google Shape;7785;p56"/>
            <p:cNvSpPr/>
            <p:nvPr/>
          </p:nvSpPr>
          <p:spPr>
            <a:xfrm>
              <a:off x="5353071" y="1024391"/>
              <a:ext cx="667425" cy="6661"/>
            </a:xfrm>
            <a:custGeom>
              <a:avLst/>
              <a:gdLst/>
              <a:ahLst/>
              <a:cxnLst/>
              <a:rect l="l" t="t" r="r" b="b"/>
              <a:pathLst>
                <a:path w="7715" h="77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7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6" name="Google Shape;7786;p56"/>
            <p:cNvSpPr/>
            <p:nvPr/>
          </p:nvSpPr>
          <p:spPr>
            <a:xfrm>
              <a:off x="5353071" y="1065829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2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7" name="Google Shape;7787;p56"/>
            <p:cNvSpPr/>
            <p:nvPr/>
          </p:nvSpPr>
          <p:spPr>
            <a:xfrm>
              <a:off x="5353071" y="1106920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4"/>
                  </a:lnTo>
                  <a:lnTo>
                    <a:pt x="7715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792" name="Google Shape;7792;p56"/>
          <p:cNvGrpSpPr/>
          <p:nvPr/>
        </p:nvGrpSpPr>
        <p:grpSpPr>
          <a:xfrm flipH="1">
            <a:off x="3425481" y="4335095"/>
            <a:ext cx="1475976" cy="662498"/>
            <a:chOff x="6706693" y="1706442"/>
            <a:chExt cx="821767" cy="368854"/>
          </a:xfrm>
        </p:grpSpPr>
        <p:sp>
          <p:nvSpPr>
            <p:cNvPr id="7793" name="Google Shape;7793;p56"/>
            <p:cNvSpPr/>
            <p:nvPr/>
          </p:nvSpPr>
          <p:spPr>
            <a:xfrm>
              <a:off x="7136577" y="1706442"/>
              <a:ext cx="56500" cy="45564"/>
            </a:xfrm>
            <a:custGeom>
              <a:avLst/>
              <a:gdLst/>
              <a:ahLst/>
              <a:cxnLst/>
              <a:rect l="l" t="t" r="r" b="b"/>
              <a:pathLst>
                <a:path w="1173" h="946" extrusionOk="0">
                  <a:moveTo>
                    <a:pt x="590" y="1"/>
                  </a:moveTo>
                  <a:cubicBezTo>
                    <a:pt x="459" y="1"/>
                    <a:pt x="360" y="15"/>
                    <a:pt x="360" y="15"/>
                  </a:cubicBezTo>
                  <a:lnTo>
                    <a:pt x="0" y="945"/>
                  </a:lnTo>
                  <a:lnTo>
                    <a:pt x="1173" y="945"/>
                  </a:lnTo>
                  <a:lnTo>
                    <a:pt x="801" y="15"/>
                  </a:lnTo>
                  <a:cubicBezTo>
                    <a:pt x="728" y="4"/>
                    <a:pt x="655" y="1"/>
                    <a:pt x="5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94" name="Google Shape;7794;p56"/>
            <p:cNvSpPr/>
            <p:nvPr/>
          </p:nvSpPr>
          <p:spPr>
            <a:xfrm>
              <a:off x="7130605" y="1747865"/>
              <a:ext cx="68398" cy="8044"/>
            </a:xfrm>
            <a:custGeom>
              <a:avLst/>
              <a:gdLst/>
              <a:ahLst/>
              <a:cxnLst/>
              <a:rect l="l" t="t" r="r" b="b"/>
              <a:pathLst>
                <a:path w="1420" h="167" extrusionOk="0">
                  <a:moveTo>
                    <a:pt x="1323" y="1"/>
                  </a:moveTo>
                  <a:cubicBezTo>
                    <a:pt x="913" y="5"/>
                    <a:pt x="507" y="13"/>
                    <a:pt x="98" y="16"/>
                  </a:cubicBezTo>
                  <a:cubicBezTo>
                    <a:pt x="1" y="20"/>
                    <a:pt x="1" y="166"/>
                    <a:pt x="98" y="166"/>
                  </a:cubicBezTo>
                  <a:cubicBezTo>
                    <a:pt x="507" y="162"/>
                    <a:pt x="913" y="154"/>
                    <a:pt x="1323" y="151"/>
                  </a:cubicBezTo>
                  <a:cubicBezTo>
                    <a:pt x="1419" y="147"/>
                    <a:pt x="1419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95" name="Google Shape;7795;p56"/>
            <p:cNvSpPr/>
            <p:nvPr/>
          </p:nvSpPr>
          <p:spPr>
            <a:xfrm>
              <a:off x="6709741" y="1751863"/>
              <a:ext cx="815668" cy="270350"/>
            </a:xfrm>
            <a:custGeom>
              <a:avLst/>
              <a:gdLst/>
              <a:ahLst/>
              <a:cxnLst/>
              <a:rect l="l" t="t" r="r" b="b"/>
              <a:pathLst>
                <a:path w="16934" h="5613" extrusionOk="0">
                  <a:moveTo>
                    <a:pt x="9780" y="1"/>
                  </a:moveTo>
                  <a:cubicBezTo>
                    <a:pt x="8530" y="1"/>
                    <a:pt x="7103" y="57"/>
                    <a:pt x="5733" y="240"/>
                  </a:cubicBezTo>
                  <a:lnTo>
                    <a:pt x="3821" y="2608"/>
                  </a:lnTo>
                  <a:cubicBezTo>
                    <a:pt x="3821" y="2608"/>
                    <a:pt x="1031" y="3198"/>
                    <a:pt x="759" y="3294"/>
                  </a:cubicBezTo>
                  <a:cubicBezTo>
                    <a:pt x="488" y="3386"/>
                    <a:pt x="0" y="4314"/>
                    <a:pt x="330" y="5612"/>
                  </a:cubicBezTo>
                  <a:lnTo>
                    <a:pt x="16708" y="5612"/>
                  </a:lnTo>
                  <a:cubicBezTo>
                    <a:pt x="16708" y="5612"/>
                    <a:pt x="16934" y="4164"/>
                    <a:pt x="16573" y="3045"/>
                  </a:cubicBezTo>
                  <a:lnTo>
                    <a:pt x="15072" y="2597"/>
                  </a:lnTo>
                  <a:cubicBezTo>
                    <a:pt x="15072" y="2597"/>
                    <a:pt x="14159" y="722"/>
                    <a:pt x="13458" y="160"/>
                  </a:cubicBezTo>
                  <a:cubicBezTo>
                    <a:pt x="13458" y="160"/>
                    <a:pt x="11867" y="1"/>
                    <a:pt x="9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7796" name="Google Shape;7796;p56"/>
            <p:cNvGrpSpPr/>
            <p:nvPr/>
          </p:nvGrpSpPr>
          <p:grpSpPr>
            <a:xfrm>
              <a:off x="6867617" y="1903827"/>
              <a:ext cx="604343" cy="15220"/>
              <a:chOff x="6867617" y="1903827"/>
              <a:chExt cx="604343" cy="15220"/>
            </a:xfrm>
          </p:grpSpPr>
          <p:sp>
            <p:nvSpPr>
              <p:cNvPr id="7797" name="Google Shape;7797;p56"/>
              <p:cNvSpPr/>
              <p:nvPr/>
            </p:nvSpPr>
            <p:spPr>
              <a:xfrm>
                <a:off x="746434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798" name="Google Shape;7798;p56"/>
              <p:cNvSpPr/>
              <p:nvPr/>
            </p:nvSpPr>
            <p:spPr>
              <a:xfrm>
                <a:off x="745678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799" name="Google Shape;7799;p56"/>
              <p:cNvSpPr/>
              <p:nvPr/>
            </p:nvSpPr>
            <p:spPr>
              <a:xfrm>
                <a:off x="7449225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0" name="Google Shape;7800;p56"/>
              <p:cNvSpPr/>
              <p:nvPr/>
            </p:nvSpPr>
            <p:spPr>
              <a:xfrm>
                <a:off x="744161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1" name="Google Shape;7801;p56"/>
              <p:cNvSpPr/>
              <p:nvPr/>
            </p:nvSpPr>
            <p:spPr>
              <a:xfrm>
                <a:off x="743405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2" name="Google Shape;7802;p56"/>
              <p:cNvSpPr/>
              <p:nvPr/>
            </p:nvSpPr>
            <p:spPr>
              <a:xfrm>
                <a:off x="742653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3" name="Google Shape;7803;p56"/>
              <p:cNvSpPr/>
              <p:nvPr/>
            </p:nvSpPr>
            <p:spPr>
              <a:xfrm>
                <a:off x="741897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4" name="Google Shape;7804;p56"/>
              <p:cNvSpPr/>
              <p:nvPr/>
            </p:nvSpPr>
            <p:spPr>
              <a:xfrm>
                <a:off x="7411366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5" name="Google Shape;7805;p56"/>
              <p:cNvSpPr/>
              <p:nvPr/>
            </p:nvSpPr>
            <p:spPr>
              <a:xfrm>
                <a:off x="740380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6" name="Google Shape;7806;p56"/>
              <p:cNvSpPr/>
              <p:nvPr/>
            </p:nvSpPr>
            <p:spPr>
              <a:xfrm>
                <a:off x="73962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7" name="Google Shape;7807;p56"/>
              <p:cNvSpPr/>
              <p:nvPr/>
            </p:nvSpPr>
            <p:spPr>
              <a:xfrm>
                <a:off x="7388632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8" name="Google Shape;7808;p56"/>
              <p:cNvSpPr/>
              <p:nvPr/>
            </p:nvSpPr>
            <p:spPr>
              <a:xfrm>
                <a:off x="7381118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9" name="Google Shape;7809;p56"/>
              <p:cNvSpPr/>
              <p:nvPr/>
            </p:nvSpPr>
            <p:spPr>
              <a:xfrm>
                <a:off x="7373748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0" name="Google Shape;7810;p56"/>
              <p:cNvSpPr/>
              <p:nvPr/>
            </p:nvSpPr>
            <p:spPr>
              <a:xfrm>
                <a:off x="7366138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1" name="Google Shape;7811;p56"/>
              <p:cNvSpPr/>
              <p:nvPr/>
            </p:nvSpPr>
            <p:spPr>
              <a:xfrm>
                <a:off x="735857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2" name="Google Shape;7812;p56"/>
              <p:cNvSpPr/>
              <p:nvPr/>
            </p:nvSpPr>
            <p:spPr>
              <a:xfrm>
                <a:off x="7351014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3" name="Google Shape;7813;p56"/>
              <p:cNvSpPr/>
              <p:nvPr/>
            </p:nvSpPr>
            <p:spPr>
              <a:xfrm>
                <a:off x="73434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4" name="Google Shape;7814;p56"/>
              <p:cNvSpPr/>
              <p:nvPr/>
            </p:nvSpPr>
            <p:spPr>
              <a:xfrm>
                <a:off x="73358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5" name="Google Shape;7815;p56"/>
              <p:cNvSpPr/>
              <p:nvPr/>
            </p:nvSpPr>
            <p:spPr>
              <a:xfrm>
                <a:off x="73283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6" name="Google Shape;7816;p56"/>
              <p:cNvSpPr/>
              <p:nvPr/>
            </p:nvSpPr>
            <p:spPr>
              <a:xfrm>
                <a:off x="732076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7" name="Google Shape;7817;p56"/>
              <p:cNvSpPr/>
              <p:nvPr/>
            </p:nvSpPr>
            <p:spPr>
              <a:xfrm>
                <a:off x="7313155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8" name="Google Shape;7818;p56"/>
              <p:cNvSpPr/>
              <p:nvPr/>
            </p:nvSpPr>
            <p:spPr>
              <a:xfrm>
                <a:off x="730559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9" name="Google Shape;7819;p56"/>
              <p:cNvSpPr/>
              <p:nvPr/>
            </p:nvSpPr>
            <p:spPr>
              <a:xfrm>
                <a:off x="7298079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0" name="Google Shape;7820;p56"/>
              <p:cNvSpPr/>
              <p:nvPr/>
            </p:nvSpPr>
            <p:spPr>
              <a:xfrm>
                <a:off x="729051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1" name="Google Shape;7821;p56"/>
              <p:cNvSpPr/>
              <p:nvPr/>
            </p:nvSpPr>
            <p:spPr>
              <a:xfrm>
                <a:off x="7283099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2" name="Google Shape;7822;p56"/>
              <p:cNvSpPr/>
              <p:nvPr/>
            </p:nvSpPr>
            <p:spPr>
              <a:xfrm>
                <a:off x="727553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3" name="Google Shape;7823;p56"/>
              <p:cNvSpPr/>
              <p:nvPr/>
            </p:nvSpPr>
            <p:spPr>
              <a:xfrm>
                <a:off x="7267927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4" name="Google Shape;7824;p56"/>
              <p:cNvSpPr/>
              <p:nvPr/>
            </p:nvSpPr>
            <p:spPr>
              <a:xfrm>
                <a:off x="7260413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5" name="Google Shape;7825;p56"/>
              <p:cNvSpPr/>
              <p:nvPr/>
            </p:nvSpPr>
            <p:spPr>
              <a:xfrm>
                <a:off x="725285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6" name="Google Shape;7826;p56"/>
              <p:cNvSpPr/>
              <p:nvPr/>
            </p:nvSpPr>
            <p:spPr>
              <a:xfrm>
                <a:off x="724528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7" name="Google Shape;7827;p56"/>
              <p:cNvSpPr/>
              <p:nvPr/>
            </p:nvSpPr>
            <p:spPr>
              <a:xfrm>
                <a:off x="723767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8" name="Google Shape;7828;p56"/>
              <p:cNvSpPr/>
              <p:nvPr/>
            </p:nvSpPr>
            <p:spPr>
              <a:xfrm>
                <a:off x="723011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9" name="Google Shape;7829;p56"/>
              <p:cNvSpPr/>
              <p:nvPr/>
            </p:nvSpPr>
            <p:spPr>
              <a:xfrm>
                <a:off x="722255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0" name="Google Shape;7830;p56"/>
              <p:cNvSpPr/>
              <p:nvPr/>
            </p:nvSpPr>
            <p:spPr>
              <a:xfrm>
                <a:off x="721499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1" name="Google Shape;7831;p56"/>
              <p:cNvSpPr/>
              <p:nvPr/>
            </p:nvSpPr>
            <p:spPr>
              <a:xfrm>
                <a:off x="720743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2" name="Google Shape;7832;p56"/>
              <p:cNvSpPr/>
              <p:nvPr/>
            </p:nvSpPr>
            <p:spPr>
              <a:xfrm>
                <a:off x="719986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3" name="Google Shape;7833;p56"/>
              <p:cNvSpPr/>
              <p:nvPr/>
            </p:nvSpPr>
            <p:spPr>
              <a:xfrm>
                <a:off x="719230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4" name="Google Shape;7834;p56"/>
              <p:cNvSpPr/>
              <p:nvPr/>
            </p:nvSpPr>
            <p:spPr>
              <a:xfrm>
                <a:off x="7184888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5" name="Google Shape;7835;p56"/>
              <p:cNvSpPr/>
              <p:nvPr/>
            </p:nvSpPr>
            <p:spPr>
              <a:xfrm>
                <a:off x="7177374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6" name="Google Shape;7836;p56"/>
              <p:cNvSpPr/>
              <p:nvPr/>
            </p:nvSpPr>
            <p:spPr>
              <a:xfrm>
                <a:off x="7169764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7" name="Google Shape;7837;p56"/>
              <p:cNvSpPr/>
              <p:nvPr/>
            </p:nvSpPr>
            <p:spPr>
              <a:xfrm>
                <a:off x="716220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8" name="Google Shape;7838;p56"/>
              <p:cNvSpPr/>
              <p:nvPr/>
            </p:nvSpPr>
            <p:spPr>
              <a:xfrm>
                <a:off x="715464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9" name="Google Shape;7839;p56"/>
              <p:cNvSpPr/>
              <p:nvPr/>
            </p:nvSpPr>
            <p:spPr>
              <a:xfrm>
                <a:off x="714707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0" name="Google Shape;7840;p56"/>
              <p:cNvSpPr/>
              <p:nvPr/>
            </p:nvSpPr>
            <p:spPr>
              <a:xfrm>
                <a:off x="713946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1" name="Google Shape;7841;p56"/>
              <p:cNvSpPr/>
              <p:nvPr/>
            </p:nvSpPr>
            <p:spPr>
              <a:xfrm>
                <a:off x="7131953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2" name="Google Shape;7842;p56"/>
              <p:cNvSpPr/>
              <p:nvPr/>
            </p:nvSpPr>
            <p:spPr>
              <a:xfrm>
                <a:off x="712439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3" name="Google Shape;7843;p56"/>
              <p:cNvSpPr/>
              <p:nvPr/>
            </p:nvSpPr>
            <p:spPr>
              <a:xfrm>
                <a:off x="71168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4" name="Google Shape;7844;p56"/>
              <p:cNvSpPr/>
              <p:nvPr/>
            </p:nvSpPr>
            <p:spPr>
              <a:xfrm>
                <a:off x="7109219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5" name="Google Shape;7845;p56"/>
              <p:cNvSpPr/>
              <p:nvPr/>
            </p:nvSpPr>
            <p:spPr>
              <a:xfrm>
                <a:off x="710165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6" name="Google Shape;7846;p56"/>
              <p:cNvSpPr/>
              <p:nvPr/>
            </p:nvSpPr>
            <p:spPr>
              <a:xfrm>
                <a:off x="709409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7" name="Google Shape;7847;p56"/>
              <p:cNvSpPr/>
              <p:nvPr/>
            </p:nvSpPr>
            <p:spPr>
              <a:xfrm>
                <a:off x="7086725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3" y="158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8" name="Google Shape;7848;p56"/>
              <p:cNvSpPr/>
              <p:nvPr/>
            </p:nvSpPr>
            <p:spPr>
              <a:xfrm>
                <a:off x="707916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9" name="Google Shape;7849;p56"/>
              <p:cNvSpPr/>
              <p:nvPr/>
            </p:nvSpPr>
            <p:spPr>
              <a:xfrm>
                <a:off x="707160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0" name="Google Shape;7850;p56"/>
              <p:cNvSpPr/>
              <p:nvPr/>
            </p:nvSpPr>
            <p:spPr>
              <a:xfrm>
                <a:off x="7063991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1" name="Google Shape;7851;p56"/>
              <p:cNvSpPr/>
              <p:nvPr/>
            </p:nvSpPr>
            <p:spPr>
              <a:xfrm>
                <a:off x="70564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2" name="Google Shape;7852;p56"/>
              <p:cNvSpPr/>
              <p:nvPr/>
            </p:nvSpPr>
            <p:spPr>
              <a:xfrm>
                <a:off x="7048915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3" name="Google Shape;7853;p56"/>
              <p:cNvSpPr/>
              <p:nvPr/>
            </p:nvSpPr>
            <p:spPr>
              <a:xfrm>
                <a:off x="7041304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4" name="Google Shape;7854;p56"/>
              <p:cNvSpPr/>
              <p:nvPr/>
            </p:nvSpPr>
            <p:spPr>
              <a:xfrm>
                <a:off x="70337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5" name="Google Shape;7855;p56"/>
              <p:cNvSpPr/>
              <p:nvPr/>
            </p:nvSpPr>
            <p:spPr>
              <a:xfrm>
                <a:off x="702618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6" name="Google Shape;7856;p56"/>
              <p:cNvSpPr/>
              <p:nvPr/>
            </p:nvSpPr>
            <p:spPr>
              <a:xfrm>
                <a:off x="701861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7" name="Google Shape;7857;p56"/>
              <p:cNvSpPr/>
              <p:nvPr/>
            </p:nvSpPr>
            <p:spPr>
              <a:xfrm>
                <a:off x="701100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8" name="Google Shape;7858;p56"/>
              <p:cNvSpPr/>
              <p:nvPr/>
            </p:nvSpPr>
            <p:spPr>
              <a:xfrm>
                <a:off x="7003494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9" name="Google Shape;7859;p56"/>
              <p:cNvSpPr/>
              <p:nvPr/>
            </p:nvSpPr>
            <p:spPr>
              <a:xfrm>
                <a:off x="699593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0" name="Google Shape;7860;p56"/>
              <p:cNvSpPr/>
              <p:nvPr/>
            </p:nvSpPr>
            <p:spPr>
              <a:xfrm>
                <a:off x="6988514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1" name="Google Shape;7861;p56"/>
              <p:cNvSpPr/>
              <p:nvPr/>
            </p:nvSpPr>
            <p:spPr>
              <a:xfrm>
                <a:off x="69809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2" name="Google Shape;7862;p56"/>
              <p:cNvSpPr/>
              <p:nvPr/>
            </p:nvSpPr>
            <p:spPr>
              <a:xfrm>
                <a:off x="69733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3" name="Google Shape;7863;p56"/>
              <p:cNvSpPr/>
              <p:nvPr/>
            </p:nvSpPr>
            <p:spPr>
              <a:xfrm>
                <a:off x="69658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4" name="Google Shape;7864;p56"/>
              <p:cNvSpPr/>
              <p:nvPr/>
            </p:nvSpPr>
            <p:spPr>
              <a:xfrm>
                <a:off x="695826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5" name="Google Shape;7865;p56"/>
              <p:cNvSpPr/>
              <p:nvPr/>
            </p:nvSpPr>
            <p:spPr>
              <a:xfrm>
                <a:off x="695070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6" name="Google Shape;7866;p56"/>
              <p:cNvSpPr/>
              <p:nvPr/>
            </p:nvSpPr>
            <p:spPr>
              <a:xfrm>
                <a:off x="694314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7" name="Google Shape;7867;p56"/>
              <p:cNvSpPr/>
              <p:nvPr/>
            </p:nvSpPr>
            <p:spPr>
              <a:xfrm>
                <a:off x="6935531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8" name="Google Shape;7868;p56"/>
              <p:cNvSpPr/>
              <p:nvPr/>
            </p:nvSpPr>
            <p:spPr>
              <a:xfrm>
                <a:off x="692796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9" name="Google Shape;7869;p56"/>
              <p:cNvSpPr/>
              <p:nvPr/>
            </p:nvSpPr>
            <p:spPr>
              <a:xfrm>
                <a:off x="6920455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0" name="Google Shape;7870;p56"/>
              <p:cNvSpPr/>
              <p:nvPr/>
            </p:nvSpPr>
            <p:spPr>
              <a:xfrm>
                <a:off x="691284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1" name="Google Shape;7871;p56"/>
              <p:cNvSpPr/>
              <p:nvPr/>
            </p:nvSpPr>
            <p:spPr>
              <a:xfrm>
                <a:off x="690528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2" name="Google Shape;7872;p56"/>
              <p:cNvSpPr/>
              <p:nvPr/>
            </p:nvSpPr>
            <p:spPr>
              <a:xfrm>
                <a:off x="689772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3" name="Google Shape;7873;p56"/>
              <p:cNvSpPr/>
              <p:nvPr/>
            </p:nvSpPr>
            <p:spPr>
              <a:xfrm>
                <a:off x="6890303" y="1903827"/>
                <a:ext cx="7466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4" name="Google Shape;7874;p56"/>
              <p:cNvSpPr/>
              <p:nvPr/>
            </p:nvSpPr>
            <p:spPr>
              <a:xfrm>
                <a:off x="688278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5" name="Google Shape;7875;p56"/>
              <p:cNvSpPr/>
              <p:nvPr/>
            </p:nvSpPr>
            <p:spPr>
              <a:xfrm>
                <a:off x="687522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6" name="Google Shape;7876;p56"/>
              <p:cNvSpPr/>
              <p:nvPr/>
            </p:nvSpPr>
            <p:spPr>
              <a:xfrm>
                <a:off x="686761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7877" name="Google Shape;7877;p56"/>
            <p:cNvSpPr/>
            <p:nvPr/>
          </p:nvSpPr>
          <p:spPr>
            <a:xfrm>
              <a:off x="7485013" y="1913460"/>
              <a:ext cx="43447" cy="61892"/>
            </a:xfrm>
            <a:custGeom>
              <a:avLst/>
              <a:gdLst/>
              <a:ahLst/>
              <a:cxnLst/>
              <a:rect l="l" t="t" r="r" b="b"/>
              <a:pathLst>
                <a:path w="902" h="1285" extrusionOk="0">
                  <a:moveTo>
                    <a:pt x="382" y="0"/>
                  </a:moveTo>
                  <a:cubicBezTo>
                    <a:pt x="238" y="0"/>
                    <a:pt x="78" y="11"/>
                    <a:pt x="51" y="39"/>
                  </a:cubicBezTo>
                  <a:cubicBezTo>
                    <a:pt x="0" y="92"/>
                    <a:pt x="322" y="1284"/>
                    <a:pt x="380" y="1284"/>
                  </a:cubicBezTo>
                  <a:lnTo>
                    <a:pt x="741" y="1284"/>
                  </a:lnTo>
                  <a:cubicBezTo>
                    <a:pt x="901" y="1284"/>
                    <a:pt x="767" y="23"/>
                    <a:pt x="626" y="20"/>
                  </a:cubicBezTo>
                  <a:cubicBezTo>
                    <a:pt x="610" y="8"/>
                    <a:pt x="501" y="0"/>
                    <a:pt x="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78" name="Google Shape;7878;p56"/>
            <p:cNvSpPr/>
            <p:nvPr/>
          </p:nvSpPr>
          <p:spPr>
            <a:xfrm>
              <a:off x="7496476" y="1923045"/>
              <a:ext cx="17774" cy="771"/>
            </a:xfrm>
            <a:custGeom>
              <a:avLst/>
              <a:gdLst/>
              <a:ahLst/>
              <a:cxnLst/>
              <a:rect l="l" t="t" r="r" b="b"/>
              <a:pathLst>
                <a:path w="369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79" name="Google Shape;7879;p56"/>
            <p:cNvSpPr/>
            <p:nvPr/>
          </p:nvSpPr>
          <p:spPr>
            <a:xfrm>
              <a:off x="7497584" y="1929114"/>
              <a:ext cx="17774" cy="819"/>
            </a:xfrm>
            <a:custGeom>
              <a:avLst/>
              <a:gdLst/>
              <a:ahLst/>
              <a:cxnLst/>
              <a:rect l="l" t="t" r="r" b="b"/>
              <a:pathLst>
                <a:path w="369" h="17" extrusionOk="0">
                  <a:moveTo>
                    <a:pt x="0" y="1"/>
                  </a:moveTo>
                  <a:lnTo>
                    <a:pt x="0" y="17"/>
                  </a:lnTo>
                  <a:lnTo>
                    <a:pt x="368" y="17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0" name="Google Shape;7880;p56"/>
            <p:cNvSpPr/>
            <p:nvPr/>
          </p:nvSpPr>
          <p:spPr>
            <a:xfrm>
              <a:off x="7498885" y="1935231"/>
              <a:ext cx="17726" cy="771"/>
            </a:xfrm>
            <a:custGeom>
              <a:avLst/>
              <a:gdLst/>
              <a:ahLst/>
              <a:cxnLst/>
              <a:rect l="l" t="t" r="r" b="b"/>
              <a:pathLst>
                <a:path w="368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1" name="Google Shape;7881;p56"/>
            <p:cNvSpPr/>
            <p:nvPr/>
          </p:nvSpPr>
          <p:spPr>
            <a:xfrm>
              <a:off x="6724611" y="1929307"/>
              <a:ext cx="33284" cy="48887"/>
            </a:xfrm>
            <a:custGeom>
              <a:avLst/>
              <a:gdLst/>
              <a:ahLst/>
              <a:cxnLst/>
              <a:rect l="l" t="t" r="r" b="b"/>
              <a:pathLst>
                <a:path w="691" h="1015" extrusionOk="0">
                  <a:moveTo>
                    <a:pt x="238" y="1"/>
                  </a:moveTo>
                  <a:cubicBezTo>
                    <a:pt x="0" y="430"/>
                    <a:pt x="0" y="947"/>
                    <a:pt x="0" y="947"/>
                  </a:cubicBezTo>
                  <a:cubicBezTo>
                    <a:pt x="95" y="992"/>
                    <a:pt x="235" y="1015"/>
                    <a:pt x="351" y="1015"/>
                  </a:cubicBezTo>
                  <a:cubicBezTo>
                    <a:pt x="451" y="1015"/>
                    <a:pt x="533" y="998"/>
                    <a:pt x="552" y="966"/>
                  </a:cubicBezTo>
                  <a:cubicBezTo>
                    <a:pt x="598" y="894"/>
                    <a:pt x="690" y="165"/>
                    <a:pt x="678" y="101"/>
                  </a:cubicBezTo>
                  <a:cubicBezTo>
                    <a:pt x="667" y="39"/>
                    <a:pt x="238" y="1"/>
                    <a:pt x="2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2" name="Google Shape;7882;p56"/>
            <p:cNvSpPr/>
            <p:nvPr/>
          </p:nvSpPr>
          <p:spPr>
            <a:xfrm>
              <a:off x="6892759" y="1769299"/>
              <a:ext cx="93782" cy="108179"/>
            </a:xfrm>
            <a:custGeom>
              <a:avLst/>
              <a:gdLst/>
              <a:ahLst/>
              <a:cxnLst/>
              <a:rect l="l" t="t" r="r" b="b"/>
              <a:pathLst>
                <a:path w="1947" h="2246" extrusionOk="0">
                  <a:moveTo>
                    <a:pt x="1808" y="1"/>
                  </a:moveTo>
                  <a:lnTo>
                    <a:pt x="0" y="2246"/>
                  </a:lnTo>
                  <a:lnTo>
                    <a:pt x="0" y="2246"/>
                  </a:lnTo>
                  <a:lnTo>
                    <a:pt x="560" y="2173"/>
                  </a:lnTo>
                  <a:cubicBezTo>
                    <a:pt x="560" y="2173"/>
                    <a:pt x="1483" y="1311"/>
                    <a:pt x="1946" y="28"/>
                  </a:cubicBezTo>
                  <a:lnTo>
                    <a:pt x="18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3" name="Google Shape;7883;p56"/>
            <p:cNvSpPr/>
            <p:nvPr/>
          </p:nvSpPr>
          <p:spPr>
            <a:xfrm>
              <a:off x="7456594" y="1995921"/>
              <a:ext cx="68735" cy="31066"/>
            </a:xfrm>
            <a:custGeom>
              <a:avLst/>
              <a:gdLst/>
              <a:ahLst/>
              <a:cxnLst/>
              <a:rect l="l" t="t" r="r" b="b"/>
              <a:pathLst>
                <a:path w="1427" h="645" extrusionOk="0">
                  <a:moveTo>
                    <a:pt x="89" y="1"/>
                  </a:moveTo>
                  <a:lnTo>
                    <a:pt x="1" y="645"/>
                  </a:lnTo>
                  <a:lnTo>
                    <a:pt x="1101" y="645"/>
                  </a:lnTo>
                  <a:cubicBezTo>
                    <a:pt x="1250" y="626"/>
                    <a:pt x="1426" y="62"/>
                    <a:pt x="1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4" name="Google Shape;7884;p56"/>
            <p:cNvSpPr/>
            <p:nvPr/>
          </p:nvSpPr>
          <p:spPr>
            <a:xfrm>
              <a:off x="7310795" y="1934316"/>
              <a:ext cx="145851" cy="88479"/>
            </a:xfrm>
            <a:custGeom>
              <a:avLst/>
              <a:gdLst/>
              <a:ahLst/>
              <a:cxnLst/>
              <a:rect l="l" t="t" r="r" b="b"/>
              <a:pathLst>
                <a:path w="3028" h="1837" extrusionOk="0">
                  <a:moveTo>
                    <a:pt x="1527" y="1"/>
                  </a:moveTo>
                  <a:cubicBezTo>
                    <a:pt x="766" y="1"/>
                    <a:pt x="0" y="620"/>
                    <a:pt x="0" y="1836"/>
                  </a:cubicBezTo>
                  <a:lnTo>
                    <a:pt x="3028" y="1836"/>
                  </a:lnTo>
                  <a:cubicBezTo>
                    <a:pt x="3028" y="606"/>
                    <a:pt x="2280" y="1"/>
                    <a:pt x="15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5" name="Google Shape;7885;p56"/>
            <p:cNvSpPr/>
            <p:nvPr/>
          </p:nvSpPr>
          <p:spPr>
            <a:xfrm>
              <a:off x="6814489" y="1934124"/>
              <a:ext cx="145851" cy="88672"/>
            </a:xfrm>
            <a:custGeom>
              <a:avLst/>
              <a:gdLst/>
              <a:ahLst/>
              <a:cxnLst/>
              <a:rect l="l" t="t" r="r" b="b"/>
              <a:pathLst>
                <a:path w="3028" h="1841" extrusionOk="0">
                  <a:moveTo>
                    <a:pt x="1523" y="1"/>
                  </a:moveTo>
                  <a:cubicBezTo>
                    <a:pt x="763" y="1"/>
                    <a:pt x="0" y="617"/>
                    <a:pt x="0" y="1828"/>
                  </a:cubicBezTo>
                  <a:lnTo>
                    <a:pt x="3028" y="1840"/>
                  </a:lnTo>
                  <a:cubicBezTo>
                    <a:pt x="3028" y="607"/>
                    <a:pt x="2277" y="1"/>
                    <a:pt x="1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6" name="Google Shape;7886;p56"/>
            <p:cNvSpPr/>
            <p:nvPr/>
          </p:nvSpPr>
          <p:spPr>
            <a:xfrm>
              <a:off x="6800087" y="1945539"/>
              <a:ext cx="174848" cy="129757"/>
            </a:xfrm>
            <a:custGeom>
              <a:avLst/>
              <a:gdLst/>
              <a:ahLst/>
              <a:cxnLst/>
              <a:rect l="l" t="t" r="r" b="b"/>
              <a:pathLst>
                <a:path w="3630" h="2694" extrusionOk="0">
                  <a:moveTo>
                    <a:pt x="1814" y="1"/>
                  </a:moveTo>
                  <a:cubicBezTo>
                    <a:pt x="1512" y="1"/>
                    <a:pt x="1187" y="100"/>
                    <a:pt x="870" y="330"/>
                  </a:cubicBezTo>
                  <a:cubicBezTo>
                    <a:pt x="839" y="350"/>
                    <a:pt x="816" y="373"/>
                    <a:pt x="798" y="399"/>
                  </a:cubicBezTo>
                  <a:cubicBezTo>
                    <a:pt x="0" y="1500"/>
                    <a:pt x="769" y="2693"/>
                    <a:pt x="1816" y="2693"/>
                  </a:cubicBezTo>
                  <a:cubicBezTo>
                    <a:pt x="2118" y="2693"/>
                    <a:pt x="2442" y="2594"/>
                    <a:pt x="2759" y="2366"/>
                  </a:cubicBezTo>
                  <a:cubicBezTo>
                    <a:pt x="2786" y="2343"/>
                    <a:pt x="2813" y="2320"/>
                    <a:pt x="2832" y="2293"/>
                  </a:cubicBezTo>
                  <a:cubicBezTo>
                    <a:pt x="3629" y="1193"/>
                    <a:pt x="2860" y="1"/>
                    <a:pt x="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7" name="Google Shape;7887;p56"/>
            <p:cNvSpPr/>
            <p:nvPr/>
          </p:nvSpPr>
          <p:spPr>
            <a:xfrm>
              <a:off x="6832551" y="1969670"/>
              <a:ext cx="109870" cy="81399"/>
            </a:xfrm>
            <a:custGeom>
              <a:avLst/>
              <a:gdLst/>
              <a:ahLst/>
              <a:cxnLst/>
              <a:rect l="l" t="t" r="r" b="b"/>
              <a:pathLst>
                <a:path w="2281" h="1690" extrusionOk="0">
                  <a:moveTo>
                    <a:pt x="1140" y="1"/>
                  </a:moveTo>
                  <a:cubicBezTo>
                    <a:pt x="950" y="1"/>
                    <a:pt x="745" y="64"/>
                    <a:pt x="545" y="209"/>
                  </a:cubicBezTo>
                  <a:cubicBezTo>
                    <a:pt x="529" y="220"/>
                    <a:pt x="515" y="236"/>
                    <a:pt x="503" y="252"/>
                  </a:cubicBezTo>
                  <a:cubicBezTo>
                    <a:pt x="1" y="940"/>
                    <a:pt x="482" y="1689"/>
                    <a:pt x="1140" y="1689"/>
                  </a:cubicBezTo>
                  <a:cubicBezTo>
                    <a:pt x="1331" y="1689"/>
                    <a:pt x="1536" y="1627"/>
                    <a:pt x="1737" y="1481"/>
                  </a:cubicBezTo>
                  <a:cubicBezTo>
                    <a:pt x="1752" y="1470"/>
                    <a:pt x="1764" y="1458"/>
                    <a:pt x="1775" y="1442"/>
                  </a:cubicBezTo>
                  <a:cubicBezTo>
                    <a:pt x="2280" y="751"/>
                    <a:pt x="1797" y="1"/>
                    <a:pt x="1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8" name="Google Shape;7888;p56"/>
            <p:cNvSpPr/>
            <p:nvPr/>
          </p:nvSpPr>
          <p:spPr>
            <a:xfrm>
              <a:off x="6841077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2" y="12"/>
                  </a:moveTo>
                  <a:cubicBezTo>
                    <a:pt x="1226" y="12"/>
                    <a:pt x="1464" y="119"/>
                    <a:pt x="1633" y="291"/>
                  </a:cubicBezTo>
                  <a:cubicBezTo>
                    <a:pt x="1805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9" y="1633"/>
                  </a:cubicBezTo>
                  <a:cubicBezTo>
                    <a:pt x="1663" y="1648"/>
                    <a:pt x="1652" y="1663"/>
                    <a:pt x="1633" y="1679"/>
                  </a:cubicBezTo>
                  <a:cubicBezTo>
                    <a:pt x="1406" y="1840"/>
                    <a:pt x="1176" y="1913"/>
                    <a:pt x="962" y="1913"/>
                  </a:cubicBezTo>
                  <a:cubicBezTo>
                    <a:pt x="701" y="1913"/>
                    <a:pt x="464" y="1805"/>
                    <a:pt x="292" y="1633"/>
                  </a:cubicBezTo>
                  <a:cubicBezTo>
                    <a:pt x="119" y="1460"/>
                    <a:pt x="16" y="1227"/>
                    <a:pt x="16" y="962"/>
                  </a:cubicBezTo>
                  <a:cubicBezTo>
                    <a:pt x="16" y="747"/>
                    <a:pt x="85" y="518"/>
                    <a:pt x="249" y="291"/>
                  </a:cubicBezTo>
                  <a:cubicBezTo>
                    <a:pt x="260" y="277"/>
                    <a:pt x="276" y="261"/>
                    <a:pt x="292" y="249"/>
                  </a:cubicBezTo>
                  <a:cubicBezTo>
                    <a:pt x="517" y="84"/>
                    <a:pt x="747" y="12"/>
                    <a:pt x="962" y="12"/>
                  </a:cubicBezTo>
                  <a:close/>
                  <a:moveTo>
                    <a:pt x="962" y="1"/>
                  </a:moveTo>
                  <a:cubicBezTo>
                    <a:pt x="747" y="1"/>
                    <a:pt x="513" y="70"/>
                    <a:pt x="283" y="238"/>
                  </a:cubicBezTo>
                  <a:cubicBezTo>
                    <a:pt x="264" y="249"/>
                    <a:pt x="249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0" y="1927"/>
                    <a:pt x="962" y="1927"/>
                  </a:cubicBezTo>
                  <a:cubicBezTo>
                    <a:pt x="1180" y="1927"/>
                    <a:pt x="1414" y="1855"/>
                    <a:pt x="1644" y="1690"/>
                  </a:cubicBezTo>
                  <a:cubicBezTo>
                    <a:pt x="1659" y="1674"/>
                    <a:pt x="1675" y="1660"/>
                    <a:pt x="1690" y="1640"/>
                  </a:cubicBezTo>
                  <a:cubicBezTo>
                    <a:pt x="1855" y="1414"/>
                    <a:pt x="1928" y="1181"/>
                    <a:pt x="1928" y="962"/>
                  </a:cubicBezTo>
                  <a:cubicBezTo>
                    <a:pt x="1928" y="429"/>
                    <a:pt x="1495" y="1"/>
                    <a:pt x="9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9" name="Google Shape;7889;p56"/>
            <p:cNvSpPr/>
            <p:nvPr/>
          </p:nvSpPr>
          <p:spPr>
            <a:xfrm>
              <a:off x="6841318" y="1978051"/>
              <a:ext cx="92337" cy="64686"/>
            </a:xfrm>
            <a:custGeom>
              <a:avLst/>
              <a:gdLst/>
              <a:ahLst/>
              <a:cxnLst/>
              <a:rect l="l" t="t" r="r" b="b"/>
              <a:pathLst>
                <a:path w="1917" h="1343" extrusionOk="0">
                  <a:moveTo>
                    <a:pt x="977" y="1"/>
                  </a:moveTo>
                  <a:cubicBezTo>
                    <a:pt x="320" y="1"/>
                    <a:pt x="1" y="822"/>
                    <a:pt x="623" y="1277"/>
                  </a:cubicBezTo>
                  <a:cubicBezTo>
                    <a:pt x="635" y="1284"/>
                    <a:pt x="650" y="1291"/>
                    <a:pt x="666" y="1296"/>
                  </a:cubicBezTo>
                  <a:cubicBezTo>
                    <a:pt x="763" y="1328"/>
                    <a:pt x="855" y="1342"/>
                    <a:pt x="942" y="1342"/>
                  </a:cubicBezTo>
                  <a:cubicBezTo>
                    <a:pt x="1595" y="1342"/>
                    <a:pt x="1916" y="519"/>
                    <a:pt x="1290" y="66"/>
                  </a:cubicBezTo>
                  <a:cubicBezTo>
                    <a:pt x="1279" y="58"/>
                    <a:pt x="1267" y="50"/>
                    <a:pt x="1252" y="46"/>
                  </a:cubicBezTo>
                  <a:cubicBezTo>
                    <a:pt x="1156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0" name="Google Shape;7890;p56"/>
            <p:cNvSpPr/>
            <p:nvPr/>
          </p:nvSpPr>
          <p:spPr>
            <a:xfrm>
              <a:off x="6852685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1" y="472"/>
                  </a:moveTo>
                  <a:lnTo>
                    <a:pt x="751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67" y="614"/>
                  </a:lnTo>
                  <a:lnTo>
                    <a:pt x="774" y="637"/>
                  </a:lnTo>
                  <a:lnTo>
                    <a:pt x="824" y="622"/>
                  </a:lnTo>
                  <a:lnTo>
                    <a:pt x="817" y="591"/>
                  </a:lnTo>
                  <a:lnTo>
                    <a:pt x="901" y="545"/>
                  </a:lnTo>
                  <a:lnTo>
                    <a:pt x="859" y="633"/>
                  </a:lnTo>
                  <a:lnTo>
                    <a:pt x="828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8" y="829"/>
                  </a:lnTo>
                  <a:lnTo>
                    <a:pt x="859" y="817"/>
                  </a:lnTo>
                  <a:lnTo>
                    <a:pt x="901" y="905"/>
                  </a:lnTo>
                  <a:lnTo>
                    <a:pt x="817" y="863"/>
                  </a:lnTo>
                  <a:lnTo>
                    <a:pt x="824" y="832"/>
                  </a:lnTo>
                  <a:lnTo>
                    <a:pt x="774" y="817"/>
                  </a:lnTo>
                  <a:lnTo>
                    <a:pt x="767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1" y="886"/>
                  </a:lnTo>
                  <a:lnTo>
                    <a:pt x="721" y="982"/>
                  </a:lnTo>
                  <a:lnTo>
                    <a:pt x="690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5" y="836"/>
                  </a:lnTo>
                  <a:lnTo>
                    <a:pt x="667" y="817"/>
                  </a:lnTo>
                  <a:lnTo>
                    <a:pt x="621" y="832"/>
                  </a:lnTo>
                  <a:lnTo>
                    <a:pt x="629" y="863"/>
                  </a:lnTo>
                  <a:lnTo>
                    <a:pt x="541" y="905"/>
                  </a:lnTo>
                  <a:lnTo>
                    <a:pt x="541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0" y="771"/>
                  </a:lnTo>
                  <a:lnTo>
                    <a:pt x="621" y="752"/>
                  </a:lnTo>
                  <a:lnTo>
                    <a:pt x="575" y="729"/>
                  </a:lnTo>
                  <a:lnTo>
                    <a:pt x="560" y="756"/>
                  </a:lnTo>
                  <a:lnTo>
                    <a:pt x="468" y="725"/>
                  </a:lnTo>
                  <a:lnTo>
                    <a:pt x="560" y="694"/>
                  </a:lnTo>
                  <a:lnTo>
                    <a:pt x="575" y="725"/>
                  </a:lnTo>
                  <a:lnTo>
                    <a:pt x="621" y="698"/>
                  </a:lnTo>
                  <a:lnTo>
                    <a:pt x="610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1" y="545"/>
                  </a:lnTo>
                  <a:lnTo>
                    <a:pt x="629" y="591"/>
                  </a:lnTo>
                  <a:lnTo>
                    <a:pt x="621" y="622"/>
                  </a:lnTo>
                  <a:lnTo>
                    <a:pt x="667" y="637"/>
                  </a:lnTo>
                  <a:lnTo>
                    <a:pt x="675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0" y="564"/>
                  </a:lnTo>
                  <a:lnTo>
                    <a:pt x="721" y="472"/>
                  </a:lnTo>
                  <a:close/>
                  <a:moveTo>
                    <a:pt x="625" y="1"/>
                  </a:moveTo>
                  <a:lnTo>
                    <a:pt x="575" y="20"/>
                  </a:lnTo>
                  <a:lnTo>
                    <a:pt x="694" y="388"/>
                  </a:lnTo>
                  <a:lnTo>
                    <a:pt x="644" y="541"/>
                  </a:lnTo>
                  <a:lnTo>
                    <a:pt x="502" y="468"/>
                  </a:lnTo>
                  <a:lnTo>
                    <a:pt x="327" y="123"/>
                  </a:lnTo>
                  <a:lnTo>
                    <a:pt x="281" y="146"/>
                  </a:lnTo>
                  <a:lnTo>
                    <a:pt x="422" y="426"/>
                  </a:lnTo>
                  <a:lnTo>
                    <a:pt x="422" y="426"/>
                  </a:lnTo>
                  <a:lnTo>
                    <a:pt x="143" y="284"/>
                  </a:lnTo>
                  <a:lnTo>
                    <a:pt x="120" y="330"/>
                  </a:lnTo>
                  <a:lnTo>
                    <a:pt x="465" y="507"/>
                  </a:lnTo>
                  <a:lnTo>
                    <a:pt x="537" y="648"/>
                  </a:lnTo>
                  <a:lnTo>
                    <a:pt x="384" y="698"/>
                  </a:lnTo>
                  <a:lnTo>
                    <a:pt x="16" y="579"/>
                  </a:lnTo>
                  <a:lnTo>
                    <a:pt x="0" y="629"/>
                  </a:lnTo>
                  <a:lnTo>
                    <a:pt x="299" y="725"/>
                  </a:lnTo>
                  <a:lnTo>
                    <a:pt x="0" y="825"/>
                  </a:lnTo>
                  <a:lnTo>
                    <a:pt x="16" y="871"/>
                  </a:lnTo>
                  <a:lnTo>
                    <a:pt x="384" y="752"/>
                  </a:lnTo>
                  <a:lnTo>
                    <a:pt x="537" y="802"/>
                  </a:lnTo>
                  <a:lnTo>
                    <a:pt x="465" y="947"/>
                  </a:lnTo>
                  <a:lnTo>
                    <a:pt x="120" y="1124"/>
                  </a:lnTo>
                  <a:lnTo>
                    <a:pt x="143" y="1170"/>
                  </a:lnTo>
                  <a:lnTo>
                    <a:pt x="422" y="1024"/>
                  </a:lnTo>
                  <a:lnTo>
                    <a:pt x="281" y="1308"/>
                  </a:lnTo>
                  <a:lnTo>
                    <a:pt x="327" y="1331"/>
                  </a:lnTo>
                  <a:lnTo>
                    <a:pt x="502" y="986"/>
                  </a:lnTo>
                  <a:lnTo>
                    <a:pt x="644" y="913"/>
                  </a:lnTo>
                  <a:lnTo>
                    <a:pt x="694" y="1066"/>
                  </a:lnTo>
                  <a:lnTo>
                    <a:pt x="575" y="1434"/>
                  </a:lnTo>
                  <a:lnTo>
                    <a:pt x="625" y="1449"/>
                  </a:lnTo>
                  <a:lnTo>
                    <a:pt x="721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48" y="1066"/>
                  </a:lnTo>
                  <a:lnTo>
                    <a:pt x="797" y="913"/>
                  </a:lnTo>
                  <a:lnTo>
                    <a:pt x="943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0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0" y="426"/>
                  </a:lnTo>
                  <a:lnTo>
                    <a:pt x="1020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3" y="468"/>
                  </a:lnTo>
                  <a:lnTo>
                    <a:pt x="797" y="541"/>
                  </a:lnTo>
                  <a:lnTo>
                    <a:pt x="748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1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1" name="Google Shape;7891;p56"/>
            <p:cNvSpPr/>
            <p:nvPr/>
          </p:nvSpPr>
          <p:spPr>
            <a:xfrm>
              <a:off x="6875468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47" y="0"/>
                  </a:moveTo>
                  <a:cubicBezTo>
                    <a:pt x="205" y="0"/>
                    <a:pt x="161" y="14"/>
                    <a:pt x="118" y="44"/>
                  </a:cubicBezTo>
                  <a:cubicBezTo>
                    <a:pt x="114" y="48"/>
                    <a:pt x="110" y="52"/>
                    <a:pt x="110" y="56"/>
                  </a:cubicBezTo>
                  <a:cubicBezTo>
                    <a:pt x="0" y="208"/>
                    <a:pt x="105" y="373"/>
                    <a:pt x="249" y="373"/>
                  </a:cubicBezTo>
                  <a:cubicBezTo>
                    <a:pt x="290" y="373"/>
                    <a:pt x="334" y="360"/>
                    <a:pt x="378" y="328"/>
                  </a:cubicBezTo>
                  <a:cubicBezTo>
                    <a:pt x="382" y="324"/>
                    <a:pt x="386" y="320"/>
                    <a:pt x="390" y="316"/>
                  </a:cubicBezTo>
                  <a:cubicBezTo>
                    <a:pt x="500" y="164"/>
                    <a:pt x="392" y="0"/>
                    <a:pt x="2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2" name="Google Shape;7892;p56"/>
            <p:cNvSpPr/>
            <p:nvPr/>
          </p:nvSpPr>
          <p:spPr>
            <a:xfrm>
              <a:off x="7297501" y="1945539"/>
              <a:ext cx="174800" cy="129757"/>
            </a:xfrm>
            <a:custGeom>
              <a:avLst/>
              <a:gdLst/>
              <a:ahLst/>
              <a:cxnLst/>
              <a:rect l="l" t="t" r="r" b="b"/>
              <a:pathLst>
                <a:path w="3629" h="2694" extrusionOk="0">
                  <a:moveTo>
                    <a:pt x="1816" y="1"/>
                  </a:moveTo>
                  <a:cubicBezTo>
                    <a:pt x="1514" y="1"/>
                    <a:pt x="1188" y="100"/>
                    <a:pt x="870" y="330"/>
                  </a:cubicBezTo>
                  <a:cubicBezTo>
                    <a:pt x="844" y="350"/>
                    <a:pt x="821" y="373"/>
                    <a:pt x="798" y="399"/>
                  </a:cubicBezTo>
                  <a:cubicBezTo>
                    <a:pt x="0" y="1500"/>
                    <a:pt x="771" y="2693"/>
                    <a:pt x="1818" y="2693"/>
                  </a:cubicBezTo>
                  <a:cubicBezTo>
                    <a:pt x="2119" y="2693"/>
                    <a:pt x="2443" y="2594"/>
                    <a:pt x="2759" y="2366"/>
                  </a:cubicBezTo>
                  <a:cubicBezTo>
                    <a:pt x="2790" y="2343"/>
                    <a:pt x="2813" y="2320"/>
                    <a:pt x="2832" y="2293"/>
                  </a:cubicBezTo>
                  <a:cubicBezTo>
                    <a:pt x="3629" y="1193"/>
                    <a:pt x="2862" y="1"/>
                    <a:pt x="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3" name="Google Shape;7893;p56"/>
            <p:cNvSpPr/>
            <p:nvPr/>
          </p:nvSpPr>
          <p:spPr>
            <a:xfrm>
              <a:off x="7330158" y="1969670"/>
              <a:ext cx="109726" cy="81399"/>
            </a:xfrm>
            <a:custGeom>
              <a:avLst/>
              <a:gdLst/>
              <a:ahLst/>
              <a:cxnLst/>
              <a:rect l="l" t="t" r="r" b="b"/>
              <a:pathLst>
                <a:path w="2278" h="1690" extrusionOk="0">
                  <a:moveTo>
                    <a:pt x="1137" y="1"/>
                  </a:moveTo>
                  <a:cubicBezTo>
                    <a:pt x="947" y="1"/>
                    <a:pt x="741" y="64"/>
                    <a:pt x="541" y="209"/>
                  </a:cubicBezTo>
                  <a:cubicBezTo>
                    <a:pt x="525" y="220"/>
                    <a:pt x="514" y="236"/>
                    <a:pt x="502" y="252"/>
                  </a:cubicBezTo>
                  <a:cubicBezTo>
                    <a:pt x="0" y="940"/>
                    <a:pt x="482" y="1689"/>
                    <a:pt x="1138" y="1689"/>
                  </a:cubicBezTo>
                  <a:cubicBezTo>
                    <a:pt x="1328" y="1689"/>
                    <a:pt x="1533" y="1627"/>
                    <a:pt x="1733" y="1481"/>
                  </a:cubicBezTo>
                  <a:cubicBezTo>
                    <a:pt x="1748" y="1470"/>
                    <a:pt x="1763" y="1458"/>
                    <a:pt x="1775" y="1442"/>
                  </a:cubicBezTo>
                  <a:cubicBezTo>
                    <a:pt x="2277" y="751"/>
                    <a:pt x="1795" y="1"/>
                    <a:pt x="11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4" name="Google Shape;7894;p56"/>
            <p:cNvSpPr/>
            <p:nvPr/>
          </p:nvSpPr>
          <p:spPr>
            <a:xfrm>
              <a:off x="7338491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6" y="12"/>
                  </a:moveTo>
                  <a:cubicBezTo>
                    <a:pt x="1226" y="12"/>
                    <a:pt x="1464" y="119"/>
                    <a:pt x="1636" y="291"/>
                  </a:cubicBezTo>
                  <a:cubicBezTo>
                    <a:pt x="1809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8" y="1633"/>
                  </a:cubicBezTo>
                  <a:cubicBezTo>
                    <a:pt x="1667" y="1648"/>
                    <a:pt x="1652" y="1663"/>
                    <a:pt x="1636" y="1679"/>
                  </a:cubicBezTo>
                  <a:cubicBezTo>
                    <a:pt x="1410" y="1840"/>
                    <a:pt x="1180" y="1913"/>
                    <a:pt x="966" y="1913"/>
                  </a:cubicBezTo>
                  <a:cubicBezTo>
                    <a:pt x="702" y="1913"/>
                    <a:pt x="464" y="1805"/>
                    <a:pt x="295" y="1633"/>
                  </a:cubicBezTo>
                  <a:cubicBezTo>
                    <a:pt x="122" y="1460"/>
                    <a:pt x="16" y="1227"/>
                    <a:pt x="16" y="962"/>
                  </a:cubicBezTo>
                  <a:cubicBezTo>
                    <a:pt x="16" y="747"/>
                    <a:pt x="88" y="518"/>
                    <a:pt x="249" y="291"/>
                  </a:cubicBezTo>
                  <a:cubicBezTo>
                    <a:pt x="265" y="277"/>
                    <a:pt x="276" y="261"/>
                    <a:pt x="295" y="249"/>
                  </a:cubicBezTo>
                  <a:cubicBezTo>
                    <a:pt x="521" y="84"/>
                    <a:pt x="751" y="12"/>
                    <a:pt x="966" y="12"/>
                  </a:cubicBezTo>
                  <a:close/>
                  <a:moveTo>
                    <a:pt x="966" y="1"/>
                  </a:moveTo>
                  <a:cubicBezTo>
                    <a:pt x="748" y="1"/>
                    <a:pt x="513" y="70"/>
                    <a:pt x="288" y="238"/>
                  </a:cubicBezTo>
                  <a:cubicBezTo>
                    <a:pt x="269" y="249"/>
                    <a:pt x="253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3" y="1927"/>
                    <a:pt x="966" y="1927"/>
                  </a:cubicBezTo>
                  <a:cubicBezTo>
                    <a:pt x="1180" y="1927"/>
                    <a:pt x="1418" y="1855"/>
                    <a:pt x="1644" y="1690"/>
                  </a:cubicBezTo>
                  <a:cubicBezTo>
                    <a:pt x="1663" y="1674"/>
                    <a:pt x="1678" y="1660"/>
                    <a:pt x="1690" y="1640"/>
                  </a:cubicBezTo>
                  <a:cubicBezTo>
                    <a:pt x="1859" y="1414"/>
                    <a:pt x="1928" y="1181"/>
                    <a:pt x="1928" y="962"/>
                  </a:cubicBezTo>
                  <a:cubicBezTo>
                    <a:pt x="1928" y="429"/>
                    <a:pt x="1498" y="1"/>
                    <a:pt x="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5" name="Google Shape;7895;p56"/>
            <p:cNvSpPr/>
            <p:nvPr/>
          </p:nvSpPr>
          <p:spPr>
            <a:xfrm>
              <a:off x="7338780" y="1978051"/>
              <a:ext cx="92289" cy="64686"/>
            </a:xfrm>
            <a:custGeom>
              <a:avLst/>
              <a:gdLst/>
              <a:ahLst/>
              <a:cxnLst/>
              <a:rect l="l" t="t" r="r" b="b"/>
              <a:pathLst>
                <a:path w="1916" h="1343" extrusionOk="0">
                  <a:moveTo>
                    <a:pt x="977" y="1"/>
                  </a:moveTo>
                  <a:cubicBezTo>
                    <a:pt x="322" y="1"/>
                    <a:pt x="0" y="822"/>
                    <a:pt x="627" y="1277"/>
                  </a:cubicBezTo>
                  <a:cubicBezTo>
                    <a:pt x="638" y="1284"/>
                    <a:pt x="653" y="1291"/>
                    <a:pt x="664" y="1296"/>
                  </a:cubicBezTo>
                  <a:cubicBezTo>
                    <a:pt x="762" y="1328"/>
                    <a:pt x="855" y="1342"/>
                    <a:pt x="942" y="1342"/>
                  </a:cubicBezTo>
                  <a:cubicBezTo>
                    <a:pt x="1597" y="1342"/>
                    <a:pt x="1915" y="519"/>
                    <a:pt x="1293" y="66"/>
                  </a:cubicBezTo>
                  <a:cubicBezTo>
                    <a:pt x="1282" y="58"/>
                    <a:pt x="1266" y="50"/>
                    <a:pt x="1251" y="46"/>
                  </a:cubicBezTo>
                  <a:cubicBezTo>
                    <a:pt x="1155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6" name="Google Shape;7896;p56"/>
            <p:cNvSpPr/>
            <p:nvPr/>
          </p:nvSpPr>
          <p:spPr>
            <a:xfrm>
              <a:off x="7350099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5" y="472"/>
                  </a:moveTo>
                  <a:lnTo>
                    <a:pt x="755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71" y="614"/>
                  </a:lnTo>
                  <a:lnTo>
                    <a:pt x="778" y="637"/>
                  </a:lnTo>
                  <a:lnTo>
                    <a:pt x="829" y="622"/>
                  </a:lnTo>
                  <a:lnTo>
                    <a:pt x="817" y="591"/>
                  </a:lnTo>
                  <a:lnTo>
                    <a:pt x="905" y="545"/>
                  </a:lnTo>
                  <a:lnTo>
                    <a:pt x="905" y="545"/>
                  </a:lnTo>
                  <a:lnTo>
                    <a:pt x="859" y="633"/>
                  </a:lnTo>
                  <a:lnTo>
                    <a:pt x="829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9" y="829"/>
                  </a:lnTo>
                  <a:lnTo>
                    <a:pt x="859" y="817"/>
                  </a:lnTo>
                  <a:lnTo>
                    <a:pt x="905" y="905"/>
                  </a:lnTo>
                  <a:lnTo>
                    <a:pt x="905" y="905"/>
                  </a:lnTo>
                  <a:lnTo>
                    <a:pt x="817" y="863"/>
                  </a:lnTo>
                  <a:lnTo>
                    <a:pt x="829" y="832"/>
                  </a:lnTo>
                  <a:lnTo>
                    <a:pt x="778" y="817"/>
                  </a:lnTo>
                  <a:lnTo>
                    <a:pt x="771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5" y="886"/>
                  </a:lnTo>
                  <a:lnTo>
                    <a:pt x="725" y="982"/>
                  </a:lnTo>
                  <a:lnTo>
                    <a:pt x="694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9" y="836"/>
                  </a:lnTo>
                  <a:lnTo>
                    <a:pt x="671" y="817"/>
                  </a:lnTo>
                  <a:lnTo>
                    <a:pt x="622" y="832"/>
                  </a:lnTo>
                  <a:lnTo>
                    <a:pt x="629" y="863"/>
                  </a:lnTo>
                  <a:lnTo>
                    <a:pt x="544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3" y="771"/>
                  </a:lnTo>
                  <a:lnTo>
                    <a:pt x="622" y="752"/>
                  </a:lnTo>
                  <a:lnTo>
                    <a:pt x="576" y="729"/>
                  </a:lnTo>
                  <a:lnTo>
                    <a:pt x="564" y="756"/>
                  </a:lnTo>
                  <a:lnTo>
                    <a:pt x="468" y="725"/>
                  </a:lnTo>
                  <a:lnTo>
                    <a:pt x="564" y="694"/>
                  </a:lnTo>
                  <a:lnTo>
                    <a:pt x="576" y="725"/>
                  </a:lnTo>
                  <a:lnTo>
                    <a:pt x="622" y="698"/>
                  </a:lnTo>
                  <a:lnTo>
                    <a:pt x="613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4" y="545"/>
                  </a:lnTo>
                  <a:lnTo>
                    <a:pt x="629" y="591"/>
                  </a:lnTo>
                  <a:lnTo>
                    <a:pt x="622" y="622"/>
                  </a:lnTo>
                  <a:lnTo>
                    <a:pt x="671" y="637"/>
                  </a:lnTo>
                  <a:lnTo>
                    <a:pt x="679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4" y="564"/>
                  </a:lnTo>
                  <a:lnTo>
                    <a:pt x="725" y="472"/>
                  </a:lnTo>
                  <a:close/>
                  <a:moveTo>
                    <a:pt x="625" y="1"/>
                  </a:moveTo>
                  <a:lnTo>
                    <a:pt x="576" y="20"/>
                  </a:lnTo>
                  <a:lnTo>
                    <a:pt x="698" y="388"/>
                  </a:lnTo>
                  <a:lnTo>
                    <a:pt x="648" y="541"/>
                  </a:lnTo>
                  <a:lnTo>
                    <a:pt x="502" y="468"/>
                  </a:lnTo>
                  <a:lnTo>
                    <a:pt x="326" y="123"/>
                  </a:lnTo>
                  <a:lnTo>
                    <a:pt x="280" y="146"/>
                  </a:lnTo>
                  <a:lnTo>
                    <a:pt x="426" y="426"/>
                  </a:lnTo>
                  <a:lnTo>
                    <a:pt x="426" y="426"/>
                  </a:lnTo>
                  <a:lnTo>
                    <a:pt x="142" y="284"/>
                  </a:lnTo>
                  <a:lnTo>
                    <a:pt x="120" y="330"/>
                  </a:lnTo>
                  <a:lnTo>
                    <a:pt x="464" y="507"/>
                  </a:lnTo>
                  <a:lnTo>
                    <a:pt x="537" y="648"/>
                  </a:lnTo>
                  <a:lnTo>
                    <a:pt x="383" y="698"/>
                  </a:lnTo>
                  <a:lnTo>
                    <a:pt x="16" y="579"/>
                  </a:lnTo>
                  <a:lnTo>
                    <a:pt x="1" y="629"/>
                  </a:lnTo>
                  <a:lnTo>
                    <a:pt x="300" y="725"/>
                  </a:lnTo>
                  <a:lnTo>
                    <a:pt x="1" y="825"/>
                  </a:lnTo>
                  <a:lnTo>
                    <a:pt x="16" y="871"/>
                  </a:lnTo>
                  <a:lnTo>
                    <a:pt x="383" y="752"/>
                  </a:lnTo>
                  <a:lnTo>
                    <a:pt x="537" y="802"/>
                  </a:lnTo>
                  <a:lnTo>
                    <a:pt x="464" y="947"/>
                  </a:lnTo>
                  <a:lnTo>
                    <a:pt x="120" y="1124"/>
                  </a:lnTo>
                  <a:lnTo>
                    <a:pt x="142" y="1170"/>
                  </a:lnTo>
                  <a:lnTo>
                    <a:pt x="426" y="1024"/>
                  </a:lnTo>
                  <a:lnTo>
                    <a:pt x="280" y="1308"/>
                  </a:lnTo>
                  <a:lnTo>
                    <a:pt x="326" y="1331"/>
                  </a:lnTo>
                  <a:lnTo>
                    <a:pt x="502" y="986"/>
                  </a:lnTo>
                  <a:lnTo>
                    <a:pt x="648" y="913"/>
                  </a:lnTo>
                  <a:lnTo>
                    <a:pt x="698" y="1066"/>
                  </a:lnTo>
                  <a:lnTo>
                    <a:pt x="576" y="1434"/>
                  </a:lnTo>
                  <a:lnTo>
                    <a:pt x="625" y="1449"/>
                  </a:lnTo>
                  <a:lnTo>
                    <a:pt x="725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51" y="1066"/>
                  </a:lnTo>
                  <a:lnTo>
                    <a:pt x="801" y="913"/>
                  </a:lnTo>
                  <a:lnTo>
                    <a:pt x="944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4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4" y="426"/>
                  </a:lnTo>
                  <a:lnTo>
                    <a:pt x="1024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4" y="468"/>
                  </a:lnTo>
                  <a:lnTo>
                    <a:pt x="801" y="541"/>
                  </a:lnTo>
                  <a:lnTo>
                    <a:pt x="751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5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7" name="Google Shape;7897;p56"/>
            <p:cNvSpPr/>
            <p:nvPr/>
          </p:nvSpPr>
          <p:spPr>
            <a:xfrm>
              <a:off x="7372833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51" y="0"/>
                  </a:moveTo>
                  <a:cubicBezTo>
                    <a:pt x="210" y="0"/>
                    <a:pt x="165" y="14"/>
                    <a:pt x="122" y="44"/>
                  </a:cubicBezTo>
                  <a:lnTo>
                    <a:pt x="111" y="56"/>
                  </a:lnTo>
                  <a:cubicBezTo>
                    <a:pt x="1" y="208"/>
                    <a:pt x="108" y="373"/>
                    <a:pt x="253" y="373"/>
                  </a:cubicBezTo>
                  <a:cubicBezTo>
                    <a:pt x="295" y="373"/>
                    <a:pt x="340" y="360"/>
                    <a:pt x="383" y="328"/>
                  </a:cubicBezTo>
                  <a:cubicBezTo>
                    <a:pt x="387" y="324"/>
                    <a:pt x="391" y="320"/>
                    <a:pt x="391" y="316"/>
                  </a:cubicBezTo>
                  <a:cubicBezTo>
                    <a:pt x="501" y="164"/>
                    <a:pt x="395" y="0"/>
                    <a:pt x="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8" name="Google Shape;7898;p56"/>
            <p:cNvSpPr/>
            <p:nvPr/>
          </p:nvSpPr>
          <p:spPr>
            <a:xfrm>
              <a:off x="6706693" y="1990093"/>
              <a:ext cx="85690" cy="37280"/>
            </a:xfrm>
            <a:custGeom>
              <a:avLst/>
              <a:gdLst/>
              <a:ahLst/>
              <a:cxnLst/>
              <a:rect l="l" t="t" r="r" b="b"/>
              <a:pathLst>
                <a:path w="1779" h="774" extrusionOk="0">
                  <a:moveTo>
                    <a:pt x="465" y="0"/>
                  </a:moveTo>
                  <a:cubicBezTo>
                    <a:pt x="250" y="0"/>
                    <a:pt x="36" y="13"/>
                    <a:pt x="24" y="53"/>
                  </a:cubicBezTo>
                  <a:cubicBezTo>
                    <a:pt x="1" y="126"/>
                    <a:pt x="245" y="643"/>
                    <a:pt x="464" y="774"/>
                  </a:cubicBezTo>
                  <a:lnTo>
                    <a:pt x="1713" y="774"/>
                  </a:lnTo>
                  <a:cubicBezTo>
                    <a:pt x="1713" y="774"/>
                    <a:pt x="1779" y="666"/>
                    <a:pt x="1713" y="601"/>
                  </a:cubicBezTo>
                  <a:lnTo>
                    <a:pt x="1253" y="601"/>
                  </a:lnTo>
                  <a:cubicBezTo>
                    <a:pt x="1253" y="601"/>
                    <a:pt x="1001" y="49"/>
                    <a:pt x="909" y="23"/>
                  </a:cubicBezTo>
                  <a:cubicBezTo>
                    <a:pt x="866" y="11"/>
                    <a:pt x="665" y="0"/>
                    <a:pt x="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9" name="Google Shape;7899;p56"/>
            <p:cNvSpPr/>
            <p:nvPr/>
          </p:nvSpPr>
          <p:spPr>
            <a:xfrm>
              <a:off x="6952341" y="1761207"/>
              <a:ext cx="439914" cy="112802"/>
            </a:xfrm>
            <a:custGeom>
              <a:avLst/>
              <a:gdLst/>
              <a:ahLst/>
              <a:cxnLst/>
              <a:rect l="l" t="t" r="r" b="b"/>
              <a:pathLst>
                <a:path w="9133" h="2342" extrusionOk="0">
                  <a:moveTo>
                    <a:pt x="4535" y="0"/>
                  </a:moveTo>
                  <a:cubicBezTo>
                    <a:pt x="3505" y="0"/>
                    <a:pt x="2340" y="39"/>
                    <a:pt x="1158" y="157"/>
                  </a:cubicBezTo>
                  <a:cubicBezTo>
                    <a:pt x="1158" y="157"/>
                    <a:pt x="350" y="1490"/>
                    <a:pt x="0" y="2341"/>
                  </a:cubicBezTo>
                  <a:lnTo>
                    <a:pt x="9013" y="2341"/>
                  </a:lnTo>
                  <a:cubicBezTo>
                    <a:pt x="9082" y="2341"/>
                    <a:pt x="9133" y="2268"/>
                    <a:pt x="9101" y="2207"/>
                  </a:cubicBezTo>
                  <a:cubicBezTo>
                    <a:pt x="8944" y="1844"/>
                    <a:pt x="8492" y="836"/>
                    <a:pt x="8105" y="157"/>
                  </a:cubicBezTo>
                  <a:cubicBezTo>
                    <a:pt x="8105" y="157"/>
                    <a:pt x="6593" y="0"/>
                    <a:pt x="45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0" name="Google Shape;7900;p56"/>
            <p:cNvSpPr/>
            <p:nvPr/>
          </p:nvSpPr>
          <p:spPr>
            <a:xfrm>
              <a:off x="6955472" y="1762652"/>
              <a:ext cx="429365" cy="109864"/>
            </a:xfrm>
            <a:custGeom>
              <a:avLst/>
              <a:gdLst/>
              <a:ahLst/>
              <a:cxnLst/>
              <a:rect l="l" t="t" r="r" b="b"/>
              <a:pathLst>
                <a:path w="8914" h="2281" extrusionOk="0">
                  <a:moveTo>
                    <a:pt x="4469" y="1"/>
                  </a:moveTo>
                  <a:cubicBezTo>
                    <a:pt x="3292" y="1"/>
                    <a:pt x="2174" y="51"/>
                    <a:pt x="1143" y="150"/>
                  </a:cubicBezTo>
                  <a:cubicBezTo>
                    <a:pt x="1124" y="154"/>
                    <a:pt x="1108" y="166"/>
                    <a:pt x="1097" y="181"/>
                  </a:cubicBezTo>
                  <a:cubicBezTo>
                    <a:pt x="966" y="395"/>
                    <a:pt x="349" y="1441"/>
                    <a:pt x="16" y="2192"/>
                  </a:cubicBezTo>
                  <a:cubicBezTo>
                    <a:pt x="1" y="2235"/>
                    <a:pt x="32" y="2281"/>
                    <a:pt x="73" y="2281"/>
                  </a:cubicBezTo>
                  <a:lnTo>
                    <a:pt x="8408" y="2281"/>
                  </a:lnTo>
                  <a:cubicBezTo>
                    <a:pt x="8711" y="2281"/>
                    <a:pt x="8914" y="1966"/>
                    <a:pt x="8787" y="1690"/>
                  </a:cubicBezTo>
                  <a:cubicBezTo>
                    <a:pt x="8580" y="1242"/>
                    <a:pt x="8297" y="641"/>
                    <a:pt x="8037" y="181"/>
                  </a:cubicBezTo>
                  <a:cubicBezTo>
                    <a:pt x="8025" y="166"/>
                    <a:pt x="8010" y="154"/>
                    <a:pt x="7987" y="150"/>
                  </a:cubicBezTo>
                  <a:cubicBezTo>
                    <a:pt x="7715" y="127"/>
                    <a:pt x="6300" y="1"/>
                    <a:pt x="4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1" name="Google Shape;7901;p56"/>
            <p:cNvSpPr/>
            <p:nvPr/>
          </p:nvSpPr>
          <p:spPr>
            <a:xfrm>
              <a:off x="7117744" y="1761400"/>
              <a:ext cx="17918" cy="112610"/>
            </a:xfrm>
            <a:custGeom>
              <a:avLst/>
              <a:gdLst/>
              <a:ahLst/>
              <a:cxnLst/>
              <a:rect l="l" t="t" r="r" b="b"/>
              <a:pathLst>
                <a:path w="372" h="2338" extrusionOk="0">
                  <a:moveTo>
                    <a:pt x="360" y="0"/>
                  </a:moveTo>
                  <a:cubicBezTo>
                    <a:pt x="96" y="1184"/>
                    <a:pt x="0" y="2337"/>
                    <a:pt x="0" y="2337"/>
                  </a:cubicBezTo>
                  <a:lnTo>
                    <a:pt x="15" y="2337"/>
                  </a:lnTo>
                  <a:cubicBezTo>
                    <a:pt x="15" y="2337"/>
                    <a:pt x="15" y="2318"/>
                    <a:pt x="20" y="2287"/>
                  </a:cubicBezTo>
                  <a:cubicBezTo>
                    <a:pt x="43" y="2050"/>
                    <a:pt x="142" y="1039"/>
                    <a:pt x="372" y="4"/>
                  </a:cubicBezTo>
                  <a:lnTo>
                    <a:pt x="3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2" name="Google Shape;7902;p56"/>
            <p:cNvSpPr/>
            <p:nvPr/>
          </p:nvSpPr>
          <p:spPr>
            <a:xfrm>
              <a:off x="7298224" y="1766505"/>
              <a:ext cx="31453" cy="106204"/>
            </a:xfrm>
            <a:custGeom>
              <a:avLst/>
              <a:gdLst/>
              <a:ahLst/>
              <a:cxnLst/>
              <a:rect l="l" t="t" r="r" b="b"/>
              <a:pathLst>
                <a:path w="653" h="2205" extrusionOk="0">
                  <a:moveTo>
                    <a:pt x="16" y="1"/>
                  </a:moveTo>
                  <a:lnTo>
                    <a:pt x="1" y="9"/>
                  </a:lnTo>
                  <a:cubicBezTo>
                    <a:pt x="158" y="411"/>
                    <a:pt x="319" y="963"/>
                    <a:pt x="438" y="1407"/>
                  </a:cubicBezTo>
                  <a:cubicBezTo>
                    <a:pt x="498" y="1633"/>
                    <a:pt x="549" y="1833"/>
                    <a:pt x="583" y="1975"/>
                  </a:cubicBezTo>
                  <a:cubicBezTo>
                    <a:pt x="602" y="2047"/>
                    <a:pt x="613" y="2101"/>
                    <a:pt x="625" y="2143"/>
                  </a:cubicBezTo>
                  <a:cubicBezTo>
                    <a:pt x="633" y="2181"/>
                    <a:pt x="636" y="2204"/>
                    <a:pt x="636" y="2204"/>
                  </a:cubicBezTo>
                  <a:lnTo>
                    <a:pt x="652" y="2201"/>
                  </a:lnTo>
                  <a:cubicBezTo>
                    <a:pt x="652" y="2201"/>
                    <a:pt x="330" y="814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3" name="Google Shape;7903;p56"/>
            <p:cNvSpPr/>
            <p:nvPr/>
          </p:nvSpPr>
          <p:spPr>
            <a:xfrm>
              <a:off x="6930185" y="1878203"/>
              <a:ext cx="409087" cy="132550"/>
            </a:xfrm>
            <a:custGeom>
              <a:avLst/>
              <a:gdLst/>
              <a:ahLst/>
              <a:cxnLst/>
              <a:rect l="l" t="t" r="r" b="b"/>
              <a:pathLst>
                <a:path w="8493" h="2752" extrusionOk="0">
                  <a:moveTo>
                    <a:pt x="8320" y="0"/>
                  </a:moveTo>
                  <a:lnTo>
                    <a:pt x="8305" y="8"/>
                  </a:lnTo>
                  <a:cubicBezTo>
                    <a:pt x="8351" y="119"/>
                    <a:pt x="8392" y="303"/>
                    <a:pt x="8427" y="460"/>
                  </a:cubicBezTo>
                  <a:cubicBezTo>
                    <a:pt x="8443" y="541"/>
                    <a:pt x="8454" y="614"/>
                    <a:pt x="8461" y="663"/>
                  </a:cubicBezTo>
                  <a:cubicBezTo>
                    <a:pt x="8470" y="690"/>
                    <a:pt x="8473" y="709"/>
                    <a:pt x="8473" y="725"/>
                  </a:cubicBezTo>
                  <a:cubicBezTo>
                    <a:pt x="8475" y="732"/>
                    <a:pt x="8476" y="737"/>
                    <a:pt x="8476" y="741"/>
                  </a:cubicBezTo>
                  <a:lnTo>
                    <a:pt x="8476" y="741"/>
                  </a:lnTo>
                  <a:cubicBezTo>
                    <a:pt x="8239" y="782"/>
                    <a:pt x="8058" y="926"/>
                    <a:pt x="7918" y="1120"/>
                  </a:cubicBezTo>
                  <a:cubicBezTo>
                    <a:pt x="7699" y="1415"/>
                    <a:pt x="7580" y="1820"/>
                    <a:pt x="7511" y="2154"/>
                  </a:cubicBezTo>
                  <a:cubicBezTo>
                    <a:pt x="7449" y="2451"/>
                    <a:pt x="7434" y="2692"/>
                    <a:pt x="7432" y="2736"/>
                  </a:cubicBezTo>
                  <a:lnTo>
                    <a:pt x="1046" y="2736"/>
                  </a:lnTo>
                  <a:cubicBezTo>
                    <a:pt x="953" y="2005"/>
                    <a:pt x="698" y="1563"/>
                    <a:pt x="460" y="1307"/>
                  </a:cubicBezTo>
                  <a:cubicBezTo>
                    <a:pt x="249" y="1071"/>
                    <a:pt x="56" y="989"/>
                    <a:pt x="19" y="975"/>
                  </a:cubicBezTo>
                  <a:lnTo>
                    <a:pt x="19" y="975"/>
                  </a:lnTo>
                  <a:lnTo>
                    <a:pt x="411" y="46"/>
                  </a:lnTo>
                  <a:lnTo>
                    <a:pt x="400" y="43"/>
                  </a:lnTo>
                  <a:lnTo>
                    <a:pt x="1" y="985"/>
                  </a:lnTo>
                  <a:lnTo>
                    <a:pt x="9" y="985"/>
                  </a:lnTo>
                  <a:lnTo>
                    <a:pt x="12" y="989"/>
                  </a:lnTo>
                  <a:cubicBezTo>
                    <a:pt x="35" y="996"/>
                    <a:pt x="246" y="1081"/>
                    <a:pt x="472" y="1341"/>
                  </a:cubicBezTo>
                  <a:cubicBezTo>
                    <a:pt x="699" y="1599"/>
                    <a:pt x="943" y="2036"/>
                    <a:pt x="1031" y="2744"/>
                  </a:cubicBezTo>
                  <a:lnTo>
                    <a:pt x="1031" y="2752"/>
                  </a:lnTo>
                  <a:lnTo>
                    <a:pt x="7442" y="2752"/>
                  </a:lnTo>
                  <a:lnTo>
                    <a:pt x="7442" y="2744"/>
                  </a:lnTo>
                  <a:cubicBezTo>
                    <a:pt x="7442" y="2744"/>
                    <a:pt x="7446" y="2736"/>
                    <a:pt x="7446" y="2725"/>
                  </a:cubicBezTo>
                  <a:cubicBezTo>
                    <a:pt x="7454" y="2625"/>
                    <a:pt x="7492" y="2165"/>
                    <a:pt x="7642" y="1717"/>
                  </a:cubicBezTo>
                  <a:cubicBezTo>
                    <a:pt x="7715" y="1491"/>
                    <a:pt x="7818" y="1269"/>
                    <a:pt x="7956" y="1093"/>
                  </a:cubicBezTo>
                  <a:cubicBezTo>
                    <a:pt x="8094" y="920"/>
                    <a:pt x="8266" y="789"/>
                    <a:pt x="8484" y="755"/>
                  </a:cubicBezTo>
                  <a:lnTo>
                    <a:pt x="8493" y="752"/>
                  </a:lnTo>
                  <a:lnTo>
                    <a:pt x="8493" y="748"/>
                  </a:lnTo>
                  <a:cubicBezTo>
                    <a:pt x="8493" y="748"/>
                    <a:pt x="8473" y="617"/>
                    <a:pt x="8438" y="460"/>
                  </a:cubicBezTo>
                  <a:cubicBezTo>
                    <a:pt x="8408" y="303"/>
                    <a:pt x="8366" y="115"/>
                    <a:pt x="83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4" name="Google Shape;7904;p56"/>
            <p:cNvSpPr/>
            <p:nvPr/>
          </p:nvSpPr>
          <p:spPr>
            <a:xfrm>
              <a:off x="7111097" y="1878203"/>
              <a:ext cx="7418" cy="127396"/>
            </a:xfrm>
            <a:custGeom>
              <a:avLst/>
              <a:gdLst/>
              <a:ahLst/>
              <a:cxnLst/>
              <a:rect l="l" t="t" r="r" b="b"/>
              <a:pathLst>
                <a:path w="154" h="2645" extrusionOk="0">
                  <a:moveTo>
                    <a:pt x="138" y="0"/>
                  </a:moveTo>
                  <a:cubicBezTo>
                    <a:pt x="23" y="499"/>
                    <a:pt x="0" y="1315"/>
                    <a:pt x="0" y="1909"/>
                  </a:cubicBezTo>
                  <a:cubicBezTo>
                    <a:pt x="0" y="2334"/>
                    <a:pt x="11" y="2644"/>
                    <a:pt x="11" y="2644"/>
                  </a:cubicBezTo>
                  <a:lnTo>
                    <a:pt x="27" y="2644"/>
                  </a:lnTo>
                  <a:cubicBezTo>
                    <a:pt x="27" y="2644"/>
                    <a:pt x="27" y="2625"/>
                    <a:pt x="23" y="2587"/>
                  </a:cubicBezTo>
                  <a:cubicBezTo>
                    <a:pt x="20" y="2480"/>
                    <a:pt x="15" y="2227"/>
                    <a:pt x="15" y="1909"/>
                  </a:cubicBezTo>
                  <a:cubicBezTo>
                    <a:pt x="15" y="1315"/>
                    <a:pt x="38" y="499"/>
                    <a:pt x="153" y="4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5" name="Google Shape;7905;p56"/>
            <p:cNvSpPr/>
            <p:nvPr/>
          </p:nvSpPr>
          <p:spPr>
            <a:xfrm>
              <a:off x="7076369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0" y="1"/>
                  </a:moveTo>
                  <a:lnTo>
                    <a:pt x="0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6" name="Google Shape;7906;p56"/>
            <p:cNvSpPr/>
            <p:nvPr/>
          </p:nvSpPr>
          <p:spPr>
            <a:xfrm>
              <a:off x="7284015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1" y="1"/>
                  </a:moveTo>
                  <a:lnTo>
                    <a:pt x="1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7" name="Google Shape;7907;p56"/>
            <p:cNvSpPr/>
            <p:nvPr/>
          </p:nvSpPr>
          <p:spPr>
            <a:xfrm>
              <a:off x="6948825" y="1883549"/>
              <a:ext cx="440829" cy="819"/>
            </a:xfrm>
            <a:custGeom>
              <a:avLst/>
              <a:gdLst/>
              <a:ahLst/>
              <a:cxnLst/>
              <a:rect l="l" t="t" r="r" b="b"/>
              <a:pathLst>
                <a:path w="9152" h="17" extrusionOk="0">
                  <a:moveTo>
                    <a:pt x="1" y="1"/>
                  </a:moveTo>
                  <a:lnTo>
                    <a:pt x="1" y="16"/>
                  </a:lnTo>
                  <a:lnTo>
                    <a:pt x="9151" y="16"/>
                  </a:lnTo>
                  <a:lnTo>
                    <a:pt x="91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8" name="Google Shape;7908;p56"/>
            <p:cNvSpPr/>
            <p:nvPr/>
          </p:nvSpPr>
          <p:spPr>
            <a:xfrm>
              <a:off x="6939288" y="1839092"/>
              <a:ext cx="67194" cy="39303"/>
            </a:xfrm>
            <a:custGeom>
              <a:avLst/>
              <a:gdLst/>
              <a:ahLst/>
              <a:cxnLst/>
              <a:rect l="l" t="t" r="r" b="b"/>
              <a:pathLst>
                <a:path w="1395" h="816" extrusionOk="0">
                  <a:moveTo>
                    <a:pt x="1083" y="0"/>
                  </a:moveTo>
                  <a:cubicBezTo>
                    <a:pt x="875" y="0"/>
                    <a:pt x="569" y="21"/>
                    <a:pt x="425" y="54"/>
                  </a:cubicBezTo>
                  <a:cubicBezTo>
                    <a:pt x="352" y="69"/>
                    <a:pt x="202" y="445"/>
                    <a:pt x="202" y="445"/>
                  </a:cubicBezTo>
                  <a:lnTo>
                    <a:pt x="69" y="445"/>
                  </a:lnTo>
                  <a:cubicBezTo>
                    <a:pt x="69" y="445"/>
                    <a:pt x="0" y="697"/>
                    <a:pt x="69" y="797"/>
                  </a:cubicBezTo>
                  <a:cubicBezTo>
                    <a:pt x="69" y="797"/>
                    <a:pt x="580" y="816"/>
                    <a:pt x="936" y="816"/>
                  </a:cubicBezTo>
                  <a:cubicBezTo>
                    <a:pt x="1115" y="816"/>
                    <a:pt x="1254" y="811"/>
                    <a:pt x="1272" y="797"/>
                  </a:cubicBezTo>
                  <a:cubicBezTo>
                    <a:pt x="1329" y="751"/>
                    <a:pt x="1394" y="38"/>
                    <a:pt x="1272" y="11"/>
                  </a:cubicBezTo>
                  <a:cubicBezTo>
                    <a:pt x="1237" y="4"/>
                    <a:pt x="1168" y="0"/>
                    <a:pt x="10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9" name="Google Shape;7909;p56"/>
            <p:cNvSpPr/>
            <p:nvPr/>
          </p:nvSpPr>
          <p:spPr>
            <a:xfrm>
              <a:off x="6975605" y="1867124"/>
              <a:ext cx="20519" cy="1493"/>
            </a:xfrm>
            <a:custGeom>
              <a:avLst/>
              <a:gdLst/>
              <a:ahLst/>
              <a:cxnLst/>
              <a:rect l="l" t="t" r="r" b="b"/>
              <a:pathLst>
                <a:path w="426" h="31" extrusionOk="0">
                  <a:moveTo>
                    <a:pt x="0" y="0"/>
                  </a:moveTo>
                  <a:lnTo>
                    <a:pt x="0" y="16"/>
                  </a:lnTo>
                  <a:lnTo>
                    <a:pt x="426" y="31"/>
                  </a:lnTo>
                  <a:lnTo>
                    <a:pt x="42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10" name="Google Shape;7910;p56"/>
            <p:cNvSpPr/>
            <p:nvPr/>
          </p:nvSpPr>
          <p:spPr>
            <a:xfrm>
              <a:off x="6745081" y="1878010"/>
              <a:ext cx="170417" cy="36798"/>
            </a:xfrm>
            <a:custGeom>
              <a:avLst/>
              <a:gdLst/>
              <a:ahLst/>
              <a:cxnLst/>
              <a:rect l="l" t="t" r="r" b="b"/>
              <a:pathLst>
                <a:path w="3538" h="764" extrusionOk="0">
                  <a:moveTo>
                    <a:pt x="3534" y="1"/>
                  </a:moveTo>
                  <a:cubicBezTo>
                    <a:pt x="3534" y="1"/>
                    <a:pt x="3522" y="4"/>
                    <a:pt x="3503" y="8"/>
                  </a:cubicBezTo>
                  <a:cubicBezTo>
                    <a:pt x="3346" y="47"/>
                    <a:pt x="2653" y="227"/>
                    <a:pt x="1978" y="395"/>
                  </a:cubicBezTo>
                  <a:cubicBezTo>
                    <a:pt x="1641" y="480"/>
                    <a:pt x="1311" y="564"/>
                    <a:pt x="1058" y="629"/>
                  </a:cubicBezTo>
                  <a:cubicBezTo>
                    <a:pt x="932" y="660"/>
                    <a:pt x="824" y="687"/>
                    <a:pt x="744" y="706"/>
                  </a:cubicBezTo>
                  <a:cubicBezTo>
                    <a:pt x="663" y="724"/>
                    <a:pt x="610" y="736"/>
                    <a:pt x="594" y="740"/>
                  </a:cubicBezTo>
                  <a:cubicBezTo>
                    <a:pt x="552" y="744"/>
                    <a:pt x="472" y="747"/>
                    <a:pt x="384" y="747"/>
                  </a:cubicBezTo>
                  <a:cubicBezTo>
                    <a:pt x="295" y="747"/>
                    <a:pt x="200" y="744"/>
                    <a:pt x="127" y="744"/>
                  </a:cubicBezTo>
                  <a:cubicBezTo>
                    <a:pt x="89" y="740"/>
                    <a:pt x="58" y="740"/>
                    <a:pt x="35" y="740"/>
                  </a:cubicBezTo>
                  <a:lnTo>
                    <a:pt x="0" y="740"/>
                  </a:lnTo>
                  <a:lnTo>
                    <a:pt x="0" y="752"/>
                  </a:lnTo>
                  <a:cubicBezTo>
                    <a:pt x="0" y="752"/>
                    <a:pt x="207" y="763"/>
                    <a:pt x="384" y="763"/>
                  </a:cubicBezTo>
                  <a:cubicBezTo>
                    <a:pt x="472" y="763"/>
                    <a:pt x="552" y="759"/>
                    <a:pt x="598" y="752"/>
                  </a:cubicBezTo>
                  <a:cubicBezTo>
                    <a:pt x="614" y="752"/>
                    <a:pt x="671" y="736"/>
                    <a:pt x="763" y="717"/>
                  </a:cubicBezTo>
                  <a:cubicBezTo>
                    <a:pt x="1388" y="564"/>
                    <a:pt x="3537" y="16"/>
                    <a:pt x="3537" y="16"/>
                  </a:cubicBezTo>
                  <a:lnTo>
                    <a:pt x="35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11" name="Google Shape;7911;p56"/>
            <p:cNvSpPr/>
            <p:nvPr/>
          </p:nvSpPr>
          <p:spPr>
            <a:xfrm>
              <a:off x="6732173" y="1970104"/>
              <a:ext cx="14065" cy="819"/>
            </a:xfrm>
            <a:custGeom>
              <a:avLst/>
              <a:gdLst/>
              <a:ahLst/>
              <a:cxnLst/>
              <a:rect l="l" t="t" r="r" b="b"/>
              <a:pathLst>
                <a:path w="292" h="17" extrusionOk="0">
                  <a:moveTo>
                    <a:pt x="291" y="1"/>
                  </a:moveTo>
                  <a:lnTo>
                    <a:pt x="1" y="4"/>
                  </a:lnTo>
                  <a:lnTo>
                    <a:pt x="1" y="16"/>
                  </a:lnTo>
                  <a:lnTo>
                    <a:pt x="291" y="16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12" name="Google Shape;7912;p56"/>
            <p:cNvSpPr/>
            <p:nvPr/>
          </p:nvSpPr>
          <p:spPr>
            <a:xfrm>
              <a:off x="6734003" y="1964950"/>
              <a:ext cx="14065" cy="771"/>
            </a:xfrm>
            <a:custGeom>
              <a:avLst/>
              <a:gdLst/>
              <a:ahLst/>
              <a:cxnLst/>
              <a:rect l="l" t="t" r="r" b="b"/>
              <a:pathLst>
                <a:path w="292" h="16" extrusionOk="0">
                  <a:moveTo>
                    <a:pt x="0" y="0"/>
                  </a:moveTo>
                  <a:lnTo>
                    <a:pt x="0" y="16"/>
                  </a:lnTo>
                  <a:lnTo>
                    <a:pt x="292" y="16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13" name="Google Shape;7913;p56"/>
            <p:cNvSpPr/>
            <p:nvPr/>
          </p:nvSpPr>
          <p:spPr>
            <a:xfrm>
              <a:off x="6735689" y="1959796"/>
              <a:ext cx="14017" cy="771"/>
            </a:xfrm>
            <a:custGeom>
              <a:avLst/>
              <a:gdLst/>
              <a:ahLst/>
              <a:cxnLst/>
              <a:rect l="l" t="t" r="r" b="b"/>
              <a:pathLst>
                <a:path w="291" h="16" extrusionOk="0">
                  <a:moveTo>
                    <a:pt x="0" y="0"/>
                  </a:moveTo>
                  <a:lnTo>
                    <a:pt x="0" y="15"/>
                  </a:lnTo>
                  <a:lnTo>
                    <a:pt x="291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914" name="Google Shape;7914;p56"/>
          <p:cNvGrpSpPr/>
          <p:nvPr/>
        </p:nvGrpSpPr>
        <p:grpSpPr>
          <a:xfrm>
            <a:off x="247934" y="3685764"/>
            <a:ext cx="930350" cy="966181"/>
            <a:chOff x="3172359" y="2542166"/>
            <a:chExt cx="930350" cy="966181"/>
          </a:xfrm>
        </p:grpSpPr>
        <p:sp>
          <p:nvSpPr>
            <p:cNvPr id="7915" name="Google Shape;7915;p56"/>
            <p:cNvSpPr/>
            <p:nvPr/>
          </p:nvSpPr>
          <p:spPr>
            <a:xfrm>
              <a:off x="3821940" y="2618085"/>
              <a:ext cx="165443" cy="517098"/>
            </a:xfrm>
            <a:custGeom>
              <a:avLst/>
              <a:gdLst/>
              <a:ahLst/>
              <a:cxnLst/>
              <a:rect l="l" t="t" r="r" b="b"/>
              <a:pathLst>
                <a:path w="231" h="722" extrusionOk="0">
                  <a:moveTo>
                    <a:pt x="1" y="1"/>
                  </a:moveTo>
                  <a:lnTo>
                    <a:pt x="1" y="722"/>
                  </a:lnTo>
                  <a:lnTo>
                    <a:pt x="231" y="722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16" name="Google Shape;7916;p56"/>
            <p:cNvSpPr/>
            <p:nvPr/>
          </p:nvSpPr>
          <p:spPr>
            <a:xfrm>
              <a:off x="3821940" y="2542166"/>
              <a:ext cx="165443" cy="88093"/>
            </a:xfrm>
            <a:custGeom>
              <a:avLst/>
              <a:gdLst/>
              <a:ahLst/>
              <a:cxnLst/>
              <a:rect l="l" t="t" r="r" b="b"/>
              <a:pathLst>
                <a:path w="231" h="123" extrusionOk="0">
                  <a:moveTo>
                    <a:pt x="1" y="0"/>
                  </a:moveTo>
                  <a:lnTo>
                    <a:pt x="1" y="123"/>
                  </a:lnTo>
                  <a:lnTo>
                    <a:pt x="231" y="123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17" name="Google Shape;7917;p56"/>
            <p:cNvSpPr/>
            <p:nvPr/>
          </p:nvSpPr>
          <p:spPr>
            <a:xfrm>
              <a:off x="3235384" y="2643153"/>
              <a:ext cx="804298" cy="865173"/>
            </a:xfrm>
            <a:custGeom>
              <a:avLst/>
              <a:gdLst/>
              <a:ahLst/>
              <a:cxnLst/>
              <a:rect l="l" t="t" r="r" b="b"/>
              <a:pathLst>
                <a:path w="1123" h="1208" extrusionOk="0">
                  <a:moveTo>
                    <a:pt x="563" y="1"/>
                  </a:moveTo>
                  <a:lnTo>
                    <a:pt x="0" y="576"/>
                  </a:lnTo>
                  <a:lnTo>
                    <a:pt x="0" y="1208"/>
                  </a:lnTo>
                  <a:lnTo>
                    <a:pt x="1122" y="1208"/>
                  </a:lnTo>
                  <a:lnTo>
                    <a:pt x="1122" y="576"/>
                  </a:lnTo>
                  <a:lnTo>
                    <a:pt x="5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18" name="Google Shape;7918;p56"/>
            <p:cNvSpPr/>
            <p:nvPr/>
          </p:nvSpPr>
          <p:spPr>
            <a:xfrm>
              <a:off x="3243262" y="2912453"/>
              <a:ext cx="774218" cy="96687"/>
            </a:xfrm>
            <a:custGeom>
              <a:avLst/>
              <a:gdLst/>
              <a:ahLst/>
              <a:cxnLst/>
              <a:rect l="l" t="t" r="r" b="b"/>
              <a:pathLst>
                <a:path w="1081" h="135" extrusionOk="0">
                  <a:moveTo>
                    <a:pt x="188" y="0"/>
                  </a:moveTo>
                  <a:cubicBezTo>
                    <a:pt x="146" y="42"/>
                    <a:pt x="96" y="76"/>
                    <a:pt x="46" y="108"/>
                  </a:cubicBezTo>
                  <a:cubicBezTo>
                    <a:pt x="31" y="119"/>
                    <a:pt x="16" y="127"/>
                    <a:pt x="0" y="134"/>
                  </a:cubicBezTo>
                  <a:lnTo>
                    <a:pt x="1081" y="134"/>
                  </a:lnTo>
                  <a:cubicBezTo>
                    <a:pt x="1035" y="96"/>
                    <a:pt x="993" y="50"/>
                    <a:pt x="9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19" name="Google Shape;7919;p56"/>
            <p:cNvSpPr/>
            <p:nvPr/>
          </p:nvSpPr>
          <p:spPr>
            <a:xfrm>
              <a:off x="3235384" y="3354363"/>
              <a:ext cx="804298" cy="153984"/>
            </a:xfrm>
            <a:custGeom>
              <a:avLst/>
              <a:gdLst/>
              <a:ahLst/>
              <a:cxnLst/>
              <a:rect l="l" t="t" r="r" b="b"/>
              <a:pathLst>
                <a:path w="1123" h="215" extrusionOk="0">
                  <a:moveTo>
                    <a:pt x="0" y="0"/>
                  </a:moveTo>
                  <a:lnTo>
                    <a:pt x="0" y="215"/>
                  </a:lnTo>
                  <a:lnTo>
                    <a:pt x="1122" y="215"/>
                  </a:lnTo>
                  <a:lnTo>
                    <a:pt x="11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20" name="Google Shape;7920;p56"/>
            <p:cNvSpPr/>
            <p:nvPr/>
          </p:nvSpPr>
          <p:spPr>
            <a:xfrm>
              <a:off x="3172359" y="2585855"/>
              <a:ext cx="930350" cy="535003"/>
            </a:xfrm>
            <a:custGeom>
              <a:avLst/>
              <a:gdLst/>
              <a:ahLst/>
              <a:cxnLst/>
              <a:rect l="l" t="t" r="r" b="b"/>
              <a:pathLst>
                <a:path w="1299" h="747" extrusionOk="0">
                  <a:moveTo>
                    <a:pt x="644" y="0"/>
                  </a:moveTo>
                  <a:cubicBezTo>
                    <a:pt x="628" y="0"/>
                    <a:pt x="613" y="8"/>
                    <a:pt x="605" y="19"/>
                  </a:cubicBezTo>
                  <a:lnTo>
                    <a:pt x="19" y="629"/>
                  </a:lnTo>
                  <a:cubicBezTo>
                    <a:pt x="0" y="652"/>
                    <a:pt x="0" y="686"/>
                    <a:pt x="23" y="709"/>
                  </a:cubicBezTo>
                  <a:cubicBezTo>
                    <a:pt x="34" y="720"/>
                    <a:pt x="48" y="725"/>
                    <a:pt x="61" y="725"/>
                  </a:cubicBezTo>
                  <a:cubicBezTo>
                    <a:pt x="76" y="725"/>
                    <a:pt x="91" y="719"/>
                    <a:pt x="103" y="709"/>
                  </a:cubicBezTo>
                  <a:lnTo>
                    <a:pt x="644" y="142"/>
                  </a:lnTo>
                  <a:lnTo>
                    <a:pt x="1196" y="728"/>
                  </a:lnTo>
                  <a:cubicBezTo>
                    <a:pt x="1206" y="740"/>
                    <a:pt x="1221" y="746"/>
                    <a:pt x="1236" y="746"/>
                  </a:cubicBezTo>
                  <a:cubicBezTo>
                    <a:pt x="1250" y="746"/>
                    <a:pt x="1265" y="741"/>
                    <a:pt x="1276" y="732"/>
                  </a:cubicBezTo>
                  <a:cubicBezTo>
                    <a:pt x="1299" y="709"/>
                    <a:pt x="1299" y="675"/>
                    <a:pt x="1276" y="652"/>
                  </a:cubicBezTo>
                  <a:lnTo>
                    <a:pt x="686" y="19"/>
                  </a:lnTo>
                  <a:cubicBezTo>
                    <a:pt x="674" y="8"/>
                    <a:pt x="658" y="0"/>
                    <a:pt x="6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21" name="Google Shape;7921;p56"/>
            <p:cNvSpPr/>
            <p:nvPr/>
          </p:nvSpPr>
          <p:spPr>
            <a:xfrm>
              <a:off x="3334217" y="3112279"/>
              <a:ext cx="99552" cy="226320"/>
            </a:xfrm>
            <a:custGeom>
              <a:avLst/>
              <a:gdLst/>
              <a:ahLst/>
              <a:cxnLst/>
              <a:rect l="l" t="t" r="r" b="b"/>
              <a:pathLst>
                <a:path w="139" h="316" extrusionOk="0">
                  <a:moveTo>
                    <a:pt x="69" y="1"/>
                  </a:moveTo>
                  <a:cubicBezTo>
                    <a:pt x="31" y="1"/>
                    <a:pt x="0" y="39"/>
                    <a:pt x="0" y="89"/>
                  </a:cubicBezTo>
                  <a:lnTo>
                    <a:pt x="0" y="315"/>
                  </a:lnTo>
                  <a:lnTo>
                    <a:pt x="138" y="315"/>
                  </a:lnTo>
                  <a:lnTo>
                    <a:pt x="138" y="89"/>
                  </a:lnTo>
                  <a:cubicBezTo>
                    <a:pt x="138" y="39"/>
                    <a:pt x="107" y="1"/>
                    <a:pt x="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22" name="Google Shape;7922;p56"/>
            <p:cNvSpPr/>
            <p:nvPr/>
          </p:nvSpPr>
          <p:spPr>
            <a:xfrm>
              <a:off x="3306286" y="3085779"/>
              <a:ext cx="153984" cy="280035"/>
            </a:xfrm>
            <a:custGeom>
              <a:avLst/>
              <a:gdLst/>
              <a:ahLst/>
              <a:cxnLst/>
              <a:rect l="l" t="t" r="r" b="b"/>
              <a:pathLst>
                <a:path w="215" h="391" extrusionOk="0">
                  <a:moveTo>
                    <a:pt x="108" y="76"/>
                  </a:moveTo>
                  <a:cubicBezTo>
                    <a:pt x="112" y="76"/>
                    <a:pt x="116" y="76"/>
                    <a:pt x="119" y="80"/>
                  </a:cubicBezTo>
                  <a:cubicBezTo>
                    <a:pt x="123" y="80"/>
                    <a:pt x="127" y="87"/>
                    <a:pt x="131" y="96"/>
                  </a:cubicBezTo>
                  <a:cubicBezTo>
                    <a:pt x="139" y="103"/>
                    <a:pt x="139" y="115"/>
                    <a:pt x="139" y="126"/>
                  </a:cubicBezTo>
                  <a:lnTo>
                    <a:pt x="139" y="314"/>
                  </a:lnTo>
                  <a:lnTo>
                    <a:pt x="77" y="314"/>
                  </a:lnTo>
                  <a:lnTo>
                    <a:pt x="77" y="126"/>
                  </a:lnTo>
                  <a:cubicBezTo>
                    <a:pt x="77" y="110"/>
                    <a:pt x="81" y="96"/>
                    <a:pt x="89" y="87"/>
                  </a:cubicBezTo>
                  <a:lnTo>
                    <a:pt x="96" y="80"/>
                  </a:lnTo>
                  <a:cubicBezTo>
                    <a:pt x="100" y="76"/>
                    <a:pt x="104" y="76"/>
                    <a:pt x="108" y="76"/>
                  </a:cubicBezTo>
                  <a:close/>
                  <a:moveTo>
                    <a:pt x="108" y="0"/>
                  </a:moveTo>
                  <a:cubicBezTo>
                    <a:pt x="93" y="0"/>
                    <a:pt x="77" y="4"/>
                    <a:pt x="62" y="11"/>
                  </a:cubicBezTo>
                  <a:cubicBezTo>
                    <a:pt x="43" y="23"/>
                    <a:pt x="27" y="38"/>
                    <a:pt x="16" y="57"/>
                  </a:cubicBezTo>
                  <a:cubicBezTo>
                    <a:pt x="4" y="80"/>
                    <a:pt x="1" y="103"/>
                    <a:pt x="1" y="126"/>
                  </a:cubicBezTo>
                  <a:lnTo>
                    <a:pt x="1" y="391"/>
                  </a:lnTo>
                  <a:lnTo>
                    <a:pt x="215" y="391"/>
                  </a:lnTo>
                  <a:lnTo>
                    <a:pt x="215" y="352"/>
                  </a:lnTo>
                  <a:lnTo>
                    <a:pt x="215" y="126"/>
                  </a:lnTo>
                  <a:cubicBezTo>
                    <a:pt x="215" y="92"/>
                    <a:pt x="204" y="64"/>
                    <a:pt x="188" y="41"/>
                  </a:cubicBezTo>
                  <a:cubicBezTo>
                    <a:pt x="177" y="30"/>
                    <a:pt x="165" y="18"/>
                    <a:pt x="154" y="11"/>
                  </a:cubicBezTo>
                  <a:cubicBezTo>
                    <a:pt x="139" y="4"/>
                    <a:pt x="123" y="0"/>
                    <a:pt x="1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23" name="Google Shape;7923;p56"/>
            <p:cNvSpPr/>
            <p:nvPr/>
          </p:nvSpPr>
          <p:spPr>
            <a:xfrm>
              <a:off x="3852736" y="3112279"/>
              <a:ext cx="101701" cy="226320"/>
            </a:xfrm>
            <a:custGeom>
              <a:avLst/>
              <a:gdLst/>
              <a:ahLst/>
              <a:cxnLst/>
              <a:rect l="l" t="t" r="r" b="b"/>
              <a:pathLst>
                <a:path w="142" h="316" extrusionOk="0">
                  <a:moveTo>
                    <a:pt x="69" y="1"/>
                  </a:moveTo>
                  <a:cubicBezTo>
                    <a:pt x="30" y="1"/>
                    <a:pt x="0" y="39"/>
                    <a:pt x="0" y="85"/>
                  </a:cubicBezTo>
                  <a:lnTo>
                    <a:pt x="0" y="315"/>
                  </a:lnTo>
                  <a:lnTo>
                    <a:pt x="142" y="315"/>
                  </a:lnTo>
                  <a:lnTo>
                    <a:pt x="142" y="85"/>
                  </a:lnTo>
                  <a:cubicBezTo>
                    <a:pt x="142" y="39"/>
                    <a:pt x="108" y="1"/>
                    <a:pt x="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24" name="Google Shape;7924;p56"/>
            <p:cNvSpPr/>
            <p:nvPr/>
          </p:nvSpPr>
          <p:spPr>
            <a:xfrm>
              <a:off x="3824804" y="3085779"/>
              <a:ext cx="154700" cy="280035"/>
            </a:xfrm>
            <a:custGeom>
              <a:avLst/>
              <a:gdLst/>
              <a:ahLst/>
              <a:cxnLst/>
              <a:rect l="l" t="t" r="r" b="b"/>
              <a:pathLst>
                <a:path w="216" h="391" extrusionOk="0">
                  <a:moveTo>
                    <a:pt x="120" y="76"/>
                  </a:moveTo>
                  <a:cubicBezTo>
                    <a:pt x="124" y="80"/>
                    <a:pt x="131" y="84"/>
                    <a:pt x="135" y="92"/>
                  </a:cubicBezTo>
                  <a:cubicBezTo>
                    <a:pt x="138" y="103"/>
                    <a:pt x="143" y="110"/>
                    <a:pt x="143" y="122"/>
                  </a:cubicBezTo>
                  <a:lnTo>
                    <a:pt x="143" y="314"/>
                  </a:lnTo>
                  <a:lnTo>
                    <a:pt x="78" y="314"/>
                  </a:lnTo>
                  <a:lnTo>
                    <a:pt x="78" y="122"/>
                  </a:lnTo>
                  <a:cubicBezTo>
                    <a:pt x="78" y="107"/>
                    <a:pt x="81" y="96"/>
                    <a:pt x="89" y="87"/>
                  </a:cubicBezTo>
                  <a:cubicBezTo>
                    <a:pt x="92" y="80"/>
                    <a:pt x="97" y="80"/>
                    <a:pt x="101" y="76"/>
                  </a:cubicBezTo>
                  <a:close/>
                  <a:moveTo>
                    <a:pt x="108" y="0"/>
                  </a:moveTo>
                  <a:cubicBezTo>
                    <a:pt x="92" y="0"/>
                    <a:pt x="78" y="4"/>
                    <a:pt x="66" y="11"/>
                  </a:cubicBezTo>
                  <a:cubicBezTo>
                    <a:pt x="43" y="23"/>
                    <a:pt x="28" y="38"/>
                    <a:pt x="16" y="57"/>
                  </a:cubicBezTo>
                  <a:cubicBezTo>
                    <a:pt x="9" y="76"/>
                    <a:pt x="0" y="99"/>
                    <a:pt x="0" y="122"/>
                  </a:cubicBezTo>
                  <a:lnTo>
                    <a:pt x="0" y="391"/>
                  </a:lnTo>
                  <a:lnTo>
                    <a:pt x="216" y="391"/>
                  </a:lnTo>
                  <a:lnTo>
                    <a:pt x="216" y="352"/>
                  </a:lnTo>
                  <a:lnTo>
                    <a:pt x="216" y="122"/>
                  </a:lnTo>
                  <a:cubicBezTo>
                    <a:pt x="216" y="92"/>
                    <a:pt x="207" y="61"/>
                    <a:pt x="189" y="38"/>
                  </a:cubicBezTo>
                  <a:cubicBezTo>
                    <a:pt x="177" y="27"/>
                    <a:pt x="166" y="18"/>
                    <a:pt x="154" y="11"/>
                  </a:cubicBezTo>
                  <a:cubicBezTo>
                    <a:pt x="143" y="4"/>
                    <a:pt x="124" y="0"/>
                    <a:pt x="1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25" name="Google Shape;7925;p56"/>
            <p:cNvSpPr/>
            <p:nvPr/>
          </p:nvSpPr>
          <p:spPr>
            <a:xfrm>
              <a:off x="3531885" y="2871628"/>
              <a:ext cx="211280" cy="211280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5" y="0"/>
                  </a:moveTo>
                  <a:cubicBezTo>
                    <a:pt x="65" y="0"/>
                    <a:pt x="0" y="69"/>
                    <a:pt x="0" y="149"/>
                  </a:cubicBezTo>
                  <a:cubicBezTo>
                    <a:pt x="0" y="230"/>
                    <a:pt x="65" y="294"/>
                    <a:pt x="145" y="294"/>
                  </a:cubicBezTo>
                  <a:cubicBezTo>
                    <a:pt x="230" y="294"/>
                    <a:pt x="294" y="230"/>
                    <a:pt x="294" y="149"/>
                  </a:cubicBezTo>
                  <a:cubicBezTo>
                    <a:pt x="294" y="69"/>
                    <a:pt x="230" y="0"/>
                    <a:pt x="1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26" name="Google Shape;7926;p56"/>
            <p:cNvSpPr/>
            <p:nvPr/>
          </p:nvSpPr>
          <p:spPr>
            <a:xfrm>
              <a:off x="3503953" y="2846561"/>
              <a:ext cx="267144" cy="264279"/>
            </a:xfrm>
            <a:custGeom>
              <a:avLst/>
              <a:gdLst/>
              <a:ahLst/>
              <a:cxnLst/>
              <a:rect l="l" t="t" r="r" b="b"/>
              <a:pathLst>
                <a:path w="373" h="369" extrusionOk="0">
                  <a:moveTo>
                    <a:pt x="184" y="73"/>
                  </a:moveTo>
                  <a:cubicBezTo>
                    <a:pt x="215" y="73"/>
                    <a:pt x="241" y="85"/>
                    <a:pt x="264" y="108"/>
                  </a:cubicBezTo>
                  <a:cubicBezTo>
                    <a:pt x="284" y="127"/>
                    <a:pt x="296" y="154"/>
                    <a:pt x="296" y="184"/>
                  </a:cubicBezTo>
                  <a:cubicBezTo>
                    <a:pt x="296" y="214"/>
                    <a:pt x="284" y="242"/>
                    <a:pt x="264" y="260"/>
                  </a:cubicBezTo>
                  <a:cubicBezTo>
                    <a:pt x="241" y="280"/>
                    <a:pt x="215" y="292"/>
                    <a:pt x="184" y="292"/>
                  </a:cubicBezTo>
                  <a:cubicBezTo>
                    <a:pt x="158" y="292"/>
                    <a:pt x="131" y="280"/>
                    <a:pt x="108" y="260"/>
                  </a:cubicBezTo>
                  <a:cubicBezTo>
                    <a:pt x="89" y="242"/>
                    <a:pt x="77" y="214"/>
                    <a:pt x="77" y="184"/>
                  </a:cubicBezTo>
                  <a:cubicBezTo>
                    <a:pt x="77" y="154"/>
                    <a:pt x="89" y="127"/>
                    <a:pt x="108" y="108"/>
                  </a:cubicBezTo>
                  <a:cubicBezTo>
                    <a:pt x="131" y="85"/>
                    <a:pt x="158" y="73"/>
                    <a:pt x="184" y="73"/>
                  </a:cubicBezTo>
                  <a:close/>
                  <a:moveTo>
                    <a:pt x="184" y="0"/>
                  </a:moveTo>
                  <a:cubicBezTo>
                    <a:pt x="85" y="0"/>
                    <a:pt x="1" y="81"/>
                    <a:pt x="1" y="184"/>
                  </a:cubicBezTo>
                  <a:cubicBezTo>
                    <a:pt x="1" y="283"/>
                    <a:pt x="85" y="368"/>
                    <a:pt x="184" y="368"/>
                  </a:cubicBezTo>
                  <a:cubicBezTo>
                    <a:pt x="287" y="368"/>
                    <a:pt x="372" y="283"/>
                    <a:pt x="372" y="184"/>
                  </a:cubicBezTo>
                  <a:cubicBezTo>
                    <a:pt x="372" y="81"/>
                    <a:pt x="287" y="0"/>
                    <a:pt x="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27" name="Google Shape;7927;p56"/>
            <p:cNvSpPr/>
            <p:nvPr/>
          </p:nvSpPr>
          <p:spPr>
            <a:xfrm>
              <a:off x="3534033" y="3236186"/>
              <a:ext cx="206267" cy="272157"/>
            </a:xfrm>
            <a:custGeom>
              <a:avLst/>
              <a:gdLst/>
              <a:ahLst/>
              <a:cxnLst/>
              <a:rect l="l" t="t" r="r" b="b"/>
              <a:pathLst>
                <a:path w="288" h="380" extrusionOk="0">
                  <a:moveTo>
                    <a:pt x="1" y="1"/>
                  </a:moveTo>
                  <a:lnTo>
                    <a:pt x="1" y="380"/>
                  </a:lnTo>
                  <a:lnTo>
                    <a:pt x="288" y="380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28" name="Google Shape;7928;p56"/>
            <p:cNvSpPr/>
            <p:nvPr/>
          </p:nvSpPr>
          <p:spPr>
            <a:xfrm>
              <a:off x="3531885" y="3236186"/>
              <a:ext cx="104566" cy="272157"/>
            </a:xfrm>
            <a:custGeom>
              <a:avLst/>
              <a:gdLst/>
              <a:ahLst/>
              <a:cxnLst/>
              <a:rect l="l" t="t" r="r" b="b"/>
              <a:pathLst>
                <a:path w="146" h="380" extrusionOk="0">
                  <a:moveTo>
                    <a:pt x="0" y="1"/>
                  </a:moveTo>
                  <a:lnTo>
                    <a:pt x="0" y="380"/>
                  </a:lnTo>
                  <a:lnTo>
                    <a:pt x="145" y="380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929" name="Google Shape;7929;p56"/>
          <p:cNvGrpSpPr/>
          <p:nvPr/>
        </p:nvGrpSpPr>
        <p:grpSpPr>
          <a:xfrm>
            <a:off x="1260486" y="3518117"/>
            <a:ext cx="673217" cy="1133828"/>
            <a:chOff x="6542207" y="2185022"/>
            <a:chExt cx="492153" cy="828821"/>
          </a:xfrm>
        </p:grpSpPr>
        <p:sp>
          <p:nvSpPr>
            <p:cNvPr id="7930" name="Google Shape;7930;p56"/>
            <p:cNvSpPr/>
            <p:nvPr/>
          </p:nvSpPr>
          <p:spPr>
            <a:xfrm>
              <a:off x="6911311" y="2185022"/>
              <a:ext cx="57069" cy="233510"/>
            </a:xfrm>
            <a:custGeom>
              <a:avLst/>
              <a:gdLst/>
              <a:ahLst/>
              <a:cxnLst/>
              <a:rect l="l" t="t" r="r" b="b"/>
              <a:pathLst>
                <a:path w="109" h="446" extrusionOk="0">
                  <a:moveTo>
                    <a:pt x="1" y="0"/>
                  </a:moveTo>
                  <a:lnTo>
                    <a:pt x="1" y="445"/>
                  </a:lnTo>
                  <a:lnTo>
                    <a:pt x="109" y="445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1" name="Google Shape;7931;p56"/>
            <p:cNvSpPr/>
            <p:nvPr/>
          </p:nvSpPr>
          <p:spPr>
            <a:xfrm>
              <a:off x="6911311" y="2185022"/>
              <a:ext cx="57069" cy="48692"/>
            </a:xfrm>
            <a:custGeom>
              <a:avLst/>
              <a:gdLst/>
              <a:ahLst/>
              <a:cxnLst/>
              <a:rect l="l" t="t" r="r" b="b"/>
              <a:pathLst>
                <a:path w="109" h="93" extrusionOk="0">
                  <a:moveTo>
                    <a:pt x="1" y="0"/>
                  </a:moveTo>
                  <a:lnTo>
                    <a:pt x="1" y="92"/>
                  </a:lnTo>
                  <a:lnTo>
                    <a:pt x="109" y="92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2" name="Google Shape;7932;p56"/>
            <p:cNvSpPr/>
            <p:nvPr/>
          </p:nvSpPr>
          <p:spPr>
            <a:xfrm>
              <a:off x="6574667" y="2253087"/>
              <a:ext cx="441891" cy="759169"/>
            </a:xfrm>
            <a:custGeom>
              <a:avLst/>
              <a:gdLst/>
              <a:ahLst/>
              <a:cxnLst/>
              <a:rect l="l" t="t" r="r" b="b"/>
              <a:pathLst>
                <a:path w="844" h="1450" extrusionOk="0">
                  <a:moveTo>
                    <a:pt x="414" y="1"/>
                  </a:moveTo>
                  <a:lnTo>
                    <a:pt x="0" y="395"/>
                  </a:lnTo>
                  <a:lnTo>
                    <a:pt x="0" y="1449"/>
                  </a:lnTo>
                  <a:lnTo>
                    <a:pt x="843" y="1449"/>
                  </a:lnTo>
                  <a:lnTo>
                    <a:pt x="843" y="39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3" name="Google Shape;7933;p56"/>
            <p:cNvSpPr/>
            <p:nvPr/>
          </p:nvSpPr>
          <p:spPr>
            <a:xfrm>
              <a:off x="6570479" y="2867245"/>
              <a:ext cx="448174" cy="146598"/>
            </a:xfrm>
            <a:custGeom>
              <a:avLst/>
              <a:gdLst/>
              <a:ahLst/>
              <a:cxnLst/>
              <a:rect l="l" t="t" r="r" b="b"/>
              <a:pathLst>
                <a:path w="856" h="280" extrusionOk="0">
                  <a:moveTo>
                    <a:pt x="1" y="0"/>
                  </a:moveTo>
                  <a:lnTo>
                    <a:pt x="1" y="280"/>
                  </a:lnTo>
                  <a:lnTo>
                    <a:pt x="855" y="280"/>
                  </a:lnTo>
                  <a:lnTo>
                    <a:pt x="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4" name="Google Shape;7934;p56"/>
            <p:cNvSpPr/>
            <p:nvPr/>
          </p:nvSpPr>
          <p:spPr>
            <a:xfrm>
              <a:off x="6570479" y="2523777"/>
              <a:ext cx="448174" cy="147645"/>
            </a:xfrm>
            <a:custGeom>
              <a:avLst/>
              <a:gdLst/>
              <a:ahLst/>
              <a:cxnLst/>
              <a:rect l="l" t="t" r="r" b="b"/>
              <a:pathLst>
                <a:path w="856" h="282" extrusionOk="0">
                  <a:moveTo>
                    <a:pt x="1" y="1"/>
                  </a:moveTo>
                  <a:lnTo>
                    <a:pt x="1" y="281"/>
                  </a:lnTo>
                  <a:lnTo>
                    <a:pt x="855" y="281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5" name="Google Shape;7935;p56"/>
            <p:cNvSpPr/>
            <p:nvPr/>
          </p:nvSpPr>
          <p:spPr>
            <a:xfrm>
              <a:off x="6839061" y="2505976"/>
              <a:ext cx="89006" cy="177489"/>
            </a:xfrm>
            <a:custGeom>
              <a:avLst/>
              <a:gdLst/>
              <a:ahLst/>
              <a:cxnLst/>
              <a:rect l="l" t="t" r="r" b="b"/>
              <a:pathLst>
                <a:path w="170" h="339" extrusionOk="0">
                  <a:moveTo>
                    <a:pt x="1" y="1"/>
                  </a:moveTo>
                  <a:lnTo>
                    <a:pt x="1" y="338"/>
                  </a:lnTo>
                  <a:lnTo>
                    <a:pt x="169" y="338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6" name="Google Shape;7936;p56"/>
            <p:cNvSpPr/>
            <p:nvPr/>
          </p:nvSpPr>
          <p:spPr>
            <a:xfrm>
              <a:off x="6823355" y="2490268"/>
              <a:ext cx="120944" cy="208902"/>
            </a:xfrm>
            <a:custGeom>
              <a:avLst/>
              <a:gdLst/>
              <a:ahLst/>
              <a:cxnLst/>
              <a:rect l="l" t="t" r="r" b="b"/>
              <a:pathLst>
                <a:path w="231" h="399" extrusionOk="0">
                  <a:moveTo>
                    <a:pt x="169" y="61"/>
                  </a:moveTo>
                  <a:lnTo>
                    <a:pt x="169" y="337"/>
                  </a:lnTo>
                  <a:lnTo>
                    <a:pt x="61" y="337"/>
                  </a:lnTo>
                  <a:lnTo>
                    <a:pt x="61" y="61"/>
                  </a:lnTo>
                  <a:close/>
                  <a:moveTo>
                    <a:pt x="1" y="0"/>
                  </a:moveTo>
                  <a:lnTo>
                    <a:pt x="1" y="398"/>
                  </a:lnTo>
                  <a:lnTo>
                    <a:pt x="231" y="398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7" name="Google Shape;7937;p56"/>
            <p:cNvSpPr/>
            <p:nvPr/>
          </p:nvSpPr>
          <p:spPr>
            <a:xfrm>
              <a:off x="6662624" y="2505976"/>
              <a:ext cx="89006" cy="177489"/>
            </a:xfrm>
            <a:custGeom>
              <a:avLst/>
              <a:gdLst/>
              <a:ahLst/>
              <a:cxnLst/>
              <a:rect l="l" t="t" r="r" b="b"/>
              <a:pathLst>
                <a:path w="170" h="339" extrusionOk="0">
                  <a:moveTo>
                    <a:pt x="0" y="1"/>
                  </a:moveTo>
                  <a:lnTo>
                    <a:pt x="0" y="338"/>
                  </a:lnTo>
                  <a:lnTo>
                    <a:pt x="170" y="338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8" name="Google Shape;7938;p56"/>
            <p:cNvSpPr/>
            <p:nvPr/>
          </p:nvSpPr>
          <p:spPr>
            <a:xfrm>
              <a:off x="6646917" y="2490268"/>
              <a:ext cx="120944" cy="208902"/>
            </a:xfrm>
            <a:custGeom>
              <a:avLst/>
              <a:gdLst/>
              <a:ahLst/>
              <a:cxnLst/>
              <a:rect l="l" t="t" r="r" b="b"/>
              <a:pathLst>
                <a:path w="231" h="399" extrusionOk="0">
                  <a:moveTo>
                    <a:pt x="168" y="61"/>
                  </a:moveTo>
                  <a:lnTo>
                    <a:pt x="168" y="337"/>
                  </a:lnTo>
                  <a:lnTo>
                    <a:pt x="62" y="337"/>
                  </a:lnTo>
                  <a:lnTo>
                    <a:pt x="62" y="61"/>
                  </a:lnTo>
                  <a:close/>
                  <a:moveTo>
                    <a:pt x="0" y="0"/>
                  </a:moveTo>
                  <a:lnTo>
                    <a:pt x="0" y="398"/>
                  </a:lnTo>
                  <a:lnTo>
                    <a:pt x="230" y="398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9" name="Google Shape;7939;p56"/>
            <p:cNvSpPr/>
            <p:nvPr/>
          </p:nvSpPr>
          <p:spPr>
            <a:xfrm>
              <a:off x="6662624" y="2810699"/>
              <a:ext cx="89006" cy="105237"/>
            </a:xfrm>
            <a:custGeom>
              <a:avLst/>
              <a:gdLst/>
              <a:ahLst/>
              <a:cxnLst/>
              <a:rect l="l" t="t" r="r" b="b"/>
              <a:pathLst>
                <a:path w="170" h="201" extrusionOk="0">
                  <a:moveTo>
                    <a:pt x="0" y="1"/>
                  </a:moveTo>
                  <a:lnTo>
                    <a:pt x="0" y="200"/>
                  </a:lnTo>
                  <a:lnTo>
                    <a:pt x="170" y="200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40" name="Google Shape;7940;p56"/>
            <p:cNvSpPr/>
            <p:nvPr/>
          </p:nvSpPr>
          <p:spPr>
            <a:xfrm>
              <a:off x="6646917" y="2794991"/>
              <a:ext cx="120944" cy="136650"/>
            </a:xfrm>
            <a:custGeom>
              <a:avLst/>
              <a:gdLst/>
              <a:ahLst/>
              <a:cxnLst/>
              <a:rect l="l" t="t" r="r" b="b"/>
              <a:pathLst>
                <a:path w="231" h="261" extrusionOk="0">
                  <a:moveTo>
                    <a:pt x="168" y="62"/>
                  </a:moveTo>
                  <a:lnTo>
                    <a:pt x="168" y="200"/>
                  </a:lnTo>
                  <a:lnTo>
                    <a:pt x="62" y="200"/>
                  </a:lnTo>
                  <a:lnTo>
                    <a:pt x="62" y="62"/>
                  </a:lnTo>
                  <a:close/>
                  <a:moveTo>
                    <a:pt x="0" y="0"/>
                  </a:moveTo>
                  <a:lnTo>
                    <a:pt x="0" y="261"/>
                  </a:lnTo>
                  <a:lnTo>
                    <a:pt x="230" y="261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41" name="Google Shape;7941;p56"/>
            <p:cNvSpPr/>
            <p:nvPr/>
          </p:nvSpPr>
          <p:spPr>
            <a:xfrm>
              <a:off x="6821260" y="2788708"/>
              <a:ext cx="116756" cy="225133"/>
            </a:xfrm>
            <a:custGeom>
              <a:avLst/>
              <a:gdLst/>
              <a:ahLst/>
              <a:cxnLst/>
              <a:rect l="l" t="t" r="r" b="b"/>
              <a:pathLst>
                <a:path w="223" h="430" extrusionOk="0">
                  <a:moveTo>
                    <a:pt x="0" y="0"/>
                  </a:moveTo>
                  <a:lnTo>
                    <a:pt x="0" y="430"/>
                  </a:lnTo>
                  <a:lnTo>
                    <a:pt x="223" y="430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42" name="Google Shape;7942;p56"/>
            <p:cNvSpPr/>
            <p:nvPr/>
          </p:nvSpPr>
          <p:spPr>
            <a:xfrm>
              <a:off x="6877280" y="2788708"/>
              <a:ext cx="62828" cy="225133"/>
            </a:xfrm>
            <a:custGeom>
              <a:avLst/>
              <a:gdLst/>
              <a:ahLst/>
              <a:cxnLst/>
              <a:rect l="l" t="t" r="r" b="b"/>
              <a:pathLst>
                <a:path w="120" h="430" extrusionOk="0">
                  <a:moveTo>
                    <a:pt x="1" y="0"/>
                  </a:moveTo>
                  <a:lnTo>
                    <a:pt x="1" y="430"/>
                  </a:lnTo>
                  <a:lnTo>
                    <a:pt x="119" y="43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43" name="Google Shape;7943;p56"/>
            <p:cNvSpPr/>
            <p:nvPr/>
          </p:nvSpPr>
          <p:spPr>
            <a:xfrm>
              <a:off x="6542207" y="2191305"/>
              <a:ext cx="492153" cy="288484"/>
            </a:xfrm>
            <a:custGeom>
              <a:avLst/>
              <a:gdLst/>
              <a:ahLst/>
              <a:cxnLst/>
              <a:rect l="l" t="t" r="r" b="b"/>
              <a:pathLst>
                <a:path w="940" h="551" extrusionOk="0">
                  <a:moveTo>
                    <a:pt x="483" y="0"/>
                  </a:moveTo>
                  <a:cubicBezTo>
                    <a:pt x="469" y="0"/>
                    <a:pt x="453" y="4"/>
                    <a:pt x="446" y="15"/>
                  </a:cubicBezTo>
                  <a:lnTo>
                    <a:pt x="20" y="460"/>
                  </a:lnTo>
                  <a:cubicBezTo>
                    <a:pt x="1" y="479"/>
                    <a:pt x="1" y="513"/>
                    <a:pt x="24" y="536"/>
                  </a:cubicBezTo>
                  <a:cubicBezTo>
                    <a:pt x="33" y="545"/>
                    <a:pt x="46" y="550"/>
                    <a:pt x="59" y="550"/>
                  </a:cubicBezTo>
                  <a:cubicBezTo>
                    <a:pt x="74" y="550"/>
                    <a:pt x="89" y="545"/>
                    <a:pt x="101" y="533"/>
                  </a:cubicBezTo>
                  <a:lnTo>
                    <a:pt x="483" y="130"/>
                  </a:lnTo>
                  <a:lnTo>
                    <a:pt x="840" y="510"/>
                  </a:lnTo>
                  <a:cubicBezTo>
                    <a:pt x="852" y="522"/>
                    <a:pt x="866" y="527"/>
                    <a:pt x="880" y="527"/>
                  </a:cubicBezTo>
                  <a:cubicBezTo>
                    <a:pt x="893" y="527"/>
                    <a:pt x="906" y="522"/>
                    <a:pt x="917" y="513"/>
                  </a:cubicBezTo>
                  <a:cubicBezTo>
                    <a:pt x="940" y="490"/>
                    <a:pt x="940" y="456"/>
                    <a:pt x="920" y="437"/>
                  </a:cubicBezTo>
                  <a:lnTo>
                    <a:pt x="522" y="15"/>
                  </a:lnTo>
                  <a:cubicBezTo>
                    <a:pt x="515" y="4"/>
                    <a:pt x="499" y="0"/>
                    <a:pt x="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FD60BB4-A7D8-7BE7-A016-0347DE28E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631" y="792630"/>
            <a:ext cx="5556738" cy="15242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0D09C3-F37F-3BB1-AB5F-2526B149B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631" y="2571750"/>
            <a:ext cx="5559552" cy="15249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F4BCCDB-5B75-8339-FB47-0A7161C5CB7A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218042E-09E6-F8EE-40BA-2CA14EE78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E2CF4E-448B-FEAA-7EE4-2B10FB5827C4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6">
          <a:extLst>
            <a:ext uri="{FF2B5EF4-FFF2-40B4-BE49-F238E27FC236}">
              <a16:creationId xmlns:a16="http://schemas.microsoft.com/office/drawing/2014/main" id="{002DC72F-C7C1-01D4-BF8C-FEFEFE5D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7" name="Google Shape;7717;p56">
            <a:extLst>
              <a:ext uri="{FF2B5EF4-FFF2-40B4-BE49-F238E27FC236}">
                <a16:creationId xmlns:a16="http://schemas.microsoft.com/office/drawing/2014/main" id="{A1394DDB-DE73-D1AD-E1FF-92E1E14BFF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88308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noProof="0" dirty="0">
                <a:solidFill>
                  <a:schemeClr val="dk1"/>
                </a:solidFill>
              </a:rPr>
              <a:t>Risultati qualitativi</a:t>
            </a:r>
          </a:p>
        </p:txBody>
      </p:sp>
      <p:grpSp>
        <p:nvGrpSpPr>
          <p:cNvPr id="7722" name="Google Shape;7722;p56">
            <a:extLst>
              <a:ext uri="{FF2B5EF4-FFF2-40B4-BE49-F238E27FC236}">
                <a16:creationId xmlns:a16="http://schemas.microsoft.com/office/drawing/2014/main" id="{5AD8E301-1DE5-1A7E-8DE8-CFE483C3CB81}"/>
              </a:ext>
            </a:extLst>
          </p:cNvPr>
          <p:cNvGrpSpPr/>
          <p:nvPr/>
        </p:nvGrpSpPr>
        <p:grpSpPr>
          <a:xfrm>
            <a:off x="138761" y="4312702"/>
            <a:ext cx="1609760" cy="788436"/>
            <a:chOff x="5302117" y="778706"/>
            <a:chExt cx="1609760" cy="788436"/>
          </a:xfrm>
        </p:grpSpPr>
        <p:sp>
          <p:nvSpPr>
            <p:cNvPr id="7723" name="Google Shape;7723;p56">
              <a:extLst>
                <a:ext uri="{FF2B5EF4-FFF2-40B4-BE49-F238E27FC236}">
                  <a16:creationId xmlns:a16="http://schemas.microsoft.com/office/drawing/2014/main" id="{BEDC1961-6276-1839-9D1C-89C6BFBDCB97}"/>
                </a:ext>
              </a:extLst>
            </p:cNvPr>
            <p:cNvSpPr/>
            <p:nvPr/>
          </p:nvSpPr>
          <p:spPr>
            <a:xfrm>
              <a:off x="5321668" y="1414545"/>
              <a:ext cx="241709" cy="71974"/>
            </a:xfrm>
            <a:custGeom>
              <a:avLst/>
              <a:gdLst/>
              <a:ahLst/>
              <a:cxnLst/>
              <a:rect l="l" t="t" r="r" b="b"/>
              <a:pathLst>
                <a:path w="2794" h="832" extrusionOk="0">
                  <a:moveTo>
                    <a:pt x="84" y="1"/>
                  </a:moveTo>
                  <a:cubicBezTo>
                    <a:pt x="0" y="169"/>
                    <a:pt x="84" y="257"/>
                    <a:pt x="84" y="257"/>
                  </a:cubicBezTo>
                  <a:lnTo>
                    <a:pt x="1939" y="257"/>
                  </a:lnTo>
                  <a:lnTo>
                    <a:pt x="2793" y="832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24" name="Google Shape;7724;p56">
              <a:extLst>
                <a:ext uri="{FF2B5EF4-FFF2-40B4-BE49-F238E27FC236}">
                  <a16:creationId xmlns:a16="http://schemas.microsoft.com/office/drawing/2014/main" id="{E5151071-5A1A-984C-3DEC-20CD28F684EE}"/>
                </a:ext>
              </a:extLst>
            </p:cNvPr>
            <p:cNvSpPr/>
            <p:nvPr/>
          </p:nvSpPr>
          <p:spPr>
            <a:xfrm>
              <a:off x="5319938" y="901044"/>
              <a:ext cx="1573098" cy="581244"/>
            </a:xfrm>
            <a:custGeom>
              <a:avLst/>
              <a:gdLst/>
              <a:ahLst/>
              <a:cxnLst/>
              <a:rect l="l" t="t" r="r" b="b"/>
              <a:pathLst>
                <a:path w="18184" h="6719" extrusionOk="0">
                  <a:moveTo>
                    <a:pt x="8354" y="0"/>
                  </a:moveTo>
                  <a:lnTo>
                    <a:pt x="8354" y="3035"/>
                  </a:lnTo>
                  <a:lnTo>
                    <a:pt x="208" y="3035"/>
                  </a:lnTo>
                  <a:cubicBezTo>
                    <a:pt x="8" y="3553"/>
                    <a:pt x="158" y="5560"/>
                    <a:pt x="158" y="5560"/>
                  </a:cubicBezTo>
                  <a:cubicBezTo>
                    <a:pt x="1" y="5679"/>
                    <a:pt x="104" y="6040"/>
                    <a:pt x="104" y="6040"/>
                  </a:cubicBezTo>
                  <a:lnTo>
                    <a:pt x="2035" y="6040"/>
                  </a:lnTo>
                  <a:lnTo>
                    <a:pt x="2346" y="6247"/>
                  </a:lnTo>
                  <a:lnTo>
                    <a:pt x="3039" y="6718"/>
                  </a:lnTo>
                  <a:lnTo>
                    <a:pt x="5415" y="6718"/>
                  </a:lnTo>
                  <a:lnTo>
                    <a:pt x="6101" y="6197"/>
                  </a:lnTo>
                  <a:lnTo>
                    <a:pt x="6308" y="6040"/>
                  </a:lnTo>
                  <a:lnTo>
                    <a:pt x="12711" y="6040"/>
                  </a:lnTo>
                  <a:lnTo>
                    <a:pt x="12853" y="6151"/>
                  </a:lnTo>
                  <a:lnTo>
                    <a:pt x="13386" y="6572"/>
                  </a:lnTo>
                  <a:lnTo>
                    <a:pt x="16122" y="6572"/>
                  </a:lnTo>
                  <a:lnTo>
                    <a:pt x="16684" y="6151"/>
                  </a:lnTo>
                  <a:lnTo>
                    <a:pt x="16811" y="6059"/>
                  </a:lnTo>
                  <a:lnTo>
                    <a:pt x="17885" y="6059"/>
                  </a:lnTo>
                  <a:cubicBezTo>
                    <a:pt x="18183" y="6059"/>
                    <a:pt x="18175" y="4465"/>
                    <a:pt x="17885" y="4465"/>
                  </a:cubicBezTo>
                  <a:lnTo>
                    <a:pt x="17678" y="3457"/>
                  </a:lnTo>
                  <a:cubicBezTo>
                    <a:pt x="17678" y="3457"/>
                    <a:pt x="16980" y="2859"/>
                    <a:pt x="16868" y="2813"/>
                  </a:cubicBezTo>
                  <a:cubicBezTo>
                    <a:pt x="16758" y="2767"/>
                    <a:pt x="13665" y="2434"/>
                    <a:pt x="13665" y="2434"/>
                  </a:cubicBezTo>
                  <a:cubicBezTo>
                    <a:pt x="13665" y="2434"/>
                    <a:pt x="12071" y="143"/>
                    <a:pt x="11856" y="100"/>
                  </a:cubicBezTo>
                  <a:cubicBezTo>
                    <a:pt x="11638" y="62"/>
                    <a:pt x="8354" y="0"/>
                    <a:pt x="83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25" name="Google Shape;7725;p56">
              <a:extLst>
                <a:ext uri="{FF2B5EF4-FFF2-40B4-BE49-F238E27FC236}">
                  <a16:creationId xmlns:a16="http://schemas.microsoft.com/office/drawing/2014/main" id="{2A87CF99-0C4A-E85D-C617-2F4B198C18F1}"/>
                </a:ext>
              </a:extLst>
            </p:cNvPr>
            <p:cNvSpPr/>
            <p:nvPr/>
          </p:nvSpPr>
          <p:spPr>
            <a:xfrm>
              <a:off x="5376342" y="1238154"/>
              <a:ext cx="1093054" cy="65746"/>
            </a:xfrm>
            <a:custGeom>
              <a:avLst/>
              <a:gdLst/>
              <a:ahLst/>
              <a:cxnLst/>
              <a:rect l="l" t="t" r="r" b="b"/>
              <a:pathLst>
                <a:path w="12635" h="760" extrusionOk="0">
                  <a:moveTo>
                    <a:pt x="0" y="1"/>
                  </a:moveTo>
                  <a:lnTo>
                    <a:pt x="88" y="759"/>
                  </a:lnTo>
                  <a:lnTo>
                    <a:pt x="12097" y="759"/>
                  </a:lnTo>
                  <a:cubicBezTo>
                    <a:pt x="12159" y="438"/>
                    <a:pt x="12339" y="151"/>
                    <a:pt x="126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26" name="Google Shape;7726;p56">
              <a:extLst>
                <a:ext uri="{FF2B5EF4-FFF2-40B4-BE49-F238E27FC236}">
                  <a16:creationId xmlns:a16="http://schemas.microsoft.com/office/drawing/2014/main" id="{74A76460-2E84-E921-E09E-C06DC7EFE2D1}"/>
                </a:ext>
              </a:extLst>
            </p:cNvPr>
            <p:cNvSpPr/>
            <p:nvPr/>
          </p:nvSpPr>
          <p:spPr>
            <a:xfrm>
              <a:off x="6835228" y="1310215"/>
              <a:ext cx="45158" cy="76905"/>
            </a:xfrm>
            <a:custGeom>
              <a:avLst/>
              <a:gdLst/>
              <a:ahLst/>
              <a:cxnLst/>
              <a:rect l="l" t="t" r="r" b="b"/>
              <a:pathLst>
                <a:path w="522" h="889" extrusionOk="0">
                  <a:moveTo>
                    <a:pt x="406" y="0"/>
                  </a:moveTo>
                  <a:cubicBezTo>
                    <a:pt x="35" y="18"/>
                    <a:pt x="35" y="230"/>
                    <a:pt x="4" y="819"/>
                  </a:cubicBezTo>
                  <a:cubicBezTo>
                    <a:pt x="1" y="858"/>
                    <a:pt x="31" y="888"/>
                    <a:pt x="65" y="888"/>
                  </a:cubicBezTo>
                  <a:lnTo>
                    <a:pt x="387" y="888"/>
                  </a:lnTo>
                  <a:cubicBezTo>
                    <a:pt x="418" y="888"/>
                    <a:pt x="445" y="865"/>
                    <a:pt x="452" y="839"/>
                  </a:cubicBezTo>
                  <a:cubicBezTo>
                    <a:pt x="475" y="727"/>
                    <a:pt x="521" y="437"/>
                    <a:pt x="472" y="57"/>
                  </a:cubicBezTo>
                  <a:cubicBezTo>
                    <a:pt x="468" y="23"/>
                    <a:pt x="441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27" name="Google Shape;7727;p56">
              <a:extLst>
                <a:ext uri="{FF2B5EF4-FFF2-40B4-BE49-F238E27FC236}">
                  <a16:creationId xmlns:a16="http://schemas.microsoft.com/office/drawing/2014/main" id="{E52765E4-BBD2-048A-4627-65D3665F5A51}"/>
                </a:ext>
              </a:extLst>
            </p:cNvPr>
            <p:cNvSpPr/>
            <p:nvPr/>
          </p:nvSpPr>
          <p:spPr>
            <a:xfrm>
              <a:off x="6846474" y="1376481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28" name="Google Shape;7728;p56">
              <a:extLst>
                <a:ext uri="{FF2B5EF4-FFF2-40B4-BE49-F238E27FC236}">
                  <a16:creationId xmlns:a16="http://schemas.microsoft.com/office/drawing/2014/main" id="{5009FD5C-3F60-6136-48DC-F6ECB1D80061}"/>
                </a:ext>
              </a:extLst>
            </p:cNvPr>
            <p:cNvSpPr/>
            <p:nvPr/>
          </p:nvSpPr>
          <p:spPr>
            <a:xfrm>
              <a:off x="6847512" y="1368522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29" name="Google Shape;7729;p56">
              <a:extLst>
                <a:ext uri="{FF2B5EF4-FFF2-40B4-BE49-F238E27FC236}">
                  <a16:creationId xmlns:a16="http://schemas.microsoft.com/office/drawing/2014/main" id="{C6048108-0337-F5CD-1D35-7F4A088651B9}"/>
                </a:ext>
              </a:extLst>
            </p:cNvPr>
            <p:cNvSpPr/>
            <p:nvPr/>
          </p:nvSpPr>
          <p:spPr>
            <a:xfrm>
              <a:off x="6848464" y="1360563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0" name="Google Shape;7730;p56">
              <a:extLst>
                <a:ext uri="{FF2B5EF4-FFF2-40B4-BE49-F238E27FC236}">
                  <a16:creationId xmlns:a16="http://schemas.microsoft.com/office/drawing/2014/main" id="{459F1962-6F35-5F90-6488-D74A14690446}"/>
                </a:ext>
              </a:extLst>
            </p:cNvPr>
            <p:cNvSpPr/>
            <p:nvPr/>
          </p:nvSpPr>
          <p:spPr>
            <a:xfrm>
              <a:off x="6750968" y="1307447"/>
              <a:ext cx="160909" cy="116785"/>
            </a:xfrm>
            <a:custGeom>
              <a:avLst/>
              <a:gdLst/>
              <a:ahLst/>
              <a:cxnLst/>
              <a:rect l="l" t="t" r="r" b="b"/>
              <a:pathLst>
                <a:path w="1860" h="1350" extrusionOk="0">
                  <a:moveTo>
                    <a:pt x="1660" y="1"/>
                  </a:moveTo>
                  <a:cubicBezTo>
                    <a:pt x="1618" y="1"/>
                    <a:pt x="1587" y="39"/>
                    <a:pt x="1591" y="78"/>
                  </a:cubicBezTo>
                  <a:cubicBezTo>
                    <a:pt x="1622" y="254"/>
                    <a:pt x="1675" y="676"/>
                    <a:pt x="1595" y="975"/>
                  </a:cubicBezTo>
                  <a:cubicBezTo>
                    <a:pt x="1587" y="1005"/>
                    <a:pt x="1561" y="1028"/>
                    <a:pt x="1526" y="1028"/>
                  </a:cubicBezTo>
                  <a:lnTo>
                    <a:pt x="66" y="1028"/>
                  </a:lnTo>
                  <a:cubicBezTo>
                    <a:pt x="32" y="1028"/>
                    <a:pt x="1" y="1055"/>
                    <a:pt x="1" y="1093"/>
                  </a:cubicBezTo>
                  <a:lnTo>
                    <a:pt x="1" y="1281"/>
                  </a:lnTo>
                  <a:cubicBezTo>
                    <a:pt x="1" y="1320"/>
                    <a:pt x="32" y="1350"/>
                    <a:pt x="66" y="1350"/>
                  </a:cubicBezTo>
                  <a:lnTo>
                    <a:pt x="1656" y="1350"/>
                  </a:lnTo>
                  <a:cubicBezTo>
                    <a:pt x="1691" y="1350"/>
                    <a:pt x="1718" y="1327"/>
                    <a:pt x="1725" y="1297"/>
                  </a:cubicBezTo>
                  <a:cubicBezTo>
                    <a:pt x="1760" y="1120"/>
                    <a:pt x="1859" y="553"/>
                    <a:pt x="1725" y="50"/>
                  </a:cubicBezTo>
                  <a:cubicBezTo>
                    <a:pt x="1718" y="20"/>
                    <a:pt x="1691" y="1"/>
                    <a:pt x="1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1" name="Google Shape;7731;p56">
              <a:extLst>
                <a:ext uri="{FF2B5EF4-FFF2-40B4-BE49-F238E27FC236}">
                  <a16:creationId xmlns:a16="http://schemas.microsoft.com/office/drawing/2014/main" id="{02349A62-5728-7243-C53C-21FBDC0CD8D3}"/>
                </a:ext>
              </a:extLst>
            </p:cNvPr>
            <p:cNvSpPr/>
            <p:nvPr/>
          </p:nvSpPr>
          <p:spPr>
            <a:xfrm>
              <a:off x="6431837" y="1271027"/>
              <a:ext cx="331506" cy="189711"/>
            </a:xfrm>
            <a:custGeom>
              <a:avLst/>
              <a:gdLst/>
              <a:ahLst/>
              <a:cxnLst/>
              <a:rect l="l" t="t" r="r" b="b"/>
              <a:pathLst>
                <a:path w="3832" h="2193" extrusionOk="0">
                  <a:moveTo>
                    <a:pt x="1900" y="1"/>
                  </a:moveTo>
                  <a:cubicBezTo>
                    <a:pt x="326" y="1"/>
                    <a:pt x="0" y="1771"/>
                    <a:pt x="0" y="1771"/>
                  </a:cubicBezTo>
                  <a:lnTo>
                    <a:pt x="533" y="2192"/>
                  </a:lnTo>
                  <a:lnTo>
                    <a:pt x="3269" y="2192"/>
                  </a:lnTo>
                  <a:lnTo>
                    <a:pt x="3831" y="1771"/>
                  </a:lnTo>
                  <a:cubicBezTo>
                    <a:pt x="3831" y="1771"/>
                    <a:pt x="3472" y="1"/>
                    <a:pt x="19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2" name="Google Shape;7732;p56">
              <a:extLst>
                <a:ext uri="{FF2B5EF4-FFF2-40B4-BE49-F238E27FC236}">
                  <a16:creationId xmlns:a16="http://schemas.microsoft.com/office/drawing/2014/main" id="{B7CA9400-ECEF-B956-FA93-C74837E5828F}"/>
                </a:ext>
              </a:extLst>
            </p:cNvPr>
            <p:cNvSpPr/>
            <p:nvPr/>
          </p:nvSpPr>
          <p:spPr>
            <a:xfrm>
              <a:off x="5519514" y="1271027"/>
              <a:ext cx="333929" cy="192393"/>
            </a:xfrm>
            <a:custGeom>
              <a:avLst/>
              <a:gdLst/>
              <a:ahLst/>
              <a:cxnLst/>
              <a:rect l="l" t="t" r="r" b="b"/>
              <a:pathLst>
                <a:path w="3860" h="2224" extrusionOk="0">
                  <a:moveTo>
                    <a:pt x="1928" y="1"/>
                  </a:moveTo>
                  <a:cubicBezTo>
                    <a:pt x="353" y="1"/>
                    <a:pt x="0" y="1844"/>
                    <a:pt x="0" y="1844"/>
                  </a:cubicBezTo>
                  <a:lnTo>
                    <a:pt x="560" y="2223"/>
                  </a:lnTo>
                  <a:lnTo>
                    <a:pt x="3296" y="2192"/>
                  </a:lnTo>
                  <a:lnTo>
                    <a:pt x="3859" y="1771"/>
                  </a:lnTo>
                  <a:cubicBezTo>
                    <a:pt x="3859" y="1771"/>
                    <a:pt x="3499" y="1"/>
                    <a:pt x="19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3" name="Google Shape;7733;p56">
              <a:extLst>
                <a:ext uri="{FF2B5EF4-FFF2-40B4-BE49-F238E27FC236}">
                  <a16:creationId xmlns:a16="http://schemas.microsoft.com/office/drawing/2014/main" id="{5F5F61ED-9DC0-A888-4BF0-C27A009398A3}"/>
                </a:ext>
              </a:extLst>
            </p:cNvPr>
            <p:cNvSpPr/>
            <p:nvPr/>
          </p:nvSpPr>
          <p:spPr>
            <a:xfrm>
              <a:off x="5516573" y="844799"/>
              <a:ext cx="334534" cy="202168"/>
            </a:xfrm>
            <a:custGeom>
              <a:avLst/>
              <a:gdLst/>
              <a:ahLst/>
              <a:cxnLst/>
              <a:rect l="l" t="t" r="r" b="b"/>
              <a:pathLst>
                <a:path w="3867" h="2337" extrusionOk="0">
                  <a:moveTo>
                    <a:pt x="1916" y="0"/>
                  </a:moveTo>
                  <a:cubicBezTo>
                    <a:pt x="341" y="0"/>
                    <a:pt x="0" y="1816"/>
                    <a:pt x="0" y="1816"/>
                  </a:cubicBezTo>
                  <a:lnTo>
                    <a:pt x="73" y="1866"/>
                  </a:lnTo>
                  <a:lnTo>
                    <a:pt x="766" y="2337"/>
                  </a:lnTo>
                  <a:lnTo>
                    <a:pt x="3142" y="2337"/>
                  </a:lnTo>
                  <a:lnTo>
                    <a:pt x="3828" y="1812"/>
                  </a:lnTo>
                  <a:lnTo>
                    <a:pt x="3867" y="1785"/>
                  </a:lnTo>
                  <a:cubicBezTo>
                    <a:pt x="3867" y="1785"/>
                    <a:pt x="3487" y="0"/>
                    <a:pt x="1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4" name="Google Shape;7734;p56">
              <a:extLst>
                <a:ext uri="{FF2B5EF4-FFF2-40B4-BE49-F238E27FC236}">
                  <a16:creationId xmlns:a16="http://schemas.microsoft.com/office/drawing/2014/main" id="{1E7CC3AB-B8C7-D40C-B218-C5440238A6F7}"/>
                </a:ext>
              </a:extLst>
            </p:cNvPr>
            <p:cNvSpPr/>
            <p:nvPr/>
          </p:nvSpPr>
          <p:spPr>
            <a:xfrm>
              <a:off x="6063136" y="1151040"/>
              <a:ext cx="426148" cy="240750"/>
            </a:xfrm>
            <a:custGeom>
              <a:avLst/>
              <a:gdLst/>
              <a:ahLst/>
              <a:cxnLst/>
              <a:rect l="l" t="t" r="r" b="b"/>
              <a:pathLst>
                <a:path w="4926" h="2783" extrusionOk="0">
                  <a:moveTo>
                    <a:pt x="4576" y="1"/>
                  </a:moveTo>
                  <a:lnTo>
                    <a:pt x="4565" y="4"/>
                  </a:lnTo>
                  <a:cubicBezTo>
                    <a:pt x="4565" y="4"/>
                    <a:pt x="4565" y="8"/>
                    <a:pt x="4568" y="12"/>
                  </a:cubicBezTo>
                  <a:cubicBezTo>
                    <a:pt x="4599" y="73"/>
                    <a:pt x="4855" y="604"/>
                    <a:pt x="4909" y="1367"/>
                  </a:cubicBezTo>
                  <a:lnTo>
                    <a:pt x="4909" y="1367"/>
                  </a:lnTo>
                  <a:cubicBezTo>
                    <a:pt x="4862" y="1399"/>
                    <a:pt x="4401" y="1727"/>
                    <a:pt x="4183" y="2767"/>
                  </a:cubicBezTo>
                  <a:lnTo>
                    <a:pt x="85" y="2767"/>
                  </a:lnTo>
                  <a:cubicBezTo>
                    <a:pt x="85" y="2759"/>
                    <a:pt x="84" y="2743"/>
                    <a:pt x="81" y="2721"/>
                  </a:cubicBezTo>
                  <a:cubicBezTo>
                    <a:pt x="69" y="2472"/>
                    <a:pt x="23" y="1388"/>
                    <a:pt x="16" y="139"/>
                  </a:cubicBezTo>
                  <a:lnTo>
                    <a:pt x="0" y="139"/>
                  </a:lnTo>
                  <a:cubicBezTo>
                    <a:pt x="12" y="1568"/>
                    <a:pt x="69" y="2774"/>
                    <a:pt x="69" y="2778"/>
                  </a:cubicBezTo>
                  <a:lnTo>
                    <a:pt x="69" y="2783"/>
                  </a:lnTo>
                  <a:lnTo>
                    <a:pt x="4197" y="2783"/>
                  </a:lnTo>
                  <a:lnTo>
                    <a:pt x="4197" y="2778"/>
                  </a:lnTo>
                  <a:cubicBezTo>
                    <a:pt x="4312" y="2226"/>
                    <a:pt x="4492" y="1878"/>
                    <a:pt x="4645" y="1663"/>
                  </a:cubicBezTo>
                  <a:cubicBezTo>
                    <a:pt x="4722" y="1556"/>
                    <a:pt x="4791" y="1487"/>
                    <a:pt x="4841" y="1441"/>
                  </a:cubicBezTo>
                  <a:cubicBezTo>
                    <a:pt x="4867" y="1418"/>
                    <a:pt x="4887" y="1403"/>
                    <a:pt x="4902" y="1391"/>
                  </a:cubicBezTo>
                  <a:cubicBezTo>
                    <a:pt x="4910" y="1388"/>
                    <a:pt x="4913" y="1384"/>
                    <a:pt x="4917" y="1380"/>
                  </a:cubicBezTo>
                  <a:lnTo>
                    <a:pt x="4921" y="1376"/>
                  </a:lnTo>
                  <a:lnTo>
                    <a:pt x="4925" y="1372"/>
                  </a:lnTo>
                  <a:lnTo>
                    <a:pt x="4925" y="1368"/>
                  </a:lnTo>
                  <a:cubicBezTo>
                    <a:pt x="4867" y="553"/>
                    <a:pt x="4576" y="1"/>
                    <a:pt x="45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5" name="Google Shape;7735;p56">
              <a:extLst>
                <a:ext uri="{FF2B5EF4-FFF2-40B4-BE49-F238E27FC236}">
                  <a16:creationId xmlns:a16="http://schemas.microsoft.com/office/drawing/2014/main" id="{33852955-3438-68A5-E8A9-70F4C6B0380B}"/>
                </a:ext>
              </a:extLst>
            </p:cNvPr>
            <p:cNvSpPr/>
            <p:nvPr/>
          </p:nvSpPr>
          <p:spPr>
            <a:xfrm>
              <a:off x="6096269" y="1195159"/>
              <a:ext cx="61163" cy="1298"/>
            </a:xfrm>
            <a:custGeom>
              <a:avLst/>
              <a:gdLst/>
              <a:ahLst/>
              <a:cxnLst/>
              <a:rect l="l" t="t" r="r" b="b"/>
              <a:pathLst>
                <a:path w="707" h="15" extrusionOk="0">
                  <a:moveTo>
                    <a:pt x="1" y="0"/>
                  </a:moveTo>
                  <a:lnTo>
                    <a:pt x="1" y="15"/>
                  </a:lnTo>
                  <a:lnTo>
                    <a:pt x="706" y="1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6" name="Google Shape;7736;p56">
              <a:extLst>
                <a:ext uri="{FF2B5EF4-FFF2-40B4-BE49-F238E27FC236}">
                  <a16:creationId xmlns:a16="http://schemas.microsoft.com/office/drawing/2014/main" id="{90714453-A859-BC29-0A51-3EB73C3FE74D}"/>
                </a:ext>
              </a:extLst>
            </p:cNvPr>
            <p:cNvSpPr/>
            <p:nvPr/>
          </p:nvSpPr>
          <p:spPr>
            <a:xfrm>
              <a:off x="6495767" y="1116523"/>
              <a:ext cx="279514" cy="38928"/>
            </a:xfrm>
            <a:custGeom>
              <a:avLst/>
              <a:gdLst/>
              <a:ahLst/>
              <a:cxnLst/>
              <a:rect l="l" t="t" r="r" b="b"/>
              <a:pathLst>
                <a:path w="3231" h="450" extrusionOk="0">
                  <a:moveTo>
                    <a:pt x="1" y="1"/>
                  </a:moveTo>
                  <a:lnTo>
                    <a:pt x="1" y="16"/>
                  </a:lnTo>
                  <a:cubicBezTo>
                    <a:pt x="1" y="16"/>
                    <a:pt x="652" y="124"/>
                    <a:pt x="1318" y="230"/>
                  </a:cubicBezTo>
                  <a:cubicBezTo>
                    <a:pt x="1652" y="285"/>
                    <a:pt x="1993" y="338"/>
                    <a:pt x="2254" y="380"/>
                  </a:cubicBezTo>
                  <a:cubicBezTo>
                    <a:pt x="2384" y="400"/>
                    <a:pt x="2499" y="418"/>
                    <a:pt x="2583" y="430"/>
                  </a:cubicBezTo>
                  <a:cubicBezTo>
                    <a:pt x="2622" y="434"/>
                    <a:pt x="2656" y="441"/>
                    <a:pt x="2683" y="441"/>
                  </a:cubicBezTo>
                  <a:cubicBezTo>
                    <a:pt x="2710" y="446"/>
                    <a:pt x="2729" y="449"/>
                    <a:pt x="2737" y="449"/>
                  </a:cubicBezTo>
                  <a:cubicBezTo>
                    <a:pt x="2771" y="449"/>
                    <a:pt x="2817" y="441"/>
                    <a:pt x="2871" y="430"/>
                  </a:cubicBezTo>
                  <a:cubicBezTo>
                    <a:pt x="3028" y="395"/>
                    <a:pt x="3230" y="322"/>
                    <a:pt x="3230" y="322"/>
                  </a:cubicBezTo>
                  <a:lnTo>
                    <a:pt x="3227" y="311"/>
                  </a:lnTo>
                  <a:cubicBezTo>
                    <a:pt x="3227" y="311"/>
                    <a:pt x="3219" y="311"/>
                    <a:pt x="3212" y="315"/>
                  </a:cubicBezTo>
                  <a:cubicBezTo>
                    <a:pt x="3173" y="326"/>
                    <a:pt x="3085" y="357"/>
                    <a:pt x="2989" y="384"/>
                  </a:cubicBezTo>
                  <a:cubicBezTo>
                    <a:pt x="2894" y="411"/>
                    <a:pt x="2790" y="434"/>
                    <a:pt x="2737" y="434"/>
                  </a:cubicBezTo>
                  <a:cubicBezTo>
                    <a:pt x="2729" y="434"/>
                    <a:pt x="2714" y="430"/>
                    <a:pt x="2687" y="430"/>
                  </a:cubicBezTo>
                  <a:cubicBezTo>
                    <a:pt x="2491" y="403"/>
                    <a:pt x="1821" y="299"/>
                    <a:pt x="1196" y="196"/>
                  </a:cubicBezTo>
                  <a:cubicBezTo>
                    <a:pt x="885" y="147"/>
                    <a:pt x="586" y="96"/>
                    <a:pt x="368" y="62"/>
                  </a:cubicBezTo>
                  <a:cubicBezTo>
                    <a:pt x="257" y="43"/>
                    <a:pt x="165" y="27"/>
                    <a:pt x="100" y="16"/>
                  </a:cubicBezTo>
                  <a:cubicBezTo>
                    <a:pt x="70" y="13"/>
                    <a:pt x="47" y="9"/>
                    <a:pt x="27" y="4"/>
                  </a:cubicBezTo>
                  <a:cubicBezTo>
                    <a:pt x="12" y="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7" name="Google Shape;7737;p56">
              <a:extLst>
                <a:ext uri="{FF2B5EF4-FFF2-40B4-BE49-F238E27FC236}">
                  <a16:creationId xmlns:a16="http://schemas.microsoft.com/office/drawing/2014/main" id="{33072ED7-C0C7-5578-EE46-2C8E502E156F}"/>
                </a:ext>
              </a:extLst>
            </p:cNvPr>
            <p:cNvSpPr/>
            <p:nvPr/>
          </p:nvSpPr>
          <p:spPr>
            <a:xfrm>
              <a:off x="5340787" y="1372502"/>
              <a:ext cx="177865" cy="1384"/>
            </a:xfrm>
            <a:custGeom>
              <a:avLst/>
              <a:gdLst/>
              <a:ahLst/>
              <a:cxnLst/>
              <a:rect l="l" t="t" r="r" b="b"/>
              <a:pathLst>
                <a:path w="2056" h="16" extrusionOk="0">
                  <a:moveTo>
                    <a:pt x="1" y="0"/>
                  </a:moveTo>
                  <a:lnTo>
                    <a:pt x="1" y="16"/>
                  </a:lnTo>
                  <a:lnTo>
                    <a:pt x="2055" y="16"/>
                  </a:lnTo>
                  <a:lnTo>
                    <a:pt x="20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8" name="Google Shape;7738;p56">
              <a:extLst>
                <a:ext uri="{FF2B5EF4-FFF2-40B4-BE49-F238E27FC236}">
                  <a16:creationId xmlns:a16="http://schemas.microsoft.com/office/drawing/2014/main" id="{9FA76099-B747-A5B6-8FB5-0C4B7F3E4DEB}"/>
                </a:ext>
              </a:extLst>
            </p:cNvPr>
            <p:cNvSpPr/>
            <p:nvPr/>
          </p:nvSpPr>
          <p:spPr>
            <a:xfrm>
              <a:off x="5342171" y="1175262"/>
              <a:ext cx="1122813" cy="1298"/>
            </a:xfrm>
            <a:custGeom>
              <a:avLst/>
              <a:gdLst/>
              <a:ahLst/>
              <a:cxnLst/>
              <a:rect l="l" t="t" r="r" b="b"/>
              <a:pathLst>
                <a:path w="12979" h="15" extrusionOk="0">
                  <a:moveTo>
                    <a:pt x="1" y="0"/>
                  </a:moveTo>
                  <a:lnTo>
                    <a:pt x="1" y="15"/>
                  </a:lnTo>
                  <a:lnTo>
                    <a:pt x="12979" y="15"/>
                  </a:lnTo>
                  <a:lnTo>
                    <a:pt x="129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39" name="Google Shape;7739;p56">
              <a:extLst>
                <a:ext uri="{FF2B5EF4-FFF2-40B4-BE49-F238E27FC236}">
                  <a16:creationId xmlns:a16="http://schemas.microsoft.com/office/drawing/2014/main" id="{14B642E2-7F2D-0778-A8B0-B208F3418DEE}"/>
                </a:ext>
              </a:extLst>
            </p:cNvPr>
            <p:cNvSpPr/>
            <p:nvPr/>
          </p:nvSpPr>
          <p:spPr>
            <a:xfrm>
              <a:off x="6757716" y="1368782"/>
              <a:ext cx="69641" cy="1471"/>
            </a:xfrm>
            <a:custGeom>
              <a:avLst/>
              <a:gdLst/>
              <a:ahLst/>
              <a:cxnLst/>
              <a:rect l="l" t="t" r="r" b="b"/>
              <a:pathLst>
                <a:path w="805" h="17" extrusionOk="0">
                  <a:moveTo>
                    <a:pt x="0" y="1"/>
                  </a:moveTo>
                  <a:lnTo>
                    <a:pt x="0" y="16"/>
                  </a:lnTo>
                  <a:lnTo>
                    <a:pt x="805" y="16"/>
                  </a:lnTo>
                  <a:lnTo>
                    <a:pt x="8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0" name="Google Shape;7740;p56">
              <a:extLst>
                <a:ext uri="{FF2B5EF4-FFF2-40B4-BE49-F238E27FC236}">
                  <a16:creationId xmlns:a16="http://schemas.microsoft.com/office/drawing/2014/main" id="{DC833C50-E6E2-6506-2B56-F28AE25A1DFB}"/>
                </a:ext>
              </a:extLst>
            </p:cNvPr>
            <p:cNvSpPr/>
            <p:nvPr/>
          </p:nvSpPr>
          <p:spPr>
            <a:xfrm>
              <a:off x="6360554" y="926982"/>
              <a:ext cx="141617" cy="179417"/>
            </a:xfrm>
            <a:custGeom>
              <a:avLst/>
              <a:gdLst/>
              <a:ahLst/>
              <a:cxnLst/>
              <a:rect l="l" t="t" r="r" b="b"/>
              <a:pathLst>
                <a:path w="1637" h="2074" extrusionOk="0">
                  <a:moveTo>
                    <a:pt x="134" y="0"/>
                  </a:moveTo>
                  <a:lnTo>
                    <a:pt x="0" y="19"/>
                  </a:lnTo>
                  <a:cubicBezTo>
                    <a:pt x="73" y="475"/>
                    <a:pt x="1445" y="2069"/>
                    <a:pt x="1445" y="2069"/>
                  </a:cubicBezTo>
                  <a:cubicBezTo>
                    <a:pt x="1461" y="2072"/>
                    <a:pt x="1476" y="2073"/>
                    <a:pt x="1491" y="2073"/>
                  </a:cubicBezTo>
                  <a:cubicBezTo>
                    <a:pt x="1577" y="2073"/>
                    <a:pt x="1636" y="2031"/>
                    <a:pt x="1636" y="2031"/>
                  </a:cubicBezTo>
                  <a:cubicBezTo>
                    <a:pt x="1138" y="1307"/>
                    <a:pt x="637" y="628"/>
                    <a:pt x="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1" name="Google Shape;7741;p56">
              <a:extLst>
                <a:ext uri="{FF2B5EF4-FFF2-40B4-BE49-F238E27FC236}">
                  <a16:creationId xmlns:a16="http://schemas.microsoft.com/office/drawing/2014/main" id="{B1A9F3ED-4701-BA5D-06B6-6E47CFCEBF6A}"/>
                </a:ext>
              </a:extLst>
            </p:cNvPr>
            <p:cNvSpPr/>
            <p:nvPr/>
          </p:nvSpPr>
          <p:spPr>
            <a:xfrm>
              <a:off x="5498319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3" y="0"/>
                  </a:moveTo>
                  <a:cubicBezTo>
                    <a:pt x="907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7" y="2794"/>
                  </a:cubicBezTo>
                  <a:cubicBezTo>
                    <a:pt x="1403" y="3066"/>
                    <a:pt x="1788" y="3184"/>
                    <a:pt x="2145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1" y="391"/>
                  </a:cubicBezTo>
                  <a:cubicBezTo>
                    <a:pt x="2885" y="118"/>
                    <a:pt x="2501" y="0"/>
                    <a:pt x="2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2" name="Google Shape;7742;p56">
              <a:extLst>
                <a:ext uri="{FF2B5EF4-FFF2-40B4-BE49-F238E27FC236}">
                  <a16:creationId xmlns:a16="http://schemas.microsoft.com/office/drawing/2014/main" id="{BFB6F272-B0C6-6F19-AD61-CA5FB1C9CCA4}"/>
                </a:ext>
              </a:extLst>
            </p:cNvPr>
            <p:cNvSpPr/>
            <p:nvPr/>
          </p:nvSpPr>
          <p:spPr>
            <a:xfrm>
              <a:off x="5568651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0" y="0"/>
                  </a:moveTo>
                  <a:cubicBezTo>
                    <a:pt x="1188" y="0"/>
                    <a:pt x="1059" y="21"/>
                    <a:pt x="923" y="66"/>
                  </a:cubicBezTo>
                  <a:cubicBezTo>
                    <a:pt x="904" y="69"/>
                    <a:pt x="885" y="80"/>
                    <a:pt x="865" y="92"/>
                  </a:cubicBezTo>
                  <a:cubicBezTo>
                    <a:pt x="0" y="721"/>
                    <a:pt x="444" y="1866"/>
                    <a:pt x="1352" y="1866"/>
                  </a:cubicBezTo>
                  <a:cubicBezTo>
                    <a:pt x="1474" y="1866"/>
                    <a:pt x="1603" y="1846"/>
                    <a:pt x="1739" y="1801"/>
                  </a:cubicBezTo>
                  <a:cubicBezTo>
                    <a:pt x="1758" y="1797"/>
                    <a:pt x="1778" y="1786"/>
                    <a:pt x="1797" y="1774"/>
                  </a:cubicBezTo>
                  <a:cubicBezTo>
                    <a:pt x="2663" y="1145"/>
                    <a:pt x="2218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3" name="Google Shape;7743;p56">
              <a:extLst>
                <a:ext uri="{FF2B5EF4-FFF2-40B4-BE49-F238E27FC236}">
                  <a16:creationId xmlns:a16="http://schemas.microsoft.com/office/drawing/2014/main" id="{12AFEABE-1056-412B-57E8-7A25B151181E}"/>
                </a:ext>
              </a:extLst>
            </p:cNvPr>
            <p:cNvSpPr/>
            <p:nvPr/>
          </p:nvSpPr>
          <p:spPr>
            <a:xfrm>
              <a:off x="5574707" y="1352951"/>
              <a:ext cx="218178" cy="152772"/>
            </a:xfrm>
            <a:custGeom>
              <a:avLst/>
              <a:gdLst/>
              <a:ahLst/>
              <a:cxnLst/>
              <a:rect l="l" t="t" r="r" b="b"/>
              <a:pathLst>
                <a:path w="2522" h="1766" extrusionOk="0">
                  <a:moveTo>
                    <a:pt x="1240" y="1"/>
                  </a:moveTo>
                  <a:cubicBezTo>
                    <a:pt x="1126" y="1"/>
                    <a:pt x="1004" y="20"/>
                    <a:pt x="876" y="62"/>
                  </a:cubicBezTo>
                  <a:cubicBezTo>
                    <a:pt x="857" y="65"/>
                    <a:pt x="838" y="76"/>
                    <a:pt x="823" y="88"/>
                  </a:cubicBezTo>
                  <a:cubicBezTo>
                    <a:pt x="0" y="683"/>
                    <a:pt x="421" y="1766"/>
                    <a:pt x="1282" y="1766"/>
                  </a:cubicBezTo>
                  <a:cubicBezTo>
                    <a:pt x="1396" y="1766"/>
                    <a:pt x="1518" y="1747"/>
                    <a:pt x="1646" y="1705"/>
                  </a:cubicBezTo>
                  <a:cubicBezTo>
                    <a:pt x="1665" y="1701"/>
                    <a:pt x="1685" y="1690"/>
                    <a:pt x="1700" y="1678"/>
                  </a:cubicBezTo>
                  <a:cubicBezTo>
                    <a:pt x="2522" y="1083"/>
                    <a:pt x="2101" y="1"/>
                    <a:pt x="1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4" name="Google Shape;7744;p56">
              <a:extLst>
                <a:ext uri="{FF2B5EF4-FFF2-40B4-BE49-F238E27FC236}">
                  <a16:creationId xmlns:a16="http://schemas.microsoft.com/office/drawing/2014/main" id="{8369A1F7-16BB-FA18-2362-E683700B8AF7}"/>
                </a:ext>
              </a:extLst>
            </p:cNvPr>
            <p:cNvSpPr/>
            <p:nvPr/>
          </p:nvSpPr>
          <p:spPr>
            <a:xfrm>
              <a:off x="5602130" y="1371896"/>
              <a:ext cx="163331" cy="114882"/>
            </a:xfrm>
            <a:custGeom>
              <a:avLst/>
              <a:gdLst/>
              <a:ahLst/>
              <a:cxnLst/>
              <a:rect l="l" t="t" r="r" b="b"/>
              <a:pathLst>
                <a:path w="1888" h="1328" extrusionOk="0">
                  <a:moveTo>
                    <a:pt x="926" y="1"/>
                  </a:moveTo>
                  <a:cubicBezTo>
                    <a:pt x="841" y="1"/>
                    <a:pt x="750" y="15"/>
                    <a:pt x="655" y="46"/>
                  </a:cubicBezTo>
                  <a:cubicBezTo>
                    <a:pt x="639" y="53"/>
                    <a:pt x="628" y="57"/>
                    <a:pt x="616" y="69"/>
                  </a:cubicBezTo>
                  <a:cubicBezTo>
                    <a:pt x="0" y="516"/>
                    <a:pt x="315" y="1328"/>
                    <a:pt x="962" y="1328"/>
                  </a:cubicBezTo>
                  <a:cubicBezTo>
                    <a:pt x="1047" y="1328"/>
                    <a:pt x="1138" y="1313"/>
                    <a:pt x="1233" y="1283"/>
                  </a:cubicBezTo>
                  <a:cubicBezTo>
                    <a:pt x="1249" y="1275"/>
                    <a:pt x="1260" y="1268"/>
                    <a:pt x="1272" y="1260"/>
                  </a:cubicBezTo>
                  <a:cubicBezTo>
                    <a:pt x="1888" y="813"/>
                    <a:pt x="1574" y="1"/>
                    <a:pt x="9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5" name="Google Shape;7745;p56">
              <a:extLst>
                <a:ext uri="{FF2B5EF4-FFF2-40B4-BE49-F238E27FC236}">
                  <a16:creationId xmlns:a16="http://schemas.microsoft.com/office/drawing/2014/main" id="{286E3711-F40E-4B7E-0D05-A47203522594}"/>
                </a:ext>
              </a:extLst>
            </p:cNvPr>
            <p:cNvSpPr/>
            <p:nvPr/>
          </p:nvSpPr>
          <p:spPr>
            <a:xfrm>
              <a:off x="5660956" y="1413161"/>
              <a:ext cx="45677" cy="32354"/>
            </a:xfrm>
            <a:custGeom>
              <a:avLst/>
              <a:gdLst/>
              <a:ahLst/>
              <a:cxnLst/>
              <a:rect l="l" t="t" r="r" b="b"/>
              <a:pathLst>
                <a:path w="528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4" y="17"/>
                    <a:pt x="171" y="20"/>
                  </a:cubicBezTo>
                  <a:cubicBezTo>
                    <a:pt x="0" y="146"/>
                    <a:pt x="89" y="374"/>
                    <a:pt x="269" y="374"/>
                  </a:cubicBezTo>
                  <a:cubicBezTo>
                    <a:pt x="292" y="374"/>
                    <a:pt x="317" y="370"/>
                    <a:pt x="343" y="361"/>
                  </a:cubicBezTo>
                  <a:cubicBezTo>
                    <a:pt x="350" y="358"/>
                    <a:pt x="355" y="358"/>
                    <a:pt x="358" y="354"/>
                  </a:cubicBezTo>
                  <a:cubicBezTo>
                    <a:pt x="528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6" name="Google Shape;7746;p56">
              <a:extLst>
                <a:ext uri="{FF2B5EF4-FFF2-40B4-BE49-F238E27FC236}">
                  <a16:creationId xmlns:a16="http://schemas.microsoft.com/office/drawing/2014/main" id="{D56832EE-8213-3CFC-2D43-FFAF439C14D3}"/>
                </a:ext>
              </a:extLst>
            </p:cNvPr>
            <p:cNvSpPr/>
            <p:nvPr/>
          </p:nvSpPr>
          <p:spPr>
            <a:xfrm>
              <a:off x="5674019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7" y="625"/>
                  </a:lnTo>
                  <a:lnTo>
                    <a:pt x="169" y="62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7" name="Google Shape;7747;p56">
              <a:extLst>
                <a:ext uri="{FF2B5EF4-FFF2-40B4-BE49-F238E27FC236}">
                  <a16:creationId xmlns:a16="http://schemas.microsoft.com/office/drawing/2014/main" id="{F8BBB8CC-F857-CF82-D402-25F7C866C426}"/>
                </a:ext>
              </a:extLst>
            </p:cNvPr>
            <p:cNvSpPr/>
            <p:nvPr/>
          </p:nvSpPr>
          <p:spPr>
            <a:xfrm>
              <a:off x="562756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6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8" name="Google Shape;7748;p56">
              <a:extLst>
                <a:ext uri="{FF2B5EF4-FFF2-40B4-BE49-F238E27FC236}">
                  <a16:creationId xmlns:a16="http://schemas.microsoft.com/office/drawing/2014/main" id="{36095118-59DF-AECC-976F-03DCDB782B74}"/>
                </a:ext>
              </a:extLst>
            </p:cNvPr>
            <p:cNvSpPr/>
            <p:nvPr/>
          </p:nvSpPr>
          <p:spPr>
            <a:xfrm>
              <a:off x="562756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6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49" name="Google Shape;7749;p56">
              <a:extLst>
                <a:ext uri="{FF2B5EF4-FFF2-40B4-BE49-F238E27FC236}">
                  <a16:creationId xmlns:a16="http://schemas.microsoft.com/office/drawing/2014/main" id="{CD680149-5132-26F8-9D72-BDC2EAD19A0D}"/>
                </a:ext>
              </a:extLst>
            </p:cNvPr>
            <p:cNvSpPr/>
            <p:nvPr/>
          </p:nvSpPr>
          <p:spPr>
            <a:xfrm>
              <a:off x="5674019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7" y="1"/>
                  </a:moveTo>
                  <a:lnTo>
                    <a:pt x="0" y="625"/>
                  </a:lnTo>
                  <a:lnTo>
                    <a:pt x="227" y="62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0" name="Google Shape;7750;p56">
              <a:extLst>
                <a:ext uri="{FF2B5EF4-FFF2-40B4-BE49-F238E27FC236}">
                  <a16:creationId xmlns:a16="http://schemas.microsoft.com/office/drawing/2014/main" id="{4E471FF0-F511-B721-0BF2-A1B5C993F421}"/>
                </a:ext>
              </a:extLst>
            </p:cNvPr>
            <p:cNvSpPr/>
            <p:nvPr/>
          </p:nvSpPr>
          <p:spPr>
            <a:xfrm>
              <a:off x="5685957" y="1427521"/>
              <a:ext cx="54069" cy="40226"/>
            </a:xfrm>
            <a:custGeom>
              <a:avLst/>
              <a:gdLst/>
              <a:ahLst/>
              <a:cxnLst/>
              <a:rect l="l" t="t" r="r" b="b"/>
              <a:pathLst>
                <a:path w="625" h="465" extrusionOk="0">
                  <a:moveTo>
                    <a:pt x="54" y="1"/>
                  </a:moveTo>
                  <a:lnTo>
                    <a:pt x="27" y="50"/>
                  </a:lnTo>
                  <a:lnTo>
                    <a:pt x="0" y="100"/>
                  </a:lnTo>
                  <a:lnTo>
                    <a:pt x="510" y="464"/>
                  </a:lnTo>
                  <a:lnTo>
                    <a:pt x="567" y="364"/>
                  </a:lnTo>
                  <a:lnTo>
                    <a:pt x="625" y="264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1" name="Google Shape;7751;p56">
              <a:extLst>
                <a:ext uri="{FF2B5EF4-FFF2-40B4-BE49-F238E27FC236}">
                  <a16:creationId xmlns:a16="http://schemas.microsoft.com/office/drawing/2014/main" id="{5034339E-1DF9-D8A6-5409-AC8FDF467FEC}"/>
                </a:ext>
              </a:extLst>
            </p:cNvPr>
            <p:cNvSpPr/>
            <p:nvPr/>
          </p:nvSpPr>
          <p:spPr>
            <a:xfrm>
              <a:off x="5685957" y="1391014"/>
              <a:ext cx="54069" cy="40139"/>
            </a:xfrm>
            <a:custGeom>
              <a:avLst/>
              <a:gdLst/>
              <a:ahLst/>
              <a:cxnLst/>
              <a:rect l="l" t="t" r="r" b="b"/>
              <a:pathLst>
                <a:path w="625" h="464" extrusionOk="0">
                  <a:moveTo>
                    <a:pt x="510" y="0"/>
                  </a:moveTo>
                  <a:lnTo>
                    <a:pt x="0" y="365"/>
                  </a:lnTo>
                  <a:lnTo>
                    <a:pt x="27" y="414"/>
                  </a:lnTo>
                  <a:lnTo>
                    <a:pt x="54" y="464"/>
                  </a:lnTo>
                  <a:lnTo>
                    <a:pt x="625" y="200"/>
                  </a:lnTo>
                  <a:lnTo>
                    <a:pt x="567" y="101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2" name="Google Shape;7752;p56">
              <a:extLst>
                <a:ext uri="{FF2B5EF4-FFF2-40B4-BE49-F238E27FC236}">
                  <a16:creationId xmlns:a16="http://schemas.microsoft.com/office/drawing/2014/main" id="{8E206278-915C-449D-E98D-3BA2F898ED2B}"/>
                </a:ext>
              </a:extLst>
            </p:cNvPr>
            <p:cNvSpPr/>
            <p:nvPr/>
          </p:nvSpPr>
          <p:spPr>
            <a:xfrm>
              <a:off x="5672894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4" y="1"/>
                    <a:pt x="102" y="3"/>
                    <a:pt x="90" y="7"/>
                  </a:cubicBezTo>
                  <a:cubicBezTo>
                    <a:pt x="86" y="7"/>
                    <a:pt x="82" y="11"/>
                    <a:pt x="82" y="11"/>
                  </a:cubicBezTo>
                  <a:cubicBezTo>
                    <a:pt x="1" y="68"/>
                    <a:pt x="43" y="177"/>
                    <a:pt x="127" y="177"/>
                  </a:cubicBezTo>
                  <a:cubicBezTo>
                    <a:pt x="138" y="177"/>
                    <a:pt x="150" y="176"/>
                    <a:pt x="162" y="172"/>
                  </a:cubicBezTo>
                  <a:cubicBezTo>
                    <a:pt x="166" y="172"/>
                    <a:pt x="171" y="168"/>
                    <a:pt x="171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3" name="Google Shape;7753;p56">
              <a:extLst>
                <a:ext uri="{FF2B5EF4-FFF2-40B4-BE49-F238E27FC236}">
                  <a16:creationId xmlns:a16="http://schemas.microsoft.com/office/drawing/2014/main" id="{3324777B-07B8-8AE5-1508-59D96CD34599}"/>
                </a:ext>
              </a:extLst>
            </p:cNvPr>
            <p:cNvSpPr/>
            <p:nvPr/>
          </p:nvSpPr>
          <p:spPr>
            <a:xfrm>
              <a:off x="6410556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4" y="0"/>
                  </a:moveTo>
                  <a:cubicBezTo>
                    <a:pt x="908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8" y="2794"/>
                  </a:cubicBezTo>
                  <a:cubicBezTo>
                    <a:pt x="1403" y="3066"/>
                    <a:pt x="1788" y="3184"/>
                    <a:pt x="2146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2" y="391"/>
                  </a:cubicBezTo>
                  <a:cubicBezTo>
                    <a:pt x="2886" y="118"/>
                    <a:pt x="2501" y="0"/>
                    <a:pt x="2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4" name="Google Shape;7754;p56">
              <a:extLst>
                <a:ext uri="{FF2B5EF4-FFF2-40B4-BE49-F238E27FC236}">
                  <a16:creationId xmlns:a16="http://schemas.microsoft.com/office/drawing/2014/main" id="{25D4B098-058B-48F8-89B3-33C4FC7D0F11}"/>
                </a:ext>
              </a:extLst>
            </p:cNvPr>
            <p:cNvSpPr/>
            <p:nvPr/>
          </p:nvSpPr>
          <p:spPr>
            <a:xfrm>
              <a:off x="6480887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1" y="0"/>
                  </a:moveTo>
                  <a:cubicBezTo>
                    <a:pt x="1190" y="0"/>
                    <a:pt x="1060" y="21"/>
                    <a:pt x="924" y="66"/>
                  </a:cubicBezTo>
                  <a:cubicBezTo>
                    <a:pt x="905" y="69"/>
                    <a:pt x="885" y="80"/>
                    <a:pt x="870" y="92"/>
                  </a:cubicBezTo>
                  <a:cubicBezTo>
                    <a:pt x="1" y="721"/>
                    <a:pt x="445" y="1866"/>
                    <a:pt x="1353" y="1866"/>
                  </a:cubicBezTo>
                  <a:cubicBezTo>
                    <a:pt x="1474" y="1866"/>
                    <a:pt x="1604" y="1846"/>
                    <a:pt x="1740" y="1801"/>
                  </a:cubicBezTo>
                  <a:cubicBezTo>
                    <a:pt x="1759" y="1797"/>
                    <a:pt x="1778" y="1786"/>
                    <a:pt x="1798" y="1774"/>
                  </a:cubicBezTo>
                  <a:cubicBezTo>
                    <a:pt x="2663" y="1145"/>
                    <a:pt x="2222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5" name="Google Shape;7755;p56">
              <a:extLst>
                <a:ext uri="{FF2B5EF4-FFF2-40B4-BE49-F238E27FC236}">
                  <a16:creationId xmlns:a16="http://schemas.microsoft.com/office/drawing/2014/main" id="{E93048A5-7005-6130-6A88-10D27A530166}"/>
                </a:ext>
              </a:extLst>
            </p:cNvPr>
            <p:cNvSpPr/>
            <p:nvPr/>
          </p:nvSpPr>
          <p:spPr>
            <a:xfrm>
              <a:off x="6486943" y="1352951"/>
              <a:ext cx="218265" cy="152772"/>
            </a:xfrm>
            <a:custGeom>
              <a:avLst/>
              <a:gdLst/>
              <a:ahLst/>
              <a:cxnLst/>
              <a:rect l="l" t="t" r="r" b="b"/>
              <a:pathLst>
                <a:path w="2523" h="1766" extrusionOk="0">
                  <a:moveTo>
                    <a:pt x="1241" y="1"/>
                  </a:moveTo>
                  <a:cubicBezTo>
                    <a:pt x="1127" y="1"/>
                    <a:pt x="1005" y="20"/>
                    <a:pt x="877" y="62"/>
                  </a:cubicBezTo>
                  <a:cubicBezTo>
                    <a:pt x="858" y="65"/>
                    <a:pt x="838" y="76"/>
                    <a:pt x="823" y="88"/>
                  </a:cubicBezTo>
                  <a:cubicBezTo>
                    <a:pt x="1" y="683"/>
                    <a:pt x="421" y="1766"/>
                    <a:pt x="1282" y="1766"/>
                  </a:cubicBezTo>
                  <a:cubicBezTo>
                    <a:pt x="1397" y="1766"/>
                    <a:pt x="1519" y="1747"/>
                    <a:pt x="1647" y="1705"/>
                  </a:cubicBezTo>
                  <a:cubicBezTo>
                    <a:pt x="1666" y="1701"/>
                    <a:pt x="1685" y="1690"/>
                    <a:pt x="1700" y="1678"/>
                  </a:cubicBezTo>
                  <a:cubicBezTo>
                    <a:pt x="2522" y="1083"/>
                    <a:pt x="2102" y="1"/>
                    <a:pt x="12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6" name="Google Shape;7756;p56">
              <a:extLst>
                <a:ext uri="{FF2B5EF4-FFF2-40B4-BE49-F238E27FC236}">
                  <a16:creationId xmlns:a16="http://schemas.microsoft.com/office/drawing/2014/main" id="{E6AFB5FB-5850-BF0A-A8EA-4A16AABBC372}"/>
                </a:ext>
              </a:extLst>
            </p:cNvPr>
            <p:cNvSpPr/>
            <p:nvPr/>
          </p:nvSpPr>
          <p:spPr>
            <a:xfrm>
              <a:off x="6514366" y="1371896"/>
              <a:ext cx="163504" cy="114882"/>
            </a:xfrm>
            <a:custGeom>
              <a:avLst/>
              <a:gdLst/>
              <a:ahLst/>
              <a:cxnLst/>
              <a:rect l="l" t="t" r="r" b="b"/>
              <a:pathLst>
                <a:path w="1890" h="1328" extrusionOk="0">
                  <a:moveTo>
                    <a:pt x="927" y="1"/>
                  </a:moveTo>
                  <a:cubicBezTo>
                    <a:pt x="842" y="1"/>
                    <a:pt x="751" y="15"/>
                    <a:pt x="656" y="46"/>
                  </a:cubicBezTo>
                  <a:cubicBezTo>
                    <a:pt x="640" y="53"/>
                    <a:pt x="629" y="57"/>
                    <a:pt x="617" y="69"/>
                  </a:cubicBezTo>
                  <a:cubicBezTo>
                    <a:pt x="1" y="516"/>
                    <a:pt x="315" y="1328"/>
                    <a:pt x="962" y="1328"/>
                  </a:cubicBezTo>
                  <a:cubicBezTo>
                    <a:pt x="1048" y="1328"/>
                    <a:pt x="1139" y="1313"/>
                    <a:pt x="1234" y="1283"/>
                  </a:cubicBezTo>
                  <a:cubicBezTo>
                    <a:pt x="1250" y="1275"/>
                    <a:pt x="1261" y="1268"/>
                    <a:pt x="1276" y="1260"/>
                  </a:cubicBezTo>
                  <a:cubicBezTo>
                    <a:pt x="1889" y="813"/>
                    <a:pt x="1574" y="1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7" name="Google Shape;7757;p56">
              <a:extLst>
                <a:ext uri="{FF2B5EF4-FFF2-40B4-BE49-F238E27FC236}">
                  <a16:creationId xmlns:a16="http://schemas.microsoft.com/office/drawing/2014/main" id="{E3B189A2-D8DD-2941-9F5E-5D3B3AE1CE5C}"/>
                </a:ext>
              </a:extLst>
            </p:cNvPr>
            <p:cNvSpPr/>
            <p:nvPr/>
          </p:nvSpPr>
          <p:spPr>
            <a:xfrm>
              <a:off x="6573279" y="1413161"/>
              <a:ext cx="45937" cy="32354"/>
            </a:xfrm>
            <a:custGeom>
              <a:avLst/>
              <a:gdLst/>
              <a:ahLst/>
              <a:cxnLst/>
              <a:rect l="l" t="t" r="r" b="b"/>
              <a:pathLst>
                <a:path w="531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3" y="17"/>
                    <a:pt x="169" y="20"/>
                  </a:cubicBezTo>
                  <a:cubicBezTo>
                    <a:pt x="0" y="146"/>
                    <a:pt x="89" y="374"/>
                    <a:pt x="271" y="374"/>
                  </a:cubicBezTo>
                  <a:cubicBezTo>
                    <a:pt x="295" y="374"/>
                    <a:pt x="320" y="370"/>
                    <a:pt x="346" y="361"/>
                  </a:cubicBezTo>
                  <a:cubicBezTo>
                    <a:pt x="350" y="358"/>
                    <a:pt x="353" y="358"/>
                    <a:pt x="357" y="354"/>
                  </a:cubicBezTo>
                  <a:cubicBezTo>
                    <a:pt x="531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8" name="Google Shape;7758;p56">
              <a:extLst>
                <a:ext uri="{FF2B5EF4-FFF2-40B4-BE49-F238E27FC236}">
                  <a16:creationId xmlns:a16="http://schemas.microsoft.com/office/drawing/2014/main" id="{A629B011-30D2-D70E-D7EA-8EFBE4C07DCD}"/>
                </a:ext>
              </a:extLst>
            </p:cNvPr>
            <p:cNvSpPr/>
            <p:nvPr/>
          </p:nvSpPr>
          <p:spPr>
            <a:xfrm>
              <a:off x="6586255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8" y="625"/>
                  </a:lnTo>
                  <a:lnTo>
                    <a:pt x="173" y="62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59" name="Google Shape;7759;p56">
              <a:extLst>
                <a:ext uri="{FF2B5EF4-FFF2-40B4-BE49-F238E27FC236}">
                  <a16:creationId xmlns:a16="http://schemas.microsoft.com/office/drawing/2014/main" id="{26E95462-4728-375C-ED29-66E85EA8B7EE}"/>
                </a:ext>
              </a:extLst>
            </p:cNvPr>
            <p:cNvSpPr/>
            <p:nvPr/>
          </p:nvSpPr>
          <p:spPr>
            <a:xfrm>
              <a:off x="6539887" y="1391014"/>
              <a:ext cx="54415" cy="40139"/>
            </a:xfrm>
            <a:custGeom>
              <a:avLst/>
              <a:gdLst/>
              <a:ahLst/>
              <a:cxnLst/>
              <a:rect l="l" t="t" r="r" b="b"/>
              <a:pathLst>
                <a:path w="629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8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0" name="Google Shape;7760;p56">
              <a:extLst>
                <a:ext uri="{FF2B5EF4-FFF2-40B4-BE49-F238E27FC236}">
                  <a16:creationId xmlns:a16="http://schemas.microsoft.com/office/drawing/2014/main" id="{FF7A882F-A72D-44A6-BF84-FCD47DF40D11}"/>
                </a:ext>
              </a:extLst>
            </p:cNvPr>
            <p:cNvSpPr/>
            <p:nvPr/>
          </p:nvSpPr>
          <p:spPr>
            <a:xfrm>
              <a:off x="6539887" y="1427521"/>
              <a:ext cx="54415" cy="40226"/>
            </a:xfrm>
            <a:custGeom>
              <a:avLst/>
              <a:gdLst/>
              <a:ahLst/>
              <a:cxnLst/>
              <a:rect l="l" t="t" r="r" b="b"/>
              <a:pathLst>
                <a:path w="629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8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1" name="Google Shape;7761;p56">
              <a:extLst>
                <a:ext uri="{FF2B5EF4-FFF2-40B4-BE49-F238E27FC236}">
                  <a16:creationId xmlns:a16="http://schemas.microsoft.com/office/drawing/2014/main" id="{E592A99B-329F-397E-46EE-16CFAC5B0658}"/>
                </a:ext>
              </a:extLst>
            </p:cNvPr>
            <p:cNvSpPr/>
            <p:nvPr/>
          </p:nvSpPr>
          <p:spPr>
            <a:xfrm>
              <a:off x="6586255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8" y="1"/>
                  </a:moveTo>
                  <a:lnTo>
                    <a:pt x="0" y="625"/>
                  </a:lnTo>
                  <a:lnTo>
                    <a:pt x="226" y="625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2" name="Google Shape;7762;p56">
              <a:extLst>
                <a:ext uri="{FF2B5EF4-FFF2-40B4-BE49-F238E27FC236}">
                  <a16:creationId xmlns:a16="http://schemas.microsoft.com/office/drawing/2014/main" id="{440A5F86-D8A1-0551-4415-552C89A7EC8B}"/>
                </a:ext>
              </a:extLst>
            </p:cNvPr>
            <p:cNvSpPr/>
            <p:nvPr/>
          </p:nvSpPr>
          <p:spPr>
            <a:xfrm>
              <a:off x="659819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8" y="1"/>
                  </a:moveTo>
                  <a:lnTo>
                    <a:pt x="28" y="50"/>
                  </a:lnTo>
                  <a:lnTo>
                    <a:pt x="0" y="100"/>
                  </a:lnTo>
                  <a:lnTo>
                    <a:pt x="511" y="464"/>
                  </a:lnTo>
                  <a:lnTo>
                    <a:pt x="568" y="364"/>
                  </a:lnTo>
                  <a:lnTo>
                    <a:pt x="625" y="264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3" name="Google Shape;7763;p56">
              <a:extLst>
                <a:ext uri="{FF2B5EF4-FFF2-40B4-BE49-F238E27FC236}">
                  <a16:creationId xmlns:a16="http://schemas.microsoft.com/office/drawing/2014/main" id="{06E807D0-6F85-D32F-D58C-8476839E7A0D}"/>
                </a:ext>
              </a:extLst>
            </p:cNvPr>
            <p:cNvSpPr/>
            <p:nvPr/>
          </p:nvSpPr>
          <p:spPr>
            <a:xfrm>
              <a:off x="659819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511" y="0"/>
                  </a:moveTo>
                  <a:lnTo>
                    <a:pt x="0" y="365"/>
                  </a:lnTo>
                  <a:lnTo>
                    <a:pt x="28" y="414"/>
                  </a:lnTo>
                  <a:lnTo>
                    <a:pt x="58" y="464"/>
                  </a:lnTo>
                  <a:lnTo>
                    <a:pt x="625" y="200"/>
                  </a:lnTo>
                  <a:lnTo>
                    <a:pt x="568" y="101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4" name="Google Shape;7764;p56">
              <a:extLst>
                <a:ext uri="{FF2B5EF4-FFF2-40B4-BE49-F238E27FC236}">
                  <a16:creationId xmlns:a16="http://schemas.microsoft.com/office/drawing/2014/main" id="{C09A4FC8-26FF-503C-41AD-2F232F765B10}"/>
                </a:ext>
              </a:extLst>
            </p:cNvPr>
            <p:cNvSpPr/>
            <p:nvPr/>
          </p:nvSpPr>
          <p:spPr>
            <a:xfrm>
              <a:off x="6585131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5" y="1"/>
                    <a:pt x="103" y="3"/>
                    <a:pt x="90" y="7"/>
                  </a:cubicBezTo>
                  <a:cubicBezTo>
                    <a:pt x="87" y="7"/>
                    <a:pt x="87" y="11"/>
                    <a:pt x="82" y="11"/>
                  </a:cubicBezTo>
                  <a:cubicBezTo>
                    <a:pt x="1" y="68"/>
                    <a:pt x="43" y="177"/>
                    <a:pt x="128" y="177"/>
                  </a:cubicBezTo>
                  <a:cubicBezTo>
                    <a:pt x="139" y="177"/>
                    <a:pt x="151" y="176"/>
                    <a:pt x="163" y="172"/>
                  </a:cubicBezTo>
                  <a:cubicBezTo>
                    <a:pt x="167" y="172"/>
                    <a:pt x="170" y="168"/>
                    <a:pt x="170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5" name="Google Shape;7765;p56">
              <a:extLst>
                <a:ext uri="{FF2B5EF4-FFF2-40B4-BE49-F238E27FC236}">
                  <a16:creationId xmlns:a16="http://schemas.microsoft.com/office/drawing/2014/main" id="{28413DAD-A2FF-C9B3-3249-7F7D90CF6729}"/>
                </a:ext>
              </a:extLst>
            </p:cNvPr>
            <p:cNvSpPr/>
            <p:nvPr/>
          </p:nvSpPr>
          <p:spPr>
            <a:xfrm>
              <a:off x="6078448" y="920667"/>
              <a:ext cx="377011" cy="234089"/>
            </a:xfrm>
            <a:custGeom>
              <a:avLst/>
              <a:gdLst/>
              <a:ahLst/>
              <a:cxnLst/>
              <a:rect l="l" t="t" r="r" b="b"/>
              <a:pathLst>
                <a:path w="4358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4307" y="2705"/>
                  </a:lnTo>
                  <a:lnTo>
                    <a:pt x="4357" y="2395"/>
                  </a:lnTo>
                  <a:cubicBezTo>
                    <a:pt x="4357" y="2395"/>
                    <a:pt x="2878" y="146"/>
                    <a:pt x="2809" y="100"/>
                  </a:cubicBezTo>
                  <a:cubicBezTo>
                    <a:pt x="2740" y="5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6" name="Google Shape;7766;p56">
              <a:extLst>
                <a:ext uri="{FF2B5EF4-FFF2-40B4-BE49-F238E27FC236}">
                  <a16:creationId xmlns:a16="http://schemas.microsoft.com/office/drawing/2014/main" id="{7D8BE485-3047-0514-A01A-CF1A44C64BF3}"/>
                </a:ext>
              </a:extLst>
            </p:cNvPr>
            <p:cNvSpPr/>
            <p:nvPr/>
          </p:nvSpPr>
          <p:spPr>
            <a:xfrm>
              <a:off x="6080697" y="923003"/>
              <a:ext cx="372080" cy="229072"/>
            </a:xfrm>
            <a:custGeom>
              <a:avLst/>
              <a:gdLst/>
              <a:ahLst/>
              <a:cxnLst/>
              <a:rect l="l" t="t" r="r" b="b"/>
              <a:pathLst>
                <a:path w="4301" h="2648" extrusionOk="0">
                  <a:moveTo>
                    <a:pt x="1" y="0"/>
                  </a:moveTo>
                  <a:lnTo>
                    <a:pt x="1" y="2648"/>
                  </a:lnTo>
                  <a:lnTo>
                    <a:pt x="4258" y="2648"/>
                  </a:lnTo>
                  <a:lnTo>
                    <a:pt x="4300" y="2376"/>
                  </a:lnTo>
                  <a:cubicBezTo>
                    <a:pt x="3725" y="1502"/>
                    <a:pt x="2864" y="203"/>
                    <a:pt x="2772" y="99"/>
                  </a:cubicBezTo>
                  <a:cubicBezTo>
                    <a:pt x="2768" y="99"/>
                    <a:pt x="2768" y="96"/>
                    <a:pt x="2768" y="96"/>
                  </a:cubicBezTo>
                  <a:cubicBezTo>
                    <a:pt x="2710" y="80"/>
                    <a:pt x="2227" y="57"/>
                    <a:pt x="1629" y="42"/>
                  </a:cubicBezTo>
                  <a:cubicBezTo>
                    <a:pt x="1610" y="39"/>
                    <a:pt x="1595" y="39"/>
                    <a:pt x="1576" y="39"/>
                  </a:cubicBezTo>
                  <a:cubicBezTo>
                    <a:pt x="1526" y="39"/>
                    <a:pt x="1480" y="34"/>
                    <a:pt x="1430" y="34"/>
                  </a:cubicBezTo>
                  <a:cubicBezTo>
                    <a:pt x="959" y="23"/>
                    <a:pt x="438" y="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7" name="Google Shape;7767;p56">
              <a:extLst>
                <a:ext uri="{FF2B5EF4-FFF2-40B4-BE49-F238E27FC236}">
                  <a16:creationId xmlns:a16="http://schemas.microsoft.com/office/drawing/2014/main" id="{41893228-E913-7F7E-0F5B-9E97F52162B8}"/>
                </a:ext>
              </a:extLst>
            </p:cNvPr>
            <p:cNvSpPr/>
            <p:nvPr/>
          </p:nvSpPr>
          <p:spPr>
            <a:xfrm>
              <a:off x="6291520" y="928626"/>
              <a:ext cx="35556" cy="224487"/>
            </a:xfrm>
            <a:custGeom>
              <a:avLst/>
              <a:gdLst/>
              <a:ahLst/>
              <a:cxnLst/>
              <a:rect l="l" t="t" r="r" b="b"/>
              <a:pathLst>
                <a:path w="411" h="2595" extrusionOk="0">
                  <a:moveTo>
                    <a:pt x="89" y="0"/>
                  </a:moveTo>
                  <a:lnTo>
                    <a:pt x="89" y="0"/>
                  </a:lnTo>
                  <a:cubicBezTo>
                    <a:pt x="151" y="54"/>
                    <a:pt x="112" y="2567"/>
                    <a:pt x="1" y="2595"/>
                  </a:cubicBezTo>
                  <a:lnTo>
                    <a:pt x="411" y="2595"/>
                  </a:lnTo>
                  <a:cubicBezTo>
                    <a:pt x="308" y="2483"/>
                    <a:pt x="269" y="172"/>
                    <a:pt x="312" y="15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8" name="Google Shape;7768;p56">
              <a:extLst>
                <a:ext uri="{FF2B5EF4-FFF2-40B4-BE49-F238E27FC236}">
                  <a16:creationId xmlns:a16="http://schemas.microsoft.com/office/drawing/2014/main" id="{783544F6-32DE-DFF8-C095-225F345C356B}"/>
                </a:ext>
              </a:extLst>
            </p:cNvPr>
            <p:cNvSpPr/>
            <p:nvPr/>
          </p:nvSpPr>
          <p:spPr>
            <a:xfrm>
              <a:off x="6339618" y="1071538"/>
              <a:ext cx="136945" cy="91438"/>
            </a:xfrm>
            <a:custGeom>
              <a:avLst/>
              <a:gdLst/>
              <a:ahLst/>
              <a:cxnLst/>
              <a:rect l="l" t="t" r="r" b="b"/>
              <a:pathLst>
                <a:path w="1583" h="1057" extrusionOk="0">
                  <a:moveTo>
                    <a:pt x="562" y="1"/>
                  </a:moveTo>
                  <a:cubicBezTo>
                    <a:pt x="370" y="1"/>
                    <a:pt x="189" y="24"/>
                    <a:pt x="127" y="96"/>
                  </a:cubicBezTo>
                  <a:cubicBezTo>
                    <a:pt x="0" y="241"/>
                    <a:pt x="74" y="984"/>
                    <a:pt x="169" y="1035"/>
                  </a:cubicBezTo>
                  <a:cubicBezTo>
                    <a:pt x="200" y="1051"/>
                    <a:pt x="359" y="1057"/>
                    <a:pt x="557" y="1057"/>
                  </a:cubicBezTo>
                  <a:cubicBezTo>
                    <a:pt x="953" y="1057"/>
                    <a:pt x="1507" y="1035"/>
                    <a:pt x="1507" y="1035"/>
                  </a:cubicBezTo>
                  <a:cubicBezTo>
                    <a:pt x="1583" y="831"/>
                    <a:pt x="1530" y="547"/>
                    <a:pt x="1530" y="547"/>
                  </a:cubicBezTo>
                  <a:lnTo>
                    <a:pt x="1426" y="547"/>
                  </a:lnTo>
                  <a:cubicBezTo>
                    <a:pt x="1426" y="547"/>
                    <a:pt x="1261" y="103"/>
                    <a:pt x="1089" y="53"/>
                  </a:cubicBezTo>
                  <a:cubicBezTo>
                    <a:pt x="997" y="29"/>
                    <a:pt x="773" y="1"/>
                    <a:pt x="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69" name="Google Shape;7769;p56">
              <a:extLst>
                <a:ext uri="{FF2B5EF4-FFF2-40B4-BE49-F238E27FC236}">
                  <a16:creationId xmlns:a16="http://schemas.microsoft.com/office/drawing/2014/main" id="{CE8399E5-740D-6AB7-951A-B64B06E5194F}"/>
                </a:ext>
              </a:extLst>
            </p:cNvPr>
            <p:cNvSpPr/>
            <p:nvPr/>
          </p:nvSpPr>
          <p:spPr>
            <a:xfrm>
              <a:off x="6342906" y="1124135"/>
              <a:ext cx="51819" cy="28980"/>
            </a:xfrm>
            <a:custGeom>
              <a:avLst/>
              <a:gdLst/>
              <a:ahLst/>
              <a:cxnLst/>
              <a:rect l="l" t="t" r="r" b="b"/>
              <a:pathLst>
                <a:path w="599" h="335" extrusionOk="0">
                  <a:moveTo>
                    <a:pt x="1" y="1"/>
                  </a:moveTo>
                  <a:cubicBezTo>
                    <a:pt x="1" y="174"/>
                    <a:pt x="47" y="335"/>
                    <a:pt x="47" y="335"/>
                  </a:cubicBezTo>
                  <a:lnTo>
                    <a:pt x="545" y="335"/>
                  </a:lnTo>
                  <a:cubicBezTo>
                    <a:pt x="599" y="200"/>
                    <a:pt x="514" y="1"/>
                    <a:pt x="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0" name="Google Shape;7770;p56">
              <a:extLst>
                <a:ext uri="{FF2B5EF4-FFF2-40B4-BE49-F238E27FC236}">
                  <a16:creationId xmlns:a16="http://schemas.microsoft.com/office/drawing/2014/main" id="{B129F22E-84F1-224A-28F6-0905DEE1DFCE}"/>
                </a:ext>
              </a:extLst>
            </p:cNvPr>
            <p:cNvSpPr/>
            <p:nvPr/>
          </p:nvSpPr>
          <p:spPr>
            <a:xfrm>
              <a:off x="5335164" y="1199830"/>
              <a:ext cx="59086" cy="113152"/>
            </a:xfrm>
            <a:custGeom>
              <a:avLst/>
              <a:gdLst/>
              <a:ahLst/>
              <a:cxnLst/>
              <a:rect l="l" t="t" r="r" b="b"/>
              <a:pathLst>
                <a:path w="683" h="1308" extrusionOk="0">
                  <a:moveTo>
                    <a:pt x="357" y="1"/>
                  </a:moveTo>
                  <a:cubicBezTo>
                    <a:pt x="259" y="1"/>
                    <a:pt x="154" y="9"/>
                    <a:pt x="43" y="26"/>
                  </a:cubicBezTo>
                  <a:cubicBezTo>
                    <a:pt x="1" y="521"/>
                    <a:pt x="43" y="1303"/>
                    <a:pt x="43" y="1303"/>
                  </a:cubicBezTo>
                  <a:cubicBezTo>
                    <a:pt x="112" y="1306"/>
                    <a:pt x="203" y="1308"/>
                    <a:pt x="294" y="1308"/>
                  </a:cubicBezTo>
                  <a:cubicBezTo>
                    <a:pt x="476" y="1308"/>
                    <a:pt x="656" y="1303"/>
                    <a:pt x="656" y="1303"/>
                  </a:cubicBezTo>
                  <a:cubicBezTo>
                    <a:pt x="683" y="835"/>
                    <a:pt x="633" y="26"/>
                    <a:pt x="633" y="26"/>
                  </a:cubicBezTo>
                  <a:cubicBezTo>
                    <a:pt x="547" y="9"/>
                    <a:pt x="455" y="1"/>
                    <a:pt x="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1" name="Google Shape;7771;p56">
              <a:extLst>
                <a:ext uri="{FF2B5EF4-FFF2-40B4-BE49-F238E27FC236}">
                  <a16:creationId xmlns:a16="http://schemas.microsoft.com/office/drawing/2014/main" id="{EF2C4396-57B1-7F41-89B8-50FB815A0012}"/>
                </a:ext>
              </a:extLst>
            </p:cNvPr>
            <p:cNvSpPr/>
            <p:nvPr/>
          </p:nvSpPr>
          <p:spPr>
            <a:xfrm>
              <a:off x="5349092" y="1296893"/>
              <a:ext cx="23012" cy="1471"/>
            </a:xfrm>
            <a:custGeom>
              <a:avLst/>
              <a:gdLst/>
              <a:ahLst/>
              <a:cxnLst/>
              <a:rect l="l" t="t" r="r" b="b"/>
              <a:pathLst>
                <a:path w="266" h="17" extrusionOk="0">
                  <a:moveTo>
                    <a:pt x="1" y="0"/>
                  </a:moveTo>
                  <a:lnTo>
                    <a:pt x="1" y="16"/>
                  </a:lnTo>
                  <a:lnTo>
                    <a:pt x="265" y="16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2" name="Google Shape;7772;p56">
              <a:extLst>
                <a:ext uri="{FF2B5EF4-FFF2-40B4-BE49-F238E27FC236}">
                  <a16:creationId xmlns:a16="http://schemas.microsoft.com/office/drawing/2014/main" id="{BBDED314-E52A-4EDF-6408-E99B68A715B7}"/>
                </a:ext>
              </a:extLst>
            </p:cNvPr>
            <p:cNvSpPr/>
            <p:nvPr/>
          </p:nvSpPr>
          <p:spPr>
            <a:xfrm>
              <a:off x="5349092" y="1285301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3" name="Google Shape;7773;p56">
              <a:extLst>
                <a:ext uri="{FF2B5EF4-FFF2-40B4-BE49-F238E27FC236}">
                  <a16:creationId xmlns:a16="http://schemas.microsoft.com/office/drawing/2014/main" id="{7F058D2F-24B7-B039-0482-B72B95A71E35}"/>
                </a:ext>
              </a:extLst>
            </p:cNvPr>
            <p:cNvSpPr/>
            <p:nvPr/>
          </p:nvSpPr>
          <p:spPr>
            <a:xfrm>
              <a:off x="5349092" y="1273363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4" name="Google Shape;7774;p56">
              <a:extLst>
                <a:ext uri="{FF2B5EF4-FFF2-40B4-BE49-F238E27FC236}">
                  <a16:creationId xmlns:a16="http://schemas.microsoft.com/office/drawing/2014/main" id="{1819BAF7-0A38-5CA4-B011-F9471513D5E2}"/>
                </a:ext>
              </a:extLst>
            </p:cNvPr>
            <p:cNvSpPr/>
            <p:nvPr/>
          </p:nvSpPr>
          <p:spPr>
            <a:xfrm>
              <a:off x="6805036" y="1198792"/>
              <a:ext cx="49830" cy="78722"/>
            </a:xfrm>
            <a:custGeom>
              <a:avLst/>
              <a:gdLst/>
              <a:ahLst/>
              <a:cxnLst/>
              <a:rect l="l" t="t" r="r" b="b"/>
              <a:pathLst>
                <a:path w="576" h="910" extrusionOk="0">
                  <a:moveTo>
                    <a:pt x="387" y="1"/>
                  </a:moveTo>
                  <a:cubicBezTo>
                    <a:pt x="387" y="1"/>
                    <a:pt x="28" y="50"/>
                    <a:pt x="0" y="119"/>
                  </a:cubicBezTo>
                  <a:cubicBezTo>
                    <a:pt x="0" y="119"/>
                    <a:pt x="46" y="613"/>
                    <a:pt x="97" y="882"/>
                  </a:cubicBezTo>
                  <a:cubicBezTo>
                    <a:pt x="97" y="882"/>
                    <a:pt x="356" y="910"/>
                    <a:pt x="499" y="910"/>
                  </a:cubicBezTo>
                  <a:cubicBezTo>
                    <a:pt x="532" y="910"/>
                    <a:pt x="559" y="908"/>
                    <a:pt x="575" y="905"/>
                  </a:cubicBezTo>
                  <a:cubicBezTo>
                    <a:pt x="575" y="905"/>
                    <a:pt x="456" y="307"/>
                    <a:pt x="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5" name="Google Shape;7775;p56">
              <a:extLst>
                <a:ext uri="{FF2B5EF4-FFF2-40B4-BE49-F238E27FC236}">
                  <a16:creationId xmlns:a16="http://schemas.microsoft.com/office/drawing/2014/main" id="{49765D0B-D3DB-94CE-78E9-1DA34F94EF20}"/>
                </a:ext>
              </a:extLst>
            </p:cNvPr>
            <p:cNvSpPr/>
            <p:nvPr/>
          </p:nvSpPr>
          <p:spPr>
            <a:xfrm>
              <a:off x="6814639" y="1247497"/>
              <a:ext cx="19378" cy="25606"/>
            </a:xfrm>
            <a:custGeom>
              <a:avLst/>
              <a:gdLst/>
              <a:ahLst/>
              <a:cxnLst/>
              <a:rect l="l" t="t" r="r" b="b"/>
              <a:pathLst>
                <a:path w="224" h="296" extrusionOk="0">
                  <a:moveTo>
                    <a:pt x="24" y="0"/>
                  </a:moveTo>
                  <a:cubicBezTo>
                    <a:pt x="12" y="0"/>
                    <a:pt x="1" y="12"/>
                    <a:pt x="1" y="27"/>
                  </a:cubicBezTo>
                  <a:lnTo>
                    <a:pt x="20" y="261"/>
                  </a:lnTo>
                  <a:cubicBezTo>
                    <a:pt x="24" y="273"/>
                    <a:pt x="32" y="280"/>
                    <a:pt x="43" y="284"/>
                  </a:cubicBezTo>
                  <a:cubicBezTo>
                    <a:pt x="92" y="288"/>
                    <a:pt x="158" y="292"/>
                    <a:pt x="196" y="296"/>
                  </a:cubicBezTo>
                  <a:cubicBezTo>
                    <a:pt x="211" y="296"/>
                    <a:pt x="223" y="280"/>
                    <a:pt x="223" y="265"/>
                  </a:cubicBezTo>
                  <a:cubicBezTo>
                    <a:pt x="211" y="161"/>
                    <a:pt x="193" y="62"/>
                    <a:pt x="184" y="20"/>
                  </a:cubicBezTo>
                  <a:cubicBezTo>
                    <a:pt x="181" y="8"/>
                    <a:pt x="173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6" name="Google Shape;7776;p56">
              <a:extLst>
                <a:ext uri="{FF2B5EF4-FFF2-40B4-BE49-F238E27FC236}">
                  <a16:creationId xmlns:a16="http://schemas.microsoft.com/office/drawing/2014/main" id="{C57A43A0-B488-7AF8-490C-CDD5DDD5E28B}"/>
                </a:ext>
              </a:extLst>
            </p:cNvPr>
            <p:cNvSpPr/>
            <p:nvPr/>
          </p:nvSpPr>
          <p:spPr>
            <a:xfrm>
              <a:off x="5302117" y="974995"/>
              <a:ext cx="32528" cy="98619"/>
            </a:xfrm>
            <a:custGeom>
              <a:avLst/>
              <a:gdLst/>
              <a:ahLst/>
              <a:cxnLst/>
              <a:rect l="l" t="t" r="r" b="b"/>
              <a:pathLst>
                <a:path w="376" h="1140" extrusionOk="0">
                  <a:moveTo>
                    <a:pt x="88" y="1"/>
                  </a:moveTo>
                  <a:cubicBezTo>
                    <a:pt x="76" y="1"/>
                    <a:pt x="65" y="8"/>
                    <a:pt x="61" y="23"/>
                  </a:cubicBezTo>
                  <a:cubicBezTo>
                    <a:pt x="0" y="591"/>
                    <a:pt x="65" y="1019"/>
                    <a:pt x="84" y="1120"/>
                  </a:cubicBezTo>
                  <a:cubicBezTo>
                    <a:pt x="84" y="1131"/>
                    <a:pt x="96" y="1139"/>
                    <a:pt x="111" y="1139"/>
                  </a:cubicBezTo>
                  <a:lnTo>
                    <a:pt x="349" y="1139"/>
                  </a:lnTo>
                  <a:cubicBezTo>
                    <a:pt x="364" y="1139"/>
                    <a:pt x="375" y="1127"/>
                    <a:pt x="375" y="1111"/>
                  </a:cubicBezTo>
                  <a:cubicBezTo>
                    <a:pt x="375" y="1097"/>
                    <a:pt x="364" y="1085"/>
                    <a:pt x="349" y="1085"/>
                  </a:cubicBezTo>
                  <a:lnTo>
                    <a:pt x="276" y="1085"/>
                  </a:lnTo>
                  <a:cubicBezTo>
                    <a:pt x="260" y="1085"/>
                    <a:pt x="249" y="1074"/>
                    <a:pt x="249" y="1062"/>
                  </a:cubicBezTo>
                  <a:cubicBezTo>
                    <a:pt x="211" y="633"/>
                    <a:pt x="222" y="196"/>
                    <a:pt x="226" y="85"/>
                  </a:cubicBezTo>
                  <a:cubicBezTo>
                    <a:pt x="226" y="73"/>
                    <a:pt x="237" y="62"/>
                    <a:pt x="253" y="62"/>
                  </a:cubicBezTo>
                  <a:lnTo>
                    <a:pt x="322" y="62"/>
                  </a:lnTo>
                  <a:cubicBezTo>
                    <a:pt x="333" y="62"/>
                    <a:pt x="345" y="50"/>
                    <a:pt x="349" y="39"/>
                  </a:cubicBezTo>
                  <a:lnTo>
                    <a:pt x="349" y="31"/>
                  </a:lnTo>
                  <a:cubicBezTo>
                    <a:pt x="352" y="16"/>
                    <a:pt x="341" y="1"/>
                    <a:pt x="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7" name="Google Shape;7777;p56">
              <a:extLst>
                <a:ext uri="{FF2B5EF4-FFF2-40B4-BE49-F238E27FC236}">
                  <a16:creationId xmlns:a16="http://schemas.microsoft.com/office/drawing/2014/main" id="{1AB79306-7076-DBEA-F55E-F3A9332AAB86}"/>
                </a:ext>
              </a:extLst>
            </p:cNvPr>
            <p:cNvSpPr/>
            <p:nvPr/>
          </p:nvSpPr>
          <p:spPr>
            <a:xfrm>
              <a:off x="5315959" y="786060"/>
              <a:ext cx="726771" cy="368695"/>
            </a:xfrm>
            <a:custGeom>
              <a:avLst/>
              <a:gdLst/>
              <a:ahLst/>
              <a:cxnLst/>
              <a:rect l="l" t="t" r="r" b="b"/>
              <a:pathLst>
                <a:path w="8401" h="4262" extrusionOk="0">
                  <a:moveTo>
                    <a:pt x="5323" y="0"/>
                  </a:moveTo>
                  <a:cubicBezTo>
                    <a:pt x="4963" y="0"/>
                    <a:pt x="4596" y="4"/>
                    <a:pt x="4231" y="4"/>
                  </a:cubicBezTo>
                  <a:lnTo>
                    <a:pt x="4074" y="4"/>
                  </a:lnTo>
                  <a:cubicBezTo>
                    <a:pt x="3809" y="8"/>
                    <a:pt x="3549" y="8"/>
                    <a:pt x="3292" y="12"/>
                  </a:cubicBezTo>
                  <a:cubicBezTo>
                    <a:pt x="1644" y="23"/>
                    <a:pt x="254" y="50"/>
                    <a:pt x="254" y="50"/>
                  </a:cubicBezTo>
                  <a:cubicBezTo>
                    <a:pt x="1" y="1364"/>
                    <a:pt x="181" y="3518"/>
                    <a:pt x="238" y="4108"/>
                  </a:cubicBezTo>
                  <a:cubicBezTo>
                    <a:pt x="250" y="4208"/>
                    <a:pt x="254" y="4261"/>
                    <a:pt x="254" y="4261"/>
                  </a:cubicBezTo>
                  <a:lnTo>
                    <a:pt x="8400" y="4261"/>
                  </a:lnTo>
                  <a:lnTo>
                    <a:pt x="8400" y="69"/>
                  </a:lnTo>
                  <a:cubicBezTo>
                    <a:pt x="7887" y="20"/>
                    <a:pt x="6665" y="4"/>
                    <a:pt x="53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8" name="Google Shape;7778;p56">
              <a:extLst>
                <a:ext uri="{FF2B5EF4-FFF2-40B4-BE49-F238E27FC236}">
                  <a16:creationId xmlns:a16="http://schemas.microsoft.com/office/drawing/2014/main" id="{6F35A3E5-77DB-308A-93F4-BAC28A30E99F}"/>
                </a:ext>
              </a:extLst>
            </p:cNvPr>
            <p:cNvSpPr/>
            <p:nvPr/>
          </p:nvSpPr>
          <p:spPr>
            <a:xfrm>
              <a:off x="5328589" y="1147060"/>
              <a:ext cx="714140" cy="18340"/>
            </a:xfrm>
            <a:custGeom>
              <a:avLst/>
              <a:gdLst/>
              <a:ahLst/>
              <a:cxnLst/>
              <a:rect l="l" t="t" r="r" b="b"/>
              <a:pathLst>
                <a:path w="8255" h="212" extrusionOk="0">
                  <a:moveTo>
                    <a:pt x="100" y="1"/>
                  </a:moveTo>
                  <a:cubicBezTo>
                    <a:pt x="0" y="27"/>
                    <a:pt x="73" y="211"/>
                    <a:pt x="73" y="211"/>
                  </a:cubicBezTo>
                  <a:lnTo>
                    <a:pt x="8254" y="211"/>
                  </a:lnTo>
                  <a:lnTo>
                    <a:pt x="8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79" name="Google Shape;7779;p56">
              <a:extLst>
                <a:ext uri="{FF2B5EF4-FFF2-40B4-BE49-F238E27FC236}">
                  <a16:creationId xmlns:a16="http://schemas.microsoft.com/office/drawing/2014/main" id="{3E0204C1-B73B-19F3-E757-AFF709BD5E33}"/>
                </a:ext>
              </a:extLst>
            </p:cNvPr>
            <p:cNvSpPr/>
            <p:nvPr/>
          </p:nvSpPr>
          <p:spPr>
            <a:xfrm>
              <a:off x="5325648" y="778706"/>
              <a:ext cx="730058" cy="20416"/>
            </a:xfrm>
            <a:custGeom>
              <a:avLst/>
              <a:gdLst/>
              <a:ahLst/>
              <a:cxnLst/>
              <a:rect l="l" t="t" r="r" b="b"/>
              <a:pathLst>
                <a:path w="8439" h="236" extrusionOk="0">
                  <a:moveTo>
                    <a:pt x="130" y="1"/>
                  </a:moveTo>
                  <a:cubicBezTo>
                    <a:pt x="0" y="1"/>
                    <a:pt x="0" y="200"/>
                    <a:pt x="130" y="204"/>
                  </a:cubicBezTo>
                  <a:cubicBezTo>
                    <a:pt x="2253" y="212"/>
                    <a:pt x="4372" y="220"/>
                    <a:pt x="6495" y="227"/>
                  </a:cubicBezTo>
                  <a:cubicBezTo>
                    <a:pt x="7096" y="231"/>
                    <a:pt x="7702" y="231"/>
                    <a:pt x="8307" y="235"/>
                  </a:cubicBezTo>
                  <a:cubicBezTo>
                    <a:pt x="8438" y="235"/>
                    <a:pt x="8438" y="32"/>
                    <a:pt x="8307" y="32"/>
                  </a:cubicBezTo>
                  <a:cubicBezTo>
                    <a:pt x="6185" y="24"/>
                    <a:pt x="4065" y="16"/>
                    <a:pt x="1943" y="9"/>
                  </a:cubicBezTo>
                  <a:cubicBezTo>
                    <a:pt x="1341" y="5"/>
                    <a:pt x="736" y="1"/>
                    <a:pt x="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0" name="Google Shape;7780;p56">
              <a:extLst>
                <a:ext uri="{FF2B5EF4-FFF2-40B4-BE49-F238E27FC236}">
                  <a16:creationId xmlns:a16="http://schemas.microsoft.com/office/drawing/2014/main" id="{4EF29BC9-0EC9-BCAC-C1CE-319CF075F699}"/>
                </a:ext>
              </a:extLst>
            </p:cNvPr>
            <p:cNvSpPr/>
            <p:nvPr/>
          </p:nvSpPr>
          <p:spPr>
            <a:xfrm>
              <a:off x="5353071" y="818500"/>
              <a:ext cx="667425" cy="6748"/>
            </a:xfrm>
            <a:custGeom>
              <a:avLst/>
              <a:gdLst/>
              <a:ahLst/>
              <a:cxnLst/>
              <a:rect l="l" t="t" r="r" b="b"/>
              <a:pathLst>
                <a:path w="7715" h="78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8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1" name="Google Shape;7781;p56">
              <a:extLst>
                <a:ext uri="{FF2B5EF4-FFF2-40B4-BE49-F238E27FC236}">
                  <a16:creationId xmlns:a16="http://schemas.microsoft.com/office/drawing/2014/main" id="{C64D17D3-F49A-C009-457E-AACB3671F4A6}"/>
                </a:ext>
              </a:extLst>
            </p:cNvPr>
            <p:cNvSpPr/>
            <p:nvPr/>
          </p:nvSpPr>
          <p:spPr>
            <a:xfrm>
              <a:off x="5353071" y="85993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3"/>
                  </a:lnTo>
                  <a:lnTo>
                    <a:pt x="7715" y="73"/>
                  </a:lnTo>
                  <a:lnTo>
                    <a:pt x="7715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2" name="Google Shape;7782;p56">
              <a:extLst>
                <a:ext uri="{FF2B5EF4-FFF2-40B4-BE49-F238E27FC236}">
                  <a16:creationId xmlns:a16="http://schemas.microsoft.com/office/drawing/2014/main" id="{01A1F61B-55E9-82D8-F757-F89BA10D8AB6}"/>
                </a:ext>
              </a:extLst>
            </p:cNvPr>
            <p:cNvSpPr/>
            <p:nvPr/>
          </p:nvSpPr>
          <p:spPr>
            <a:xfrm>
              <a:off x="5353071" y="901116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3" name="Google Shape;7783;p56">
              <a:extLst>
                <a:ext uri="{FF2B5EF4-FFF2-40B4-BE49-F238E27FC236}">
                  <a16:creationId xmlns:a16="http://schemas.microsoft.com/office/drawing/2014/main" id="{411ECB55-862A-4778-0642-7E216C2888F2}"/>
                </a:ext>
              </a:extLst>
            </p:cNvPr>
            <p:cNvSpPr/>
            <p:nvPr/>
          </p:nvSpPr>
          <p:spPr>
            <a:xfrm>
              <a:off x="5353071" y="94220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5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4" name="Google Shape;7784;p56">
              <a:extLst>
                <a:ext uri="{FF2B5EF4-FFF2-40B4-BE49-F238E27FC236}">
                  <a16:creationId xmlns:a16="http://schemas.microsoft.com/office/drawing/2014/main" id="{578F5E63-B0E2-F62C-1A58-2C8959E05924}"/>
                </a:ext>
              </a:extLst>
            </p:cNvPr>
            <p:cNvSpPr/>
            <p:nvPr/>
          </p:nvSpPr>
          <p:spPr>
            <a:xfrm>
              <a:off x="5353071" y="983299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5" name="Google Shape;7785;p56">
              <a:extLst>
                <a:ext uri="{FF2B5EF4-FFF2-40B4-BE49-F238E27FC236}">
                  <a16:creationId xmlns:a16="http://schemas.microsoft.com/office/drawing/2014/main" id="{33E09630-F3CA-E675-7495-8BD4427CB08B}"/>
                </a:ext>
              </a:extLst>
            </p:cNvPr>
            <p:cNvSpPr/>
            <p:nvPr/>
          </p:nvSpPr>
          <p:spPr>
            <a:xfrm>
              <a:off x="5353071" y="1024391"/>
              <a:ext cx="667425" cy="6661"/>
            </a:xfrm>
            <a:custGeom>
              <a:avLst/>
              <a:gdLst/>
              <a:ahLst/>
              <a:cxnLst/>
              <a:rect l="l" t="t" r="r" b="b"/>
              <a:pathLst>
                <a:path w="7715" h="77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7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6" name="Google Shape;7786;p56">
              <a:extLst>
                <a:ext uri="{FF2B5EF4-FFF2-40B4-BE49-F238E27FC236}">
                  <a16:creationId xmlns:a16="http://schemas.microsoft.com/office/drawing/2014/main" id="{9A41595B-6995-3BA8-03D7-CA07B92E8EEB}"/>
                </a:ext>
              </a:extLst>
            </p:cNvPr>
            <p:cNvSpPr/>
            <p:nvPr/>
          </p:nvSpPr>
          <p:spPr>
            <a:xfrm>
              <a:off x="5353071" y="1065829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2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87" name="Google Shape;7787;p56">
              <a:extLst>
                <a:ext uri="{FF2B5EF4-FFF2-40B4-BE49-F238E27FC236}">
                  <a16:creationId xmlns:a16="http://schemas.microsoft.com/office/drawing/2014/main" id="{B2BA7A8E-35FE-BE84-7314-17619C50CA33}"/>
                </a:ext>
              </a:extLst>
            </p:cNvPr>
            <p:cNvSpPr/>
            <p:nvPr/>
          </p:nvSpPr>
          <p:spPr>
            <a:xfrm>
              <a:off x="5353071" y="1106920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4"/>
                  </a:lnTo>
                  <a:lnTo>
                    <a:pt x="7715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792" name="Google Shape;7792;p56">
            <a:extLst>
              <a:ext uri="{FF2B5EF4-FFF2-40B4-BE49-F238E27FC236}">
                <a16:creationId xmlns:a16="http://schemas.microsoft.com/office/drawing/2014/main" id="{72B7076C-B405-CCB8-21ED-58060FE2863A}"/>
              </a:ext>
            </a:extLst>
          </p:cNvPr>
          <p:cNvGrpSpPr/>
          <p:nvPr/>
        </p:nvGrpSpPr>
        <p:grpSpPr>
          <a:xfrm flipH="1">
            <a:off x="3425481" y="4335095"/>
            <a:ext cx="1475976" cy="662498"/>
            <a:chOff x="6706693" y="1706442"/>
            <a:chExt cx="821767" cy="368854"/>
          </a:xfrm>
        </p:grpSpPr>
        <p:sp>
          <p:nvSpPr>
            <p:cNvPr id="7793" name="Google Shape;7793;p56">
              <a:extLst>
                <a:ext uri="{FF2B5EF4-FFF2-40B4-BE49-F238E27FC236}">
                  <a16:creationId xmlns:a16="http://schemas.microsoft.com/office/drawing/2014/main" id="{C159C9DA-D276-7596-FC2D-7B8C74390382}"/>
                </a:ext>
              </a:extLst>
            </p:cNvPr>
            <p:cNvSpPr/>
            <p:nvPr/>
          </p:nvSpPr>
          <p:spPr>
            <a:xfrm>
              <a:off x="7136577" y="1706442"/>
              <a:ext cx="56500" cy="45564"/>
            </a:xfrm>
            <a:custGeom>
              <a:avLst/>
              <a:gdLst/>
              <a:ahLst/>
              <a:cxnLst/>
              <a:rect l="l" t="t" r="r" b="b"/>
              <a:pathLst>
                <a:path w="1173" h="946" extrusionOk="0">
                  <a:moveTo>
                    <a:pt x="590" y="1"/>
                  </a:moveTo>
                  <a:cubicBezTo>
                    <a:pt x="459" y="1"/>
                    <a:pt x="360" y="15"/>
                    <a:pt x="360" y="15"/>
                  </a:cubicBezTo>
                  <a:lnTo>
                    <a:pt x="0" y="945"/>
                  </a:lnTo>
                  <a:lnTo>
                    <a:pt x="1173" y="945"/>
                  </a:lnTo>
                  <a:lnTo>
                    <a:pt x="801" y="15"/>
                  </a:lnTo>
                  <a:cubicBezTo>
                    <a:pt x="728" y="4"/>
                    <a:pt x="655" y="1"/>
                    <a:pt x="5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94" name="Google Shape;7794;p56">
              <a:extLst>
                <a:ext uri="{FF2B5EF4-FFF2-40B4-BE49-F238E27FC236}">
                  <a16:creationId xmlns:a16="http://schemas.microsoft.com/office/drawing/2014/main" id="{D30CEDB0-1BCF-B3BA-72BE-A16C62FBC974}"/>
                </a:ext>
              </a:extLst>
            </p:cNvPr>
            <p:cNvSpPr/>
            <p:nvPr/>
          </p:nvSpPr>
          <p:spPr>
            <a:xfrm>
              <a:off x="7130605" y="1747865"/>
              <a:ext cx="68398" cy="8044"/>
            </a:xfrm>
            <a:custGeom>
              <a:avLst/>
              <a:gdLst/>
              <a:ahLst/>
              <a:cxnLst/>
              <a:rect l="l" t="t" r="r" b="b"/>
              <a:pathLst>
                <a:path w="1420" h="167" extrusionOk="0">
                  <a:moveTo>
                    <a:pt x="1323" y="1"/>
                  </a:moveTo>
                  <a:cubicBezTo>
                    <a:pt x="913" y="5"/>
                    <a:pt x="507" y="13"/>
                    <a:pt x="98" y="16"/>
                  </a:cubicBezTo>
                  <a:cubicBezTo>
                    <a:pt x="1" y="20"/>
                    <a:pt x="1" y="166"/>
                    <a:pt x="98" y="166"/>
                  </a:cubicBezTo>
                  <a:cubicBezTo>
                    <a:pt x="507" y="162"/>
                    <a:pt x="913" y="154"/>
                    <a:pt x="1323" y="151"/>
                  </a:cubicBezTo>
                  <a:cubicBezTo>
                    <a:pt x="1419" y="147"/>
                    <a:pt x="1419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795" name="Google Shape;7795;p56">
              <a:extLst>
                <a:ext uri="{FF2B5EF4-FFF2-40B4-BE49-F238E27FC236}">
                  <a16:creationId xmlns:a16="http://schemas.microsoft.com/office/drawing/2014/main" id="{D7EA682C-2EE1-5451-8652-82FB4D91E643}"/>
                </a:ext>
              </a:extLst>
            </p:cNvPr>
            <p:cNvSpPr/>
            <p:nvPr/>
          </p:nvSpPr>
          <p:spPr>
            <a:xfrm>
              <a:off x="6709741" y="1751863"/>
              <a:ext cx="815668" cy="270350"/>
            </a:xfrm>
            <a:custGeom>
              <a:avLst/>
              <a:gdLst/>
              <a:ahLst/>
              <a:cxnLst/>
              <a:rect l="l" t="t" r="r" b="b"/>
              <a:pathLst>
                <a:path w="16934" h="5613" extrusionOk="0">
                  <a:moveTo>
                    <a:pt x="9780" y="1"/>
                  </a:moveTo>
                  <a:cubicBezTo>
                    <a:pt x="8530" y="1"/>
                    <a:pt x="7103" y="57"/>
                    <a:pt x="5733" y="240"/>
                  </a:cubicBezTo>
                  <a:lnTo>
                    <a:pt x="3821" y="2608"/>
                  </a:lnTo>
                  <a:cubicBezTo>
                    <a:pt x="3821" y="2608"/>
                    <a:pt x="1031" y="3198"/>
                    <a:pt x="759" y="3294"/>
                  </a:cubicBezTo>
                  <a:cubicBezTo>
                    <a:pt x="488" y="3386"/>
                    <a:pt x="0" y="4314"/>
                    <a:pt x="330" y="5612"/>
                  </a:cubicBezTo>
                  <a:lnTo>
                    <a:pt x="16708" y="5612"/>
                  </a:lnTo>
                  <a:cubicBezTo>
                    <a:pt x="16708" y="5612"/>
                    <a:pt x="16934" y="4164"/>
                    <a:pt x="16573" y="3045"/>
                  </a:cubicBezTo>
                  <a:lnTo>
                    <a:pt x="15072" y="2597"/>
                  </a:lnTo>
                  <a:cubicBezTo>
                    <a:pt x="15072" y="2597"/>
                    <a:pt x="14159" y="722"/>
                    <a:pt x="13458" y="160"/>
                  </a:cubicBezTo>
                  <a:cubicBezTo>
                    <a:pt x="13458" y="160"/>
                    <a:pt x="11867" y="1"/>
                    <a:pt x="9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7796" name="Google Shape;7796;p56">
              <a:extLst>
                <a:ext uri="{FF2B5EF4-FFF2-40B4-BE49-F238E27FC236}">
                  <a16:creationId xmlns:a16="http://schemas.microsoft.com/office/drawing/2014/main" id="{F234ACFB-C365-A6F6-E5D7-2E297BDEAEF4}"/>
                </a:ext>
              </a:extLst>
            </p:cNvPr>
            <p:cNvGrpSpPr/>
            <p:nvPr/>
          </p:nvGrpSpPr>
          <p:grpSpPr>
            <a:xfrm>
              <a:off x="6867617" y="1903827"/>
              <a:ext cx="604343" cy="15220"/>
              <a:chOff x="6867617" y="1903827"/>
              <a:chExt cx="604343" cy="15220"/>
            </a:xfrm>
          </p:grpSpPr>
          <p:sp>
            <p:nvSpPr>
              <p:cNvPr id="7797" name="Google Shape;7797;p56">
                <a:extLst>
                  <a:ext uri="{FF2B5EF4-FFF2-40B4-BE49-F238E27FC236}">
                    <a16:creationId xmlns:a16="http://schemas.microsoft.com/office/drawing/2014/main" id="{53AC8471-4E7E-1B1D-7E21-67C1BB755AB0}"/>
                  </a:ext>
                </a:extLst>
              </p:cNvPr>
              <p:cNvSpPr/>
              <p:nvPr/>
            </p:nvSpPr>
            <p:spPr>
              <a:xfrm>
                <a:off x="746434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798" name="Google Shape;7798;p56">
                <a:extLst>
                  <a:ext uri="{FF2B5EF4-FFF2-40B4-BE49-F238E27FC236}">
                    <a16:creationId xmlns:a16="http://schemas.microsoft.com/office/drawing/2014/main" id="{103F6A40-7F39-D8F8-D53C-CF6EC9F3A040}"/>
                  </a:ext>
                </a:extLst>
              </p:cNvPr>
              <p:cNvSpPr/>
              <p:nvPr/>
            </p:nvSpPr>
            <p:spPr>
              <a:xfrm>
                <a:off x="745678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799" name="Google Shape;7799;p56">
                <a:extLst>
                  <a:ext uri="{FF2B5EF4-FFF2-40B4-BE49-F238E27FC236}">
                    <a16:creationId xmlns:a16="http://schemas.microsoft.com/office/drawing/2014/main" id="{0ADA9D1A-73C5-A316-1346-FD736BCFAADC}"/>
                  </a:ext>
                </a:extLst>
              </p:cNvPr>
              <p:cNvSpPr/>
              <p:nvPr/>
            </p:nvSpPr>
            <p:spPr>
              <a:xfrm>
                <a:off x="7449225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0" name="Google Shape;7800;p56">
                <a:extLst>
                  <a:ext uri="{FF2B5EF4-FFF2-40B4-BE49-F238E27FC236}">
                    <a16:creationId xmlns:a16="http://schemas.microsoft.com/office/drawing/2014/main" id="{97273E53-33AC-FC1B-34C3-CD4B5A01A07C}"/>
                  </a:ext>
                </a:extLst>
              </p:cNvPr>
              <p:cNvSpPr/>
              <p:nvPr/>
            </p:nvSpPr>
            <p:spPr>
              <a:xfrm>
                <a:off x="744161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1" name="Google Shape;7801;p56">
                <a:extLst>
                  <a:ext uri="{FF2B5EF4-FFF2-40B4-BE49-F238E27FC236}">
                    <a16:creationId xmlns:a16="http://schemas.microsoft.com/office/drawing/2014/main" id="{5384B1AA-3BA0-A480-3E34-48C2EC25C766}"/>
                  </a:ext>
                </a:extLst>
              </p:cNvPr>
              <p:cNvSpPr/>
              <p:nvPr/>
            </p:nvSpPr>
            <p:spPr>
              <a:xfrm>
                <a:off x="743405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2" name="Google Shape;7802;p56">
                <a:extLst>
                  <a:ext uri="{FF2B5EF4-FFF2-40B4-BE49-F238E27FC236}">
                    <a16:creationId xmlns:a16="http://schemas.microsoft.com/office/drawing/2014/main" id="{62A5BCAE-ECE5-35D6-F0DB-F8AF7652C179}"/>
                  </a:ext>
                </a:extLst>
              </p:cNvPr>
              <p:cNvSpPr/>
              <p:nvPr/>
            </p:nvSpPr>
            <p:spPr>
              <a:xfrm>
                <a:off x="742653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3" name="Google Shape;7803;p56">
                <a:extLst>
                  <a:ext uri="{FF2B5EF4-FFF2-40B4-BE49-F238E27FC236}">
                    <a16:creationId xmlns:a16="http://schemas.microsoft.com/office/drawing/2014/main" id="{6B253E0C-4346-9062-81A6-221F52F25611}"/>
                  </a:ext>
                </a:extLst>
              </p:cNvPr>
              <p:cNvSpPr/>
              <p:nvPr/>
            </p:nvSpPr>
            <p:spPr>
              <a:xfrm>
                <a:off x="741897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4" name="Google Shape;7804;p56">
                <a:extLst>
                  <a:ext uri="{FF2B5EF4-FFF2-40B4-BE49-F238E27FC236}">
                    <a16:creationId xmlns:a16="http://schemas.microsoft.com/office/drawing/2014/main" id="{5DB8C0B0-3936-7B71-DC81-BB809689A9B6}"/>
                  </a:ext>
                </a:extLst>
              </p:cNvPr>
              <p:cNvSpPr/>
              <p:nvPr/>
            </p:nvSpPr>
            <p:spPr>
              <a:xfrm>
                <a:off x="7411366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5" name="Google Shape;7805;p56">
                <a:extLst>
                  <a:ext uri="{FF2B5EF4-FFF2-40B4-BE49-F238E27FC236}">
                    <a16:creationId xmlns:a16="http://schemas.microsoft.com/office/drawing/2014/main" id="{5F915D20-6104-E63D-4A38-8B9F54219DC0}"/>
                  </a:ext>
                </a:extLst>
              </p:cNvPr>
              <p:cNvSpPr/>
              <p:nvPr/>
            </p:nvSpPr>
            <p:spPr>
              <a:xfrm>
                <a:off x="740380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6" name="Google Shape;7806;p56">
                <a:extLst>
                  <a:ext uri="{FF2B5EF4-FFF2-40B4-BE49-F238E27FC236}">
                    <a16:creationId xmlns:a16="http://schemas.microsoft.com/office/drawing/2014/main" id="{50B3B5C7-49BB-AFF6-E88F-F8FD1146879A}"/>
                  </a:ext>
                </a:extLst>
              </p:cNvPr>
              <p:cNvSpPr/>
              <p:nvPr/>
            </p:nvSpPr>
            <p:spPr>
              <a:xfrm>
                <a:off x="73962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7" name="Google Shape;7807;p56">
                <a:extLst>
                  <a:ext uri="{FF2B5EF4-FFF2-40B4-BE49-F238E27FC236}">
                    <a16:creationId xmlns:a16="http://schemas.microsoft.com/office/drawing/2014/main" id="{1E5BEC45-4B36-9E1C-D162-57073FD2BC6D}"/>
                  </a:ext>
                </a:extLst>
              </p:cNvPr>
              <p:cNvSpPr/>
              <p:nvPr/>
            </p:nvSpPr>
            <p:spPr>
              <a:xfrm>
                <a:off x="7388632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8" name="Google Shape;7808;p56">
                <a:extLst>
                  <a:ext uri="{FF2B5EF4-FFF2-40B4-BE49-F238E27FC236}">
                    <a16:creationId xmlns:a16="http://schemas.microsoft.com/office/drawing/2014/main" id="{22A25B31-91FF-E51A-3045-9D4C6F7B7B27}"/>
                  </a:ext>
                </a:extLst>
              </p:cNvPr>
              <p:cNvSpPr/>
              <p:nvPr/>
            </p:nvSpPr>
            <p:spPr>
              <a:xfrm>
                <a:off x="7381118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09" name="Google Shape;7809;p56">
                <a:extLst>
                  <a:ext uri="{FF2B5EF4-FFF2-40B4-BE49-F238E27FC236}">
                    <a16:creationId xmlns:a16="http://schemas.microsoft.com/office/drawing/2014/main" id="{6C2287BE-4E1A-3C94-F1CA-4C9069912540}"/>
                  </a:ext>
                </a:extLst>
              </p:cNvPr>
              <p:cNvSpPr/>
              <p:nvPr/>
            </p:nvSpPr>
            <p:spPr>
              <a:xfrm>
                <a:off x="7373748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0" name="Google Shape;7810;p56">
                <a:extLst>
                  <a:ext uri="{FF2B5EF4-FFF2-40B4-BE49-F238E27FC236}">
                    <a16:creationId xmlns:a16="http://schemas.microsoft.com/office/drawing/2014/main" id="{F3ACF5B3-3E4D-BCF5-C403-016DE34AEDDA}"/>
                  </a:ext>
                </a:extLst>
              </p:cNvPr>
              <p:cNvSpPr/>
              <p:nvPr/>
            </p:nvSpPr>
            <p:spPr>
              <a:xfrm>
                <a:off x="7366138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1" name="Google Shape;7811;p56">
                <a:extLst>
                  <a:ext uri="{FF2B5EF4-FFF2-40B4-BE49-F238E27FC236}">
                    <a16:creationId xmlns:a16="http://schemas.microsoft.com/office/drawing/2014/main" id="{2502D6A4-878B-C27C-5C2A-973D4DA5C421}"/>
                  </a:ext>
                </a:extLst>
              </p:cNvPr>
              <p:cNvSpPr/>
              <p:nvPr/>
            </p:nvSpPr>
            <p:spPr>
              <a:xfrm>
                <a:off x="735857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2" name="Google Shape;7812;p56">
                <a:extLst>
                  <a:ext uri="{FF2B5EF4-FFF2-40B4-BE49-F238E27FC236}">
                    <a16:creationId xmlns:a16="http://schemas.microsoft.com/office/drawing/2014/main" id="{C0A8A52A-279F-459E-1473-DB18FCCF9687}"/>
                  </a:ext>
                </a:extLst>
              </p:cNvPr>
              <p:cNvSpPr/>
              <p:nvPr/>
            </p:nvSpPr>
            <p:spPr>
              <a:xfrm>
                <a:off x="7351014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3" name="Google Shape;7813;p56">
                <a:extLst>
                  <a:ext uri="{FF2B5EF4-FFF2-40B4-BE49-F238E27FC236}">
                    <a16:creationId xmlns:a16="http://schemas.microsoft.com/office/drawing/2014/main" id="{35A725B2-4D8D-FE5F-ADE6-6E06CEA8ED12}"/>
                  </a:ext>
                </a:extLst>
              </p:cNvPr>
              <p:cNvSpPr/>
              <p:nvPr/>
            </p:nvSpPr>
            <p:spPr>
              <a:xfrm>
                <a:off x="73434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4" name="Google Shape;7814;p56">
                <a:extLst>
                  <a:ext uri="{FF2B5EF4-FFF2-40B4-BE49-F238E27FC236}">
                    <a16:creationId xmlns:a16="http://schemas.microsoft.com/office/drawing/2014/main" id="{DF9326F1-0532-810B-B695-1012CF07F698}"/>
                  </a:ext>
                </a:extLst>
              </p:cNvPr>
              <p:cNvSpPr/>
              <p:nvPr/>
            </p:nvSpPr>
            <p:spPr>
              <a:xfrm>
                <a:off x="73358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5" name="Google Shape;7815;p56">
                <a:extLst>
                  <a:ext uri="{FF2B5EF4-FFF2-40B4-BE49-F238E27FC236}">
                    <a16:creationId xmlns:a16="http://schemas.microsoft.com/office/drawing/2014/main" id="{E4B3FC1D-F331-8111-78C0-4C41032F519D}"/>
                  </a:ext>
                </a:extLst>
              </p:cNvPr>
              <p:cNvSpPr/>
              <p:nvPr/>
            </p:nvSpPr>
            <p:spPr>
              <a:xfrm>
                <a:off x="73283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6" name="Google Shape;7816;p56">
                <a:extLst>
                  <a:ext uri="{FF2B5EF4-FFF2-40B4-BE49-F238E27FC236}">
                    <a16:creationId xmlns:a16="http://schemas.microsoft.com/office/drawing/2014/main" id="{2230EF71-3214-D50B-5F90-B6F83F1562C4}"/>
                  </a:ext>
                </a:extLst>
              </p:cNvPr>
              <p:cNvSpPr/>
              <p:nvPr/>
            </p:nvSpPr>
            <p:spPr>
              <a:xfrm>
                <a:off x="732076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7" name="Google Shape;7817;p56">
                <a:extLst>
                  <a:ext uri="{FF2B5EF4-FFF2-40B4-BE49-F238E27FC236}">
                    <a16:creationId xmlns:a16="http://schemas.microsoft.com/office/drawing/2014/main" id="{DA34AF5C-D417-7BAA-1A33-EB663444204A}"/>
                  </a:ext>
                </a:extLst>
              </p:cNvPr>
              <p:cNvSpPr/>
              <p:nvPr/>
            </p:nvSpPr>
            <p:spPr>
              <a:xfrm>
                <a:off x="7313155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8" name="Google Shape;7818;p56">
                <a:extLst>
                  <a:ext uri="{FF2B5EF4-FFF2-40B4-BE49-F238E27FC236}">
                    <a16:creationId xmlns:a16="http://schemas.microsoft.com/office/drawing/2014/main" id="{8724A8A2-276A-D3BA-0B05-2061A383F42C}"/>
                  </a:ext>
                </a:extLst>
              </p:cNvPr>
              <p:cNvSpPr/>
              <p:nvPr/>
            </p:nvSpPr>
            <p:spPr>
              <a:xfrm>
                <a:off x="730559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19" name="Google Shape;7819;p56">
                <a:extLst>
                  <a:ext uri="{FF2B5EF4-FFF2-40B4-BE49-F238E27FC236}">
                    <a16:creationId xmlns:a16="http://schemas.microsoft.com/office/drawing/2014/main" id="{8A9DF55A-9CBE-E2E3-6D7B-8830AA9ED99B}"/>
                  </a:ext>
                </a:extLst>
              </p:cNvPr>
              <p:cNvSpPr/>
              <p:nvPr/>
            </p:nvSpPr>
            <p:spPr>
              <a:xfrm>
                <a:off x="7298079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0" name="Google Shape;7820;p56">
                <a:extLst>
                  <a:ext uri="{FF2B5EF4-FFF2-40B4-BE49-F238E27FC236}">
                    <a16:creationId xmlns:a16="http://schemas.microsoft.com/office/drawing/2014/main" id="{3068A156-C55E-C725-43C4-45A299AA4583}"/>
                  </a:ext>
                </a:extLst>
              </p:cNvPr>
              <p:cNvSpPr/>
              <p:nvPr/>
            </p:nvSpPr>
            <p:spPr>
              <a:xfrm>
                <a:off x="729051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1" name="Google Shape;7821;p56">
                <a:extLst>
                  <a:ext uri="{FF2B5EF4-FFF2-40B4-BE49-F238E27FC236}">
                    <a16:creationId xmlns:a16="http://schemas.microsoft.com/office/drawing/2014/main" id="{7CEE5FDA-C251-B828-51C2-DC42064FF489}"/>
                  </a:ext>
                </a:extLst>
              </p:cNvPr>
              <p:cNvSpPr/>
              <p:nvPr/>
            </p:nvSpPr>
            <p:spPr>
              <a:xfrm>
                <a:off x="7283099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2" name="Google Shape;7822;p56">
                <a:extLst>
                  <a:ext uri="{FF2B5EF4-FFF2-40B4-BE49-F238E27FC236}">
                    <a16:creationId xmlns:a16="http://schemas.microsoft.com/office/drawing/2014/main" id="{FA9FC5B1-761D-6ACE-AC41-95A8CBF7D603}"/>
                  </a:ext>
                </a:extLst>
              </p:cNvPr>
              <p:cNvSpPr/>
              <p:nvPr/>
            </p:nvSpPr>
            <p:spPr>
              <a:xfrm>
                <a:off x="727553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3" name="Google Shape;7823;p56">
                <a:extLst>
                  <a:ext uri="{FF2B5EF4-FFF2-40B4-BE49-F238E27FC236}">
                    <a16:creationId xmlns:a16="http://schemas.microsoft.com/office/drawing/2014/main" id="{30E3FC57-434E-C7BE-E673-3A26968F825D}"/>
                  </a:ext>
                </a:extLst>
              </p:cNvPr>
              <p:cNvSpPr/>
              <p:nvPr/>
            </p:nvSpPr>
            <p:spPr>
              <a:xfrm>
                <a:off x="7267927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4" name="Google Shape;7824;p56">
                <a:extLst>
                  <a:ext uri="{FF2B5EF4-FFF2-40B4-BE49-F238E27FC236}">
                    <a16:creationId xmlns:a16="http://schemas.microsoft.com/office/drawing/2014/main" id="{E1DA9AEB-D0C2-A385-2747-3DBD33A25096}"/>
                  </a:ext>
                </a:extLst>
              </p:cNvPr>
              <p:cNvSpPr/>
              <p:nvPr/>
            </p:nvSpPr>
            <p:spPr>
              <a:xfrm>
                <a:off x="7260413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5" name="Google Shape;7825;p56">
                <a:extLst>
                  <a:ext uri="{FF2B5EF4-FFF2-40B4-BE49-F238E27FC236}">
                    <a16:creationId xmlns:a16="http://schemas.microsoft.com/office/drawing/2014/main" id="{0C27F7CE-77B9-E581-FF67-DA4032590E76}"/>
                  </a:ext>
                </a:extLst>
              </p:cNvPr>
              <p:cNvSpPr/>
              <p:nvPr/>
            </p:nvSpPr>
            <p:spPr>
              <a:xfrm>
                <a:off x="725285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6" name="Google Shape;7826;p56">
                <a:extLst>
                  <a:ext uri="{FF2B5EF4-FFF2-40B4-BE49-F238E27FC236}">
                    <a16:creationId xmlns:a16="http://schemas.microsoft.com/office/drawing/2014/main" id="{7378DC48-8D95-A5F1-9782-5F672516E278}"/>
                  </a:ext>
                </a:extLst>
              </p:cNvPr>
              <p:cNvSpPr/>
              <p:nvPr/>
            </p:nvSpPr>
            <p:spPr>
              <a:xfrm>
                <a:off x="724528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7" name="Google Shape;7827;p56">
                <a:extLst>
                  <a:ext uri="{FF2B5EF4-FFF2-40B4-BE49-F238E27FC236}">
                    <a16:creationId xmlns:a16="http://schemas.microsoft.com/office/drawing/2014/main" id="{EE525DA3-92C4-3F28-3E99-09A12EF8679E}"/>
                  </a:ext>
                </a:extLst>
              </p:cNvPr>
              <p:cNvSpPr/>
              <p:nvPr/>
            </p:nvSpPr>
            <p:spPr>
              <a:xfrm>
                <a:off x="723767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8" name="Google Shape;7828;p56">
                <a:extLst>
                  <a:ext uri="{FF2B5EF4-FFF2-40B4-BE49-F238E27FC236}">
                    <a16:creationId xmlns:a16="http://schemas.microsoft.com/office/drawing/2014/main" id="{1371E738-8DC0-D7AA-B5F2-A686AD3D10F3}"/>
                  </a:ext>
                </a:extLst>
              </p:cNvPr>
              <p:cNvSpPr/>
              <p:nvPr/>
            </p:nvSpPr>
            <p:spPr>
              <a:xfrm>
                <a:off x="723011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29" name="Google Shape;7829;p56">
                <a:extLst>
                  <a:ext uri="{FF2B5EF4-FFF2-40B4-BE49-F238E27FC236}">
                    <a16:creationId xmlns:a16="http://schemas.microsoft.com/office/drawing/2014/main" id="{67BF1B06-7E80-6BE3-ACE1-18CBFF6111B4}"/>
                  </a:ext>
                </a:extLst>
              </p:cNvPr>
              <p:cNvSpPr/>
              <p:nvPr/>
            </p:nvSpPr>
            <p:spPr>
              <a:xfrm>
                <a:off x="722255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0" name="Google Shape;7830;p56">
                <a:extLst>
                  <a:ext uri="{FF2B5EF4-FFF2-40B4-BE49-F238E27FC236}">
                    <a16:creationId xmlns:a16="http://schemas.microsoft.com/office/drawing/2014/main" id="{E728C402-67A2-B5C2-B742-966475FF64C4}"/>
                  </a:ext>
                </a:extLst>
              </p:cNvPr>
              <p:cNvSpPr/>
              <p:nvPr/>
            </p:nvSpPr>
            <p:spPr>
              <a:xfrm>
                <a:off x="721499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1" name="Google Shape;7831;p56">
                <a:extLst>
                  <a:ext uri="{FF2B5EF4-FFF2-40B4-BE49-F238E27FC236}">
                    <a16:creationId xmlns:a16="http://schemas.microsoft.com/office/drawing/2014/main" id="{0BCCCB26-0F2C-41E5-5066-72C42C2BBEA7}"/>
                  </a:ext>
                </a:extLst>
              </p:cNvPr>
              <p:cNvSpPr/>
              <p:nvPr/>
            </p:nvSpPr>
            <p:spPr>
              <a:xfrm>
                <a:off x="720743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2" name="Google Shape;7832;p56">
                <a:extLst>
                  <a:ext uri="{FF2B5EF4-FFF2-40B4-BE49-F238E27FC236}">
                    <a16:creationId xmlns:a16="http://schemas.microsoft.com/office/drawing/2014/main" id="{A571A641-5A03-35D2-054F-68B92F2B68C0}"/>
                  </a:ext>
                </a:extLst>
              </p:cNvPr>
              <p:cNvSpPr/>
              <p:nvPr/>
            </p:nvSpPr>
            <p:spPr>
              <a:xfrm>
                <a:off x="719986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3" name="Google Shape;7833;p56">
                <a:extLst>
                  <a:ext uri="{FF2B5EF4-FFF2-40B4-BE49-F238E27FC236}">
                    <a16:creationId xmlns:a16="http://schemas.microsoft.com/office/drawing/2014/main" id="{5EA0409A-7FDE-7587-65CD-3E8BB8FC97DA}"/>
                  </a:ext>
                </a:extLst>
              </p:cNvPr>
              <p:cNvSpPr/>
              <p:nvPr/>
            </p:nvSpPr>
            <p:spPr>
              <a:xfrm>
                <a:off x="719230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4" name="Google Shape;7834;p56">
                <a:extLst>
                  <a:ext uri="{FF2B5EF4-FFF2-40B4-BE49-F238E27FC236}">
                    <a16:creationId xmlns:a16="http://schemas.microsoft.com/office/drawing/2014/main" id="{5C53531B-B8DE-A776-C341-142B30C57A2B}"/>
                  </a:ext>
                </a:extLst>
              </p:cNvPr>
              <p:cNvSpPr/>
              <p:nvPr/>
            </p:nvSpPr>
            <p:spPr>
              <a:xfrm>
                <a:off x="7184888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5" name="Google Shape;7835;p56">
                <a:extLst>
                  <a:ext uri="{FF2B5EF4-FFF2-40B4-BE49-F238E27FC236}">
                    <a16:creationId xmlns:a16="http://schemas.microsoft.com/office/drawing/2014/main" id="{0A7C95EF-8F8F-A6E3-9D27-C31EE5FF07E1}"/>
                  </a:ext>
                </a:extLst>
              </p:cNvPr>
              <p:cNvSpPr/>
              <p:nvPr/>
            </p:nvSpPr>
            <p:spPr>
              <a:xfrm>
                <a:off x="7177374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6" name="Google Shape;7836;p56">
                <a:extLst>
                  <a:ext uri="{FF2B5EF4-FFF2-40B4-BE49-F238E27FC236}">
                    <a16:creationId xmlns:a16="http://schemas.microsoft.com/office/drawing/2014/main" id="{867441D6-F8BC-F8DB-A69C-83D7678249E5}"/>
                  </a:ext>
                </a:extLst>
              </p:cNvPr>
              <p:cNvSpPr/>
              <p:nvPr/>
            </p:nvSpPr>
            <p:spPr>
              <a:xfrm>
                <a:off x="7169764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7" name="Google Shape;7837;p56">
                <a:extLst>
                  <a:ext uri="{FF2B5EF4-FFF2-40B4-BE49-F238E27FC236}">
                    <a16:creationId xmlns:a16="http://schemas.microsoft.com/office/drawing/2014/main" id="{AAAE5ECF-64D6-1789-9E0A-FB1839CB2E43}"/>
                  </a:ext>
                </a:extLst>
              </p:cNvPr>
              <p:cNvSpPr/>
              <p:nvPr/>
            </p:nvSpPr>
            <p:spPr>
              <a:xfrm>
                <a:off x="716220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8" name="Google Shape;7838;p56">
                <a:extLst>
                  <a:ext uri="{FF2B5EF4-FFF2-40B4-BE49-F238E27FC236}">
                    <a16:creationId xmlns:a16="http://schemas.microsoft.com/office/drawing/2014/main" id="{E876A330-F0AE-7151-73CF-1D31E79AFDC5}"/>
                  </a:ext>
                </a:extLst>
              </p:cNvPr>
              <p:cNvSpPr/>
              <p:nvPr/>
            </p:nvSpPr>
            <p:spPr>
              <a:xfrm>
                <a:off x="715464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39" name="Google Shape;7839;p56">
                <a:extLst>
                  <a:ext uri="{FF2B5EF4-FFF2-40B4-BE49-F238E27FC236}">
                    <a16:creationId xmlns:a16="http://schemas.microsoft.com/office/drawing/2014/main" id="{CA1E7EFE-A3BC-6AD4-857B-2A5C4E991A43}"/>
                  </a:ext>
                </a:extLst>
              </p:cNvPr>
              <p:cNvSpPr/>
              <p:nvPr/>
            </p:nvSpPr>
            <p:spPr>
              <a:xfrm>
                <a:off x="714707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0" name="Google Shape;7840;p56">
                <a:extLst>
                  <a:ext uri="{FF2B5EF4-FFF2-40B4-BE49-F238E27FC236}">
                    <a16:creationId xmlns:a16="http://schemas.microsoft.com/office/drawing/2014/main" id="{C30730C3-7FC3-AEC5-D884-C11E2EE3D49E}"/>
                  </a:ext>
                </a:extLst>
              </p:cNvPr>
              <p:cNvSpPr/>
              <p:nvPr/>
            </p:nvSpPr>
            <p:spPr>
              <a:xfrm>
                <a:off x="713946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1" name="Google Shape;7841;p56">
                <a:extLst>
                  <a:ext uri="{FF2B5EF4-FFF2-40B4-BE49-F238E27FC236}">
                    <a16:creationId xmlns:a16="http://schemas.microsoft.com/office/drawing/2014/main" id="{78C9C52C-8505-35E1-EED3-42D643C68F18}"/>
                  </a:ext>
                </a:extLst>
              </p:cNvPr>
              <p:cNvSpPr/>
              <p:nvPr/>
            </p:nvSpPr>
            <p:spPr>
              <a:xfrm>
                <a:off x="7131953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2" name="Google Shape;7842;p56">
                <a:extLst>
                  <a:ext uri="{FF2B5EF4-FFF2-40B4-BE49-F238E27FC236}">
                    <a16:creationId xmlns:a16="http://schemas.microsoft.com/office/drawing/2014/main" id="{9752B5A1-9479-05D4-A9B4-D92086BAB833}"/>
                  </a:ext>
                </a:extLst>
              </p:cNvPr>
              <p:cNvSpPr/>
              <p:nvPr/>
            </p:nvSpPr>
            <p:spPr>
              <a:xfrm>
                <a:off x="712439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3" name="Google Shape;7843;p56">
                <a:extLst>
                  <a:ext uri="{FF2B5EF4-FFF2-40B4-BE49-F238E27FC236}">
                    <a16:creationId xmlns:a16="http://schemas.microsoft.com/office/drawing/2014/main" id="{CBD20B7B-F81F-A4B8-7950-F2455ECD2957}"/>
                  </a:ext>
                </a:extLst>
              </p:cNvPr>
              <p:cNvSpPr/>
              <p:nvPr/>
            </p:nvSpPr>
            <p:spPr>
              <a:xfrm>
                <a:off x="71168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4" name="Google Shape;7844;p56">
                <a:extLst>
                  <a:ext uri="{FF2B5EF4-FFF2-40B4-BE49-F238E27FC236}">
                    <a16:creationId xmlns:a16="http://schemas.microsoft.com/office/drawing/2014/main" id="{E24CC520-6816-512C-4388-DA7AC06CE8DA}"/>
                  </a:ext>
                </a:extLst>
              </p:cNvPr>
              <p:cNvSpPr/>
              <p:nvPr/>
            </p:nvSpPr>
            <p:spPr>
              <a:xfrm>
                <a:off x="7109219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5" name="Google Shape;7845;p56">
                <a:extLst>
                  <a:ext uri="{FF2B5EF4-FFF2-40B4-BE49-F238E27FC236}">
                    <a16:creationId xmlns:a16="http://schemas.microsoft.com/office/drawing/2014/main" id="{D7A993B2-6ABB-F537-1AC7-465310EBB5E1}"/>
                  </a:ext>
                </a:extLst>
              </p:cNvPr>
              <p:cNvSpPr/>
              <p:nvPr/>
            </p:nvSpPr>
            <p:spPr>
              <a:xfrm>
                <a:off x="710165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6" name="Google Shape;7846;p56">
                <a:extLst>
                  <a:ext uri="{FF2B5EF4-FFF2-40B4-BE49-F238E27FC236}">
                    <a16:creationId xmlns:a16="http://schemas.microsoft.com/office/drawing/2014/main" id="{DAAAB60B-7E4E-947A-CFA3-78B136EB4A3A}"/>
                  </a:ext>
                </a:extLst>
              </p:cNvPr>
              <p:cNvSpPr/>
              <p:nvPr/>
            </p:nvSpPr>
            <p:spPr>
              <a:xfrm>
                <a:off x="709409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7" name="Google Shape;7847;p56">
                <a:extLst>
                  <a:ext uri="{FF2B5EF4-FFF2-40B4-BE49-F238E27FC236}">
                    <a16:creationId xmlns:a16="http://schemas.microsoft.com/office/drawing/2014/main" id="{3815B32C-A893-4CBF-3491-7F5D3066D39A}"/>
                  </a:ext>
                </a:extLst>
              </p:cNvPr>
              <p:cNvSpPr/>
              <p:nvPr/>
            </p:nvSpPr>
            <p:spPr>
              <a:xfrm>
                <a:off x="7086725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3" y="158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8" name="Google Shape;7848;p56">
                <a:extLst>
                  <a:ext uri="{FF2B5EF4-FFF2-40B4-BE49-F238E27FC236}">
                    <a16:creationId xmlns:a16="http://schemas.microsoft.com/office/drawing/2014/main" id="{4D28B102-EB7B-661A-6A35-908E2F13BFE0}"/>
                  </a:ext>
                </a:extLst>
              </p:cNvPr>
              <p:cNvSpPr/>
              <p:nvPr/>
            </p:nvSpPr>
            <p:spPr>
              <a:xfrm>
                <a:off x="707916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49" name="Google Shape;7849;p56">
                <a:extLst>
                  <a:ext uri="{FF2B5EF4-FFF2-40B4-BE49-F238E27FC236}">
                    <a16:creationId xmlns:a16="http://schemas.microsoft.com/office/drawing/2014/main" id="{1D44F862-7EA5-8B52-6DB2-847D4E88224A}"/>
                  </a:ext>
                </a:extLst>
              </p:cNvPr>
              <p:cNvSpPr/>
              <p:nvPr/>
            </p:nvSpPr>
            <p:spPr>
              <a:xfrm>
                <a:off x="707160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0" name="Google Shape;7850;p56">
                <a:extLst>
                  <a:ext uri="{FF2B5EF4-FFF2-40B4-BE49-F238E27FC236}">
                    <a16:creationId xmlns:a16="http://schemas.microsoft.com/office/drawing/2014/main" id="{30B73DEC-DFD3-3BE1-4DC0-3553175D47EC}"/>
                  </a:ext>
                </a:extLst>
              </p:cNvPr>
              <p:cNvSpPr/>
              <p:nvPr/>
            </p:nvSpPr>
            <p:spPr>
              <a:xfrm>
                <a:off x="7063991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1" name="Google Shape;7851;p56">
                <a:extLst>
                  <a:ext uri="{FF2B5EF4-FFF2-40B4-BE49-F238E27FC236}">
                    <a16:creationId xmlns:a16="http://schemas.microsoft.com/office/drawing/2014/main" id="{88CE596C-BCAB-4F6C-5430-BEE81C8EB6BC}"/>
                  </a:ext>
                </a:extLst>
              </p:cNvPr>
              <p:cNvSpPr/>
              <p:nvPr/>
            </p:nvSpPr>
            <p:spPr>
              <a:xfrm>
                <a:off x="70564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2" name="Google Shape;7852;p56">
                <a:extLst>
                  <a:ext uri="{FF2B5EF4-FFF2-40B4-BE49-F238E27FC236}">
                    <a16:creationId xmlns:a16="http://schemas.microsoft.com/office/drawing/2014/main" id="{193A70E4-F55B-1AEC-841D-1DDC87DBD89B}"/>
                  </a:ext>
                </a:extLst>
              </p:cNvPr>
              <p:cNvSpPr/>
              <p:nvPr/>
            </p:nvSpPr>
            <p:spPr>
              <a:xfrm>
                <a:off x="7048915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3" name="Google Shape;7853;p56">
                <a:extLst>
                  <a:ext uri="{FF2B5EF4-FFF2-40B4-BE49-F238E27FC236}">
                    <a16:creationId xmlns:a16="http://schemas.microsoft.com/office/drawing/2014/main" id="{75C4FAF3-722A-8588-6DB6-2FC1CF7C6FB9}"/>
                  </a:ext>
                </a:extLst>
              </p:cNvPr>
              <p:cNvSpPr/>
              <p:nvPr/>
            </p:nvSpPr>
            <p:spPr>
              <a:xfrm>
                <a:off x="7041304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4" name="Google Shape;7854;p56">
                <a:extLst>
                  <a:ext uri="{FF2B5EF4-FFF2-40B4-BE49-F238E27FC236}">
                    <a16:creationId xmlns:a16="http://schemas.microsoft.com/office/drawing/2014/main" id="{2E989082-5F27-4611-707E-1294CF610CCA}"/>
                  </a:ext>
                </a:extLst>
              </p:cNvPr>
              <p:cNvSpPr/>
              <p:nvPr/>
            </p:nvSpPr>
            <p:spPr>
              <a:xfrm>
                <a:off x="70337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5" name="Google Shape;7855;p56">
                <a:extLst>
                  <a:ext uri="{FF2B5EF4-FFF2-40B4-BE49-F238E27FC236}">
                    <a16:creationId xmlns:a16="http://schemas.microsoft.com/office/drawing/2014/main" id="{6765F675-349C-693D-5B7D-87895BCBB6F7}"/>
                  </a:ext>
                </a:extLst>
              </p:cNvPr>
              <p:cNvSpPr/>
              <p:nvPr/>
            </p:nvSpPr>
            <p:spPr>
              <a:xfrm>
                <a:off x="702618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6" name="Google Shape;7856;p56">
                <a:extLst>
                  <a:ext uri="{FF2B5EF4-FFF2-40B4-BE49-F238E27FC236}">
                    <a16:creationId xmlns:a16="http://schemas.microsoft.com/office/drawing/2014/main" id="{AE876AA5-5675-313C-4EC7-6B2F2E57C2A1}"/>
                  </a:ext>
                </a:extLst>
              </p:cNvPr>
              <p:cNvSpPr/>
              <p:nvPr/>
            </p:nvSpPr>
            <p:spPr>
              <a:xfrm>
                <a:off x="701861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7" name="Google Shape;7857;p56">
                <a:extLst>
                  <a:ext uri="{FF2B5EF4-FFF2-40B4-BE49-F238E27FC236}">
                    <a16:creationId xmlns:a16="http://schemas.microsoft.com/office/drawing/2014/main" id="{21064126-BCB1-71D9-2A1F-D8B02671B9E7}"/>
                  </a:ext>
                </a:extLst>
              </p:cNvPr>
              <p:cNvSpPr/>
              <p:nvPr/>
            </p:nvSpPr>
            <p:spPr>
              <a:xfrm>
                <a:off x="701100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8" name="Google Shape;7858;p56">
                <a:extLst>
                  <a:ext uri="{FF2B5EF4-FFF2-40B4-BE49-F238E27FC236}">
                    <a16:creationId xmlns:a16="http://schemas.microsoft.com/office/drawing/2014/main" id="{D110761C-9E9B-F132-61AA-768F9FD96ACE}"/>
                  </a:ext>
                </a:extLst>
              </p:cNvPr>
              <p:cNvSpPr/>
              <p:nvPr/>
            </p:nvSpPr>
            <p:spPr>
              <a:xfrm>
                <a:off x="7003494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59" name="Google Shape;7859;p56">
                <a:extLst>
                  <a:ext uri="{FF2B5EF4-FFF2-40B4-BE49-F238E27FC236}">
                    <a16:creationId xmlns:a16="http://schemas.microsoft.com/office/drawing/2014/main" id="{6F46578E-BDF5-C5CD-1F30-20D5AD06E09D}"/>
                  </a:ext>
                </a:extLst>
              </p:cNvPr>
              <p:cNvSpPr/>
              <p:nvPr/>
            </p:nvSpPr>
            <p:spPr>
              <a:xfrm>
                <a:off x="699593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0" name="Google Shape;7860;p56">
                <a:extLst>
                  <a:ext uri="{FF2B5EF4-FFF2-40B4-BE49-F238E27FC236}">
                    <a16:creationId xmlns:a16="http://schemas.microsoft.com/office/drawing/2014/main" id="{386E55E4-1F04-B5F2-A0BB-D5E1E195C973}"/>
                  </a:ext>
                </a:extLst>
              </p:cNvPr>
              <p:cNvSpPr/>
              <p:nvPr/>
            </p:nvSpPr>
            <p:spPr>
              <a:xfrm>
                <a:off x="6988514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1" name="Google Shape;7861;p56">
                <a:extLst>
                  <a:ext uri="{FF2B5EF4-FFF2-40B4-BE49-F238E27FC236}">
                    <a16:creationId xmlns:a16="http://schemas.microsoft.com/office/drawing/2014/main" id="{94788F6C-5B7A-2428-214B-574BB677C21F}"/>
                  </a:ext>
                </a:extLst>
              </p:cNvPr>
              <p:cNvSpPr/>
              <p:nvPr/>
            </p:nvSpPr>
            <p:spPr>
              <a:xfrm>
                <a:off x="69809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2" name="Google Shape;7862;p56">
                <a:extLst>
                  <a:ext uri="{FF2B5EF4-FFF2-40B4-BE49-F238E27FC236}">
                    <a16:creationId xmlns:a16="http://schemas.microsoft.com/office/drawing/2014/main" id="{D1091902-2CF0-8032-0F2E-5497073A68B3}"/>
                  </a:ext>
                </a:extLst>
              </p:cNvPr>
              <p:cNvSpPr/>
              <p:nvPr/>
            </p:nvSpPr>
            <p:spPr>
              <a:xfrm>
                <a:off x="69733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3" name="Google Shape;7863;p56">
                <a:extLst>
                  <a:ext uri="{FF2B5EF4-FFF2-40B4-BE49-F238E27FC236}">
                    <a16:creationId xmlns:a16="http://schemas.microsoft.com/office/drawing/2014/main" id="{A7DC076D-8BD1-6F84-39A4-3D54BB2A3B59}"/>
                  </a:ext>
                </a:extLst>
              </p:cNvPr>
              <p:cNvSpPr/>
              <p:nvPr/>
            </p:nvSpPr>
            <p:spPr>
              <a:xfrm>
                <a:off x="69658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4" name="Google Shape;7864;p56">
                <a:extLst>
                  <a:ext uri="{FF2B5EF4-FFF2-40B4-BE49-F238E27FC236}">
                    <a16:creationId xmlns:a16="http://schemas.microsoft.com/office/drawing/2014/main" id="{77FE4039-9197-58B6-D1C6-9BE7105CB5DB}"/>
                  </a:ext>
                </a:extLst>
              </p:cNvPr>
              <p:cNvSpPr/>
              <p:nvPr/>
            </p:nvSpPr>
            <p:spPr>
              <a:xfrm>
                <a:off x="695826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5" name="Google Shape;7865;p56">
                <a:extLst>
                  <a:ext uri="{FF2B5EF4-FFF2-40B4-BE49-F238E27FC236}">
                    <a16:creationId xmlns:a16="http://schemas.microsoft.com/office/drawing/2014/main" id="{C62F506B-C3B4-AE6C-9549-D7D6F7A1857B}"/>
                  </a:ext>
                </a:extLst>
              </p:cNvPr>
              <p:cNvSpPr/>
              <p:nvPr/>
            </p:nvSpPr>
            <p:spPr>
              <a:xfrm>
                <a:off x="695070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6" name="Google Shape;7866;p56">
                <a:extLst>
                  <a:ext uri="{FF2B5EF4-FFF2-40B4-BE49-F238E27FC236}">
                    <a16:creationId xmlns:a16="http://schemas.microsoft.com/office/drawing/2014/main" id="{559274DE-CD96-90CC-7264-7A2FEDF22A95}"/>
                  </a:ext>
                </a:extLst>
              </p:cNvPr>
              <p:cNvSpPr/>
              <p:nvPr/>
            </p:nvSpPr>
            <p:spPr>
              <a:xfrm>
                <a:off x="694314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7" name="Google Shape;7867;p56">
                <a:extLst>
                  <a:ext uri="{FF2B5EF4-FFF2-40B4-BE49-F238E27FC236}">
                    <a16:creationId xmlns:a16="http://schemas.microsoft.com/office/drawing/2014/main" id="{889C43A4-F894-8448-1712-5D5F0D385770}"/>
                  </a:ext>
                </a:extLst>
              </p:cNvPr>
              <p:cNvSpPr/>
              <p:nvPr/>
            </p:nvSpPr>
            <p:spPr>
              <a:xfrm>
                <a:off x="6935531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8" name="Google Shape;7868;p56">
                <a:extLst>
                  <a:ext uri="{FF2B5EF4-FFF2-40B4-BE49-F238E27FC236}">
                    <a16:creationId xmlns:a16="http://schemas.microsoft.com/office/drawing/2014/main" id="{3D719B07-5863-266C-2B50-3E333DCCB0F4}"/>
                  </a:ext>
                </a:extLst>
              </p:cNvPr>
              <p:cNvSpPr/>
              <p:nvPr/>
            </p:nvSpPr>
            <p:spPr>
              <a:xfrm>
                <a:off x="692796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69" name="Google Shape;7869;p56">
                <a:extLst>
                  <a:ext uri="{FF2B5EF4-FFF2-40B4-BE49-F238E27FC236}">
                    <a16:creationId xmlns:a16="http://schemas.microsoft.com/office/drawing/2014/main" id="{D486CB95-5A29-83E4-BD34-12254A28A45E}"/>
                  </a:ext>
                </a:extLst>
              </p:cNvPr>
              <p:cNvSpPr/>
              <p:nvPr/>
            </p:nvSpPr>
            <p:spPr>
              <a:xfrm>
                <a:off x="6920455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0" name="Google Shape;7870;p56">
                <a:extLst>
                  <a:ext uri="{FF2B5EF4-FFF2-40B4-BE49-F238E27FC236}">
                    <a16:creationId xmlns:a16="http://schemas.microsoft.com/office/drawing/2014/main" id="{7865D623-2F8F-2200-272A-525CCB8962CB}"/>
                  </a:ext>
                </a:extLst>
              </p:cNvPr>
              <p:cNvSpPr/>
              <p:nvPr/>
            </p:nvSpPr>
            <p:spPr>
              <a:xfrm>
                <a:off x="691284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1" name="Google Shape;7871;p56">
                <a:extLst>
                  <a:ext uri="{FF2B5EF4-FFF2-40B4-BE49-F238E27FC236}">
                    <a16:creationId xmlns:a16="http://schemas.microsoft.com/office/drawing/2014/main" id="{30FB692B-0F72-5256-6B54-E8084512F127}"/>
                  </a:ext>
                </a:extLst>
              </p:cNvPr>
              <p:cNvSpPr/>
              <p:nvPr/>
            </p:nvSpPr>
            <p:spPr>
              <a:xfrm>
                <a:off x="690528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2" name="Google Shape;7872;p56">
                <a:extLst>
                  <a:ext uri="{FF2B5EF4-FFF2-40B4-BE49-F238E27FC236}">
                    <a16:creationId xmlns:a16="http://schemas.microsoft.com/office/drawing/2014/main" id="{0A7DF262-3DCB-FCBF-EFD6-1307F25DDEF2}"/>
                  </a:ext>
                </a:extLst>
              </p:cNvPr>
              <p:cNvSpPr/>
              <p:nvPr/>
            </p:nvSpPr>
            <p:spPr>
              <a:xfrm>
                <a:off x="689772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3" name="Google Shape;7873;p56">
                <a:extLst>
                  <a:ext uri="{FF2B5EF4-FFF2-40B4-BE49-F238E27FC236}">
                    <a16:creationId xmlns:a16="http://schemas.microsoft.com/office/drawing/2014/main" id="{BE5B43A5-12B3-AFA8-A8F8-E24A102F4847}"/>
                  </a:ext>
                </a:extLst>
              </p:cNvPr>
              <p:cNvSpPr/>
              <p:nvPr/>
            </p:nvSpPr>
            <p:spPr>
              <a:xfrm>
                <a:off x="6890303" y="1903827"/>
                <a:ext cx="7466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4" name="Google Shape;7874;p56">
                <a:extLst>
                  <a:ext uri="{FF2B5EF4-FFF2-40B4-BE49-F238E27FC236}">
                    <a16:creationId xmlns:a16="http://schemas.microsoft.com/office/drawing/2014/main" id="{AC4070DA-2E70-61DE-76F5-AA18B6D4B584}"/>
                  </a:ext>
                </a:extLst>
              </p:cNvPr>
              <p:cNvSpPr/>
              <p:nvPr/>
            </p:nvSpPr>
            <p:spPr>
              <a:xfrm>
                <a:off x="688278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5" name="Google Shape;7875;p56">
                <a:extLst>
                  <a:ext uri="{FF2B5EF4-FFF2-40B4-BE49-F238E27FC236}">
                    <a16:creationId xmlns:a16="http://schemas.microsoft.com/office/drawing/2014/main" id="{21921136-C2BD-A03E-BAD3-D69300FA2180}"/>
                  </a:ext>
                </a:extLst>
              </p:cNvPr>
              <p:cNvSpPr/>
              <p:nvPr/>
            </p:nvSpPr>
            <p:spPr>
              <a:xfrm>
                <a:off x="687522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7876" name="Google Shape;7876;p56">
                <a:extLst>
                  <a:ext uri="{FF2B5EF4-FFF2-40B4-BE49-F238E27FC236}">
                    <a16:creationId xmlns:a16="http://schemas.microsoft.com/office/drawing/2014/main" id="{142EB33E-B657-422A-7DC1-9C111DBE5B29}"/>
                  </a:ext>
                </a:extLst>
              </p:cNvPr>
              <p:cNvSpPr/>
              <p:nvPr/>
            </p:nvSpPr>
            <p:spPr>
              <a:xfrm>
                <a:off x="686761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7877" name="Google Shape;7877;p56">
              <a:extLst>
                <a:ext uri="{FF2B5EF4-FFF2-40B4-BE49-F238E27FC236}">
                  <a16:creationId xmlns:a16="http://schemas.microsoft.com/office/drawing/2014/main" id="{AA541C4F-684D-9F75-CBD4-F4458A3AECF1}"/>
                </a:ext>
              </a:extLst>
            </p:cNvPr>
            <p:cNvSpPr/>
            <p:nvPr/>
          </p:nvSpPr>
          <p:spPr>
            <a:xfrm>
              <a:off x="7485013" y="1913460"/>
              <a:ext cx="43447" cy="61892"/>
            </a:xfrm>
            <a:custGeom>
              <a:avLst/>
              <a:gdLst/>
              <a:ahLst/>
              <a:cxnLst/>
              <a:rect l="l" t="t" r="r" b="b"/>
              <a:pathLst>
                <a:path w="902" h="1285" extrusionOk="0">
                  <a:moveTo>
                    <a:pt x="382" y="0"/>
                  </a:moveTo>
                  <a:cubicBezTo>
                    <a:pt x="238" y="0"/>
                    <a:pt x="78" y="11"/>
                    <a:pt x="51" y="39"/>
                  </a:cubicBezTo>
                  <a:cubicBezTo>
                    <a:pt x="0" y="92"/>
                    <a:pt x="322" y="1284"/>
                    <a:pt x="380" y="1284"/>
                  </a:cubicBezTo>
                  <a:lnTo>
                    <a:pt x="741" y="1284"/>
                  </a:lnTo>
                  <a:cubicBezTo>
                    <a:pt x="901" y="1284"/>
                    <a:pt x="767" y="23"/>
                    <a:pt x="626" y="20"/>
                  </a:cubicBezTo>
                  <a:cubicBezTo>
                    <a:pt x="610" y="8"/>
                    <a:pt x="501" y="0"/>
                    <a:pt x="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78" name="Google Shape;7878;p56">
              <a:extLst>
                <a:ext uri="{FF2B5EF4-FFF2-40B4-BE49-F238E27FC236}">
                  <a16:creationId xmlns:a16="http://schemas.microsoft.com/office/drawing/2014/main" id="{A2287227-FC36-8362-A222-E13EEAF87B50}"/>
                </a:ext>
              </a:extLst>
            </p:cNvPr>
            <p:cNvSpPr/>
            <p:nvPr/>
          </p:nvSpPr>
          <p:spPr>
            <a:xfrm>
              <a:off x="7496476" y="1923045"/>
              <a:ext cx="17774" cy="771"/>
            </a:xfrm>
            <a:custGeom>
              <a:avLst/>
              <a:gdLst/>
              <a:ahLst/>
              <a:cxnLst/>
              <a:rect l="l" t="t" r="r" b="b"/>
              <a:pathLst>
                <a:path w="369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79" name="Google Shape;7879;p56">
              <a:extLst>
                <a:ext uri="{FF2B5EF4-FFF2-40B4-BE49-F238E27FC236}">
                  <a16:creationId xmlns:a16="http://schemas.microsoft.com/office/drawing/2014/main" id="{CA17960B-B208-936A-599F-ECD4F368F1F4}"/>
                </a:ext>
              </a:extLst>
            </p:cNvPr>
            <p:cNvSpPr/>
            <p:nvPr/>
          </p:nvSpPr>
          <p:spPr>
            <a:xfrm>
              <a:off x="7497584" y="1929114"/>
              <a:ext cx="17774" cy="819"/>
            </a:xfrm>
            <a:custGeom>
              <a:avLst/>
              <a:gdLst/>
              <a:ahLst/>
              <a:cxnLst/>
              <a:rect l="l" t="t" r="r" b="b"/>
              <a:pathLst>
                <a:path w="369" h="17" extrusionOk="0">
                  <a:moveTo>
                    <a:pt x="0" y="1"/>
                  </a:moveTo>
                  <a:lnTo>
                    <a:pt x="0" y="17"/>
                  </a:lnTo>
                  <a:lnTo>
                    <a:pt x="368" y="17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0" name="Google Shape;7880;p56">
              <a:extLst>
                <a:ext uri="{FF2B5EF4-FFF2-40B4-BE49-F238E27FC236}">
                  <a16:creationId xmlns:a16="http://schemas.microsoft.com/office/drawing/2014/main" id="{D1ECC219-1724-3FA8-B2DB-771941BCDFF3}"/>
                </a:ext>
              </a:extLst>
            </p:cNvPr>
            <p:cNvSpPr/>
            <p:nvPr/>
          </p:nvSpPr>
          <p:spPr>
            <a:xfrm>
              <a:off x="7498885" y="1935231"/>
              <a:ext cx="17726" cy="771"/>
            </a:xfrm>
            <a:custGeom>
              <a:avLst/>
              <a:gdLst/>
              <a:ahLst/>
              <a:cxnLst/>
              <a:rect l="l" t="t" r="r" b="b"/>
              <a:pathLst>
                <a:path w="368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1" name="Google Shape;7881;p56">
              <a:extLst>
                <a:ext uri="{FF2B5EF4-FFF2-40B4-BE49-F238E27FC236}">
                  <a16:creationId xmlns:a16="http://schemas.microsoft.com/office/drawing/2014/main" id="{7CEA7A8F-07C7-7BFE-98A3-3C5AE89396C7}"/>
                </a:ext>
              </a:extLst>
            </p:cNvPr>
            <p:cNvSpPr/>
            <p:nvPr/>
          </p:nvSpPr>
          <p:spPr>
            <a:xfrm>
              <a:off x="6724611" y="1929307"/>
              <a:ext cx="33284" cy="48887"/>
            </a:xfrm>
            <a:custGeom>
              <a:avLst/>
              <a:gdLst/>
              <a:ahLst/>
              <a:cxnLst/>
              <a:rect l="l" t="t" r="r" b="b"/>
              <a:pathLst>
                <a:path w="691" h="1015" extrusionOk="0">
                  <a:moveTo>
                    <a:pt x="238" y="1"/>
                  </a:moveTo>
                  <a:cubicBezTo>
                    <a:pt x="0" y="430"/>
                    <a:pt x="0" y="947"/>
                    <a:pt x="0" y="947"/>
                  </a:cubicBezTo>
                  <a:cubicBezTo>
                    <a:pt x="95" y="992"/>
                    <a:pt x="235" y="1015"/>
                    <a:pt x="351" y="1015"/>
                  </a:cubicBezTo>
                  <a:cubicBezTo>
                    <a:pt x="451" y="1015"/>
                    <a:pt x="533" y="998"/>
                    <a:pt x="552" y="966"/>
                  </a:cubicBezTo>
                  <a:cubicBezTo>
                    <a:pt x="598" y="894"/>
                    <a:pt x="690" y="165"/>
                    <a:pt x="678" y="101"/>
                  </a:cubicBezTo>
                  <a:cubicBezTo>
                    <a:pt x="667" y="39"/>
                    <a:pt x="238" y="1"/>
                    <a:pt x="2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2" name="Google Shape;7882;p56">
              <a:extLst>
                <a:ext uri="{FF2B5EF4-FFF2-40B4-BE49-F238E27FC236}">
                  <a16:creationId xmlns:a16="http://schemas.microsoft.com/office/drawing/2014/main" id="{7925B7E3-2405-A20E-BDA1-4E1182158BEC}"/>
                </a:ext>
              </a:extLst>
            </p:cNvPr>
            <p:cNvSpPr/>
            <p:nvPr/>
          </p:nvSpPr>
          <p:spPr>
            <a:xfrm>
              <a:off x="6892759" y="1769299"/>
              <a:ext cx="93782" cy="108179"/>
            </a:xfrm>
            <a:custGeom>
              <a:avLst/>
              <a:gdLst/>
              <a:ahLst/>
              <a:cxnLst/>
              <a:rect l="l" t="t" r="r" b="b"/>
              <a:pathLst>
                <a:path w="1947" h="2246" extrusionOk="0">
                  <a:moveTo>
                    <a:pt x="1808" y="1"/>
                  </a:moveTo>
                  <a:lnTo>
                    <a:pt x="0" y="2246"/>
                  </a:lnTo>
                  <a:lnTo>
                    <a:pt x="0" y="2246"/>
                  </a:lnTo>
                  <a:lnTo>
                    <a:pt x="560" y="2173"/>
                  </a:lnTo>
                  <a:cubicBezTo>
                    <a:pt x="560" y="2173"/>
                    <a:pt x="1483" y="1311"/>
                    <a:pt x="1946" y="28"/>
                  </a:cubicBezTo>
                  <a:lnTo>
                    <a:pt x="18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3" name="Google Shape;7883;p56">
              <a:extLst>
                <a:ext uri="{FF2B5EF4-FFF2-40B4-BE49-F238E27FC236}">
                  <a16:creationId xmlns:a16="http://schemas.microsoft.com/office/drawing/2014/main" id="{9D8D135E-E2F0-DC3B-1341-287B0BD837A6}"/>
                </a:ext>
              </a:extLst>
            </p:cNvPr>
            <p:cNvSpPr/>
            <p:nvPr/>
          </p:nvSpPr>
          <p:spPr>
            <a:xfrm>
              <a:off x="7456594" y="1995921"/>
              <a:ext cx="68735" cy="31066"/>
            </a:xfrm>
            <a:custGeom>
              <a:avLst/>
              <a:gdLst/>
              <a:ahLst/>
              <a:cxnLst/>
              <a:rect l="l" t="t" r="r" b="b"/>
              <a:pathLst>
                <a:path w="1427" h="645" extrusionOk="0">
                  <a:moveTo>
                    <a:pt x="89" y="1"/>
                  </a:moveTo>
                  <a:lnTo>
                    <a:pt x="1" y="645"/>
                  </a:lnTo>
                  <a:lnTo>
                    <a:pt x="1101" y="645"/>
                  </a:lnTo>
                  <a:cubicBezTo>
                    <a:pt x="1250" y="626"/>
                    <a:pt x="1426" y="62"/>
                    <a:pt x="1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4" name="Google Shape;7884;p56">
              <a:extLst>
                <a:ext uri="{FF2B5EF4-FFF2-40B4-BE49-F238E27FC236}">
                  <a16:creationId xmlns:a16="http://schemas.microsoft.com/office/drawing/2014/main" id="{ADBB11A5-2779-D673-A022-50AAF8E563DA}"/>
                </a:ext>
              </a:extLst>
            </p:cNvPr>
            <p:cNvSpPr/>
            <p:nvPr/>
          </p:nvSpPr>
          <p:spPr>
            <a:xfrm>
              <a:off x="7310795" y="1934316"/>
              <a:ext cx="145851" cy="88479"/>
            </a:xfrm>
            <a:custGeom>
              <a:avLst/>
              <a:gdLst/>
              <a:ahLst/>
              <a:cxnLst/>
              <a:rect l="l" t="t" r="r" b="b"/>
              <a:pathLst>
                <a:path w="3028" h="1837" extrusionOk="0">
                  <a:moveTo>
                    <a:pt x="1527" y="1"/>
                  </a:moveTo>
                  <a:cubicBezTo>
                    <a:pt x="766" y="1"/>
                    <a:pt x="0" y="620"/>
                    <a:pt x="0" y="1836"/>
                  </a:cubicBezTo>
                  <a:lnTo>
                    <a:pt x="3028" y="1836"/>
                  </a:lnTo>
                  <a:cubicBezTo>
                    <a:pt x="3028" y="606"/>
                    <a:pt x="2280" y="1"/>
                    <a:pt x="15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5" name="Google Shape;7885;p56">
              <a:extLst>
                <a:ext uri="{FF2B5EF4-FFF2-40B4-BE49-F238E27FC236}">
                  <a16:creationId xmlns:a16="http://schemas.microsoft.com/office/drawing/2014/main" id="{4A0D0D6C-7AF0-E986-491E-5BF6A04C7162}"/>
                </a:ext>
              </a:extLst>
            </p:cNvPr>
            <p:cNvSpPr/>
            <p:nvPr/>
          </p:nvSpPr>
          <p:spPr>
            <a:xfrm>
              <a:off x="6814489" y="1934124"/>
              <a:ext cx="145851" cy="88672"/>
            </a:xfrm>
            <a:custGeom>
              <a:avLst/>
              <a:gdLst/>
              <a:ahLst/>
              <a:cxnLst/>
              <a:rect l="l" t="t" r="r" b="b"/>
              <a:pathLst>
                <a:path w="3028" h="1841" extrusionOk="0">
                  <a:moveTo>
                    <a:pt x="1523" y="1"/>
                  </a:moveTo>
                  <a:cubicBezTo>
                    <a:pt x="763" y="1"/>
                    <a:pt x="0" y="617"/>
                    <a:pt x="0" y="1828"/>
                  </a:cubicBezTo>
                  <a:lnTo>
                    <a:pt x="3028" y="1840"/>
                  </a:lnTo>
                  <a:cubicBezTo>
                    <a:pt x="3028" y="607"/>
                    <a:pt x="2277" y="1"/>
                    <a:pt x="1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6" name="Google Shape;7886;p56">
              <a:extLst>
                <a:ext uri="{FF2B5EF4-FFF2-40B4-BE49-F238E27FC236}">
                  <a16:creationId xmlns:a16="http://schemas.microsoft.com/office/drawing/2014/main" id="{5AD4DAC5-3543-0774-ECD9-F5216D754752}"/>
                </a:ext>
              </a:extLst>
            </p:cNvPr>
            <p:cNvSpPr/>
            <p:nvPr/>
          </p:nvSpPr>
          <p:spPr>
            <a:xfrm>
              <a:off x="6800087" y="1945539"/>
              <a:ext cx="174848" cy="129757"/>
            </a:xfrm>
            <a:custGeom>
              <a:avLst/>
              <a:gdLst/>
              <a:ahLst/>
              <a:cxnLst/>
              <a:rect l="l" t="t" r="r" b="b"/>
              <a:pathLst>
                <a:path w="3630" h="2694" extrusionOk="0">
                  <a:moveTo>
                    <a:pt x="1814" y="1"/>
                  </a:moveTo>
                  <a:cubicBezTo>
                    <a:pt x="1512" y="1"/>
                    <a:pt x="1187" y="100"/>
                    <a:pt x="870" y="330"/>
                  </a:cubicBezTo>
                  <a:cubicBezTo>
                    <a:pt x="839" y="350"/>
                    <a:pt x="816" y="373"/>
                    <a:pt x="798" y="399"/>
                  </a:cubicBezTo>
                  <a:cubicBezTo>
                    <a:pt x="0" y="1500"/>
                    <a:pt x="769" y="2693"/>
                    <a:pt x="1816" y="2693"/>
                  </a:cubicBezTo>
                  <a:cubicBezTo>
                    <a:pt x="2118" y="2693"/>
                    <a:pt x="2442" y="2594"/>
                    <a:pt x="2759" y="2366"/>
                  </a:cubicBezTo>
                  <a:cubicBezTo>
                    <a:pt x="2786" y="2343"/>
                    <a:pt x="2813" y="2320"/>
                    <a:pt x="2832" y="2293"/>
                  </a:cubicBezTo>
                  <a:cubicBezTo>
                    <a:pt x="3629" y="1193"/>
                    <a:pt x="2860" y="1"/>
                    <a:pt x="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7" name="Google Shape;7887;p56">
              <a:extLst>
                <a:ext uri="{FF2B5EF4-FFF2-40B4-BE49-F238E27FC236}">
                  <a16:creationId xmlns:a16="http://schemas.microsoft.com/office/drawing/2014/main" id="{C7965360-8198-6578-64E6-E23E90519057}"/>
                </a:ext>
              </a:extLst>
            </p:cNvPr>
            <p:cNvSpPr/>
            <p:nvPr/>
          </p:nvSpPr>
          <p:spPr>
            <a:xfrm>
              <a:off x="6832551" y="1969670"/>
              <a:ext cx="109870" cy="81399"/>
            </a:xfrm>
            <a:custGeom>
              <a:avLst/>
              <a:gdLst/>
              <a:ahLst/>
              <a:cxnLst/>
              <a:rect l="l" t="t" r="r" b="b"/>
              <a:pathLst>
                <a:path w="2281" h="1690" extrusionOk="0">
                  <a:moveTo>
                    <a:pt x="1140" y="1"/>
                  </a:moveTo>
                  <a:cubicBezTo>
                    <a:pt x="950" y="1"/>
                    <a:pt x="745" y="64"/>
                    <a:pt x="545" y="209"/>
                  </a:cubicBezTo>
                  <a:cubicBezTo>
                    <a:pt x="529" y="220"/>
                    <a:pt x="515" y="236"/>
                    <a:pt x="503" y="252"/>
                  </a:cubicBezTo>
                  <a:cubicBezTo>
                    <a:pt x="1" y="940"/>
                    <a:pt x="482" y="1689"/>
                    <a:pt x="1140" y="1689"/>
                  </a:cubicBezTo>
                  <a:cubicBezTo>
                    <a:pt x="1331" y="1689"/>
                    <a:pt x="1536" y="1627"/>
                    <a:pt x="1737" y="1481"/>
                  </a:cubicBezTo>
                  <a:cubicBezTo>
                    <a:pt x="1752" y="1470"/>
                    <a:pt x="1764" y="1458"/>
                    <a:pt x="1775" y="1442"/>
                  </a:cubicBezTo>
                  <a:cubicBezTo>
                    <a:pt x="2280" y="751"/>
                    <a:pt x="1797" y="1"/>
                    <a:pt x="1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8" name="Google Shape;7888;p56">
              <a:extLst>
                <a:ext uri="{FF2B5EF4-FFF2-40B4-BE49-F238E27FC236}">
                  <a16:creationId xmlns:a16="http://schemas.microsoft.com/office/drawing/2014/main" id="{D3B170A1-4B83-C4C6-24FE-F82541A3480B}"/>
                </a:ext>
              </a:extLst>
            </p:cNvPr>
            <p:cNvSpPr/>
            <p:nvPr/>
          </p:nvSpPr>
          <p:spPr>
            <a:xfrm>
              <a:off x="6841077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2" y="12"/>
                  </a:moveTo>
                  <a:cubicBezTo>
                    <a:pt x="1226" y="12"/>
                    <a:pt x="1464" y="119"/>
                    <a:pt x="1633" y="291"/>
                  </a:cubicBezTo>
                  <a:cubicBezTo>
                    <a:pt x="1805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9" y="1633"/>
                  </a:cubicBezTo>
                  <a:cubicBezTo>
                    <a:pt x="1663" y="1648"/>
                    <a:pt x="1652" y="1663"/>
                    <a:pt x="1633" y="1679"/>
                  </a:cubicBezTo>
                  <a:cubicBezTo>
                    <a:pt x="1406" y="1840"/>
                    <a:pt x="1176" y="1913"/>
                    <a:pt x="962" y="1913"/>
                  </a:cubicBezTo>
                  <a:cubicBezTo>
                    <a:pt x="701" y="1913"/>
                    <a:pt x="464" y="1805"/>
                    <a:pt x="292" y="1633"/>
                  </a:cubicBezTo>
                  <a:cubicBezTo>
                    <a:pt x="119" y="1460"/>
                    <a:pt x="16" y="1227"/>
                    <a:pt x="16" y="962"/>
                  </a:cubicBezTo>
                  <a:cubicBezTo>
                    <a:pt x="16" y="747"/>
                    <a:pt x="85" y="518"/>
                    <a:pt x="249" y="291"/>
                  </a:cubicBezTo>
                  <a:cubicBezTo>
                    <a:pt x="260" y="277"/>
                    <a:pt x="276" y="261"/>
                    <a:pt x="292" y="249"/>
                  </a:cubicBezTo>
                  <a:cubicBezTo>
                    <a:pt x="517" y="84"/>
                    <a:pt x="747" y="12"/>
                    <a:pt x="962" y="12"/>
                  </a:cubicBezTo>
                  <a:close/>
                  <a:moveTo>
                    <a:pt x="962" y="1"/>
                  </a:moveTo>
                  <a:cubicBezTo>
                    <a:pt x="747" y="1"/>
                    <a:pt x="513" y="70"/>
                    <a:pt x="283" y="238"/>
                  </a:cubicBezTo>
                  <a:cubicBezTo>
                    <a:pt x="264" y="249"/>
                    <a:pt x="249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0" y="1927"/>
                    <a:pt x="962" y="1927"/>
                  </a:cubicBezTo>
                  <a:cubicBezTo>
                    <a:pt x="1180" y="1927"/>
                    <a:pt x="1414" y="1855"/>
                    <a:pt x="1644" y="1690"/>
                  </a:cubicBezTo>
                  <a:cubicBezTo>
                    <a:pt x="1659" y="1674"/>
                    <a:pt x="1675" y="1660"/>
                    <a:pt x="1690" y="1640"/>
                  </a:cubicBezTo>
                  <a:cubicBezTo>
                    <a:pt x="1855" y="1414"/>
                    <a:pt x="1928" y="1181"/>
                    <a:pt x="1928" y="962"/>
                  </a:cubicBezTo>
                  <a:cubicBezTo>
                    <a:pt x="1928" y="429"/>
                    <a:pt x="1495" y="1"/>
                    <a:pt x="9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89" name="Google Shape;7889;p56">
              <a:extLst>
                <a:ext uri="{FF2B5EF4-FFF2-40B4-BE49-F238E27FC236}">
                  <a16:creationId xmlns:a16="http://schemas.microsoft.com/office/drawing/2014/main" id="{E65DECC3-76B8-0B05-964E-0DAFE4461CC3}"/>
                </a:ext>
              </a:extLst>
            </p:cNvPr>
            <p:cNvSpPr/>
            <p:nvPr/>
          </p:nvSpPr>
          <p:spPr>
            <a:xfrm>
              <a:off x="6841318" y="1978051"/>
              <a:ext cx="92337" cy="64686"/>
            </a:xfrm>
            <a:custGeom>
              <a:avLst/>
              <a:gdLst/>
              <a:ahLst/>
              <a:cxnLst/>
              <a:rect l="l" t="t" r="r" b="b"/>
              <a:pathLst>
                <a:path w="1917" h="1343" extrusionOk="0">
                  <a:moveTo>
                    <a:pt x="977" y="1"/>
                  </a:moveTo>
                  <a:cubicBezTo>
                    <a:pt x="320" y="1"/>
                    <a:pt x="1" y="822"/>
                    <a:pt x="623" y="1277"/>
                  </a:cubicBezTo>
                  <a:cubicBezTo>
                    <a:pt x="635" y="1284"/>
                    <a:pt x="650" y="1291"/>
                    <a:pt x="666" y="1296"/>
                  </a:cubicBezTo>
                  <a:cubicBezTo>
                    <a:pt x="763" y="1328"/>
                    <a:pt x="855" y="1342"/>
                    <a:pt x="942" y="1342"/>
                  </a:cubicBezTo>
                  <a:cubicBezTo>
                    <a:pt x="1595" y="1342"/>
                    <a:pt x="1916" y="519"/>
                    <a:pt x="1290" y="66"/>
                  </a:cubicBezTo>
                  <a:cubicBezTo>
                    <a:pt x="1279" y="58"/>
                    <a:pt x="1267" y="50"/>
                    <a:pt x="1252" y="46"/>
                  </a:cubicBezTo>
                  <a:cubicBezTo>
                    <a:pt x="1156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0" name="Google Shape;7890;p56">
              <a:extLst>
                <a:ext uri="{FF2B5EF4-FFF2-40B4-BE49-F238E27FC236}">
                  <a16:creationId xmlns:a16="http://schemas.microsoft.com/office/drawing/2014/main" id="{B165F878-22E2-744E-8946-AA275A213FC9}"/>
                </a:ext>
              </a:extLst>
            </p:cNvPr>
            <p:cNvSpPr/>
            <p:nvPr/>
          </p:nvSpPr>
          <p:spPr>
            <a:xfrm>
              <a:off x="6852685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1" y="472"/>
                  </a:moveTo>
                  <a:lnTo>
                    <a:pt x="751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67" y="614"/>
                  </a:lnTo>
                  <a:lnTo>
                    <a:pt x="774" y="637"/>
                  </a:lnTo>
                  <a:lnTo>
                    <a:pt x="824" y="622"/>
                  </a:lnTo>
                  <a:lnTo>
                    <a:pt x="817" y="591"/>
                  </a:lnTo>
                  <a:lnTo>
                    <a:pt x="901" y="545"/>
                  </a:lnTo>
                  <a:lnTo>
                    <a:pt x="859" y="633"/>
                  </a:lnTo>
                  <a:lnTo>
                    <a:pt x="828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8" y="829"/>
                  </a:lnTo>
                  <a:lnTo>
                    <a:pt x="859" y="817"/>
                  </a:lnTo>
                  <a:lnTo>
                    <a:pt x="901" y="905"/>
                  </a:lnTo>
                  <a:lnTo>
                    <a:pt x="817" y="863"/>
                  </a:lnTo>
                  <a:lnTo>
                    <a:pt x="824" y="832"/>
                  </a:lnTo>
                  <a:lnTo>
                    <a:pt x="774" y="817"/>
                  </a:lnTo>
                  <a:lnTo>
                    <a:pt x="767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1" y="886"/>
                  </a:lnTo>
                  <a:lnTo>
                    <a:pt x="721" y="982"/>
                  </a:lnTo>
                  <a:lnTo>
                    <a:pt x="690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5" y="836"/>
                  </a:lnTo>
                  <a:lnTo>
                    <a:pt x="667" y="817"/>
                  </a:lnTo>
                  <a:lnTo>
                    <a:pt x="621" y="832"/>
                  </a:lnTo>
                  <a:lnTo>
                    <a:pt x="629" y="863"/>
                  </a:lnTo>
                  <a:lnTo>
                    <a:pt x="541" y="905"/>
                  </a:lnTo>
                  <a:lnTo>
                    <a:pt x="541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0" y="771"/>
                  </a:lnTo>
                  <a:lnTo>
                    <a:pt x="621" y="752"/>
                  </a:lnTo>
                  <a:lnTo>
                    <a:pt x="575" y="729"/>
                  </a:lnTo>
                  <a:lnTo>
                    <a:pt x="560" y="756"/>
                  </a:lnTo>
                  <a:lnTo>
                    <a:pt x="468" y="725"/>
                  </a:lnTo>
                  <a:lnTo>
                    <a:pt x="560" y="694"/>
                  </a:lnTo>
                  <a:lnTo>
                    <a:pt x="575" y="725"/>
                  </a:lnTo>
                  <a:lnTo>
                    <a:pt x="621" y="698"/>
                  </a:lnTo>
                  <a:lnTo>
                    <a:pt x="610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1" y="545"/>
                  </a:lnTo>
                  <a:lnTo>
                    <a:pt x="629" y="591"/>
                  </a:lnTo>
                  <a:lnTo>
                    <a:pt x="621" y="622"/>
                  </a:lnTo>
                  <a:lnTo>
                    <a:pt x="667" y="637"/>
                  </a:lnTo>
                  <a:lnTo>
                    <a:pt x="675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0" y="564"/>
                  </a:lnTo>
                  <a:lnTo>
                    <a:pt x="721" y="472"/>
                  </a:lnTo>
                  <a:close/>
                  <a:moveTo>
                    <a:pt x="625" y="1"/>
                  </a:moveTo>
                  <a:lnTo>
                    <a:pt x="575" y="20"/>
                  </a:lnTo>
                  <a:lnTo>
                    <a:pt x="694" y="388"/>
                  </a:lnTo>
                  <a:lnTo>
                    <a:pt x="644" y="541"/>
                  </a:lnTo>
                  <a:lnTo>
                    <a:pt x="502" y="468"/>
                  </a:lnTo>
                  <a:lnTo>
                    <a:pt x="327" y="123"/>
                  </a:lnTo>
                  <a:lnTo>
                    <a:pt x="281" y="146"/>
                  </a:lnTo>
                  <a:lnTo>
                    <a:pt x="422" y="426"/>
                  </a:lnTo>
                  <a:lnTo>
                    <a:pt x="422" y="426"/>
                  </a:lnTo>
                  <a:lnTo>
                    <a:pt x="143" y="284"/>
                  </a:lnTo>
                  <a:lnTo>
                    <a:pt x="120" y="330"/>
                  </a:lnTo>
                  <a:lnTo>
                    <a:pt x="465" y="507"/>
                  </a:lnTo>
                  <a:lnTo>
                    <a:pt x="537" y="648"/>
                  </a:lnTo>
                  <a:lnTo>
                    <a:pt x="384" y="698"/>
                  </a:lnTo>
                  <a:lnTo>
                    <a:pt x="16" y="579"/>
                  </a:lnTo>
                  <a:lnTo>
                    <a:pt x="0" y="629"/>
                  </a:lnTo>
                  <a:lnTo>
                    <a:pt x="299" y="725"/>
                  </a:lnTo>
                  <a:lnTo>
                    <a:pt x="0" y="825"/>
                  </a:lnTo>
                  <a:lnTo>
                    <a:pt x="16" y="871"/>
                  </a:lnTo>
                  <a:lnTo>
                    <a:pt x="384" y="752"/>
                  </a:lnTo>
                  <a:lnTo>
                    <a:pt x="537" y="802"/>
                  </a:lnTo>
                  <a:lnTo>
                    <a:pt x="465" y="947"/>
                  </a:lnTo>
                  <a:lnTo>
                    <a:pt x="120" y="1124"/>
                  </a:lnTo>
                  <a:lnTo>
                    <a:pt x="143" y="1170"/>
                  </a:lnTo>
                  <a:lnTo>
                    <a:pt x="422" y="1024"/>
                  </a:lnTo>
                  <a:lnTo>
                    <a:pt x="281" y="1308"/>
                  </a:lnTo>
                  <a:lnTo>
                    <a:pt x="327" y="1331"/>
                  </a:lnTo>
                  <a:lnTo>
                    <a:pt x="502" y="986"/>
                  </a:lnTo>
                  <a:lnTo>
                    <a:pt x="644" y="913"/>
                  </a:lnTo>
                  <a:lnTo>
                    <a:pt x="694" y="1066"/>
                  </a:lnTo>
                  <a:lnTo>
                    <a:pt x="575" y="1434"/>
                  </a:lnTo>
                  <a:lnTo>
                    <a:pt x="625" y="1449"/>
                  </a:lnTo>
                  <a:lnTo>
                    <a:pt x="721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48" y="1066"/>
                  </a:lnTo>
                  <a:lnTo>
                    <a:pt x="797" y="913"/>
                  </a:lnTo>
                  <a:lnTo>
                    <a:pt x="943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0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0" y="426"/>
                  </a:lnTo>
                  <a:lnTo>
                    <a:pt x="1020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3" y="468"/>
                  </a:lnTo>
                  <a:lnTo>
                    <a:pt x="797" y="541"/>
                  </a:lnTo>
                  <a:lnTo>
                    <a:pt x="748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1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1" name="Google Shape;7891;p56">
              <a:extLst>
                <a:ext uri="{FF2B5EF4-FFF2-40B4-BE49-F238E27FC236}">
                  <a16:creationId xmlns:a16="http://schemas.microsoft.com/office/drawing/2014/main" id="{97CF82FE-AC62-078D-8051-7E8D49A38BD5}"/>
                </a:ext>
              </a:extLst>
            </p:cNvPr>
            <p:cNvSpPr/>
            <p:nvPr/>
          </p:nvSpPr>
          <p:spPr>
            <a:xfrm>
              <a:off x="6875468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47" y="0"/>
                  </a:moveTo>
                  <a:cubicBezTo>
                    <a:pt x="205" y="0"/>
                    <a:pt x="161" y="14"/>
                    <a:pt x="118" y="44"/>
                  </a:cubicBezTo>
                  <a:cubicBezTo>
                    <a:pt x="114" y="48"/>
                    <a:pt x="110" y="52"/>
                    <a:pt x="110" y="56"/>
                  </a:cubicBezTo>
                  <a:cubicBezTo>
                    <a:pt x="0" y="208"/>
                    <a:pt x="105" y="373"/>
                    <a:pt x="249" y="373"/>
                  </a:cubicBezTo>
                  <a:cubicBezTo>
                    <a:pt x="290" y="373"/>
                    <a:pt x="334" y="360"/>
                    <a:pt x="378" y="328"/>
                  </a:cubicBezTo>
                  <a:cubicBezTo>
                    <a:pt x="382" y="324"/>
                    <a:pt x="386" y="320"/>
                    <a:pt x="390" y="316"/>
                  </a:cubicBezTo>
                  <a:cubicBezTo>
                    <a:pt x="500" y="164"/>
                    <a:pt x="392" y="0"/>
                    <a:pt x="2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2" name="Google Shape;7892;p56">
              <a:extLst>
                <a:ext uri="{FF2B5EF4-FFF2-40B4-BE49-F238E27FC236}">
                  <a16:creationId xmlns:a16="http://schemas.microsoft.com/office/drawing/2014/main" id="{0263A9BA-D31C-5CFD-7C40-FA919FAF6BEA}"/>
                </a:ext>
              </a:extLst>
            </p:cNvPr>
            <p:cNvSpPr/>
            <p:nvPr/>
          </p:nvSpPr>
          <p:spPr>
            <a:xfrm>
              <a:off x="7297501" y="1945539"/>
              <a:ext cx="174800" cy="129757"/>
            </a:xfrm>
            <a:custGeom>
              <a:avLst/>
              <a:gdLst/>
              <a:ahLst/>
              <a:cxnLst/>
              <a:rect l="l" t="t" r="r" b="b"/>
              <a:pathLst>
                <a:path w="3629" h="2694" extrusionOk="0">
                  <a:moveTo>
                    <a:pt x="1816" y="1"/>
                  </a:moveTo>
                  <a:cubicBezTo>
                    <a:pt x="1514" y="1"/>
                    <a:pt x="1188" y="100"/>
                    <a:pt x="870" y="330"/>
                  </a:cubicBezTo>
                  <a:cubicBezTo>
                    <a:pt x="844" y="350"/>
                    <a:pt x="821" y="373"/>
                    <a:pt x="798" y="399"/>
                  </a:cubicBezTo>
                  <a:cubicBezTo>
                    <a:pt x="0" y="1500"/>
                    <a:pt x="771" y="2693"/>
                    <a:pt x="1818" y="2693"/>
                  </a:cubicBezTo>
                  <a:cubicBezTo>
                    <a:pt x="2119" y="2693"/>
                    <a:pt x="2443" y="2594"/>
                    <a:pt x="2759" y="2366"/>
                  </a:cubicBezTo>
                  <a:cubicBezTo>
                    <a:pt x="2790" y="2343"/>
                    <a:pt x="2813" y="2320"/>
                    <a:pt x="2832" y="2293"/>
                  </a:cubicBezTo>
                  <a:cubicBezTo>
                    <a:pt x="3629" y="1193"/>
                    <a:pt x="2862" y="1"/>
                    <a:pt x="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3" name="Google Shape;7893;p56">
              <a:extLst>
                <a:ext uri="{FF2B5EF4-FFF2-40B4-BE49-F238E27FC236}">
                  <a16:creationId xmlns:a16="http://schemas.microsoft.com/office/drawing/2014/main" id="{FAAE3F14-E76A-C8B1-07D8-01C73BF82D80}"/>
                </a:ext>
              </a:extLst>
            </p:cNvPr>
            <p:cNvSpPr/>
            <p:nvPr/>
          </p:nvSpPr>
          <p:spPr>
            <a:xfrm>
              <a:off x="7330158" y="1969670"/>
              <a:ext cx="109726" cy="81399"/>
            </a:xfrm>
            <a:custGeom>
              <a:avLst/>
              <a:gdLst/>
              <a:ahLst/>
              <a:cxnLst/>
              <a:rect l="l" t="t" r="r" b="b"/>
              <a:pathLst>
                <a:path w="2278" h="1690" extrusionOk="0">
                  <a:moveTo>
                    <a:pt x="1137" y="1"/>
                  </a:moveTo>
                  <a:cubicBezTo>
                    <a:pt x="947" y="1"/>
                    <a:pt x="741" y="64"/>
                    <a:pt x="541" y="209"/>
                  </a:cubicBezTo>
                  <a:cubicBezTo>
                    <a:pt x="525" y="220"/>
                    <a:pt x="514" y="236"/>
                    <a:pt x="502" y="252"/>
                  </a:cubicBezTo>
                  <a:cubicBezTo>
                    <a:pt x="0" y="940"/>
                    <a:pt x="482" y="1689"/>
                    <a:pt x="1138" y="1689"/>
                  </a:cubicBezTo>
                  <a:cubicBezTo>
                    <a:pt x="1328" y="1689"/>
                    <a:pt x="1533" y="1627"/>
                    <a:pt x="1733" y="1481"/>
                  </a:cubicBezTo>
                  <a:cubicBezTo>
                    <a:pt x="1748" y="1470"/>
                    <a:pt x="1763" y="1458"/>
                    <a:pt x="1775" y="1442"/>
                  </a:cubicBezTo>
                  <a:cubicBezTo>
                    <a:pt x="2277" y="751"/>
                    <a:pt x="1795" y="1"/>
                    <a:pt x="11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4" name="Google Shape;7894;p56">
              <a:extLst>
                <a:ext uri="{FF2B5EF4-FFF2-40B4-BE49-F238E27FC236}">
                  <a16:creationId xmlns:a16="http://schemas.microsoft.com/office/drawing/2014/main" id="{DC4AF2DA-185E-871C-3CE1-5C970A8E3A3C}"/>
                </a:ext>
              </a:extLst>
            </p:cNvPr>
            <p:cNvSpPr/>
            <p:nvPr/>
          </p:nvSpPr>
          <p:spPr>
            <a:xfrm>
              <a:off x="7338491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6" y="12"/>
                  </a:moveTo>
                  <a:cubicBezTo>
                    <a:pt x="1226" y="12"/>
                    <a:pt x="1464" y="119"/>
                    <a:pt x="1636" y="291"/>
                  </a:cubicBezTo>
                  <a:cubicBezTo>
                    <a:pt x="1809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8" y="1633"/>
                  </a:cubicBezTo>
                  <a:cubicBezTo>
                    <a:pt x="1667" y="1648"/>
                    <a:pt x="1652" y="1663"/>
                    <a:pt x="1636" y="1679"/>
                  </a:cubicBezTo>
                  <a:cubicBezTo>
                    <a:pt x="1410" y="1840"/>
                    <a:pt x="1180" y="1913"/>
                    <a:pt x="966" y="1913"/>
                  </a:cubicBezTo>
                  <a:cubicBezTo>
                    <a:pt x="702" y="1913"/>
                    <a:pt x="464" y="1805"/>
                    <a:pt x="295" y="1633"/>
                  </a:cubicBezTo>
                  <a:cubicBezTo>
                    <a:pt x="122" y="1460"/>
                    <a:pt x="16" y="1227"/>
                    <a:pt x="16" y="962"/>
                  </a:cubicBezTo>
                  <a:cubicBezTo>
                    <a:pt x="16" y="747"/>
                    <a:pt x="88" y="518"/>
                    <a:pt x="249" y="291"/>
                  </a:cubicBezTo>
                  <a:cubicBezTo>
                    <a:pt x="265" y="277"/>
                    <a:pt x="276" y="261"/>
                    <a:pt x="295" y="249"/>
                  </a:cubicBezTo>
                  <a:cubicBezTo>
                    <a:pt x="521" y="84"/>
                    <a:pt x="751" y="12"/>
                    <a:pt x="966" y="12"/>
                  </a:cubicBezTo>
                  <a:close/>
                  <a:moveTo>
                    <a:pt x="966" y="1"/>
                  </a:moveTo>
                  <a:cubicBezTo>
                    <a:pt x="748" y="1"/>
                    <a:pt x="513" y="70"/>
                    <a:pt x="288" y="238"/>
                  </a:cubicBezTo>
                  <a:cubicBezTo>
                    <a:pt x="269" y="249"/>
                    <a:pt x="253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3" y="1927"/>
                    <a:pt x="966" y="1927"/>
                  </a:cubicBezTo>
                  <a:cubicBezTo>
                    <a:pt x="1180" y="1927"/>
                    <a:pt x="1418" y="1855"/>
                    <a:pt x="1644" y="1690"/>
                  </a:cubicBezTo>
                  <a:cubicBezTo>
                    <a:pt x="1663" y="1674"/>
                    <a:pt x="1678" y="1660"/>
                    <a:pt x="1690" y="1640"/>
                  </a:cubicBezTo>
                  <a:cubicBezTo>
                    <a:pt x="1859" y="1414"/>
                    <a:pt x="1928" y="1181"/>
                    <a:pt x="1928" y="962"/>
                  </a:cubicBezTo>
                  <a:cubicBezTo>
                    <a:pt x="1928" y="429"/>
                    <a:pt x="1498" y="1"/>
                    <a:pt x="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5" name="Google Shape;7895;p56">
              <a:extLst>
                <a:ext uri="{FF2B5EF4-FFF2-40B4-BE49-F238E27FC236}">
                  <a16:creationId xmlns:a16="http://schemas.microsoft.com/office/drawing/2014/main" id="{14E378C2-A91C-1341-6FF1-035236209A98}"/>
                </a:ext>
              </a:extLst>
            </p:cNvPr>
            <p:cNvSpPr/>
            <p:nvPr/>
          </p:nvSpPr>
          <p:spPr>
            <a:xfrm>
              <a:off x="7338780" y="1978051"/>
              <a:ext cx="92289" cy="64686"/>
            </a:xfrm>
            <a:custGeom>
              <a:avLst/>
              <a:gdLst/>
              <a:ahLst/>
              <a:cxnLst/>
              <a:rect l="l" t="t" r="r" b="b"/>
              <a:pathLst>
                <a:path w="1916" h="1343" extrusionOk="0">
                  <a:moveTo>
                    <a:pt x="977" y="1"/>
                  </a:moveTo>
                  <a:cubicBezTo>
                    <a:pt x="322" y="1"/>
                    <a:pt x="0" y="822"/>
                    <a:pt x="627" y="1277"/>
                  </a:cubicBezTo>
                  <a:cubicBezTo>
                    <a:pt x="638" y="1284"/>
                    <a:pt x="653" y="1291"/>
                    <a:pt x="664" y="1296"/>
                  </a:cubicBezTo>
                  <a:cubicBezTo>
                    <a:pt x="762" y="1328"/>
                    <a:pt x="855" y="1342"/>
                    <a:pt x="942" y="1342"/>
                  </a:cubicBezTo>
                  <a:cubicBezTo>
                    <a:pt x="1597" y="1342"/>
                    <a:pt x="1915" y="519"/>
                    <a:pt x="1293" y="66"/>
                  </a:cubicBezTo>
                  <a:cubicBezTo>
                    <a:pt x="1282" y="58"/>
                    <a:pt x="1266" y="50"/>
                    <a:pt x="1251" y="46"/>
                  </a:cubicBezTo>
                  <a:cubicBezTo>
                    <a:pt x="1155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6" name="Google Shape;7896;p56">
              <a:extLst>
                <a:ext uri="{FF2B5EF4-FFF2-40B4-BE49-F238E27FC236}">
                  <a16:creationId xmlns:a16="http://schemas.microsoft.com/office/drawing/2014/main" id="{58476144-531F-ED8F-D521-845FB8E83176}"/>
                </a:ext>
              </a:extLst>
            </p:cNvPr>
            <p:cNvSpPr/>
            <p:nvPr/>
          </p:nvSpPr>
          <p:spPr>
            <a:xfrm>
              <a:off x="7350099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5" y="472"/>
                  </a:moveTo>
                  <a:lnTo>
                    <a:pt x="755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71" y="614"/>
                  </a:lnTo>
                  <a:lnTo>
                    <a:pt x="778" y="637"/>
                  </a:lnTo>
                  <a:lnTo>
                    <a:pt x="829" y="622"/>
                  </a:lnTo>
                  <a:lnTo>
                    <a:pt x="817" y="591"/>
                  </a:lnTo>
                  <a:lnTo>
                    <a:pt x="905" y="545"/>
                  </a:lnTo>
                  <a:lnTo>
                    <a:pt x="905" y="545"/>
                  </a:lnTo>
                  <a:lnTo>
                    <a:pt x="859" y="633"/>
                  </a:lnTo>
                  <a:lnTo>
                    <a:pt x="829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9" y="829"/>
                  </a:lnTo>
                  <a:lnTo>
                    <a:pt x="859" y="817"/>
                  </a:lnTo>
                  <a:lnTo>
                    <a:pt x="905" y="905"/>
                  </a:lnTo>
                  <a:lnTo>
                    <a:pt x="905" y="905"/>
                  </a:lnTo>
                  <a:lnTo>
                    <a:pt x="817" y="863"/>
                  </a:lnTo>
                  <a:lnTo>
                    <a:pt x="829" y="832"/>
                  </a:lnTo>
                  <a:lnTo>
                    <a:pt x="778" y="817"/>
                  </a:lnTo>
                  <a:lnTo>
                    <a:pt x="771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5" y="886"/>
                  </a:lnTo>
                  <a:lnTo>
                    <a:pt x="725" y="982"/>
                  </a:lnTo>
                  <a:lnTo>
                    <a:pt x="694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9" y="836"/>
                  </a:lnTo>
                  <a:lnTo>
                    <a:pt x="671" y="817"/>
                  </a:lnTo>
                  <a:lnTo>
                    <a:pt x="622" y="832"/>
                  </a:lnTo>
                  <a:lnTo>
                    <a:pt x="629" y="863"/>
                  </a:lnTo>
                  <a:lnTo>
                    <a:pt x="544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3" y="771"/>
                  </a:lnTo>
                  <a:lnTo>
                    <a:pt x="622" y="752"/>
                  </a:lnTo>
                  <a:lnTo>
                    <a:pt x="576" y="729"/>
                  </a:lnTo>
                  <a:lnTo>
                    <a:pt x="564" y="756"/>
                  </a:lnTo>
                  <a:lnTo>
                    <a:pt x="468" y="725"/>
                  </a:lnTo>
                  <a:lnTo>
                    <a:pt x="564" y="694"/>
                  </a:lnTo>
                  <a:lnTo>
                    <a:pt x="576" y="725"/>
                  </a:lnTo>
                  <a:lnTo>
                    <a:pt x="622" y="698"/>
                  </a:lnTo>
                  <a:lnTo>
                    <a:pt x="613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4" y="545"/>
                  </a:lnTo>
                  <a:lnTo>
                    <a:pt x="629" y="591"/>
                  </a:lnTo>
                  <a:lnTo>
                    <a:pt x="622" y="622"/>
                  </a:lnTo>
                  <a:lnTo>
                    <a:pt x="671" y="637"/>
                  </a:lnTo>
                  <a:lnTo>
                    <a:pt x="679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4" y="564"/>
                  </a:lnTo>
                  <a:lnTo>
                    <a:pt x="725" y="472"/>
                  </a:lnTo>
                  <a:close/>
                  <a:moveTo>
                    <a:pt x="625" y="1"/>
                  </a:moveTo>
                  <a:lnTo>
                    <a:pt x="576" y="20"/>
                  </a:lnTo>
                  <a:lnTo>
                    <a:pt x="698" y="388"/>
                  </a:lnTo>
                  <a:lnTo>
                    <a:pt x="648" y="541"/>
                  </a:lnTo>
                  <a:lnTo>
                    <a:pt x="502" y="468"/>
                  </a:lnTo>
                  <a:lnTo>
                    <a:pt x="326" y="123"/>
                  </a:lnTo>
                  <a:lnTo>
                    <a:pt x="280" y="146"/>
                  </a:lnTo>
                  <a:lnTo>
                    <a:pt x="426" y="426"/>
                  </a:lnTo>
                  <a:lnTo>
                    <a:pt x="426" y="426"/>
                  </a:lnTo>
                  <a:lnTo>
                    <a:pt x="142" y="284"/>
                  </a:lnTo>
                  <a:lnTo>
                    <a:pt x="120" y="330"/>
                  </a:lnTo>
                  <a:lnTo>
                    <a:pt x="464" y="507"/>
                  </a:lnTo>
                  <a:lnTo>
                    <a:pt x="537" y="648"/>
                  </a:lnTo>
                  <a:lnTo>
                    <a:pt x="383" y="698"/>
                  </a:lnTo>
                  <a:lnTo>
                    <a:pt x="16" y="579"/>
                  </a:lnTo>
                  <a:lnTo>
                    <a:pt x="1" y="629"/>
                  </a:lnTo>
                  <a:lnTo>
                    <a:pt x="300" y="725"/>
                  </a:lnTo>
                  <a:lnTo>
                    <a:pt x="1" y="825"/>
                  </a:lnTo>
                  <a:lnTo>
                    <a:pt x="16" y="871"/>
                  </a:lnTo>
                  <a:lnTo>
                    <a:pt x="383" y="752"/>
                  </a:lnTo>
                  <a:lnTo>
                    <a:pt x="537" y="802"/>
                  </a:lnTo>
                  <a:lnTo>
                    <a:pt x="464" y="947"/>
                  </a:lnTo>
                  <a:lnTo>
                    <a:pt x="120" y="1124"/>
                  </a:lnTo>
                  <a:lnTo>
                    <a:pt x="142" y="1170"/>
                  </a:lnTo>
                  <a:lnTo>
                    <a:pt x="426" y="1024"/>
                  </a:lnTo>
                  <a:lnTo>
                    <a:pt x="280" y="1308"/>
                  </a:lnTo>
                  <a:lnTo>
                    <a:pt x="326" y="1331"/>
                  </a:lnTo>
                  <a:lnTo>
                    <a:pt x="502" y="986"/>
                  </a:lnTo>
                  <a:lnTo>
                    <a:pt x="648" y="913"/>
                  </a:lnTo>
                  <a:lnTo>
                    <a:pt x="698" y="1066"/>
                  </a:lnTo>
                  <a:lnTo>
                    <a:pt x="576" y="1434"/>
                  </a:lnTo>
                  <a:lnTo>
                    <a:pt x="625" y="1449"/>
                  </a:lnTo>
                  <a:lnTo>
                    <a:pt x="725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51" y="1066"/>
                  </a:lnTo>
                  <a:lnTo>
                    <a:pt x="801" y="913"/>
                  </a:lnTo>
                  <a:lnTo>
                    <a:pt x="944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4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4" y="426"/>
                  </a:lnTo>
                  <a:lnTo>
                    <a:pt x="1024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4" y="468"/>
                  </a:lnTo>
                  <a:lnTo>
                    <a:pt x="801" y="541"/>
                  </a:lnTo>
                  <a:lnTo>
                    <a:pt x="751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5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7" name="Google Shape;7897;p56">
              <a:extLst>
                <a:ext uri="{FF2B5EF4-FFF2-40B4-BE49-F238E27FC236}">
                  <a16:creationId xmlns:a16="http://schemas.microsoft.com/office/drawing/2014/main" id="{8531A078-9EFA-6850-53E2-E2881626900E}"/>
                </a:ext>
              </a:extLst>
            </p:cNvPr>
            <p:cNvSpPr/>
            <p:nvPr/>
          </p:nvSpPr>
          <p:spPr>
            <a:xfrm>
              <a:off x="7372833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51" y="0"/>
                  </a:moveTo>
                  <a:cubicBezTo>
                    <a:pt x="210" y="0"/>
                    <a:pt x="165" y="14"/>
                    <a:pt x="122" y="44"/>
                  </a:cubicBezTo>
                  <a:lnTo>
                    <a:pt x="111" y="56"/>
                  </a:lnTo>
                  <a:cubicBezTo>
                    <a:pt x="1" y="208"/>
                    <a:pt x="108" y="373"/>
                    <a:pt x="253" y="373"/>
                  </a:cubicBezTo>
                  <a:cubicBezTo>
                    <a:pt x="295" y="373"/>
                    <a:pt x="340" y="360"/>
                    <a:pt x="383" y="328"/>
                  </a:cubicBezTo>
                  <a:cubicBezTo>
                    <a:pt x="387" y="324"/>
                    <a:pt x="391" y="320"/>
                    <a:pt x="391" y="316"/>
                  </a:cubicBezTo>
                  <a:cubicBezTo>
                    <a:pt x="501" y="164"/>
                    <a:pt x="395" y="0"/>
                    <a:pt x="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8" name="Google Shape;7898;p56">
              <a:extLst>
                <a:ext uri="{FF2B5EF4-FFF2-40B4-BE49-F238E27FC236}">
                  <a16:creationId xmlns:a16="http://schemas.microsoft.com/office/drawing/2014/main" id="{42DC3032-BC85-E315-BC9A-4BAACB58FFF9}"/>
                </a:ext>
              </a:extLst>
            </p:cNvPr>
            <p:cNvSpPr/>
            <p:nvPr/>
          </p:nvSpPr>
          <p:spPr>
            <a:xfrm>
              <a:off x="6706693" y="1990093"/>
              <a:ext cx="85690" cy="37280"/>
            </a:xfrm>
            <a:custGeom>
              <a:avLst/>
              <a:gdLst/>
              <a:ahLst/>
              <a:cxnLst/>
              <a:rect l="l" t="t" r="r" b="b"/>
              <a:pathLst>
                <a:path w="1779" h="774" extrusionOk="0">
                  <a:moveTo>
                    <a:pt x="465" y="0"/>
                  </a:moveTo>
                  <a:cubicBezTo>
                    <a:pt x="250" y="0"/>
                    <a:pt x="36" y="13"/>
                    <a:pt x="24" y="53"/>
                  </a:cubicBezTo>
                  <a:cubicBezTo>
                    <a:pt x="1" y="126"/>
                    <a:pt x="245" y="643"/>
                    <a:pt x="464" y="774"/>
                  </a:cubicBezTo>
                  <a:lnTo>
                    <a:pt x="1713" y="774"/>
                  </a:lnTo>
                  <a:cubicBezTo>
                    <a:pt x="1713" y="774"/>
                    <a:pt x="1779" y="666"/>
                    <a:pt x="1713" y="601"/>
                  </a:cubicBezTo>
                  <a:lnTo>
                    <a:pt x="1253" y="601"/>
                  </a:lnTo>
                  <a:cubicBezTo>
                    <a:pt x="1253" y="601"/>
                    <a:pt x="1001" y="49"/>
                    <a:pt x="909" y="23"/>
                  </a:cubicBezTo>
                  <a:cubicBezTo>
                    <a:pt x="866" y="11"/>
                    <a:pt x="665" y="0"/>
                    <a:pt x="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899" name="Google Shape;7899;p56">
              <a:extLst>
                <a:ext uri="{FF2B5EF4-FFF2-40B4-BE49-F238E27FC236}">
                  <a16:creationId xmlns:a16="http://schemas.microsoft.com/office/drawing/2014/main" id="{B03F767C-F311-96A7-7E57-61A33BF0DD30}"/>
                </a:ext>
              </a:extLst>
            </p:cNvPr>
            <p:cNvSpPr/>
            <p:nvPr/>
          </p:nvSpPr>
          <p:spPr>
            <a:xfrm>
              <a:off x="6952341" y="1761207"/>
              <a:ext cx="439914" cy="112802"/>
            </a:xfrm>
            <a:custGeom>
              <a:avLst/>
              <a:gdLst/>
              <a:ahLst/>
              <a:cxnLst/>
              <a:rect l="l" t="t" r="r" b="b"/>
              <a:pathLst>
                <a:path w="9133" h="2342" extrusionOk="0">
                  <a:moveTo>
                    <a:pt x="4535" y="0"/>
                  </a:moveTo>
                  <a:cubicBezTo>
                    <a:pt x="3505" y="0"/>
                    <a:pt x="2340" y="39"/>
                    <a:pt x="1158" y="157"/>
                  </a:cubicBezTo>
                  <a:cubicBezTo>
                    <a:pt x="1158" y="157"/>
                    <a:pt x="350" y="1490"/>
                    <a:pt x="0" y="2341"/>
                  </a:cubicBezTo>
                  <a:lnTo>
                    <a:pt x="9013" y="2341"/>
                  </a:lnTo>
                  <a:cubicBezTo>
                    <a:pt x="9082" y="2341"/>
                    <a:pt x="9133" y="2268"/>
                    <a:pt x="9101" y="2207"/>
                  </a:cubicBezTo>
                  <a:cubicBezTo>
                    <a:pt x="8944" y="1844"/>
                    <a:pt x="8492" y="836"/>
                    <a:pt x="8105" y="157"/>
                  </a:cubicBezTo>
                  <a:cubicBezTo>
                    <a:pt x="8105" y="157"/>
                    <a:pt x="6593" y="0"/>
                    <a:pt x="45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0" name="Google Shape;7900;p56">
              <a:extLst>
                <a:ext uri="{FF2B5EF4-FFF2-40B4-BE49-F238E27FC236}">
                  <a16:creationId xmlns:a16="http://schemas.microsoft.com/office/drawing/2014/main" id="{93E01ABE-B652-86B0-FED8-BB4298D257E8}"/>
                </a:ext>
              </a:extLst>
            </p:cNvPr>
            <p:cNvSpPr/>
            <p:nvPr/>
          </p:nvSpPr>
          <p:spPr>
            <a:xfrm>
              <a:off x="6955472" y="1762652"/>
              <a:ext cx="429365" cy="109864"/>
            </a:xfrm>
            <a:custGeom>
              <a:avLst/>
              <a:gdLst/>
              <a:ahLst/>
              <a:cxnLst/>
              <a:rect l="l" t="t" r="r" b="b"/>
              <a:pathLst>
                <a:path w="8914" h="2281" extrusionOk="0">
                  <a:moveTo>
                    <a:pt x="4469" y="1"/>
                  </a:moveTo>
                  <a:cubicBezTo>
                    <a:pt x="3292" y="1"/>
                    <a:pt x="2174" y="51"/>
                    <a:pt x="1143" y="150"/>
                  </a:cubicBezTo>
                  <a:cubicBezTo>
                    <a:pt x="1124" y="154"/>
                    <a:pt x="1108" y="166"/>
                    <a:pt x="1097" y="181"/>
                  </a:cubicBezTo>
                  <a:cubicBezTo>
                    <a:pt x="966" y="395"/>
                    <a:pt x="349" y="1441"/>
                    <a:pt x="16" y="2192"/>
                  </a:cubicBezTo>
                  <a:cubicBezTo>
                    <a:pt x="1" y="2235"/>
                    <a:pt x="32" y="2281"/>
                    <a:pt x="73" y="2281"/>
                  </a:cubicBezTo>
                  <a:lnTo>
                    <a:pt x="8408" y="2281"/>
                  </a:lnTo>
                  <a:cubicBezTo>
                    <a:pt x="8711" y="2281"/>
                    <a:pt x="8914" y="1966"/>
                    <a:pt x="8787" y="1690"/>
                  </a:cubicBezTo>
                  <a:cubicBezTo>
                    <a:pt x="8580" y="1242"/>
                    <a:pt x="8297" y="641"/>
                    <a:pt x="8037" y="181"/>
                  </a:cubicBezTo>
                  <a:cubicBezTo>
                    <a:pt x="8025" y="166"/>
                    <a:pt x="8010" y="154"/>
                    <a:pt x="7987" y="150"/>
                  </a:cubicBezTo>
                  <a:cubicBezTo>
                    <a:pt x="7715" y="127"/>
                    <a:pt x="6300" y="1"/>
                    <a:pt x="4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1" name="Google Shape;7901;p56">
              <a:extLst>
                <a:ext uri="{FF2B5EF4-FFF2-40B4-BE49-F238E27FC236}">
                  <a16:creationId xmlns:a16="http://schemas.microsoft.com/office/drawing/2014/main" id="{EFDDBD10-A96B-0014-1FA1-2D9573DC5C6A}"/>
                </a:ext>
              </a:extLst>
            </p:cNvPr>
            <p:cNvSpPr/>
            <p:nvPr/>
          </p:nvSpPr>
          <p:spPr>
            <a:xfrm>
              <a:off x="7117744" y="1761400"/>
              <a:ext cx="17918" cy="112610"/>
            </a:xfrm>
            <a:custGeom>
              <a:avLst/>
              <a:gdLst/>
              <a:ahLst/>
              <a:cxnLst/>
              <a:rect l="l" t="t" r="r" b="b"/>
              <a:pathLst>
                <a:path w="372" h="2338" extrusionOk="0">
                  <a:moveTo>
                    <a:pt x="360" y="0"/>
                  </a:moveTo>
                  <a:cubicBezTo>
                    <a:pt x="96" y="1184"/>
                    <a:pt x="0" y="2337"/>
                    <a:pt x="0" y="2337"/>
                  </a:cubicBezTo>
                  <a:lnTo>
                    <a:pt x="15" y="2337"/>
                  </a:lnTo>
                  <a:cubicBezTo>
                    <a:pt x="15" y="2337"/>
                    <a:pt x="15" y="2318"/>
                    <a:pt x="20" y="2287"/>
                  </a:cubicBezTo>
                  <a:cubicBezTo>
                    <a:pt x="43" y="2050"/>
                    <a:pt x="142" y="1039"/>
                    <a:pt x="372" y="4"/>
                  </a:cubicBezTo>
                  <a:lnTo>
                    <a:pt x="3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2" name="Google Shape;7902;p56">
              <a:extLst>
                <a:ext uri="{FF2B5EF4-FFF2-40B4-BE49-F238E27FC236}">
                  <a16:creationId xmlns:a16="http://schemas.microsoft.com/office/drawing/2014/main" id="{C5A9A409-0692-99EA-6AC5-32E4F66DEFA9}"/>
                </a:ext>
              </a:extLst>
            </p:cNvPr>
            <p:cNvSpPr/>
            <p:nvPr/>
          </p:nvSpPr>
          <p:spPr>
            <a:xfrm>
              <a:off x="7298224" y="1766505"/>
              <a:ext cx="31453" cy="106204"/>
            </a:xfrm>
            <a:custGeom>
              <a:avLst/>
              <a:gdLst/>
              <a:ahLst/>
              <a:cxnLst/>
              <a:rect l="l" t="t" r="r" b="b"/>
              <a:pathLst>
                <a:path w="653" h="2205" extrusionOk="0">
                  <a:moveTo>
                    <a:pt x="16" y="1"/>
                  </a:moveTo>
                  <a:lnTo>
                    <a:pt x="1" y="9"/>
                  </a:lnTo>
                  <a:cubicBezTo>
                    <a:pt x="158" y="411"/>
                    <a:pt x="319" y="963"/>
                    <a:pt x="438" y="1407"/>
                  </a:cubicBezTo>
                  <a:cubicBezTo>
                    <a:pt x="498" y="1633"/>
                    <a:pt x="549" y="1833"/>
                    <a:pt x="583" y="1975"/>
                  </a:cubicBezTo>
                  <a:cubicBezTo>
                    <a:pt x="602" y="2047"/>
                    <a:pt x="613" y="2101"/>
                    <a:pt x="625" y="2143"/>
                  </a:cubicBezTo>
                  <a:cubicBezTo>
                    <a:pt x="633" y="2181"/>
                    <a:pt x="636" y="2204"/>
                    <a:pt x="636" y="2204"/>
                  </a:cubicBezTo>
                  <a:lnTo>
                    <a:pt x="652" y="2201"/>
                  </a:lnTo>
                  <a:cubicBezTo>
                    <a:pt x="652" y="2201"/>
                    <a:pt x="330" y="814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3" name="Google Shape;7903;p56">
              <a:extLst>
                <a:ext uri="{FF2B5EF4-FFF2-40B4-BE49-F238E27FC236}">
                  <a16:creationId xmlns:a16="http://schemas.microsoft.com/office/drawing/2014/main" id="{95AD8ECF-E3D6-2A04-357C-9518FDE4583A}"/>
                </a:ext>
              </a:extLst>
            </p:cNvPr>
            <p:cNvSpPr/>
            <p:nvPr/>
          </p:nvSpPr>
          <p:spPr>
            <a:xfrm>
              <a:off x="6930185" y="1878203"/>
              <a:ext cx="409087" cy="132550"/>
            </a:xfrm>
            <a:custGeom>
              <a:avLst/>
              <a:gdLst/>
              <a:ahLst/>
              <a:cxnLst/>
              <a:rect l="l" t="t" r="r" b="b"/>
              <a:pathLst>
                <a:path w="8493" h="2752" extrusionOk="0">
                  <a:moveTo>
                    <a:pt x="8320" y="0"/>
                  </a:moveTo>
                  <a:lnTo>
                    <a:pt x="8305" y="8"/>
                  </a:lnTo>
                  <a:cubicBezTo>
                    <a:pt x="8351" y="119"/>
                    <a:pt x="8392" y="303"/>
                    <a:pt x="8427" y="460"/>
                  </a:cubicBezTo>
                  <a:cubicBezTo>
                    <a:pt x="8443" y="541"/>
                    <a:pt x="8454" y="614"/>
                    <a:pt x="8461" y="663"/>
                  </a:cubicBezTo>
                  <a:cubicBezTo>
                    <a:pt x="8470" y="690"/>
                    <a:pt x="8473" y="709"/>
                    <a:pt x="8473" y="725"/>
                  </a:cubicBezTo>
                  <a:cubicBezTo>
                    <a:pt x="8475" y="732"/>
                    <a:pt x="8476" y="737"/>
                    <a:pt x="8476" y="741"/>
                  </a:cubicBezTo>
                  <a:lnTo>
                    <a:pt x="8476" y="741"/>
                  </a:lnTo>
                  <a:cubicBezTo>
                    <a:pt x="8239" y="782"/>
                    <a:pt x="8058" y="926"/>
                    <a:pt x="7918" y="1120"/>
                  </a:cubicBezTo>
                  <a:cubicBezTo>
                    <a:pt x="7699" y="1415"/>
                    <a:pt x="7580" y="1820"/>
                    <a:pt x="7511" y="2154"/>
                  </a:cubicBezTo>
                  <a:cubicBezTo>
                    <a:pt x="7449" y="2451"/>
                    <a:pt x="7434" y="2692"/>
                    <a:pt x="7432" y="2736"/>
                  </a:cubicBezTo>
                  <a:lnTo>
                    <a:pt x="1046" y="2736"/>
                  </a:lnTo>
                  <a:cubicBezTo>
                    <a:pt x="953" y="2005"/>
                    <a:pt x="698" y="1563"/>
                    <a:pt x="460" y="1307"/>
                  </a:cubicBezTo>
                  <a:cubicBezTo>
                    <a:pt x="249" y="1071"/>
                    <a:pt x="56" y="989"/>
                    <a:pt x="19" y="975"/>
                  </a:cubicBezTo>
                  <a:lnTo>
                    <a:pt x="19" y="975"/>
                  </a:lnTo>
                  <a:lnTo>
                    <a:pt x="411" y="46"/>
                  </a:lnTo>
                  <a:lnTo>
                    <a:pt x="400" y="43"/>
                  </a:lnTo>
                  <a:lnTo>
                    <a:pt x="1" y="985"/>
                  </a:lnTo>
                  <a:lnTo>
                    <a:pt x="9" y="985"/>
                  </a:lnTo>
                  <a:lnTo>
                    <a:pt x="12" y="989"/>
                  </a:lnTo>
                  <a:cubicBezTo>
                    <a:pt x="35" y="996"/>
                    <a:pt x="246" y="1081"/>
                    <a:pt x="472" y="1341"/>
                  </a:cubicBezTo>
                  <a:cubicBezTo>
                    <a:pt x="699" y="1599"/>
                    <a:pt x="943" y="2036"/>
                    <a:pt x="1031" y="2744"/>
                  </a:cubicBezTo>
                  <a:lnTo>
                    <a:pt x="1031" y="2752"/>
                  </a:lnTo>
                  <a:lnTo>
                    <a:pt x="7442" y="2752"/>
                  </a:lnTo>
                  <a:lnTo>
                    <a:pt x="7442" y="2744"/>
                  </a:lnTo>
                  <a:cubicBezTo>
                    <a:pt x="7442" y="2744"/>
                    <a:pt x="7446" y="2736"/>
                    <a:pt x="7446" y="2725"/>
                  </a:cubicBezTo>
                  <a:cubicBezTo>
                    <a:pt x="7454" y="2625"/>
                    <a:pt x="7492" y="2165"/>
                    <a:pt x="7642" y="1717"/>
                  </a:cubicBezTo>
                  <a:cubicBezTo>
                    <a:pt x="7715" y="1491"/>
                    <a:pt x="7818" y="1269"/>
                    <a:pt x="7956" y="1093"/>
                  </a:cubicBezTo>
                  <a:cubicBezTo>
                    <a:pt x="8094" y="920"/>
                    <a:pt x="8266" y="789"/>
                    <a:pt x="8484" y="755"/>
                  </a:cubicBezTo>
                  <a:lnTo>
                    <a:pt x="8493" y="752"/>
                  </a:lnTo>
                  <a:lnTo>
                    <a:pt x="8493" y="748"/>
                  </a:lnTo>
                  <a:cubicBezTo>
                    <a:pt x="8493" y="748"/>
                    <a:pt x="8473" y="617"/>
                    <a:pt x="8438" y="460"/>
                  </a:cubicBezTo>
                  <a:cubicBezTo>
                    <a:pt x="8408" y="303"/>
                    <a:pt x="8366" y="115"/>
                    <a:pt x="83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4" name="Google Shape;7904;p56">
              <a:extLst>
                <a:ext uri="{FF2B5EF4-FFF2-40B4-BE49-F238E27FC236}">
                  <a16:creationId xmlns:a16="http://schemas.microsoft.com/office/drawing/2014/main" id="{3A87ABE6-99CC-88C0-70C2-941DE2874B75}"/>
                </a:ext>
              </a:extLst>
            </p:cNvPr>
            <p:cNvSpPr/>
            <p:nvPr/>
          </p:nvSpPr>
          <p:spPr>
            <a:xfrm>
              <a:off x="7111097" y="1878203"/>
              <a:ext cx="7418" cy="127396"/>
            </a:xfrm>
            <a:custGeom>
              <a:avLst/>
              <a:gdLst/>
              <a:ahLst/>
              <a:cxnLst/>
              <a:rect l="l" t="t" r="r" b="b"/>
              <a:pathLst>
                <a:path w="154" h="2645" extrusionOk="0">
                  <a:moveTo>
                    <a:pt x="138" y="0"/>
                  </a:moveTo>
                  <a:cubicBezTo>
                    <a:pt x="23" y="499"/>
                    <a:pt x="0" y="1315"/>
                    <a:pt x="0" y="1909"/>
                  </a:cubicBezTo>
                  <a:cubicBezTo>
                    <a:pt x="0" y="2334"/>
                    <a:pt x="11" y="2644"/>
                    <a:pt x="11" y="2644"/>
                  </a:cubicBezTo>
                  <a:lnTo>
                    <a:pt x="27" y="2644"/>
                  </a:lnTo>
                  <a:cubicBezTo>
                    <a:pt x="27" y="2644"/>
                    <a:pt x="27" y="2625"/>
                    <a:pt x="23" y="2587"/>
                  </a:cubicBezTo>
                  <a:cubicBezTo>
                    <a:pt x="20" y="2480"/>
                    <a:pt x="15" y="2227"/>
                    <a:pt x="15" y="1909"/>
                  </a:cubicBezTo>
                  <a:cubicBezTo>
                    <a:pt x="15" y="1315"/>
                    <a:pt x="38" y="499"/>
                    <a:pt x="153" y="4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5" name="Google Shape;7905;p56">
              <a:extLst>
                <a:ext uri="{FF2B5EF4-FFF2-40B4-BE49-F238E27FC236}">
                  <a16:creationId xmlns:a16="http://schemas.microsoft.com/office/drawing/2014/main" id="{DCA9F5D2-28D5-852B-700C-4F64F7F385E5}"/>
                </a:ext>
              </a:extLst>
            </p:cNvPr>
            <p:cNvSpPr/>
            <p:nvPr/>
          </p:nvSpPr>
          <p:spPr>
            <a:xfrm>
              <a:off x="7076369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0" y="1"/>
                  </a:moveTo>
                  <a:lnTo>
                    <a:pt x="0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6" name="Google Shape;7906;p56">
              <a:extLst>
                <a:ext uri="{FF2B5EF4-FFF2-40B4-BE49-F238E27FC236}">
                  <a16:creationId xmlns:a16="http://schemas.microsoft.com/office/drawing/2014/main" id="{0F8BBED4-0A50-9393-CBAB-7D222D4EA806}"/>
                </a:ext>
              </a:extLst>
            </p:cNvPr>
            <p:cNvSpPr/>
            <p:nvPr/>
          </p:nvSpPr>
          <p:spPr>
            <a:xfrm>
              <a:off x="7284015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1" y="1"/>
                  </a:moveTo>
                  <a:lnTo>
                    <a:pt x="1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7" name="Google Shape;7907;p56">
              <a:extLst>
                <a:ext uri="{FF2B5EF4-FFF2-40B4-BE49-F238E27FC236}">
                  <a16:creationId xmlns:a16="http://schemas.microsoft.com/office/drawing/2014/main" id="{B03ED0E9-1F92-B0AC-2E40-F25F0A0DE98C}"/>
                </a:ext>
              </a:extLst>
            </p:cNvPr>
            <p:cNvSpPr/>
            <p:nvPr/>
          </p:nvSpPr>
          <p:spPr>
            <a:xfrm>
              <a:off x="6948825" y="1883549"/>
              <a:ext cx="440829" cy="819"/>
            </a:xfrm>
            <a:custGeom>
              <a:avLst/>
              <a:gdLst/>
              <a:ahLst/>
              <a:cxnLst/>
              <a:rect l="l" t="t" r="r" b="b"/>
              <a:pathLst>
                <a:path w="9152" h="17" extrusionOk="0">
                  <a:moveTo>
                    <a:pt x="1" y="1"/>
                  </a:moveTo>
                  <a:lnTo>
                    <a:pt x="1" y="16"/>
                  </a:lnTo>
                  <a:lnTo>
                    <a:pt x="9151" y="16"/>
                  </a:lnTo>
                  <a:lnTo>
                    <a:pt x="91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8" name="Google Shape;7908;p56">
              <a:extLst>
                <a:ext uri="{FF2B5EF4-FFF2-40B4-BE49-F238E27FC236}">
                  <a16:creationId xmlns:a16="http://schemas.microsoft.com/office/drawing/2014/main" id="{7F7FA693-AF1A-DE0B-2E13-2D6F6B1A9368}"/>
                </a:ext>
              </a:extLst>
            </p:cNvPr>
            <p:cNvSpPr/>
            <p:nvPr/>
          </p:nvSpPr>
          <p:spPr>
            <a:xfrm>
              <a:off x="6939288" y="1839092"/>
              <a:ext cx="67194" cy="39303"/>
            </a:xfrm>
            <a:custGeom>
              <a:avLst/>
              <a:gdLst/>
              <a:ahLst/>
              <a:cxnLst/>
              <a:rect l="l" t="t" r="r" b="b"/>
              <a:pathLst>
                <a:path w="1395" h="816" extrusionOk="0">
                  <a:moveTo>
                    <a:pt x="1083" y="0"/>
                  </a:moveTo>
                  <a:cubicBezTo>
                    <a:pt x="875" y="0"/>
                    <a:pt x="569" y="21"/>
                    <a:pt x="425" y="54"/>
                  </a:cubicBezTo>
                  <a:cubicBezTo>
                    <a:pt x="352" y="69"/>
                    <a:pt x="202" y="445"/>
                    <a:pt x="202" y="445"/>
                  </a:cubicBezTo>
                  <a:lnTo>
                    <a:pt x="69" y="445"/>
                  </a:lnTo>
                  <a:cubicBezTo>
                    <a:pt x="69" y="445"/>
                    <a:pt x="0" y="697"/>
                    <a:pt x="69" y="797"/>
                  </a:cubicBezTo>
                  <a:cubicBezTo>
                    <a:pt x="69" y="797"/>
                    <a:pt x="580" y="816"/>
                    <a:pt x="936" y="816"/>
                  </a:cubicBezTo>
                  <a:cubicBezTo>
                    <a:pt x="1115" y="816"/>
                    <a:pt x="1254" y="811"/>
                    <a:pt x="1272" y="797"/>
                  </a:cubicBezTo>
                  <a:cubicBezTo>
                    <a:pt x="1329" y="751"/>
                    <a:pt x="1394" y="38"/>
                    <a:pt x="1272" y="11"/>
                  </a:cubicBezTo>
                  <a:cubicBezTo>
                    <a:pt x="1237" y="4"/>
                    <a:pt x="1168" y="0"/>
                    <a:pt x="10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09" name="Google Shape;7909;p56">
              <a:extLst>
                <a:ext uri="{FF2B5EF4-FFF2-40B4-BE49-F238E27FC236}">
                  <a16:creationId xmlns:a16="http://schemas.microsoft.com/office/drawing/2014/main" id="{7D3E0E6E-DEF5-9E4A-95D6-B1B3675CEECF}"/>
                </a:ext>
              </a:extLst>
            </p:cNvPr>
            <p:cNvSpPr/>
            <p:nvPr/>
          </p:nvSpPr>
          <p:spPr>
            <a:xfrm>
              <a:off x="6975605" y="1867124"/>
              <a:ext cx="20519" cy="1493"/>
            </a:xfrm>
            <a:custGeom>
              <a:avLst/>
              <a:gdLst/>
              <a:ahLst/>
              <a:cxnLst/>
              <a:rect l="l" t="t" r="r" b="b"/>
              <a:pathLst>
                <a:path w="426" h="31" extrusionOk="0">
                  <a:moveTo>
                    <a:pt x="0" y="0"/>
                  </a:moveTo>
                  <a:lnTo>
                    <a:pt x="0" y="16"/>
                  </a:lnTo>
                  <a:lnTo>
                    <a:pt x="426" y="31"/>
                  </a:lnTo>
                  <a:lnTo>
                    <a:pt x="42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10" name="Google Shape;7910;p56">
              <a:extLst>
                <a:ext uri="{FF2B5EF4-FFF2-40B4-BE49-F238E27FC236}">
                  <a16:creationId xmlns:a16="http://schemas.microsoft.com/office/drawing/2014/main" id="{5101BFD6-A4FB-BEDD-9D5F-94B58806084B}"/>
                </a:ext>
              </a:extLst>
            </p:cNvPr>
            <p:cNvSpPr/>
            <p:nvPr/>
          </p:nvSpPr>
          <p:spPr>
            <a:xfrm>
              <a:off x="6745081" y="1878010"/>
              <a:ext cx="170417" cy="36798"/>
            </a:xfrm>
            <a:custGeom>
              <a:avLst/>
              <a:gdLst/>
              <a:ahLst/>
              <a:cxnLst/>
              <a:rect l="l" t="t" r="r" b="b"/>
              <a:pathLst>
                <a:path w="3538" h="764" extrusionOk="0">
                  <a:moveTo>
                    <a:pt x="3534" y="1"/>
                  </a:moveTo>
                  <a:cubicBezTo>
                    <a:pt x="3534" y="1"/>
                    <a:pt x="3522" y="4"/>
                    <a:pt x="3503" y="8"/>
                  </a:cubicBezTo>
                  <a:cubicBezTo>
                    <a:pt x="3346" y="47"/>
                    <a:pt x="2653" y="227"/>
                    <a:pt x="1978" y="395"/>
                  </a:cubicBezTo>
                  <a:cubicBezTo>
                    <a:pt x="1641" y="480"/>
                    <a:pt x="1311" y="564"/>
                    <a:pt x="1058" y="629"/>
                  </a:cubicBezTo>
                  <a:cubicBezTo>
                    <a:pt x="932" y="660"/>
                    <a:pt x="824" y="687"/>
                    <a:pt x="744" y="706"/>
                  </a:cubicBezTo>
                  <a:cubicBezTo>
                    <a:pt x="663" y="724"/>
                    <a:pt x="610" y="736"/>
                    <a:pt x="594" y="740"/>
                  </a:cubicBezTo>
                  <a:cubicBezTo>
                    <a:pt x="552" y="744"/>
                    <a:pt x="472" y="747"/>
                    <a:pt x="384" y="747"/>
                  </a:cubicBezTo>
                  <a:cubicBezTo>
                    <a:pt x="295" y="747"/>
                    <a:pt x="200" y="744"/>
                    <a:pt x="127" y="744"/>
                  </a:cubicBezTo>
                  <a:cubicBezTo>
                    <a:pt x="89" y="740"/>
                    <a:pt x="58" y="740"/>
                    <a:pt x="35" y="740"/>
                  </a:cubicBezTo>
                  <a:lnTo>
                    <a:pt x="0" y="740"/>
                  </a:lnTo>
                  <a:lnTo>
                    <a:pt x="0" y="752"/>
                  </a:lnTo>
                  <a:cubicBezTo>
                    <a:pt x="0" y="752"/>
                    <a:pt x="207" y="763"/>
                    <a:pt x="384" y="763"/>
                  </a:cubicBezTo>
                  <a:cubicBezTo>
                    <a:pt x="472" y="763"/>
                    <a:pt x="552" y="759"/>
                    <a:pt x="598" y="752"/>
                  </a:cubicBezTo>
                  <a:cubicBezTo>
                    <a:pt x="614" y="752"/>
                    <a:pt x="671" y="736"/>
                    <a:pt x="763" y="717"/>
                  </a:cubicBezTo>
                  <a:cubicBezTo>
                    <a:pt x="1388" y="564"/>
                    <a:pt x="3537" y="16"/>
                    <a:pt x="3537" y="16"/>
                  </a:cubicBezTo>
                  <a:lnTo>
                    <a:pt x="35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11" name="Google Shape;7911;p56">
              <a:extLst>
                <a:ext uri="{FF2B5EF4-FFF2-40B4-BE49-F238E27FC236}">
                  <a16:creationId xmlns:a16="http://schemas.microsoft.com/office/drawing/2014/main" id="{F9255ABC-486E-994C-8FBC-CDDC3505FEEC}"/>
                </a:ext>
              </a:extLst>
            </p:cNvPr>
            <p:cNvSpPr/>
            <p:nvPr/>
          </p:nvSpPr>
          <p:spPr>
            <a:xfrm>
              <a:off x="6732173" y="1970104"/>
              <a:ext cx="14065" cy="819"/>
            </a:xfrm>
            <a:custGeom>
              <a:avLst/>
              <a:gdLst/>
              <a:ahLst/>
              <a:cxnLst/>
              <a:rect l="l" t="t" r="r" b="b"/>
              <a:pathLst>
                <a:path w="292" h="17" extrusionOk="0">
                  <a:moveTo>
                    <a:pt x="291" y="1"/>
                  </a:moveTo>
                  <a:lnTo>
                    <a:pt x="1" y="4"/>
                  </a:lnTo>
                  <a:lnTo>
                    <a:pt x="1" y="16"/>
                  </a:lnTo>
                  <a:lnTo>
                    <a:pt x="291" y="16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12" name="Google Shape;7912;p56">
              <a:extLst>
                <a:ext uri="{FF2B5EF4-FFF2-40B4-BE49-F238E27FC236}">
                  <a16:creationId xmlns:a16="http://schemas.microsoft.com/office/drawing/2014/main" id="{227A5970-95F3-E129-5ABB-D49502D6E939}"/>
                </a:ext>
              </a:extLst>
            </p:cNvPr>
            <p:cNvSpPr/>
            <p:nvPr/>
          </p:nvSpPr>
          <p:spPr>
            <a:xfrm>
              <a:off x="6734003" y="1964950"/>
              <a:ext cx="14065" cy="771"/>
            </a:xfrm>
            <a:custGeom>
              <a:avLst/>
              <a:gdLst/>
              <a:ahLst/>
              <a:cxnLst/>
              <a:rect l="l" t="t" r="r" b="b"/>
              <a:pathLst>
                <a:path w="292" h="16" extrusionOk="0">
                  <a:moveTo>
                    <a:pt x="0" y="0"/>
                  </a:moveTo>
                  <a:lnTo>
                    <a:pt x="0" y="16"/>
                  </a:lnTo>
                  <a:lnTo>
                    <a:pt x="292" y="16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13" name="Google Shape;7913;p56">
              <a:extLst>
                <a:ext uri="{FF2B5EF4-FFF2-40B4-BE49-F238E27FC236}">
                  <a16:creationId xmlns:a16="http://schemas.microsoft.com/office/drawing/2014/main" id="{41A5FB84-29BC-8F3A-E114-0F26153BCAFA}"/>
                </a:ext>
              </a:extLst>
            </p:cNvPr>
            <p:cNvSpPr/>
            <p:nvPr/>
          </p:nvSpPr>
          <p:spPr>
            <a:xfrm>
              <a:off x="6735689" y="1959796"/>
              <a:ext cx="14017" cy="771"/>
            </a:xfrm>
            <a:custGeom>
              <a:avLst/>
              <a:gdLst/>
              <a:ahLst/>
              <a:cxnLst/>
              <a:rect l="l" t="t" r="r" b="b"/>
              <a:pathLst>
                <a:path w="291" h="16" extrusionOk="0">
                  <a:moveTo>
                    <a:pt x="0" y="0"/>
                  </a:moveTo>
                  <a:lnTo>
                    <a:pt x="0" y="15"/>
                  </a:lnTo>
                  <a:lnTo>
                    <a:pt x="291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929" name="Google Shape;7929;p56">
            <a:extLst>
              <a:ext uri="{FF2B5EF4-FFF2-40B4-BE49-F238E27FC236}">
                <a16:creationId xmlns:a16="http://schemas.microsoft.com/office/drawing/2014/main" id="{399DA7C0-F4A5-3358-7C8C-1E7F35225DE9}"/>
              </a:ext>
            </a:extLst>
          </p:cNvPr>
          <p:cNvGrpSpPr/>
          <p:nvPr/>
        </p:nvGrpSpPr>
        <p:grpSpPr>
          <a:xfrm>
            <a:off x="8424000" y="3536163"/>
            <a:ext cx="673217" cy="1133828"/>
            <a:chOff x="6542207" y="2185022"/>
            <a:chExt cx="492153" cy="828821"/>
          </a:xfrm>
        </p:grpSpPr>
        <p:sp>
          <p:nvSpPr>
            <p:cNvPr id="7930" name="Google Shape;7930;p56">
              <a:extLst>
                <a:ext uri="{FF2B5EF4-FFF2-40B4-BE49-F238E27FC236}">
                  <a16:creationId xmlns:a16="http://schemas.microsoft.com/office/drawing/2014/main" id="{0724CA38-1233-4B6E-5AFC-38AD7228A20A}"/>
                </a:ext>
              </a:extLst>
            </p:cNvPr>
            <p:cNvSpPr/>
            <p:nvPr/>
          </p:nvSpPr>
          <p:spPr>
            <a:xfrm>
              <a:off x="6911311" y="2185022"/>
              <a:ext cx="57069" cy="233510"/>
            </a:xfrm>
            <a:custGeom>
              <a:avLst/>
              <a:gdLst/>
              <a:ahLst/>
              <a:cxnLst/>
              <a:rect l="l" t="t" r="r" b="b"/>
              <a:pathLst>
                <a:path w="109" h="446" extrusionOk="0">
                  <a:moveTo>
                    <a:pt x="1" y="0"/>
                  </a:moveTo>
                  <a:lnTo>
                    <a:pt x="1" y="445"/>
                  </a:lnTo>
                  <a:lnTo>
                    <a:pt x="109" y="445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1" name="Google Shape;7931;p56">
              <a:extLst>
                <a:ext uri="{FF2B5EF4-FFF2-40B4-BE49-F238E27FC236}">
                  <a16:creationId xmlns:a16="http://schemas.microsoft.com/office/drawing/2014/main" id="{A573D0AB-1683-6F75-989A-E1354616743A}"/>
                </a:ext>
              </a:extLst>
            </p:cNvPr>
            <p:cNvSpPr/>
            <p:nvPr/>
          </p:nvSpPr>
          <p:spPr>
            <a:xfrm>
              <a:off x="6911311" y="2185022"/>
              <a:ext cx="57069" cy="48692"/>
            </a:xfrm>
            <a:custGeom>
              <a:avLst/>
              <a:gdLst/>
              <a:ahLst/>
              <a:cxnLst/>
              <a:rect l="l" t="t" r="r" b="b"/>
              <a:pathLst>
                <a:path w="109" h="93" extrusionOk="0">
                  <a:moveTo>
                    <a:pt x="1" y="0"/>
                  </a:moveTo>
                  <a:lnTo>
                    <a:pt x="1" y="92"/>
                  </a:lnTo>
                  <a:lnTo>
                    <a:pt x="109" y="92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2" name="Google Shape;7932;p56">
              <a:extLst>
                <a:ext uri="{FF2B5EF4-FFF2-40B4-BE49-F238E27FC236}">
                  <a16:creationId xmlns:a16="http://schemas.microsoft.com/office/drawing/2014/main" id="{D987D10A-B427-3A2F-7670-7BFF48B8881D}"/>
                </a:ext>
              </a:extLst>
            </p:cNvPr>
            <p:cNvSpPr/>
            <p:nvPr/>
          </p:nvSpPr>
          <p:spPr>
            <a:xfrm>
              <a:off x="6574667" y="2253087"/>
              <a:ext cx="441891" cy="759169"/>
            </a:xfrm>
            <a:custGeom>
              <a:avLst/>
              <a:gdLst/>
              <a:ahLst/>
              <a:cxnLst/>
              <a:rect l="l" t="t" r="r" b="b"/>
              <a:pathLst>
                <a:path w="844" h="1450" extrusionOk="0">
                  <a:moveTo>
                    <a:pt x="414" y="1"/>
                  </a:moveTo>
                  <a:lnTo>
                    <a:pt x="0" y="395"/>
                  </a:lnTo>
                  <a:lnTo>
                    <a:pt x="0" y="1449"/>
                  </a:lnTo>
                  <a:lnTo>
                    <a:pt x="843" y="1449"/>
                  </a:lnTo>
                  <a:lnTo>
                    <a:pt x="843" y="395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3" name="Google Shape;7933;p56">
              <a:extLst>
                <a:ext uri="{FF2B5EF4-FFF2-40B4-BE49-F238E27FC236}">
                  <a16:creationId xmlns:a16="http://schemas.microsoft.com/office/drawing/2014/main" id="{502AB9C9-7919-9D55-8364-969D6A581305}"/>
                </a:ext>
              </a:extLst>
            </p:cNvPr>
            <p:cNvSpPr/>
            <p:nvPr/>
          </p:nvSpPr>
          <p:spPr>
            <a:xfrm>
              <a:off x="6570479" y="2867245"/>
              <a:ext cx="448174" cy="146598"/>
            </a:xfrm>
            <a:custGeom>
              <a:avLst/>
              <a:gdLst/>
              <a:ahLst/>
              <a:cxnLst/>
              <a:rect l="l" t="t" r="r" b="b"/>
              <a:pathLst>
                <a:path w="856" h="280" extrusionOk="0">
                  <a:moveTo>
                    <a:pt x="1" y="0"/>
                  </a:moveTo>
                  <a:lnTo>
                    <a:pt x="1" y="280"/>
                  </a:lnTo>
                  <a:lnTo>
                    <a:pt x="855" y="280"/>
                  </a:lnTo>
                  <a:lnTo>
                    <a:pt x="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4" name="Google Shape;7934;p56">
              <a:extLst>
                <a:ext uri="{FF2B5EF4-FFF2-40B4-BE49-F238E27FC236}">
                  <a16:creationId xmlns:a16="http://schemas.microsoft.com/office/drawing/2014/main" id="{3E30A55A-8A9A-3738-007B-5C2865502ACF}"/>
                </a:ext>
              </a:extLst>
            </p:cNvPr>
            <p:cNvSpPr/>
            <p:nvPr/>
          </p:nvSpPr>
          <p:spPr>
            <a:xfrm>
              <a:off x="6570479" y="2523777"/>
              <a:ext cx="448174" cy="147645"/>
            </a:xfrm>
            <a:custGeom>
              <a:avLst/>
              <a:gdLst/>
              <a:ahLst/>
              <a:cxnLst/>
              <a:rect l="l" t="t" r="r" b="b"/>
              <a:pathLst>
                <a:path w="856" h="282" extrusionOk="0">
                  <a:moveTo>
                    <a:pt x="1" y="1"/>
                  </a:moveTo>
                  <a:lnTo>
                    <a:pt x="1" y="281"/>
                  </a:lnTo>
                  <a:lnTo>
                    <a:pt x="855" y="281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5" name="Google Shape;7935;p56">
              <a:extLst>
                <a:ext uri="{FF2B5EF4-FFF2-40B4-BE49-F238E27FC236}">
                  <a16:creationId xmlns:a16="http://schemas.microsoft.com/office/drawing/2014/main" id="{E3E6E48D-A909-A964-7FB8-58C802F1B015}"/>
                </a:ext>
              </a:extLst>
            </p:cNvPr>
            <p:cNvSpPr/>
            <p:nvPr/>
          </p:nvSpPr>
          <p:spPr>
            <a:xfrm>
              <a:off x="6839061" y="2505976"/>
              <a:ext cx="89006" cy="177489"/>
            </a:xfrm>
            <a:custGeom>
              <a:avLst/>
              <a:gdLst/>
              <a:ahLst/>
              <a:cxnLst/>
              <a:rect l="l" t="t" r="r" b="b"/>
              <a:pathLst>
                <a:path w="170" h="339" extrusionOk="0">
                  <a:moveTo>
                    <a:pt x="1" y="1"/>
                  </a:moveTo>
                  <a:lnTo>
                    <a:pt x="1" y="338"/>
                  </a:lnTo>
                  <a:lnTo>
                    <a:pt x="169" y="338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6" name="Google Shape;7936;p56">
              <a:extLst>
                <a:ext uri="{FF2B5EF4-FFF2-40B4-BE49-F238E27FC236}">
                  <a16:creationId xmlns:a16="http://schemas.microsoft.com/office/drawing/2014/main" id="{83ABF767-2294-B29B-F832-4E9E197D0D35}"/>
                </a:ext>
              </a:extLst>
            </p:cNvPr>
            <p:cNvSpPr/>
            <p:nvPr/>
          </p:nvSpPr>
          <p:spPr>
            <a:xfrm>
              <a:off x="6823355" y="2490268"/>
              <a:ext cx="120944" cy="208902"/>
            </a:xfrm>
            <a:custGeom>
              <a:avLst/>
              <a:gdLst/>
              <a:ahLst/>
              <a:cxnLst/>
              <a:rect l="l" t="t" r="r" b="b"/>
              <a:pathLst>
                <a:path w="231" h="399" extrusionOk="0">
                  <a:moveTo>
                    <a:pt x="169" y="61"/>
                  </a:moveTo>
                  <a:lnTo>
                    <a:pt x="169" y="337"/>
                  </a:lnTo>
                  <a:lnTo>
                    <a:pt x="61" y="337"/>
                  </a:lnTo>
                  <a:lnTo>
                    <a:pt x="61" y="61"/>
                  </a:lnTo>
                  <a:close/>
                  <a:moveTo>
                    <a:pt x="1" y="0"/>
                  </a:moveTo>
                  <a:lnTo>
                    <a:pt x="1" y="398"/>
                  </a:lnTo>
                  <a:lnTo>
                    <a:pt x="231" y="398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7" name="Google Shape;7937;p56">
              <a:extLst>
                <a:ext uri="{FF2B5EF4-FFF2-40B4-BE49-F238E27FC236}">
                  <a16:creationId xmlns:a16="http://schemas.microsoft.com/office/drawing/2014/main" id="{BE1FB142-0F95-630C-2993-698F495F45A5}"/>
                </a:ext>
              </a:extLst>
            </p:cNvPr>
            <p:cNvSpPr/>
            <p:nvPr/>
          </p:nvSpPr>
          <p:spPr>
            <a:xfrm>
              <a:off x="6662624" y="2505976"/>
              <a:ext cx="89006" cy="177489"/>
            </a:xfrm>
            <a:custGeom>
              <a:avLst/>
              <a:gdLst/>
              <a:ahLst/>
              <a:cxnLst/>
              <a:rect l="l" t="t" r="r" b="b"/>
              <a:pathLst>
                <a:path w="170" h="339" extrusionOk="0">
                  <a:moveTo>
                    <a:pt x="0" y="1"/>
                  </a:moveTo>
                  <a:lnTo>
                    <a:pt x="0" y="338"/>
                  </a:lnTo>
                  <a:lnTo>
                    <a:pt x="170" y="338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8" name="Google Shape;7938;p56">
              <a:extLst>
                <a:ext uri="{FF2B5EF4-FFF2-40B4-BE49-F238E27FC236}">
                  <a16:creationId xmlns:a16="http://schemas.microsoft.com/office/drawing/2014/main" id="{18C24F40-7DE9-0EE5-D004-64B2D591EE2B}"/>
                </a:ext>
              </a:extLst>
            </p:cNvPr>
            <p:cNvSpPr/>
            <p:nvPr/>
          </p:nvSpPr>
          <p:spPr>
            <a:xfrm>
              <a:off x="6646917" y="2490268"/>
              <a:ext cx="120944" cy="208902"/>
            </a:xfrm>
            <a:custGeom>
              <a:avLst/>
              <a:gdLst/>
              <a:ahLst/>
              <a:cxnLst/>
              <a:rect l="l" t="t" r="r" b="b"/>
              <a:pathLst>
                <a:path w="231" h="399" extrusionOk="0">
                  <a:moveTo>
                    <a:pt x="168" y="61"/>
                  </a:moveTo>
                  <a:lnTo>
                    <a:pt x="168" y="337"/>
                  </a:lnTo>
                  <a:lnTo>
                    <a:pt x="62" y="337"/>
                  </a:lnTo>
                  <a:lnTo>
                    <a:pt x="62" y="61"/>
                  </a:lnTo>
                  <a:close/>
                  <a:moveTo>
                    <a:pt x="0" y="0"/>
                  </a:moveTo>
                  <a:lnTo>
                    <a:pt x="0" y="398"/>
                  </a:lnTo>
                  <a:lnTo>
                    <a:pt x="230" y="398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39" name="Google Shape;7939;p56">
              <a:extLst>
                <a:ext uri="{FF2B5EF4-FFF2-40B4-BE49-F238E27FC236}">
                  <a16:creationId xmlns:a16="http://schemas.microsoft.com/office/drawing/2014/main" id="{A6CAA9D0-F3FF-0942-F4A6-AAB56115B90A}"/>
                </a:ext>
              </a:extLst>
            </p:cNvPr>
            <p:cNvSpPr/>
            <p:nvPr/>
          </p:nvSpPr>
          <p:spPr>
            <a:xfrm>
              <a:off x="6662624" y="2810699"/>
              <a:ext cx="89006" cy="105237"/>
            </a:xfrm>
            <a:custGeom>
              <a:avLst/>
              <a:gdLst/>
              <a:ahLst/>
              <a:cxnLst/>
              <a:rect l="l" t="t" r="r" b="b"/>
              <a:pathLst>
                <a:path w="170" h="201" extrusionOk="0">
                  <a:moveTo>
                    <a:pt x="0" y="1"/>
                  </a:moveTo>
                  <a:lnTo>
                    <a:pt x="0" y="200"/>
                  </a:lnTo>
                  <a:lnTo>
                    <a:pt x="170" y="200"/>
                  </a:lnTo>
                  <a:lnTo>
                    <a:pt x="1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40" name="Google Shape;7940;p56">
              <a:extLst>
                <a:ext uri="{FF2B5EF4-FFF2-40B4-BE49-F238E27FC236}">
                  <a16:creationId xmlns:a16="http://schemas.microsoft.com/office/drawing/2014/main" id="{F1114F51-B742-0BAE-65C2-B7B1288AAF47}"/>
                </a:ext>
              </a:extLst>
            </p:cNvPr>
            <p:cNvSpPr/>
            <p:nvPr/>
          </p:nvSpPr>
          <p:spPr>
            <a:xfrm>
              <a:off x="6646917" y="2794991"/>
              <a:ext cx="120944" cy="136650"/>
            </a:xfrm>
            <a:custGeom>
              <a:avLst/>
              <a:gdLst/>
              <a:ahLst/>
              <a:cxnLst/>
              <a:rect l="l" t="t" r="r" b="b"/>
              <a:pathLst>
                <a:path w="231" h="261" extrusionOk="0">
                  <a:moveTo>
                    <a:pt x="168" y="62"/>
                  </a:moveTo>
                  <a:lnTo>
                    <a:pt x="168" y="200"/>
                  </a:lnTo>
                  <a:lnTo>
                    <a:pt x="62" y="200"/>
                  </a:lnTo>
                  <a:lnTo>
                    <a:pt x="62" y="62"/>
                  </a:lnTo>
                  <a:close/>
                  <a:moveTo>
                    <a:pt x="0" y="0"/>
                  </a:moveTo>
                  <a:lnTo>
                    <a:pt x="0" y="261"/>
                  </a:lnTo>
                  <a:lnTo>
                    <a:pt x="230" y="261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41" name="Google Shape;7941;p56">
              <a:extLst>
                <a:ext uri="{FF2B5EF4-FFF2-40B4-BE49-F238E27FC236}">
                  <a16:creationId xmlns:a16="http://schemas.microsoft.com/office/drawing/2014/main" id="{D4405B80-5757-75EF-296B-A8D771E71E7E}"/>
                </a:ext>
              </a:extLst>
            </p:cNvPr>
            <p:cNvSpPr/>
            <p:nvPr/>
          </p:nvSpPr>
          <p:spPr>
            <a:xfrm>
              <a:off x="6821260" y="2788708"/>
              <a:ext cx="116756" cy="225133"/>
            </a:xfrm>
            <a:custGeom>
              <a:avLst/>
              <a:gdLst/>
              <a:ahLst/>
              <a:cxnLst/>
              <a:rect l="l" t="t" r="r" b="b"/>
              <a:pathLst>
                <a:path w="223" h="430" extrusionOk="0">
                  <a:moveTo>
                    <a:pt x="0" y="0"/>
                  </a:moveTo>
                  <a:lnTo>
                    <a:pt x="0" y="430"/>
                  </a:lnTo>
                  <a:lnTo>
                    <a:pt x="223" y="430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42" name="Google Shape;7942;p56">
              <a:extLst>
                <a:ext uri="{FF2B5EF4-FFF2-40B4-BE49-F238E27FC236}">
                  <a16:creationId xmlns:a16="http://schemas.microsoft.com/office/drawing/2014/main" id="{0EA87E45-895C-FD18-D9E2-421B3D4C54D2}"/>
                </a:ext>
              </a:extLst>
            </p:cNvPr>
            <p:cNvSpPr/>
            <p:nvPr/>
          </p:nvSpPr>
          <p:spPr>
            <a:xfrm>
              <a:off x="6877280" y="2788708"/>
              <a:ext cx="62828" cy="225133"/>
            </a:xfrm>
            <a:custGeom>
              <a:avLst/>
              <a:gdLst/>
              <a:ahLst/>
              <a:cxnLst/>
              <a:rect l="l" t="t" r="r" b="b"/>
              <a:pathLst>
                <a:path w="120" h="430" extrusionOk="0">
                  <a:moveTo>
                    <a:pt x="1" y="0"/>
                  </a:moveTo>
                  <a:lnTo>
                    <a:pt x="1" y="430"/>
                  </a:lnTo>
                  <a:lnTo>
                    <a:pt x="119" y="43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943" name="Google Shape;7943;p56">
              <a:extLst>
                <a:ext uri="{FF2B5EF4-FFF2-40B4-BE49-F238E27FC236}">
                  <a16:creationId xmlns:a16="http://schemas.microsoft.com/office/drawing/2014/main" id="{44160DA3-75CF-230D-A770-29D5135E414D}"/>
                </a:ext>
              </a:extLst>
            </p:cNvPr>
            <p:cNvSpPr/>
            <p:nvPr/>
          </p:nvSpPr>
          <p:spPr>
            <a:xfrm>
              <a:off x="6542207" y="2191305"/>
              <a:ext cx="492153" cy="288484"/>
            </a:xfrm>
            <a:custGeom>
              <a:avLst/>
              <a:gdLst/>
              <a:ahLst/>
              <a:cxnLst/>
              <a:rect l="l" t="t" r="r" b="b"/>
              <a:pathLst>
                <a:path w="940" h="551" extrusionOk="0">
                  <a:moveTo>
                    <a:pt x="483" y="0"/>
                  </a:moveTo>
                  <a:cubicBezTo>
                    <a:pt x="469" y="0"/>
                    <a:pt x="453" y="4"/>
                    <a:pt x="446" y="15"/>
                  </a:cubicBezTo>
                  <a:lnTo>
                    <a:pt x="20" y="460"/>
                  </a:lnTo>
                  <a:cubicBezTo>
                    <a:pt x="1" y="479"/>
                    <a:pt x="1" y="513"/>
                    <a:pt x="24" y="536"/>
                  </a:cubicBezTo>
                  <a:cubicBezTo>
                    <a:pt x="33" y="545"/>
                    <a:pt x="46" y="550"/>
                    <a:pt x="59" y="550"/>
                  </a:cubicBezTo>
                  <a:cubicBezTo>
                    <a:pt x="74" y="550"/>
                    <a:pt x="89" y="545"/>
                    <a:pt x="101" y="533"/>
                  </a:cubicBezTo>
                  <a:lnTo>
                    <a:pt x="483" y="130"/>
                  </a:lnTo>
                  <a:lnTo>
                    <a:pt x="840" y="510"/>
                  </a:lnTo>
                  <a:cubicBezTo>
                    <a:pt x="852" y="522"/>
                    <a:pt x="866" y="527"/>
                    <a:pt x="880" y="527"/>
                  </a:cubicBezTo>
                  <a:cubicBezTo>
                    <a:pt x="893" y="527"/>
                    <a:pt x="906" y="522"/>
                    <a:pt x="917" y="513"/>
                  </a:cubicBezTo>
                  <a:cubicBezTo>
                    <a:pt x="940" y="490"/>
                    <a:pt x="940" y="456"/>
                    <a:pt x="920" y="437"/>
                  </a:cubicBezTo>
                  <a:lnTo>
                    <a:pt x="522" y="15"/>
                  </a:lnTo>
                  <a:cubicBezTo>
                    <a:pt x="515" y="4"/>
                    <a:pt x="499" y="0"/>
                    <a:pt x="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F676D1F-F305-4CBA-2074-A69054369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68" y="912934"/>
            <a:ext cx="4761474" cy="33176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782747-8F1F-28EA-CF07-B9BF436B4235}"/>
              </a:ext>
            </a:extLst>
          </p:cNvPr>
          <p:cNvSpPr txBox="1"/>
          <p:nvPr/>
        </p:nvSpPr>
        <p:spPr>
          <a:xfrm>
            <a:off x="5894931" y="2310139"/>
            <a:ext cx="3411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Aree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grandi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omogenee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facili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Oggetti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rari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piccoli</a:t>
            </a: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difficili</a:t>
            </a:r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630F0-574E-0D00-46C1-875711A04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993269" y="2439560"/>
            <a:ext cx="132189" cy="1321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E1F874-5459-E85C-ED93-7300A2471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600639" y="2636459"/>
            <a:ext cx="132189" cy="13218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6F02649-C532-B8D4-7562-9565B45C8A10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043FA68-D08C-B160-B0E9-856683812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C4A127-BD20-727D-8FE6-AC97A5E90CCC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6085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9" name="Google Shape;6179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/>
              <a:t>Trade-off Complessità-Performance</a:t>
            </a:r>
          </a:p>
        </p:txBody>
      </p:sp>
      <p:grpSp>
        <p:nvGrpSpPr>
          <p:cNvPr id="6198" name="Google Shape;6198;p47"/>
          <p:cNvGrpSpPr/>
          <p:nvPr/>
        </p:nvGrpSpPr>
        <p:grpSpPr>
          <a:xfrm flipH="1">
            <a:off x="8807469" y="4046995"/>
            <a:ext cx="419247" cy="637784"/>
            <a:chOff x="8742442" y="252908"/>
            <a:chExt cx="356260" cy="541964"/>
          </a:xfrm>
        </p:grpSpPr>
        <p:sp>
          <p:nvSpPr>
            <p:cNvPr id="6199" name="Google Shape;6199;p47"/>
            <p:cNvSpPr/>
            <p:nvPr/>
          </p:nvSpPr>
          <p:spPr>
            <a:xfrm>
              <a:off x="8742442" y="252908"/>
              <a:ext cx="356260" cy="354555"/>
            </a:xfrm>
            <a:custGeom>
              <a:avLst/>
              <a:gdLst/>
              <a:ahLst/>
              <a:cxnLst/>
              <a:rect l="l" t="t" r="r" b="b"/>
              <a:pathLst>
                <a:path w="633" h="630" extrusionOk="0">
                  <a:moveTo>
                    <a:pt x="314" y="0"/>
                  </a:moveTo>
                  <a:cubicBezTo>
                    <a:pt x="142" y="0"/>
                    <a:pt x="1" y="138"/>
                    <a:pt x="1" y="315"/>
                  </a:cubicBezTo>
                  <a:cubicBezTo>
                    <a:pt x="1" y="488"/>
                    <a:pt x="142" y="629"/>
                    <a:pt x="314" y="629"/>
                  </a:cubicBezTo>
                  <a:cubicBezTo>
                    <a:pt x="491" y="629"/>
                    <a:pt x="633" y="488"/>
                    <a:pt x="633" y="315"/>
                  </a:cubicBezTo>
                  <a:cubicBezTo>
                    <a:pt x="633" y="138"/>
                    <a:pt x="491" y="0"/>
                    <a:pt x="3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00" name="Google Shape;6200;p47"/>
            <p:cNvSpPr/>
            <p:nvPr/>
          </p:nvSpPr>
          <p:spPr>
            <a:xfrm>
              <a:off x="8826299" y="377849"/>
              <a:ext cx="214432" cy="417024"/>
            </a:xfrm>
            <a:custGeom>
              <a:avLst/>
              <a:gdLst/>
              <a:ahLst/>
              <a:cxnLst/>
              <a:rect l="l" t="t" r="r" b="b"/>
              <a:pathLst>
                <a:path w="381" h="741" extrusionOk="0">
                  <a:moveTo>
                    <a:pt x="158" y="1"/>
                  </a:moveTo>
                  <a:lnTo>
                    <a:pt x="131" y="254"/>
                  </a:lnTo>
                  <a:lnTo>
                    <a:pt x="1" y="208"/>
                  </a:lnTo>
                  <a:lnTo>
                    <a:pt x="131" y="323"/>
                  </a:lnTo>
                  <a:lnTo>
                    <a:pt x="131" y="740"/>
                  </a:lnTo>
                  <a:lnTo>
                    <a:pt x="215" y="740"/>
                  </a:lnTo>
                  <a:lnTo>
                    <a:pt x="208" y="346"/>
                  </a:lnTo>
                  <a:lnTo>
                    <a:pt x="381" y="204"/>
                  </a:lnTo>
                  <a:lnTo>
                    <a:pt x="204" y="273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6201" name="Google Shape;6201;p47"/>
          <p:cNvGrpSpPr/>
          <p:nvPr/>
        </p:nvGrpSpPr>
        <p:grpSpPr>
          <a:xfrm flipH="1">
            <a:off x="8149469" y="4486606"/>
            <a:ext cx="549061" cy="233787"/>
            <a:chOff x="6498881" y="1318079"/>
            <a:chExt cx="466572" cy="198664"/>
          </a:xfrm>
        </p:grpSpPr>
        <p:sp>
          <p:nvSpPr>
            <p:cNvPr id="6202" name="Google Shape;6202;p47"/>
            <p:cNvSpPr/>
            <p:nvPr/>
          </p:nvSpPr>
          <p:spPr>
            <a:xfrm>
              <a:off x="6550658" y="1343967"/>
              <a:ext cx="35457" cy="172775"/>
            </a:xfrm>
            <a:custGeom>
              <a:avLst/>
              <a:gdLst/>
              <a:ahLst/>
              <a:cxnLst/>
              <a:rect l="l" t="t" r="r" b="b"/>
              <a:pathLst>
                <a:path w="63" h="307" extrusionOk="0">
                  <a:moveTo>
                    <a:pt x="1" y="1"/>
                  </a:moveTo>
                  <a:lnTo>
                    <a:pt x="1" y="307"/>
                  </a:lnTo>
                  <a:lnTo>
                    <a:pt x="62" y="307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03" name="Google Shape;6203;p47"/>
            <p:cNvSpPr/>
            <p:nvPr/>
          </p:nvSpPr>
          <p:spPr>
            <a:xfrm>
              <a:off x="6870327" y="1343967"/>
              <a:ext cx="34332" cy="172775"/>
            </a:xfrm>
            <a:custGeom>
              <a:avLst/>
              <a:gdLst/>
              <a:ahLst/>
              <a:cxnLst/>
              <a:rect l="l" t="t" r="r" b="b"/>
              <a:pathLst>
                <a:path w="61" h="307" extrusionOk="0">
                  <a:moveTo>
                    <a:pt x="0" y="1"/>
                  </a:moveTo>
                  <a:lnTo>
                    <a:pt x="0" y="307"/>
                  </a:lnTo>
                  <a:lnTo>
                    <a:pt x="61" y="307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04" name="Google Shape;6204;p47"/>
            <p:cNvSpPr/>
            <p:nvPr/>
          </p:nvSpPr>
          <p:spPr>
            <a:xfrm>
              <a:off x="6498881" y="1318079"/>
              <a:ext cx="466572" cy="78227"/>
            </a:xfrm>
            <a:custGeom>
              <a:avLst/>
              <a:gdLst/>
              <a:ahLst/>
              <a:cxnLst/>
              <a:rect l="l" t="t" r="r" b="b"/>
              <a:pathLst>
                <a:path w="829" h="139" extrusionOk="0">
                  <a:moveTo>
                    <a:pt x="1" y="1"/>
                  </a:moveTo>
                  <a:lnTo>
                    <a:pt x="1" y="139"/>
                  </a:lnTo>
                  <a:lnTo>
                    <a:pt x="829" y="139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05" name="Google Shape;6205;p47"/>
            <p:cNvSpPr/>
            <p:nvPr/>
          </p:nvSpPr>
          <p:spPr>
            <a:xfrm>
              <a:off x="6498881" y="1421633"/>
              <a:ext cx="466572" cy="43334"/>
            </a:xfrm>
            <a:custGeom>
              <a:avLst/>
              <a:gdLst/>
              <a:ahLst/>
              <a:cxnLst/>
              <a:rect l="l" t="t" r="r" b="b"/>
              <a:pathLst>
                <a:path w="829" h="77" extrusionOk="0">
                  <a:moveTo>
                    <a:pt x="1" y="1"/>
                  </a:moveTo>
                  <a:lnTo>
                    <a:pt x="1" y="77"/>
                  </a:lnTo>
                  <a:lnTo>
                    <a:pt x="829" y="77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6206" name="Google Shape;6206;p47"/>
          <p:cNvGrpSpPr/>
          <p:nvPr/>
        </p:nvGrpSpPr>
        <p:grpSpPr>
          <a:xfrm flipH="1">
            <a:off x="8603098" y="4157798"/>
            <a:ext cx="370898" cy="495392"/>
            <a:chOff x="9358153" y="1076757"/>
            <a:chExt cx="315175" cy="420966"/>
          </a:xfrm>
        </p:grpSpPr>
        <p:sp>
          <p:nvSpPr>
            <p:cNvPr id="6207" name="Google Shape;6207;p47"/>
            <p:cNvSpPr/>
            <p:nvPr/>
          </p:nvSpPr>
          <p:spPr>
            <a:xfrm>
              <a:off x="9358153" y="1076757"/>
              <a:ext cx="315175" cy="315722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80" y="0"/>
                  </a:moveTo>
                  <a:cubicBezTo>
                    <a:pt x="127" y="0"/>
                    <a:pt x="1" y="127"/>
                    <a:pt x="1" y="281"/>
                  </a:cubicBezTo>
                  <a:cubicBezTo>
                    <a:pt x="1" y="433"/>
                    <a:pt x="127" y="560"/>
                    <a:pt x="280" y="560"/>
                  </a:cubicBezTo>
                  <a:cubicBezTo>
                    <a:pt x="434" y="560"/>
                    <a:pt x="560" y="433"/>
                    <a:pt x="560" y="281"/>
                  </a:cubicBezTo>
                  <a:cubicBezTo>
                    <a:pt x="560" y="127"/>
                    <a:pt x="434" y="0"/>
                    <a:pt x="2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08" name="Google Shape;6208;p47"/>
            <p:cNvSpPr/>
            <p:nvPr/>
          </p:nvSpPr>
          <p:spPr>
            <a:xfrm>
              <a:off x="9444261" y="1201698"/>
              <a:ext cx="151397" cy="296025"/>
            </a:xfrm>
            <a:custGeom>
              <a:avLst/>
              <a:gdLst/>
              <a:ahLst/>
              <a:cxnLst/>
              <a:rect l="l" t="t" r="r" b="b"/>
              <a:pathLst>
                <a:path w="269" h="526" extrusionOk="0">
                  <a:moveTo>
                    <a:pt x="112" y="1"/>
                  </a:moveTo>
                  <a:lnTo>
                    <a:pt x="92" y="181"/>
                  </a:lnTo>
                  <a:lnTo>
                    <a:pt x="0" y="146"/>
                  </a:lnTo>
                  <a:lnTo>
                    <a:pt x="92" y="231"/>
                  </a:lnTo>
                  <a:lnTo>
                    <a:pt x="92" y="526"/>
                  </a:lnTo>
                  <a:lnTo>
                    <a:pt x="154" y="526"/>
                  </a:lnTo>
                  <a:lnTo>
                    <a:pt x="147" y="246"/>
                  </a:lnTo>
                  <a:lnTo>
                    <a:pt x="269" y="142"/>
                  </a:lnTo>
                  <a:lnTo>
                    <a:pt x="143" y="192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6209" name="Google Shape;6209;p47"/>
          <p:cNvGrpSpPr/>
          <p:nvPr/>
        </p:nvGrpSpPr>
        <p:grpSpPr>
          <a:xfrm>
            <a:off x="-291525" y="4326655"/>
            <a:ext cx="1609760" cy="788436"/>
            <a:chOff x="5302117" y="778706"/>
            <a:chExt cx="1609760" cy="788436"/>
          </a:xfrm>
        </p:grpSpPr>
        <p:sp>
          <p:nvSpPr>
            <p:cNvPr id="6210" name="Google Shape;6210;p47"/>
            <p:cNvSpPr/>
            <p:nvPr/>
          </p:nvSpPr>
          <p:spPr>
            <a:xfrm>
              <a:off x="5321668" y="1414545"/>
              <a:ext cx="241709" cy="71974"/>
            </a:xfrm>
            <a:custGeom>
              <a:avLst/>
              <a:gdLst/>
              <a:ahLst/>
              <a:cxnLst/>
              <a:rect l="l" t="t" r="r" b="b"/>
              <a:pathLst>
                <a:path w="2794" h="832" extrusionOk="0">
                  <a:moveTo>
                    <a:pt x="84" y="1"/>
                  </a:moveTo>
                  <a:cubicBezTo>
                    <a:pt x="0" y="169"/>
                    <a:pt x="84" y="257"/>
                    <a:pt x="84" y="257"/>
                  </a:cubicBezTo>
                  <a:lnTo>
                    <a:pt x="1939" y="257"/>
                  </a:lnTo>
                  <a:lnTo>
                    <a:pt x="2793" y="832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11" name="Google Shape;6211;p47"/>
            <p:cNvSpPr/>
            <p:nvPr/>
          </p:nvSpPr>
          <p:spPr>
            <a:xfrm>
              <a:off x="5319938" y="901044"/>
              <a:ext cx="1573098" cy="581244"/>
            </a:xfrm>
            <a:custGeom>
              <a:avLst/>
              <a:gdLst/>
              <a:ahLst/>
              <a:cxnLst/>
              <a:rect l="l" t="t" r="r" b="b"/>
              <a:pathLst>
                <a:path w="18184" h="6719" extrusionOk="0">
                  <a:moveTo>
                    <a:pt x="8354" y="0"/>
                  </a:moveTo>
                  <a:lnTo>
                    <a:pt x="8354" y="3035"/>
                  </a:lnTo>
                  <a:lnTo>
                    <a:pt x="208" y="3035"/>
                  </a:lnTo>
                  <a:cubicBezTo>
                    <a:pt x="8" y="3553"/>
                    <a:pt x="158" y="5560"/>
                    <a:pt x="158" y="5560"/>
                  </a:cubicBezTo>
                  <a:cubicBezTo>
                    <a:pt x="1" y="5679"/>
                    <a:pt x="104" y="6040"/>
                    <a:pt x="104" y="6040"/>
                  </a:cubicBezTo>
                  <a:lnTo>
                    <a:pt x="2035" y="6040"/>
                  </a:lnTo>
                  <a:lnTo>
                    <a:pt x="2346" y="6247"/>
                  </a:lnTo>
                  <a:lnTo>
                    <a:pt x="3039" y="6718"/>
                  </a:lnTo>
                  <a:lnTo>
                    <a:pt x="5415" y="6718"/>
                  </a:lnTo>
                  <a:lnTo>
                    <a:pt x="6101" y="6197"/>
                  </a:lnTo>
                  <a:lnTo>
                    <a:pt x="6308" y="6040"/>
                  </a:lnTo>
                  <a:lnTo>
                    <a:pt x="12711" y="6040"/>
                  </a:lnTo>
                  <a:lnTo>
                    <a:pt x="12853" y="6151"/>
                  </a:lnTo>
                  <a:lnTo>
                    <a:pt x="13386" y="6572"/>
                  </a:lnTo>
                  <a:lnTo>
                    <a:pt x="16122" y="6572"/>
                  </a:lnTo>
                  <a:lnTo>
                    <a:pt x="16684" y="6151"/>
                  </a:lnTo>
                  <a:lnTo>
                    <a:pt x="16811" y="6059"/>
                  </a:lnTo>
                  <a:lnTo>
                    <a:pt x="17885" y="6059"/>
                  </a:lnTo>
                  <a:cubicBezTo>
                    <a:pt x="18183" y="6059"/>
                    <a:pt x="18175" y="4465"/>
                    <a:pt x="17885" y="4465"/>
                  </a:cubicBezTo>
                  <a:lnTo>
                    <a:pt x="17678" y="3457"/>
                  </a:lnTo>
                  <a:cubicBezTo>
                    <a:pt x="17678" y="3457"/>
                    <a:pt x="16980" y="2859"/>
                    <a:pt x="16868" y="2813"/>
                  </a:cubicBezTo>
                  <a:cubicBezTo>
                    <a:pt x="16758" y="2767"/>
                    <a:pt x="13665" y="2434"/>
                    <a:pt x="13665" y="2434"/>
                  </a:cubicBezTo>
                  <a:cubicBezTo>
                    <a:pt x="13665" y="2434"/>
                    <a:pt x="12071" y="143"/>
                    <a:pt x="11856" y="100"/>
                  </a:cubicBezTo>
                  <a:cubicBezTo>
                    <a:pt x="11638" y="62"/>
                    <a:pt x="8354" y="0"/>
                    <a:pt x="83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12" name="Google Shape;6212;p47"/>
            <p:cNvSpPr/>
            <p:nvPr/>
          </p:nvSpPr>
          <p:spPr>
            <a:xfrm>
              <a:off x="5376342" y="1238154"/>
              <a:ext cx="1093054" cy="65746"/>
            </a:xfrm>
            <a:custGeom>
              <a:avLst/>
              <a:gdLst/>
              <a:ahLst/>
              <a:cxnLst/>
              <a:rect l="l" t="t" r="r" b="b"/>
              <a:pathLst>
                <a:path w="12635" h="760" extrusionOk="0">
                  <a:moveTo>
                    <a:pt x="0" y="1"/>
                  </a:moveTo>
                  <a:lnTo>
                    <a:pt x="88" y="759"/>
                  </a:lnTo>
                  <a:lnTo>
                    <a:pt x="12097" y="759"/>
                  </a:lnTo>
                  <a:cubicBezTo>
                    <a:pt x="12159" y="438"/>
                    <a:pt x="12339" y="151"/>
                    <a:pt x="126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13" name="Google Shape;6213;p47"/>
            <p:cNvSpPr/>
            <p:nvPr/>
          </p:nvSpPr>
          <p:spPr>
            <a:xfrm>
              <a:off x="6835228" y="1310215"/>
              <a:ext cx="45158" cy="76905"/>
            </a:xfrm>
            <a:custGeom>
              <a:avLst/>
              <a:gdLst/>
              <a:ahLst/>
              <a:cxnLst/>
              <a:rect l="l" t="t" r="r" b="b"/>
              <a:pathLst>
                <a:path w="522" h="889" extrusionOk="0">
                  <a:moveTo>
                    <a:pt x="406" y="0"/>
                  </a:moveTo>
                  <a:cubicBezTo>
                    <a:pt x="35" y="18"/>
                    <a:pt x="35" y="230"/>
                    <a:pt x="4" y="819"/>
                  </a:cubicBezTo>
                  <a:cubicBezTo>
                    <a:pt x="1" y="858"/>
                    <a:pt x="31" y="888"/>
                    <a:pt x="65" y="888"/>
                  </a:cubicBezTo>
                  <a:lnTo>
                    <a:pt x="387" y="888"/>
                  </a:lnTo>
                  <a:cubicBezTo>
                    <a:pt x="418" y="888"/>
                    <a:pt x="445" y="865"/>
                    <a:pt x="452" y="839"/>
                  </a:cubicBezTo>
                  <a:cubicBezTo>
                    <a:pt x="475" y="727"/>
                    <a:pt x="521" y="437"/>
                    <a:pt x="472" y="57"/>
                  </a:cubicBezTo>
                  <a:cubicBezTo>
                    <a:pt x="468" y="23"/>
                    <a:pt x="441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14" name="Google Shape;6214;p47"/>
            <p:cNvSpPr/>
            <p:nvPr/>
          </p:nvSpPr>
          <p:spPr>
            <a:xfrm>
              <a:off x="6846474" y="1376481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15" name="Google Shape;6215;p47"/>
            <p:cNvSpPr/>
            <p:nvPr/>
          </p:nvSpPr>
          <p:spPr>
            <a:xfrm>
              <a:off x="6847512" y="1368522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16" name="Google Shape;6216;p47"/>
            <p:cNvSpPr/>
            <p:nvPr/>
          </p:nvSpPr>
          <p:spPr>
            <a:xfrm>
              <a:off x="6848464" y="1360563"/>
              <a:ext cx="22233" cy="1384"/>
            </a:xfrm>
            <a:custGeom>
              <a:avLst/>
              <a:gdLst/>
              <a:ahLst/>
              <a:cxnLst/>
              <a:rect l="l" t="t" r="r" b="b"/>
              <a:pathLst>
                <a:path w="257" h="16" extrusionOk="0">
                  <a:moveTo>
                    <a:pt x="0" y="0"/>
                  </a:moveTo>
                  <a:lnTo>
                    <a:pt x="0" y="16"/>
                  </a:lnTo>
                  <a:lnTo>
                    <a:pt x="257" y="16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17" name="Google Shape;6217;p47"/>
            <p:cNvSpPr/>
            <p:nvPr/>
          </p:nvSpPr>
          <p:spPr>
            <a:xfrm>
              <a:off x="6750968" y="1307447"/>
              <a:ext cx="160909" cy="116785"/>
            </a:xfrm>
            <a:custGeom>
              <a:avLst/>
              <a:gdLst/>
              <a:ahLst/>
              <a:cxnLst/>
              <a:rect l="l" t="t" r="r" b="b"/>
              <a:pathLst>
                <a:path w="1860" h="1350" extrusionOk="0">
                  <a:moveTo>
                    <a:pt x="1660" y="1"/>
                  </a:moveTo>
                  <a:cubicBezTo>
                    <a:pt x="1618" y="1"/>
                    <a:pt x="1587" y="39"/>
                    <a:pt x="1591" y="78"/>
                  </a:cubicBezTo>
                  <a:cubicBezTo>
                    <a:pt x="1622" y="254"/>
                    <a:pt x="1675" y="676"/>
                    <a:pt x="1595" y="975"/>
                  </a:cubicBezTo>
                  <a:cubicBezTo>
                    <a:pt x="1587" y="1005"/>
                    <a:pt x="1561" y="1028"/>
                    <a:pt x="1526" y="1028"/>
                  </a:cubicBezTo>
                  <a:lnTo>
                    <a:pt x="66" y="1028"/>
                  </a:lnTo>
                  <a:cubicBezTo>
                    <a:pt x="32" y="1028"/>
                    <a:pt x="1" y="1055"/>
                    <a:pt x="1" y="1093"/>
                  </a:cubicBezTo>
                  <a:lnTo>
                    <a:pt x="1" y="1281"/>
                  </a:lnTo>
                  <a:cubicBezTo>
                    <a:pt x="1" y="1320"/>
                    <a:pt x="32" y="1350"/>
                    <a:pt x="66" y="1350"/>
                  </a:cubicBezTo>
                  <a:lnTo>
                    <a:pt x="1656" y="1350"/>
                  </a:lnTo>
                  <a:cubicBezTo>
                    <a:pt x="1691" y="1350"/>
                    <a:pt x="1718" y="1327"/>
                    <a:pt x="1725" y="1297"/>
                  </a:cubicBezTo>
                  <a:cubicBezTo>
                    <a:pt x="1760" y="1120"/>
                    <a:pt x="1859" y="553"/>
                    <a:pt x="1725" y="50"/>
                  </a:cubicBezTo>
                  <a:cubicBezTo>
                    <a:pt x="1718" y="20"/>
                    <a:pt x="1691" y="1"/>
                    <a:pt x="1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18" name="Google Shape;6218;p47"/>
            <p:cNvSpPr/>
            <p:nvPr/>
          </p:nvSpPr>
          <p:spPr>
            <a:xfrm>
              <a:off x="6431837" y="1271027"/>
              <a:ext cx="331506" cy="189711"/>
            </a:xfrm>
            <a:custGeom>
              <a:avLst/>
              <a:gdLst/>
              <a:ahLst/>
              <a:cxnLst/>
              <a:rect l="l" t="t" r="r" b="b"/>
              <a:pathLst>
                <a:path w="3832" h="2193" extrusionOk="0">
                  <a:moveTo>
                    <a:pt x="1900" y="1"/>
                  </a:moveTo>
                  <a:cubicBezTo>
                    <a:pt x="326" y="1"/>
                    <a:pt x="0" y="1771"/>
                    <a:pt x="0" y="1771"/>
                  </a:cubicBezTo>
                  <a:lnTo>
                    <a:pt x="533" y="2192"/>
                  </a:lnTo>
                  <a:lnTo>
                    <a:pt x="3269" y="2192"/>
                  </a:lnTo>
                  <a:lnTo>
                    <a:pt x="3831" y="1771"/>
                  </a:lnTo>
                  <a:cubicBezTo>
                    <a:pt x="3831" y="1771"/>
                    <a:pt x="3472" y="1"/>
                    <a:pt x="19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19" name="Google Shape;6219;p47"/>
            <p:cNvSpPr/>
            <p:nvPr/>
          </p:nvSpPr>
          <p:spPr>
            <a:xfrm>
              <a:off x="5519514" y="1271027"/>
              <a:ext cx="333929" cy="192393"/>
            </a:xfrm>
            <a:custGeom>
              <a:avLst/>
              <a:gdLst/>
              <a:ahLst/>
              <a:cxnLst/>
              <a:rect l="l" t="t" r="r" b="b"/>
              <a:pathLst>
                <a:path w="3860" h="2224" extrusionOk="0">
                  <a:moveTo>
                    <a:pt x="1928" y="1"/>
                  </a:moveTo>
                  <a:cubicBezTo>
                    <a:pt x="353" y="1"/>
                    <a:pt x="0" y="1844"/>
                    <a:pt x="0" y="1844"/>
                  </a:cubicBezTo>
                  <a:lnTo>
                    <a:pt x="560" y="2223"/>
                  </a:lnTo>
                  <a:lnTo>
                    <a:pt x="3296" y="2192"/>
                  </a:lnTo>
                  <a:lnTo>
                    <a:pt x="3859" y="1771"/>
                  </a:lnTo>
                  <a:cubicBezTo>
                    <a:pt x="3859" y="1771"/>
                    <a:pt x="3499" y="1"/>
                    <a:pt x="19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20" name="Google Shape;6220;p47"/>
            <p:cNvSpPr/>
            <p:nvPr/>
          </p:nvSpPr>
          <p:spPr>
            <a:xfrm>
              <a:off x="5516573" y="844799"/>
              <a:ext cx="334534" cy="202168"/>
            </a:xfrm>
            <a:custGeom>
              <a:avLst/>
              <a:gdLst/>
              <a:ahLst/>
              <a:cxnLst/>
              <a:rect l="l" t="t" r="r" b="b"/>
              <a:pathLst>
                <a:path w="3867" h="2337" extrusionOk="0">
                  <a:moveTo>
                    <a:pt x="1916" y="0"/>
                  </a:moveTo>
                  <a:cubicBezTo>
                    <a:pt x="341" y="0"/>
                    <a:pt x="0" y="1816"/>
                    <a:pt x="0" y="1816"/>
                  </a:cubicBezTo>
                  <a:lnTo>
                    <a:pt x="73" y="1866"/>
                  </a:lnTo>
                  <a:lnTo>
                    <a:pt x="766" y="2337"/>
                  </a:lnTo>
                  <a:lnTo>
                    <a:pt x="3142" y="2337"/>
                  </a:lnTo>
                  <a:lnTo>
                    <a:pt x="3828" y="1812"/>
                  </a:lnTo>
                  <a:lnTo>
                    <a:pt x="3867" y="1785"/>
                  </a:lnTo>
                  <a:cubicBezTo>
                    <a:pt x="3867" y="1785"/>
                    <a:pt x="3487" y="0"/>
                    <a:pt x="1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21" name="Google Shape;6221;p47"/>
            <p:cNvSpPr/>
            <p:nvPr/>
          </p:nvSpPr>
          <p:spPr>
            <a:xfrm>
              <a:off x="6063136" y="1151040"/>
              <a:ext cx="426148" cy="240750"/>
            </a:xfrm>
            <a:custGeom>
              <a:avLst/>
              <a:gdLst/>
              <a:ahLst/>
              <a:cxnLst/>
              <a:rect l="l" t="t" r="r" b="b"/>
              <a:pathLst>
                <a:path w="4926" h="2783" extrusionOk="0">
                  <a:moveTo>
                    <a:pt x="4576" y="1"/>
                  </a:moveTo>
                  <a:lnTo>
                    <a:pt x="4565" y="4"/>
                  </a:lnTo>
                  <a:cubicBezTo>
                    <a:pt x="4565" y="4"/>
                    <a:pt x="4565" y="8"/>
                    <a:pt x="4568" y="12"/>
                  </a:cubicBezTo>
                  <a:cubicBezTo>
                    <a:pt x="4599" y="73"/>
                    <a:pt x="4855" y="604"/>
                    <a:pt x="4909" y="1367"/>
                  </a:cubicBezTo>
                  <a:lnTo>
                    <a:pt x="4909" y="1367"/>
                  </a:lnTo>
                  <a:cubicBezTo>
                    <a:pt x="4862" y="1399"/>
                    <a:pt x="4401" y="1727"/>
                    <a:pt x="4183" y="2767"/>
                  </a:cubicBezTo>
                  <a:lnTo>
                    <a:pt x="85" y="2767"/>
                  </a:lnTo>
                  <a:cubicBezTo>
                    <a:pt x="85" y="2759"/>
                    <a:pt x="84" y="2743"/>
                    <a:pt x="81" y="2721"/>
                  </a:cubicBezTo>
                  <a:cubicBezTo>
                    <a:pt x="69" y="2472"/>
                    <a:pt x="23" y="1388"/>
                    <a:pt x="16" y="139"/>
                  </a:cubicBezTo>
                  <a:lnTo>
                    <a:pt x="0" y="139"/>
                  </a:lnTo>
                  <a:cubicBezTo>
                    <a:pt x="12" y="1568"/>
                    <a:pt x="69" y="2774"/>
                    <a:pt x="69" y="2778"/>
                  </a:cubicBezTo>
                  <a:lnTo>
                    <a:pt x="69" y="2783"/>
                  </a:lnTo>
                  <a:lnTo>
                    <a:pt x="4197" y="2783"/>
                  </a:lnTo>
                  <a:lnTo>
                    <a:pt x="4197" y="2778"/>
                  </a:lnTo>
                  <a:cubicBezTo>
                    <a:pt x="4312" y="2226"/>
                    <a:pt x="4492" y="1878"/>
                    <a:pt x="4645" y="1663"/>
                  </a:cubicBezTo>
                  <a:cubicBezTo>
                    <a:pt x="4722" y="1556"/>
                    <a:pt x="4791" y="1487"/>
                    <a:pt x="4841" y="1441"/>
                  </a:cubicBezTo>
                  <a:cubicBezTo>
                    <a:pt x="4867" y="1418"/>
                    <a:pt x="4887" y="1403"/>
                    <a:pt x="4902" y="1391"/>
                  </a:cubicBezTo>
                  <a:cubicBezTo>
                    <a:pt x="4910" y="1388"/>
                    <a:pt x="4913" y="1384"/>
                    <a:pt x="4917" y="1380"/>
                  </a:cubicBezTo>
                  <a:lnTo>
                    <a:pt x="4921" y="1376"/>
                  </a:lnTo>
                  <a:lnTo>
                    <a:pt x="4925" y="1372"/>
                  </a:lnTo>
                  <a:lnTo>
                    <a:pt x="4925" y="1368"/>
                  </a:lnTo>
                  <a:cubicBezTo>
                    <a:pt x="4867" y="553"/>
                    <a:pt x="4576" y="1"/>
                    <a:pt x="45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22" name="Google Shape;6222;p47"/>
            <p:cNvSpPr/>
            <p:nvPr/>
          </p:nvSpPr>
          <p:spPr>
            <a:xfrm>
              <a:off x="6096269" y="1195159"/>
              <a:ext cx="61163" cy="1298"/>
            </a:xfrm>
            <a:custGeom>
              <a:avLst/>
              <a:gdLst/>
              <a:ahLst/>
              <a:cxnLst/>
              <a:rect l="l" t="t" r="r" b="b"/>
              <a:pathLst>
                <a:path w="707" h="15" extrusionOk="0">
                  <a:moveTo>
                    <a:pt x="1" y="0"/>
                  </a:moveTo>
                  <a:lnTo>
                    <a:pt x="1" y="15"/>
                  </a:lnTo>
                  <a:lnTo>
                    <a:pt x="706" y="1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23" name="Google Shape;6223;p47"/>
            <p:cNvSpPr/>
            <p:nvPr/>
          </p:nvSpPr>
          <p:spPr>
            <a:xfrm>
              <a:off x="6495767" y="1116523"/>
              <a:ext cx="279514" cy="38928"/>
            </a:xfrm>
            <a:custGeom>
              <a:avLst/>
              <a:gdLst/>
              <a:ahLst/>
              <a:cxnLst/>
              <a:rect l="l" t="t" r="r" b="b"/>
              <a:pathLst>
                <a:path w="3231" h="450" extrusionOk="0">
                  <a:moveTo>
                    <a:pt x="1" y="1"/>
                  </a:moveTo>
                  <a:lnTo>
                    <a:pt x="1" y="16"/>
                  </a:lnTo>
                  <a:cubicBezTo>
                    <a:pt x="1" y="16"/>
                    <a:pt x="652" y="124"/>
                    <a:pt x="1318" y="230"/>
                  </a:cubicBezTo>
                  <a:cubicBezTo>
                    <a:pt x="1652" y="285"/>
                    <a:pt x="1993" y="338"/>
                    <a:pt x="2254" y="380"/>
                  </a:cubicBezTo>
                  <a:cubicBezTo>
                    <a:pt x="2384" y="400"/>
                    <a:pt x="2499" y="418"/>
                    <a:pt x="2583" y="430"/>
                  </a:cubicBezTo>
                  <a:cubicBezTo>
                    <a:pt x="2622" y="434"/>
                    <a:pt x="2656" y="441"/>
                    <a:pt x="2683" y="441"/>
                  </a:cubicBezTo>
                  <a:cubicBezTo>
                    <a:pt x="2710" y="446"/>
                    <a:pt x="2729" y="449"/>
                    <a:pt x="2737" y="449"/>
                  </a:cubicBezTo>
                  <a:cubicBezTo>
                    <a:pt x="2771" y="449"/>
                    <a:pt x="2817" y="441"/>
                    <a:pt x="2871" y="430"/>
                  </a:cubicBezTo>
                  <a:cubicBezTo>
                    <a:pt x="3028" y="395"/>
                    <a:pt x="3230" y="322"/>
                    <a:pt x="3230" y="322"/>
                  </a:cubicBezTo>
                  <a:lnTo>
                    <a:pt x="3227" y="311"/>
                  </a:lnTo>
                  <a:cubicBezTo>
                    <a:pt x="3227" y="311"/>
                    <a:pt x="3219" y="311"/>
                    <a:pt x="3212" y="315"/>
                  </a:cubicBezTo>
                  <a:cubicBezTo>
                    <a:pt x="3173" y="326"/>
                    <a:pt x="3085" y="357"/>
                    <a:pt x="2989" y="384"/>
                  </a:cubicBezTo>
                  <a:cubicBezTo>
                    <a:pt x="2894" y="411"/>
                    <a:pt x="2790" y="434"/>
                    <a:pt x="2737" y="434"/>
                  </a:cubicBezTo>
                  <a:cubicBezTo>
                    <a:pt x="2729" y="434"/>
                    <a:pt x="2714" y="430"/>
                    <a:pt x="2687" y="430"/>
                  </a:cubicBezTo>
                  <a:cubicBezTo>
                    <a:pt x="2491" y="403"/>
                    <a:pt x="1821" y="299"/>
                    <a:pt x="1196" y="196"/>
                  </a:cubicBezTo>
                  <a:cubicBezTo>
                    <a:pt x="885" y="147"/>
                    <a:pt x="586" y="96"/>
                    <a:pt x="368" y="62"/>
                  </a:cubicBezTo>
                  <a:cubicBezTo>
                    <a:pt x="257" y="43"/>
                    <a:pt x="165" y="27"/>
                    <a:pt x="100" y="16"/>
                  </a:cubicBezTo>
                  <a:cubicBezTo>
                    <a:pt x="70" y="13"/>
                    <a:pt x="47" y="9"/>
                    <a:pt x="27" y="4"/>
                  </a:cubicBezTo>
                  <a:cubicBezTo>
                    <a:pt x="12" y="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24" name="Google Shape;6224;p47"/>
            <p:cNvSpPr/>
            <p:nvPr/>
          </p:nvSpPr>
          <p:spPr>
            <a:xfrm>
              <a:off x="5340787" y="1372502"/>
              <a:ext cx="177865" cy="1384"/>
            </a:xfrm>
            <a:custGeom>
              <a:avLst/>
              <a:gdLst/>
              <a:ahLst/>
              <a:cxnLst/>
              <a:rect l="l" t="t" r="r" b="b"/>
              <a:pathLst>
                <a:path w="2056" h="16" extrusionOk="0">
                  <a:moveTo>
                    <a:pt x="1" y="0"/>
                  </a:moveTo>
                  <a:lnTo>
                    <a:pt x="1" y="16"/>
                  </a:lnTo>
                  <a:lnTo>
                    <a:pt x="2055" y="16"/>
                  </a:lnTo>
                  <a:lnTo>
                    <a:pt x="20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25" name="Google Shape;6225;p47"/>
            <p:cNvSpPr/>
            <p:nvPr/>
          </p:nvSpPr>
          <p:spPr>
            <a:xfrm>
              <a:off x="5342171" y="1175262"/>
              <a:ext cx="1122813" cy="1298"/>
            </a:xfrm>
            <a:custGeom>
              <a:avLst/>
              <a:gdLst/>
              <a:ahLst/>
              <a:cxnLst/>
              <a:rect l="l" t="t" r="r" b="b"/>
              <a:pathLst>
                <a:path w="12979" h="15" extrusionOk="0">
                  <a:moveTo>
                    <a:pt x="1" y="0"/>
                  </a:moveTo>
                  <a:lnTo>
                    <a:pt x="1" y="15"/>
                  </a:lnTo>
                  <a:lnTo>
                    <a:pt x="12979" y="15"/>
                  </a:lnTo>
                  <a:lnTo>
                    <a:pt x="129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26" name="Google Shape;6226;p47"/>
            <p:cNvSpPr/>
            <p:nvPr/>
          </p:nvSpPr>
          <p:spPr>
            <a:xfrm>
              <a:off x="6757716" y="1368782"/>
              <a:ext cx="69641" cy="1471"/>
            </a:xfrm>
            <a:custGeom>
              <a:avLst/>
              <a:gdLst/>
              <a:ahLst/>
              <a:cxnLst/>
              <a:rect l="l" t="t" r="r" b="b"/>
              <a:pathLst>
                <a:path w="805" h="17" extrusionOk="0">
                  <a:moveTo>
                    <a:pt x="0" y="1"/>
                  </a:moveTo>
                  <a:lnTo>
                    <a:pt x="0" y="16"/>
                  </a:lnTo>
                  <a:lnTo>
                    <a:pt x="805" y="16"/>
                  </a:lnTo>
                  <a:lnTo>
                    <a:pt x="8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27" name="Google Shape;6227;p47"/>
            <p:cNvSpPr/>
            <p:nvPr/>
          </p:nvSpPr>
          <p:spPr>
            <a:xfrm>
              <a:off x="6360554" y="926982"/>
              <a:ext cx="141617" cy="179417"/>
            </a:xfrm>
            <a:custGeom>
              <a:avLst/>
              <a:gdLst/>
              <a:ahLst/>
              <a:cxnLst/>
              <a:rect l="l" t="t" r="r" b="b"/>
              <a:pathLst>
                <a:path w="1637" h="2074" extrusionOk="0">
                  <a:moveTo>
                    <a:pt x="134" y="0"/>
                  </a:moveTo>
                  <a:lnTo>
                    <a:pt x="0" y="19"/>
                  </a:lnTo>
                  <a:cubicBezTo>
                    <a:pt x="73" y="475"/>
                    <a:pt x="1445" y="2069"/>
                    <a:pt x="1445" y="2069"/>
                  </a:cubicBezTo>
                  <a:cubicBezTo>
                    <a:pt x="1461" y="2072"/>
                    <a:pt x="1476" y="2073"/>
                    <a:pt x="1491" y="2073"/>
                  </a:cubicBezTo>
                  <a:cubicBezTo>
                    <a:pt x="1577" y="2073"/>
                    <a:pt x="1636" y="2031"/>
                    <a:pt x="1636" y="2031"/>
                  </a:cubicBezTo>
                  <a:cubicBezTo>
                    <a:pt x="1138" y="1307"/>
                    <a:pt x="637" y="628"/>
                    <a:pt x="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28" name="Google Shape;6228;p47"/>
            <p:cNvSpPr/>
            <p:nvPr/>
          </p:nvSpPr>
          <p:spPr>
            <a:xfrm>
              <a:off x="5498319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3" y="0"/>
                  </a:moveTo>
                  <a:cubicBezTo>
                    <a:pt x="907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7" y="2794"/>
                  </a:cubicBezTo>
                  <a:cubicBezTo>
                    <a:pt x="1403" y="3066"/>
                    <a:pt x="1788" y="3184"/>
                    <a:pt x="2145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1" y="391"/>
                  </a:cubicBezTo>
                  <a:cubicBezTo>
                    <a:pt x="2885" y="118"/>
                    <a:pt x="2501" y="0"/>
                    <a:pt x="2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29" name="Google Shape;6229;p47"/>
            <p:cNvSpPr/>
            <p:nvPr/>
          </p:nvSpPr>
          <p:spPr>
            <a:xfrm>
              <a:off x="5568651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0" y="0"/>
                  </a:moveTo>
                  <a:cubicBezTo>
                    <a:pt x="1188" y="0"/>
                    <a:pt x="1059" y="21"/>
                    <a:pt x="923" y="66"/>
                  </a:cubicBezTo>
                  <a:cubicBezTo>
                    <a:pt x="904" y="69"/>
                    <a:pt x="885" y="80"/>
                    <a:pt x="865" y="92"/>
                  </a:cubicBezTo>
                  <a:cubicBezTo>
                    <a:pt x="0" y="721"/>
                    <a:pt x="444" y="1866"/>
                    <a:pt x="1352" y="1866"/>
                  </a:cubicBezTo>
                  <a:cubicBezTo>
                    <a:pt x="1474" y="1866"/>
                    <a:pt x="1603" y="1846"/>
                    <a:pt x="1739" y="1801"/>
                  </a:cubicBezTo>
                  <a:cubicBezTo>
                    <a:pt x="1758" y="1797"/>
                    <a:pt x="1778" y="1786"/>
                    <a:pt x="1797" y="1774"/>
                  </a:cubicBezTo>
                  <a:cubicBezTo>
                    <a:pt x="2663" y="1145"/>
                    <a:pt x="2218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30" name="Google Shape;6230;p47"/>
            <p:cNvSpPr/>
            <p:nvPr/>
          </p:nvSpPr>
          <p:spPr>
            <a:xfrm>
              <a:off x="5574707" y="1352951"/>
              <a:ext cx="218178" cy="152772"/>
            </a:xfrm>
            <a:custGeom>
              <a:avLst/>
              <a:gdLst/>
              <a:ahLst/>
              <a:cxnLst/>
              <a:rect l="l" t="t" r="r" b="b"/>
              <a:pathLst>
                <a:path w="2522" h="1766" extrusionOk="0">
                  <a:moveTo>
                    <a:pt x="1240" y="1"/>
                  </a:moveTo>
                  <a:cubicBezTo>
                    <a:pt x="1126" y="1"/>
                    <a:pt x="1004" y="20"/>
                    <a:pt x="876" y="62"/>
                  </a:cubicBezTo>
                  <a:cubicBezTo>
                    <a:pt x="857" y="65"/>
                    <a:pt x="838" y="76"/>
                    <a:pt x="823" y="88"/>
                  </a:cubicBezTo>
                  <a:cubicBezTo>
                    <a:pt x="0" y="683"/>
                    <a:pt x="421" y="1766"/>
                    <a:pt x="1282" y="1766"/>
                  </a:cubicBezTo>
                  <a:cubicBezTo>
                    <a:pt x="1396" y="1766"/>
                    <a:pt x="1518" y="1747"/>
                    <a:pt x="1646" y="1705"/>
                  </a:cubicBezTo>
                  <a:cubicBezTo>
                    <a:pt x="1665" y="1701"/>
                    <a:pt x="1685" y="1690"/>
                    <a:pt x="1700" y="1678"/>
                  </a:cubicBezTo>
                  <a:cubicBezTo>
                    <a:pt x="2522" y="1083"/>
                    <a:pt x="2101" y="1"/>
                    <a:pt x="1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31" name="Google Shape;6231;p47"/>
            <p:cNvSpPr/>
            <p:nvPr/>
          </p:nvSpPr>
          <p:spPr>
            <a:xfrm>
              <a:off x="5602130" y="1371896"/>
              <a:ext cx="163331" cy="114882"/>
            </a:xfrm>
            <a:custGeom>
              <a:avLst/>
              <a:gdLst/>
              <a:ahLst/>
              <a:cxnLst/>
              <a:rect l="l" t="t" r="r" b="b"/>
              <a:pathLst>
                <a:path w="1888" h="1328" extrusionOk="0">
                  <a:moveTo>
                    <a:pt x="926" y="1"/>
                  </a:moveTo>
                  <a:cubicBezTo>
                    <a:pt x="841" y="1"/>
                    <a:pt x="750" y="15"/>
                    <a:pt x="655" y="46"/>
                  </a:cubicBezTo>
                  <a:cubicBezTo>
                    <a:pt x="639" y="53"/>
                    <a:pt x="628" y="57"/>
                    <a:pt x="616" y="69"/>
                  </a:cubicBezTo>
                  <a:cubicBezTo>
                    <a:pt x="0" y="516"/>
                    <a:pt x="315" y="1328"/>
                    <a:pt x="962" y="1328"/>
                  </a:cubicBezTo>
                  <a:cubicBezTo>
                    <a:pt x="1047" y="1328"/>
                    <a:pt x="1138" y="1313"/>
                    <a:pt x="1233" y="1283"/>
                  </a:cubicBezTo>
                  <a:cubicBezTo>
                    <a:pt x="1249" y="1275"/>
                    <a:pt x="1260" y="1268"/>
                    <a:pt x="1272" y="1260"/>
                  </a:cubicBezTo>
                  <a:cubicBezTo>
                    <a:pt x="1888" y="813"/>
                    <a:pt x="1574" y="1"/>
                    <a:pt x="9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32" name="Google Shape;6232;p47"/>
            <p:cNvSpPr/>
            <p:nvPr/>
          </p:nvSpPr>
          <p:spPr>
            <a:xfrm>
              <a:off x="5660956" y="1413161"/>
              <a:ext cx="45677" cy="32354"/>
            </a:xfrm>
            <a:custGeom>
              <a:avLst/>
              <a:gdLst/>
              <a:ahLst/>
              <a:cxnLst/>
              <a:rect l="l" t="t" r="r" b="b"/>
              <a:pathLst>
                <a:path w="528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4" y="17"/>
                    <a:pt x="171" y="20"/>
                  </a:cubicBezTo>
                  <a:cubicBezTo>
                    <a:pt x="0" y="146"/>
                    <a:pt x="89" y="374"/>
                    <a:pt x="269" y="374"/>
                  </a:cubicBezTo>
                  <a:cubicBezTo>
                    <a:pt x="292" y="374"/>
                    <a:pt x="317" y="370"/>
                    <a:pt x="343" y="361"/>
                  </a:cubicBezTo>
                  <a:cubicBezTo>
                    <a:pt x="350" y="358"/>
                    <a:pt x="355" y="358"/>
                    <a:pt x="358" y="354"/>
                  </a:cubicBezTo>
                  <a:cubicBezTo>
                    <a:pt x="528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33" name="Google Shape;6233;p47"/>
            <p:cNvSpPr/>
            <p:nvPr/>
          </p:nvSpPr>
          <p:spPr>
            <a:xfrm>
              <a:off x="5674019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7" y="625"/>
                  </a:lnTo>
                  <a:lnTo>
                    <a:pt x="169" y="62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34" name="Google Shape;6234;p47"/>
            <p:cNvSpPr/>
            <p:nvPr/>
          </p:nvSpPr>
          <p:spPr>
            <a:xfrm>
              <a:off x="562756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6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35" name="Google Shape;6235;p47"/>
            <p:cNvSpPr/>
            <p:nvPr/>
          </p:nvSpPr>
          <p:spPr>
            <a:xfrm>
              <a:off x="562756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6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36" name="Google Shape;6236;p47"/>
            <p:cNvSpPr/>
            <p:nvPr/>
          </p:nvSpPr>
          <p:spPr>
            <a:xfrm>
              <a:off x="5674019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7" y="1"/>
                  </a:moveTo>
                  <a:lnTo>
                    <a:pt x="0" y="625"/>
                  </a:lnTo>
                  <a:lnTo>
                    <a:pt x="227" y="62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37" name="Google Shape;6237;p47"/>
            <p:cNvSpPr/>
            <p:nvPr/>
          </p:nvSpPr>
          <p:spPr>
            <a:xfrm>
              <a:off x="5685957" y="1427521"/>
              <a:ext cx="54069" cy="40226"/>
            </a:xfrm>
            <a:custGeom>
              <a:avLst/>
              <a:gdLst/>
              <a:ahLst/>
              <a:cxnLst/>
              <a:rect l="l" t="t" r="r" b="b"/>
              <a:pathLst>
                <a:path w="625" h="465" extrusionOk="0">
                  <a:moveTo>
                    <a:pt x="54" y="1"/>
                  </a:moveTo>
                  <a:lnTo>
                    <a:pt x="27" y="50"/>
                  </a:lnTo>
                  <a:lnTo>
                    <a:pt x="0" y="100"/>
                  </a:lnTo>
                  <a:lnTo>
                    <a:pt x="510" y="464"/>
                  </a:lnTo>
                  <a:lnTo>
                    <a:pt x="567" y="364"/>
                  </a:lnTo>
                  <a:lnTo>
                    <a:pt x="625" y="264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38" name="Google Shape;6238;p47"/>
            <p:cNvSpPr/>
            <p:nvPr/>
          </p:nvSpPr>
          <p:spPr>
            <a:xfrm>
              <a:off x="5685957" y="1391014"/>
              <a:ext cx="54069" cy="40139"/>
            </a:xfrm>
            <a:custGeom>
              <a:avLst/>
              <a:gdLst/>
              <a:ahLst/>
              <a:cxnLst/>
              <a:rect l="l" t="t" r="r" b="b"/>
              <a:pathLst>
                <a:path w="625" h="464" extrusionOk="0">
                  <a:moveTo>
                    <a:pt x="510" y="0"/>
                  </a:moveTo>
                  <a:lnTo>
                    <a:pt x="0" y="365"/>
                  </a:lnTo>
                  <a:lnTo>
                    <a:pt x="27" y="414"/>
                  </a:lnTo>
                  <a:lnTo>
                    <a:pt x="54" y="464"/>
                  </a:lnTo>
                  <a:lnTo>
                    <a:pt x="625" y="200"/>
                  </a:lnTo>
                  <a:lnTo>
                    <a:pt x="567" y="101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39" name="Google Shape;6239;p47"/>
            <p:cNvSpPr/>
            <p:nvPr/>
          </p:nvSpPr>
          <p:spPr>
            <a:xfrm>
              <a:off x="5672894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4" y="1"/>
                    <a:pt x="102" y="3"/>
                    <a:pt x="90" y="7"/>
                  </a:cubicBezTo>
                  <a:cubicBezTo>
                    <a:pt x="86" y="7"/>
                    <a:pt x="82" y="11"/>
                    <a:pt x="82" y="11"/>
                  </a:cubicBezTo>
                  <a:cubicBezTo>
                    <a:pt x="1" y="68"/>
                    <a:pt x="43" y="177"/>
                    <a:pt x="127" y="177"/>
                  </a:cubicBezTo>
                  <a:cubicBezTo>
                    <a:pt x="138" y="177"/>
                    <a:pt x="150" y="176"/>
                    <a:pt x="162" y="172"/>
                  </a:cubicBezTo>
                  <a:cubicBezTo>
                    <a:pt x="166" y="172"/>
                    <a:pt x="171" y="168"/>
                    <a:pt x="171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40" name="Google Shape;6240;p47"/>
            <p:cNvSpPr/>
            <p:nvPr/>
          </p:nvSpPr>
          <p:spPr>
            <a:xfrm>
              <a:off x="6410556" y="1291616"/>
              <a:ext cx="370955" cy="275526"/>
            </a:xfrm>
            <a:custGeom>
              <a:avLst/>
              <a:gdLst/>
              <a:ahLst/>
              <a:cxnLst/>
              <a:rect l="l" t="t" r="r" b="b"/>
              <a:pathLst>
                <a:path w="4288" h="3185" extrusionOk="0">
                  <a:moveTo>
                    <a:pt x="2144" y="0"/>
                  </a:moveTo>
                  <a:cubicBezTo>
                    <a:pt x="908" y="0"/>
                    <a:pt x="1" y="1410"/>
                    <a:pt x="943" y="2709"/>
                  </a:cubicBezTo>
                  <a:cubicBezTo>
                    <a:pt x="966" y="2744"/>
                    <a:pt x="993" y="2771"/>
                    <a:pt x="1028" y="2794"/>
                  </a:cubicBezTo>
                  <a:cubicBezTo>
                    <a:pt x="1403" y="3066"/>
                    <a:pt x="1788" y="3184"/>
                    <a:pt x="2146" y="3184"/>
                  </a:cubicBezTo>
                  <a:cubicBezTo>
                    <a:pt x="3381" y="3184"/>
                    <a:pt x="4288" y="1774"/>
                    <a:pt x="3346" y="475"/>
                  </a:cubicBezTo>
                  <a:cubicBezTo>
                    <a:pt x="3323" y="440"/>
                    <a:pt x="3296" y="414"/>
                    <a:pt x="3262" y="391"/>
                  </a:cubicBezTo>
                  <a:cubicBezTo>
                    <a:pt x="2886" y="118"/>
                    <a:pt x="2501" y="0"/>
                    <a:pt x="2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41" name="Google Shape;6241;p47"/>
            <p:cNvSpPr/>
            <p:nvPr/>
          </p:nvSpPr>
          <p:spPr>
            <a:xfrm>
              <a:off x="6480887" y="1348625"/>
              <a:ext cx="230376" cy="161423"/>
            </a:xfrm>
            <a:custGeom>
              <a:avLst/>
              <a:gdLst/>
              <a:ahLst/>
              <a:cxnLst/>
              <a:rect l="l" t="t" r="r" b="b"/>
              <a:pathLst>
                <a:path w="2663" h="1866" extrusionOk="0">
                  <a:moveTo>
                    <a:pt x="1311" y="0"/>
                  </a:moveTo>
                  <a:cubicBezTo>
                    <a:pt x="1190" y="0"/>
                    <a:pt x="1060" y="21"/>
                    <a:pt x="924" y="66"/>
                  </a:cubicBezTo>
                  <a:cubicBezTo>
                    <a:pt x="905" y="69"/>
                    <a:pt x="885" y="80"/>
                    <a:pt x="870" y="92"/>
                  </a:cubicBezTo>
                  <a:cubicBezTo>
                    <a:pt x="1" y="721"/>
                    <a:pt x="445" y="1866"/>
                    <a:pt x="1353" y="1866"/>
                  </a:cubicBezTo>
                  <a:cubicBezTo>
                    <a:pt x="1474" y="1866"/>
                    <a:pt x="1604" y="1846"/>
                    <a:pt x="1740" y="1801"/>
                  </a:cubicBezTo>
                  <a:cubicBezTo>
                    <a:pt x="1759" y="1797"/>
                    <a:pt x="1778" y="1786"/>
                    <a:pt x="1798" y="1774"/>
                  </a:cubicBezTo>
                  <a:cubicBezTo>
                    <a:pt x="2663" y="1145"/>
                    <a:pt x="2222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42" name="Google Shape;6242;p47"/>
            <p:cNvSpPr/>
            <p:nvPr/>
          </p:nvSpPr>
          <p:spPr>
            <a:xfrm>
              <a:off x="6486943" y="1352951"/>
              <a:ext cx="218265" cy="152772"/>
            </a:xfrm>
            <a:custGeom>
              <a:avLst/>
              <a:gdLst/>
              <a:ahLst/>
              <a:cxnLst/>
              <a:rect l="l" t="t" r="r" b="b"/>
              <a:pathLst>
                <a:path w="2523" h="1766" extrusionOk="0">
                  <a:moveTo>
                    <a:pt x="1241" y="1"/>
                  </a:moveTo>
                  <a:cubicBezTo>
                    <a:pt x="1127" y="1"/>
                    <a:pt x="1005" y="20"/>
                    <a:pt x="877" y="62"/>
                  </a:cubicBezTo>
                  <a:cubicBezTo>
                    <a:pt x="858" y="65"/>
                    <a:pt x="838" y="76"/>
                    <a:pt x="823" y="88"/>
                  </a:cubicBezTo>
                  <a:cubicBezTo>
                    <a:pt x="1" y="683"/>
                    <a:pt x="421" y="1766"/>
                    <a:pt x="1282" y="1766"/>
                  </a:cubicBezTo>
                  <a:cubicBezTo>
                    <a:pt x="1397" y="1766"/>
                    <a:pt x="1519" y="1747"/>
                    <a:pt x="1647" y="1705"/>
                  </a:cubicBezTo>
                  <a:cubicBezTo>
                    <a:pt x="1666" y="1701"/>
                    <a:pt x="1685" y="1690"/>
                    <a:pt x="1700" y="1678"/>
                  </a:cubicBezTo>
                  <a:cubicBezTo>
                    <a:pt x="2522" y="1083"/>
                    <a:pt x="2102" y="1"/>
                    <a:pt x="12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43" name="Google Shape;6243;p47"/>
            <p:cNvSpPr/>
            <p:nvPr/>
          </p:nvSpPr>
          <p:spPr>
            <a:xfrm>
              <a:off x="6514366" y="1371896"/>
              <a:ext cx="163504" cy="114882"/>
            </a:xfrm>
            <a:custGeom>
              <a:avLst/>
              <a:gdLst/>
              <a:ahLst/>
              <a:cxnLst/>
              <a:rect l="l" t="t" r="r" b="b"/>
              <a:pathLst>
                <a:path w="1890" h="1328" extrusionOk="0">
                  <a:moveTo>
                    <a:pt x="927" y="1"/>
                  </a:moveTo>
                  <a:cubicBezTo>
                    <a:pt x="842" y="1"/>
                    <a:pt x="751" y="15"/>
                    <a:pt x="656" y="46"/>
                  </a:cubicBezTo>
                  <a:cubicBezTo>
                    <a:pt x="640" y="53"/>
                    <a:pt x="629" y="57"/>
                    <a:pt x="617" y="69"/>
                  </a:cubicBezTo>
                  <a:cubicBezTo>
                    <a:pt x="1" y="516"/>
                    <a:pt x="315" y="1328"/>
                    <a:pt x="962" y="1328"/>
                  </a:cubicBezTo>
                  <a:cubicBezTo>
                    <a:pt x="1048" y="1328"/>
                    <a:pt x="1139" y="1313"/>
                    <a:pt x="1234" y="1283"/>
                  </a:cubicBezTo>
                  <a:cubicBezTo>
                    <a:pt x="1250" y="1275"/>
                    <a:pt x="1261" y="1268"/>
                    <a:pt x="1276" y="1260"/>
                  </a:cubicBezTo>
                  <a:cubicBezTo>
                    <a:pt x="1889" y="813"/>
                    <a:pt x="1574" y="1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44" name="Google Shape;6244;p47"/>
            <p:cNvSpPr/>
            <p:nvPr/>
          </p:nvSpPr>
          <p:spPr>
            <a:xfrm>
              <a:off x="6573279" y="1413161"/>
              <a:ext cx="45937" cy="32354"/>
            </a:xfrm>
            <a:custGeom>
              <a:avLst/>
              <a:gdLst/>
              <a:ahLst/>
              <a:cxnLst/>
              <a:rect l="l" t="t" r="r" b="b"/>
              <a:pathLst>
                <a:path w="531" h="374" extrusionOk="0">
                  <a:moveTo>
                    <a:pt x="259" y="1"/>
                  </a:moveTo>
                  <a:cubicBezTo>
                    <a:pt x="236" y="1"/>
                    <a:pt x="211" y="5"/>
                    <a:pt x="185" y="13"/>
                  </a:cubicBezTo>
                  <a:cubicBezTo>
                    <a:pt x="178" y="17"/>
                    <a:pt x="173" y="17"/>
                    <a:pt x="169" y="20"/>
                  </a:cubicBezTo>
                  <a:cubicBezTo>
                    <a:pt x="0" y="146"/>
                    <a:pt x="89" y="374"/>
                    <a:pt x="271" y="374"/>
                  </a:cubicBezTo>
                  <a:cubicBezTo>
                    <a:pt x="295" y="374"/>
                    <a:pt x="320" y="370"/>
                    <a:pt x="346" y="361"/>
                  </a:cubicBezTo>
                  <a:cubicBezTo>
                    <a:pt x="350" y="358"/>
                    <a:pt x="353" y="358"/>
                    <a:pt x="357" y="354"/>
                  </a:cubicBezTo>
                  <a:cubicBezTo>
                    <a:pt x="531" y="229"/>
                    <a:pt x="439" y="1"/>
                    <a:pt x="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45" name="Google Shape;6245;p47"/>
            <p:cNvSpPr/>
            <p:nvPr/>
          </p:nvSpPr>
          <p:spPr>
            <a:xfrm>
              <a:off x="6586255" y="1370166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0" y="0"/>
                  </a:moveTo>
                  <a:lnTo>
                    <a:pt x="58" y="625"/>
                  </a:lnTo>
                  <a:lnTo>
                    <a:pt x="173" y="62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46" name="Google Shape;6246;p47"/>
            <p:cNvSpPr/>
            <p:nvPr/>
          </p:nvSpPr>
          <p:spPr>
            <a:xfrm>
              <a:off x="6539887" y="1391014"/>
              <a:ext cx="54415" cy="40139"/>
            </a:xfrm>
            <a:custGeom>
              <a:avLst/>
              <a:gdLst/>
              <a:ahLst/>
              <a:cxnLst/>
              <a:rect l="l" t="t" r="r" b="b"/>
              <a:pathLst>
                <a:path w="629" h="464" extrusionOk="0">
                  <a:moveTo>
                    <a:pt x="115" y="0"/>
                  </a:moveTo>
                  <a:lnTo>
                    <a:pt x="58" y="101"/>
                  </a:lnTo>
                  <a:lnTo>
                    <a:pt x="0" y="200"/>
                  </a:lnTo>
                  <a:lnTo>
                    <a:pt x="571" y="464"/>
                  </a:lnTo>
                  <a:lnTo>
                    <a:pt x="598" y="414"/>
                  </a:lnTo>
                  <a:lnTo>
                    <a:pt x="628" y="365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47" name="Google Shape;6247;p47"/>
            <p:cNvSpPr/>
            <p:nvPr/>
          </p:nvSpPr>
          <p:spPr>
            <a:xfrm>
              <a:off x="6539887" y="1427521"/>
              <a:ext cx="54415" cy="40226"/>
            </a:xfrm>
            <a:custGeom>
              <a:avLst/>
              <a:gdLst/>
              <a:ahLst/>
              <a:cxnLst/>
              <a:rect l="l" t="t" r="r" b="b"/>
              <a:pathLst>
                <a:path w="629" h="465" extrusionOk="0">
                  <a:moveTo>
                    <a:pt x="571" y="1"/>
                  </a:moveTo>
                  <a:lnTo>
                    <a:pt x="0" y="264"/>
                  </a:lnTo>
                  <a:lnTo>
                    <a:pt x="58" y="364"/>
                  </a:lnTo>
                  <a:lnTo>
                    <a:pt x="115" y="464"/>
                  </a:lnTo>
                  <a:lnTo>
                    <a:pt x="628" y="100"/>
                  </a:lnTo>
                  <a:lnTo>
                    <a:pt x="598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48" name="Google Shape;6248;p47"/>
            <p:cNvSpPr/>
            <p:nvPr/>
          </p:nvSpPr>
          <p:spPr>
            <a:xfrm>
              <a:off x="6586255" y="1434442"/>
              <a:ext cx="19638" cy="54067"/>
            </a:xfrm>
            <a:custGeom>
              <a:avLst/>
              <a:gdLst/>
              <a:ahLst/>
              <a:cxnLst/>
              <a:rect l="l" t="t" r="r" b="b"/>
              <a:pathLst>
                <a:path w="227" h="625" extrusionOk="0">
                  <a:moveTo>
                    <a:pt x="58" y="1"/>
                  </a:moveTo>
                  <a:lnTo>
                    <a:pt x="0" y="625"/>
                  </a:lnTo>
                  <a:lnTo>
                    <a:pt x="226" y="625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49" name="Google Shape;6249;p47"/>
            <p:cNvSpPr/>
            <p:nvPr/>
          </p:nvSpPr>
          <p:spPr>
            <a:xfrm>
              <a:off x="6598194" y="1427521"/>
              <a:ext cx="54155" cy="40226"/>
            </a:xfrm>
            <a:custGeom>
              <a:avLst/>
              <a:gdLst/>
              <a:ahLst/>
              <a:cxnLst/>
              <a:rect l="l" t="t" r="r" b="b"/>
              <a:pathLst>
                <a:path w="626" h="465" extrusionOk="0">
                  <a:moveTo>
                    <a:pt x="58" y="1"/>
                  </a:moveTo>
                  <a:lnTo>
                    <a:pt x="28" y="50"/>
                  </a:lnTo>
                  <a:lnTo>
                    <a:pt x="0" y="100"/>
                  </a:lnTo>
                  <a:lnTo>
                    <a:pt x="511" y="464"/>
                  </a:lnTo>
                  <a:lnTo>
                    <a:pt x="568" y="364"/>
                  </a:lnTo>
                  <a:lnTo>
                    <a:pt x="625" y="264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50" name="Google Shape;6250;p47"/>
            <p:cNvSpPr/>
            <p:nvPr/>
          </p:nvSpPr>
          <p:spPr>
            <a:xfrm>
              <a:off x="6598194" y="1391014"/>
              <a:ext cx="54155" cy="40139"/>
            </a:xfrm>
            <a:custGeom>
              <a:avLst/>
              <a:gdLst/>
              <a:ahLst/>
              <a:cxnLst/>
              <a:rect l="l" t="t" r="r" b="b"/>
              <a:pathLst>
                <a:path w="626" h="464" extrusionOk="0">
                  <a:moveTo>
                    <a:pt x="511" y="0"/>
                  </a:moveTo>
                  <a:lnTo>
                    <a:pt x="0" y="365"/>
                  </a:lnTo>
                  <a:lnTo>
                    <a:pt x="28" y="414"/>
                  </a:lnTo>
                  <a:lnTo>
                    <a:pt x="58" y="464"/>
                  </a:lnTo>
                  <a:lnTo>
                    <a:pt x="625" y="200"/>
                  </a:lnTo>
                  <a:lnTo>
                    <a:pt x="568" y="101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51" name="Google Shape;6251;p47"/>
            <p:cNvSpPr/>
            <p:nvPr/>
          </p:nvSpPr>
          <p:spPr>
            <a:xfrm>
              <a:off x="6585131" y="1421638"/>
              <a:ext cx="21801" cy="15398"/>
            </a:xfrm>
            <a:custGeom>
              <a:avLst/>
              <a:gdLst/>
              <a:ahLst/>
              <a:cxnLst/>
              <a:rect l="l" t="t" r="r" b="b"/>
              <a:pathLst>
                <a:path w="252" h="178" extrusionOk="0">
                  <a:moveTo>
                    <a:pt x="126" y="1"/>
                  </a:moveTo>
                  <a:cubicBezTo>
                    <a:pt x="115" y="1"/>
                    <a:pt x="103" y="3"/>
                    <a:pt x="90" y="7"/>
                  </a:cubicBezTo>
                  <a:cubicBezTo>
                    <a:pt x="87" y="7"/>
                    <a:pt x="87" y="11"/>
                    <a:pt x="82" y="11"/>
                  </a:cubicBezTo>
                  <a:cubicBezTo>
                    <a:pt x="1" y="68"/>
                    <a:pt x="43" y="177"/>
                    <a:pt x="128" y="177"/>
                  </a:cubicBezTo>
                  <a:cubicBezTo>
                    <a:pt x="139" y="177"/>
                    <a:pt x="151" y="176"/>
                    <a:pt x="163" y="172"/>
                  </a:cubicBezTo>
                  <a:cubicBezTo>
                    <a:pt x="167" y="172"/>
                    <a:pt x="170" y="168"/>
                    <a:pt x="170" y="168"/>
                  </a:cubicBezTo>
                  <a:cubicBezTo>
                    <a:pt x="252" y="107"/>
                    <a:pt x="210" y="1"/>
                    <a:pt x="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52" name="Google Shape;6252;p47"/>
            <p:cNvSpPr/>
            <p:nvPr/>
          </p:nvSpPr>
          <p:spPr>
            <a:xfrm>
              <a:off x="6078448" y="920667"/>
              <a:ext cx="377011" cy="234089"/>
            </a:xfrm>
            <a:custGeom>
              <a:avLst/>
              <a:gdLst/>
              <a:ahLst/>
              <a:cxnLst/>
              <a:rect l="l" t="t" r="r" b="b"/>
              <a:pathLst>
                <a:path w="4358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4307" y="2705"/>
                  </a:lnTo>
                  <a:lnTo>
                    <a:pt x="4357" y="2395"/>
                  </a:lnTo>
                  <a:cubicBezTo>
                    <a:pt x="4357" y="2395"/>
                    <a:pt x="2878" y="146"/>
                    <a:pt x="2809" y="100"/>
                  </a:cubicBezTo>
                  <a:cubicBezTo>
                    <a:pt x="2740" y="5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53" name="Google Shape;6253;p47"/>
            <p:cNvSpPr/>
            <p:nvPr/>
          </p:nvSpPr>
          <p:spPr>
            <a:xfrm>
              <a:off x="6080697" y="923003"/>
              <a:ext cx="372080" cy="229072"/>
            </a:xfrm>
            <a:custGeom>
              <a:avLst/>
              <a:gdLst/>
              <a:ahLst/>
              <a:cxnLst/>
              <a:rect l="l" t="t" r="r" b="b"/>
              <a:pathLst>
                <a:path w="4301" h="2648" extrusionOk="0">
                  <a:moveTo>
                    <a:pt x="1" y="0"/>
                  </a:moveTo>
                  <a:lnTo>
                    <a:pt x="1" y="2648"/>
                  </a:lnTo>
                  <a:lnTo>
                    <a:pt x="4258" y="2648"/>
                  </a:lnTo>
                  <a:lnTo>
                    <a:pt x="4300" y="2376"/>
                  </a:lnTo>
                  <a:cubicBezTo>
                    <a:pt x="3725" y="1502"/>
                    <a:pt x="2864" y="203"/>
                    <a:pt x="2772" y="99"/>
                  </a:cubicBezTo>
                  <a:cubicBezTo>
                    <a:pt x="2768" y="99"/>
                    <a:pt x="2768" y="96"/>
                    <a:pt x="2768" y="96"/>
                  </a:cubicBezTo>
                  <a:cubicBezTo>
                    <a:pt x="2710" y="80"/>
                    <a:pt x="2227" y="57"/>
                    <a:pt x="1629" y="42"/>
                  </a:cubicBezTo>
                  <a:cubicBezTo>
                    <a:pt x="1610" y="39"/>
                    <a:pt x="1595" y="39"/>
                    <a:pt x="1576" y="39"/>
                  </a:cubicBezTo>
                  <a:cubicBezTo>
                    <a:pt x="1526" y="39"/>
                    <a:pt x="1480" y="34"/>
                    <a:pt x="1430" y="34"/>
                  </a:cubicBezTo>
                  <a:cubicBezTo>
                    <a:pt x="959" y="23"/>
                    <a:pt x="438" y="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54" name="Google Shape;6254;p47"/>
            <p:cNvSpPr/>
            <p:nvPr/>
          </p:nvSpPr>
          <p:spPr>
            <a:xfrm>
              <a:off x="6291520" y="928626"/>
              <a:ext cx="35556" cy="224487"/>
            </a:xfrm>
            <a:custGeom>
              <a:avLst/>
              <a:gdLst/>
              <a:ahLst/>
              <a:cxnLst/>
              <a:rect l="l" t="t" r="r" b="b"/>
              <a:pathLst>
                <a:path w="411" h="2595" extrusionOk="0">
                  <a:moveTo>
                    <a:pt x="89" y="0"/>
                  </a:moveTo>
                  <a:lnTo>
                    <a:pt x="89" y="0"/>
                  </a:lnTo>
                  <a:cubicBezTo>
                    <a:pt x="151" y="54"/>
                    <a:pt x="112" y="2567"/>
                    <a:pt x="1" y="2595"/>
                  </a:cubicBezTo>
                  <a:lnTo>
                    <a:pt x="411" y="2595"/>
                  </a:lnTo>
                  <a:cubicBezTo>
                    <a:pt x="308" y="2483"/>
                    <a:pt x="269" y="172"/>
                    <a:pt x="312" y="15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55" name="Google Shape;6255;p47"/>
            <p:cNvSpPr/>
            <p:nvPr/>
          </p:nvSpPr>
          <p:spPr>
            <a:xfrm>
              <a:off x="6339618" y="1071538"/>
              <a:ext cx="136945" cy="91438"/>
            </a:xfrm>
            <a:custGeom>
              <a:avLst/>
              <a:gdLst/>
              <a:ahLst/>
              <a:cxnLst/>
              <a:rect l="l" t="t" r="r" b="b"/>
              <a:pathLst>
                <a:path w="1583" h="1057" extrusionOk="0">
                  <a:moveTo>
                    <a:pt x="562" y="1"/>
                  </a:moveTo>
                  <a:cubicBezTo>
                    <a:pt x="370" y="1"/>
                    <a:pt x="189" y="24"/>
                    <a:pt x="127" y="96"/>
                  </a:cubicBezTo>
                  <a:cubicBezTo>
                    <a:pt x="0" y="241"/>
                    <a:pt x="74" y="984"/>
                    <a:pt x="169" y="1035"/>
                  </a:cubicBezTo>
                  <a:cubicBezTo>
                    <a:pt x="200" y="1051"/>
                    <a:pt x="359" y="1057"/>
                    <a:pt x="557" y="1057"/>
                  </a:cubicBezTo>
                  <a:cubicBezTo>
                    <a:pt x="953" y="1057"/>
                    <a:pt x="1507" y="1035"/>
                    <a:pt x="1507" y="1035"/>
                  </a:cubicBezTo>
                  <a:cubicBezTo>
                    <a:pt x="1583" y="831"/>
                    <a:pt x="1530" y="547"/>
                    <a:pt x="1530" y="547"/>
                  </a:cubicBezTo>
                  <a:lnTo>
                    <a:pt x="1426" y="547"/>
                  </a:lnTo>
                  <a:cubicBezTo>
                    <a:pt x="1426" y="547"/>
                    <a:pt x="1261" y="103"/>
                    <a:pt x="1089" y="53"/>
                  </a:cubicBezTo>
                  <a:cubicBezTo>
                    <a:pt x="997" y="29"/>
                    <a:pt x="773" y="1"/>
                    <a:pt x="5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56" name="Google Shape;6256;p47"/>
            <p:cNvSpPr/>
            <p:nvPr/>
          </p:nvSpPr>
          <p:spPr>
            <a:xfrm>
              <a:off x="6342906" y="1124135"/>
              <a:ext cx="51819" cy="28980"/>
            </a:xfrm>
            <a:custGeom>
              <a:avLst/>
              <a:gdLst/>
              <a:ahLst/>
              <a:cxnLst/>
              <a:rect l="l" t="t" r="r" b="b"/>
              <a:pathLst>
                <a:path w="599" h="335" extrusionOk="0">
                  <a:moveTo>
                    <a:pt x="1" y="1"/>
                  </a:moveTo>
                  <a:cubicBezTo>
                    <a:pt x="1" y="174"/>
                    <a:pt x="47" y="335"/>
                    <a:pt x="47" y="335"/>
                  </a:cubicBezTo>
                  <a:lnTo>
                    <a:pt x="545" y="335"/>
                  </a:lnTo>
                  <a:cubicBezTo>
                    <a:pt x="599" y="200"/>
                    <a:pt x="514" y="1"/>
                    <a:pt x="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57" name="Google Shape;6257;p47"/>
            <p:cNvSpPr/>
            <p:nvPr/>
          </p:nvSpPr>
          <p:spPr>
            <a:xfrm>
              <a:off x="5335164" y="1199830"/>
              <a:ext cx="59086" cy="113152"/>
            </a:xfrm>
            <a:custGeom>
              <a:avLst/>
              <a:gdLst/>
              <a:ahLst/>
              <a:cxnLst/>
              <a:rect l="l" t="t" r="r" b="b"/>
              <a:pathLst>
                <a:path w="683" h="1308" extrusionOk="0">
                  <a:moveTo>
                    <a:pt x="357" y="1"/>
                  </a:moveTo>
                  <a:cubicBezTo>
                    <a:pt x="259" y="1"/>
                    <a:pt x="154" y="9"/>
                    <a:pt x="43" y="26"/>
                  </a:cubicBezTo>
                  <a:cubicBezTo>
                    <a:pt x="1" y="521"/>
                    <a:pt x="43" y="1303"/>
                    <a:pt x="43" y="1303"/>
                  </a:cubicBezTo>
                  <a:cubicBezTo>
                    <a:pt x="112" y="1306"/>
                    <a:pt x="203" y="1308"/>
                    <a:pt x="294" y="1308"/>
                  </a:cubicBezTo>
                  <a:cubicBezTo>
                    <a:pt x="476" y="1308"/>
                    <a:pt x="656" y="1303"/>
                    <a:pt x="656" y="1303"/>
                  </a:cubicBezTo>
                  <a:cubicBezTo>
                    <a:pt x="683" y="835"/>
                    <a:pt x="633" y="26"/>
                    <a:pt x="633" y="26"/>
                  </a:cubicBezTo>
                  <a:cubicBezTo>
                    <a:pt x="547" y="9"/>
                    <a:pt x="455" y="1"/>
                    <a:pt x="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58" name="Google Shape;6258;p47"/>
            <p:cNvSpPr/>
            <p:nvPr/>
          </p:nvSpPr>
          <p:spPr>
            <a:xfrm>
              <a:off x="5349092" y="1296893"/>
              <a:ext cx="23012" cy="1471"/>
            </a:xfrm>
            <a:custGeom>
              <a:avLst/>
              <a:gdLst/>
              <a:ahLst/>
              <a:cxnLst/>
              <a:rect l="l" t="t" r="r" b="b"/>
              <a:pathLst>
                <a:path w="266" h="17" extrusionOk="0">
                  <a:moveTo>
                    <a:pt x="1" y="0"/>
                  </a:moveTo>
                  <a:lnTo>
                    <a:pt x="1" y="16"/>
                  </a:lnTo>
                  <a:lnTo>
                    <a:pt x="265" y="16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59" name="Google Shape;6259;p47"/>
            <p:cNvSpPr/>
            <p:nvPr/>
          </p:nvSpPr>
          <p:spPr>
            <a:xfrm>
              <a:off x="5349092" y="1285301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60" name="Google Shape;6260;p47"/>
            <p:cNvSpPr/>
            <p:nvPr/>
          </p:nvSpPr>
          <p:spPr>
            <a:xfrm>
              <a:off x="5349092" y="1273363"/>
              <a:ext cx="23012" cy="1125"/>
            </a:xfrm>
            <a:custGeom>
              <a:avLst/>
              <a:gdLst/>
              <a:ahLst/>
              <a:cxnLst/>
              <a:rect l="l" t="t" r="r" b="b"/>
              <a:pathLst>
                <a:path w="266" h="13" extrusionOk="0">
                  <a:moveTo>
                    <a:pt x="1" y="0"/>
                  </a:moveTo>
                  <a:lnTo>
                    <a:pt x="1" y="12"/>
                  </a:lnTo>
                  <a:lnTo>
                    <a:pt x="265" y="12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61" name="Google Shape;6261;p47"/>
            <p:cNvSpPr/>
            <p:nvPr/>
          </p:nvSpPr>
          <p:spPr>
            <a:xfrm>
              <a:off x="6805036" y="1198792"/>
              <a:ext cx="49830" cy="78722"/>
            </a:xfrm>
            <a:custGeom>
              <a:avLst/>
              <a:gdLst/>
              <a:ahLst/>
              <a:cxnLst/>
              <a:rect l="l" t="t" r="r" b="b"/>
              <a:pathLst>
                <a:path w="576" h="910" extrusionOk="0">
                  <a:moveTo>
                    <a:pt x="387" y="1"/>
                  </a:moveTo>
                  <a:cubicBezTo>
                    <a:pt x="387" y="1"/>
                    <a:pt x="28" y="50"/>
                    <a:pt x="0" y="119"/>
                  </a:cubicBezTo>
                  <a:cubicBezTo>
                    <a:pt x="0" y="119"/>
                    <a:pt x="46" y="613"/>
                    <a:pt x="97" y="882"/>
                  </a:cubicBezTo>
                  <a:cubicBezTo>
                    <a:pt x="97" y="882"/>
                    <a:pt x="356" y="910"/>
                    <a:pt x="499" y="910"/>
                  </a:cubicBezTo>
                  <a:cubicBezTo>
                    <a:pt x="532" y="910"/>
                    <a:pt x="559" y="908"/>
                    <a:pt x="575" y="905"/>
                  </a:cubicBezTo>
                  <a:cubicBezTo>
                    <a:pt x="575" y="905"/>
                    <a:pt x="456" y="307"/>
                    <a:pt x="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62" name="Google Shape;6262;p47"/>
            <p:cNvSpPr/>
            <p:nvPr/>
          </p:nvSpPr>
          <p:spPr>
            <a:xfrm>
              <a:off x="6814639" y="1247497"/>
              <a:ext cx="19378" cy="25606"/>
            </a:xfrm>
            <a:custGeom>
              <a:avLst/>
              <a:gdLst/>
              <a:ahLst/>
              <a:cxnLst/>
              <a:rect l="l" t="t" r="r" b="b"/>
              <a:pathLst>
                <a:path w="224" h="296" extrusionOk="0">
                  <a:moveTo>
                    <a:pt x="24" y="0"/>
                  </a:moveTo>
                  <a:cubicBezTo>
                    <a:pt x="12" y="0"/>
                    <a:pt x="1" y="12"/>
                    <a:pt x="1" y="27"/>
                  </a:cubicBezTo>
                  <a:lnTo>
                    <a:pt x="20" y="261"/>
                  </a:lnTo>
                  <a:cubicBezTo>
                    <a:pt x="24" y="273"/>
                    <a:pt x="32" y="280"/>
                    <a:pt x="43" y="284"/>
                  </a:cubicBezTo>
                  <a:cubicBezTo>
                    <a:pt x="92" y="288"/>
                    <a:pt x="158" y="292"/>
                    <a:pt x="196" y="296"/>
                  </a:cubicBezTo>
                  <a:cubicBezTo>
                    <a:pt x="211" y="296"/>
                    <a:pt x="223" y="280"/>
                    <a:pt x="223" y="265"/>
                  </a:cubicBezTo>
                  <a:cubicBezTo>
                    <a:pt x="211" y="161"/>
                    <a:pt x="193" y="62"/>
                    <a:pt x="184" y="20"/>
                  </a:cubicBezTo>
                  <a:cubicBezTo>
                    <a:pt x="181" y="8"/>
                    <a:pt x="173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63" name="Google Shape;6263;p47"/>
            <p:cNvSpPr/>
            <p:nvPr/>
          </p:nvSpPr>
          <p:spPr>
            <a:xfrm>
              <a:off x="5302117" y="974995"/>
              <a:ext cx="32528" cy="98619"/>
            </a:xfrm>
            <a:custGeom>
              <a:avLst/>
              <a:gdLst/>
              <a:ahLst/>
              <a:cxnLst/>
              <a:rect l="l" t="t" r="r" b="b"/>
              <a:pathLst>
                <a:path w="376" h="1140" extrusionOk="0">
                  <a:moveTo>
                    <a:pt x="88" y="1"/>
                  </a:moveTo>
                  <a:cubicBezTo>
                    <a:pt x="76" y="1"/>
                    <a:pt x="65" y="8"/>
                    <a:pt x="61" y="23"/>
                  </a:cubicBezTo>
                  <a:cubicBezTo>
                    <a:pt x="0" y="591"/>
                    <a:pt x="65" y="1019"/>
                    <a:pt x="84" y="1120"/>
                  </a:cubicBezTo>
                  <a:cubicBezTo>
                    <a:pt x="84" y="1131"/>
                    <a:pt x="96" y="1139"/>
                    <a:pt x="111" y="1139"/>
                  </a:cubicBezTo>
                  <a:lnTo>
                    <a:pt x="349" y="1139"/>
                  </a:lnTo>
                  <a:cubicBezTo>
                    <a:pt x="364" y="1139"/>
                    <a:pt x="375" y="1127"/>
                    <a:pt x="375" y="1111"/>
                  </a:cubicBezTo>
                  <a:cubicBezTo>
                    <a:pt x="375" y="1097"/>
                    <a:pt x="364" y="1085"/>
                    <a:pt x="349" y="1085"/>
                  </a:cubicBezTo>
                  <a:lnTo>
                    <a:pt x="276" y="1085"/>
                  </a:lnTo>
                  <a:cubicBezTo>
                    <a:pt x="260" y="1085"/>
                    <a:pt x="249" y="1074"/>
                    <a:pt x="249" y="1062"/>
                  </a:cubicBezTo>
                  <a:cubicBezTo>
                    <a:pt x="211" y="633"/>
                    <a:pt x="222" y="196"/>
                    <a:pt x="226" y="85"/>
                  </a:cubicBezTo>
                  <a:cubicBezTo>
                    <a:pt x="226" y="73"/>
                    <a:pt x="237" y="62"/>
                    <a:pt x="253" y="62"/>
                  </a:cubicBezTo>
                  <a:lnTo>
                    <a:pt x="322" y="62"/>
                  </a:lnTo>
                  <a:cubicBezTo>
                    <a:pt x="333" y="62"/>
                    <a:pt x="345" y="50"/>
                    <a:pt x="349" y="39"/>
                  </a:cubicBezTo>
                  <a:lnTo>
                    <a:pt x="349" y="31"/>
                  </a:lnTo>
                  <a:cubicBezTo>
                    <a:pt x="352" y="16"/>
                    <a:pt x="341" y="1"/>
                    <a:pt x="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64" name="Google Shape;6264;p47"/>
            <p:cNvSpPr/>
            <p:nvPr/>
          </p:nvSpPr>
          <p:spPr>
            <a:xfrm>
              <a:off x="5315959" y="786060"/>
              <a:ext cx="726771" cy="368695"/>
            </a:xfrm>
            <a:custGeom>
              <a:avLst/>
              <a:gdLst/>
              <a:ahLst/>
              <a:cxnLst/>
              <a:rect l="l" t="t" r="r" b="b"/>
              <a:pathLst>
                <a:path w="8401" h="4262" extrusionOk="0">
                  <a:moveTo>
                    <a:pt x="5323" y="0"/>
                  </a:moveTo>
                  <a:cubicBezTo>
                    <a:pt x="4963" y="0"/>
                    <a:pt x="4596" y="4"/>
                    <a:pt x="4231" y="4"/>
                  </a:cubicBezTo>
                  <a:lnTo>
                    <a:pt x="4074" y="4"/>
                  </a:lnTo>
                  <a:cubicBezTo>
                    <a:pt x="3809" y="8"/>
                    <a:pt x="3549" y="8"/>
                    <a:pt x="3292" y="12"/>
                  </a:cubicBezTo>
                  <a:cubicBezTo>
                    <a:pt x="1644" y="23"/>
                    <a:pt x="254" y="50"/>
                    <a:pt x="254" y="50"/>
                  </a:cubicBezTo>
                  <a:cubicBezTo>
                    <a:pt x="1" y="1364"/>
                    <a:pt x="181" y="3518"/>
                    <a:pt x="238" y="4108"/>
                  </a:cubicBezTo>
                  <a:cubicBezTo>
                    <a:pt x="250" y="4208"/>
                    <a:pt x="254" y="4261"/>
                    <a:pt x="254" y="4261"/>
                  </a:cubicBezTo>
                  <a:lnTo>
                    <a:pt x="8400" y="4261"/>
                  </a:lnTo>
                  <a:lnTo>
                    <a:pt x="8400" y="69"/>
                  </a:lnTo>
                  <a:cubicBezTo>
                    <a:pt x="7887" y="20"/>
                    <a:pt x="6665" y="4"/>
                    <a:pt x="53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65" name="Google Shape;6265;p47"/>
            <p:cNvSpPr/>
            <p:nvPr/>
          </p:nvSpPr>
          <p:spPr>
            <a:xfrm>
              <a:off x="5328589" y="1147060"/>
              <a:ext cx="714140" cy="18340"/>
            </a:xfrm>
            <a:custGeom>
              <a:avLst/>
              <a:gdLst/>
              <a:ahLst/>
              <a:cxnLst/>
              <a:rect l="l" t="t" r="r" b="b"/>
              <a:pathLst>
                <a:path w="8255" h="212" extrusionOk="0">
                  <a:moveTo>
                    <a:pt x="100" y="1"/>
                  </a:moveTo>
                  <a:cubicBezTo>
                    <a:pt x="0" y="27"/>
                    <a:pt x="73" y="211"/>
                    <a:pt x="73" y="211"/>
                  </a:cubicBezTo>
                  <a:lnTo>
                    <a:pt x="8254" y="211"/>
                  </a:lnTo>
                  <a:lnTo>
                    <a:pt x="8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66" name="Google Shape;6266;p47"/>
            <p:cNvSpPr/>
            <p:nvPr/>
          </p:nvSpPr>
          <p:spPr>
            <a:xfrm>
              <a:off x="5325648" y="778706"/>
              <a:ext cx="730058" cy="20416"/>
            </a:xfrm>
            <a:custGeom>
              <a:avLst/>
              <a:gdLst/>
              <a:ahLst/>
              <a:cxnLst/>
              <a:rect l="l" t="t" r="r" b="b"/>
              <a:pathLst>
                <a:path w="8439" h="236" extrusionOk="0">
                  <a:moveTo>
                    <a:pt x="130" y="1"/>
                  </a:moveTo>
                  <a:cubicBezTo>
                    <a:pt x="0" y="1"/>
                    <a:pt x="0" y="200"/>
                    <a:pt x="130" y="204"/>
                  </a:cubicBezTo>
                  <a:cubicBezTo>
                    <a:pt x="2253" y="212"/>
                    <a:pt x="4372" y="220"/>
                    <a:pt x="6495" y="227"/>
                  </a:cubicBezTo>
                  <a:cubicBezTo>
                    <a:pt x="7096" y="231"/>
                    <a:pt x="7702" y="231"/>
                    <a:pt x="8307" y="235"/>
                  </a:cubicBezTo>
                  <a:cubicBezTo>
                    <a:pt x="8438" y="235"/>
                    <a:pt x="8438" y="32"/>
                    <a:pt x="8307" y="32"/>
                  </a:cubicBezTo>
                  <a:cubicBezTo>
                    <a:pt x="6185" y="24"/>
                    <a:pt x="4065" y="16"/>
                    <a:pt x="1943" y="9"/>
                  </a:cubicBezTo>
                  <a:cubicBezTo>
                    <a:pt x="1341" y="5"/>
                    <a:pt x="736" y="1"/>
                    <a:pt x="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67" name="Google Shape;6267;p47"/>
            <p:cNvSpPr/>
            <p:nvPr/>
          </p:nvSpPr>
          <p:spPr>
            <a:xfrm>
              <a:off x="5353071" y="818500"/>
              <a:ext cx="667425" cy="6748"/>
            </a:xfrm>
            <a:custGeom>
              <a:avLst/>
              <a:gdLst/>
              <a:ahLst/>
              <a:cxnLst/>
              <a:rect l="l" t="t" r="r" b="b"/>
              <a:pathLst>
                <a:path w="7715" h="78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8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68" name="Google Shape;6268;p47"/>
            <p:cNvSpPr/>
            <p:nvPr/>
          </p:nvSpPr>
          <p:spPr>
            <a:xfrm>
              <a:off x="5353071" y="85993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3"/>
                  </a:lnTo>
                  <a:lnTo>
                    <a:pt x="7715" y="73"/>
                  </a:lnTo>
                  <a:lnTo>
                    <a:pt x="7715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69" name="Google Shape;6269;p47"/>
            <p:cNvSpPr/>
            <p:nvPr/>
          </p:nvSpPr>
          <p:spPr>
            <a:xfrm>
              <a:off x="5353071" y="901116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70" name="Google Shape;6270;p47"/>
            <p:cNvSpPr/>
            <p:nvPr/>
          </p:nvSpPr>
          <p:spPr>
            <a:xfrm>
              <a:off x="5353071" y="942208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5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71" name="Google Shape;6271;p47"/>
            <p:cNvSpPr/>
            <p:nvPr/>
          </p:nvSpPr>
          <p:spPr>
            <a:xfrm>
              <a:off x="5353071" y="983299"/>
              <a:ext cx="667425" cy="6315"/>
            </a:xfrm>
            <a:custGeom>
              <a:avLst/>
              <a:gdLst/>
              <a:ahLst/>
              <a:cxnLst/>
              <a:rect l="l" t="t" r="r" b="b"/>
              <a:pathLst>
                <a:path w="7715" h="73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3"/>
                  </a:lnTo>
                  <a:lnTo>
                    <a:pt x="7715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72" name="Google Shape;6272;p47"/>
            <p:cNvSpPr/>
            <p:nvPr/>
          </p:nvSpPr>
          <p:spPr>
            <a:xfrm>
              <a:off x="5353071" y="1024391"/>
              <a:ext cx="667425" cy="6661"/>
            </a:xfrm>
            <a:custGeom>
              <a:avLst/>
              <a:gdLst/>
              <a:ahLst/>
              <a:cxnLst/>
              <a:rect l="l" t="t" r="r" b="b"/>
              <a:pathLst>
                <a:path w="7715" h="77" extrusionOk="0">
                  <a:moveTo>
                    <a:pt x="1" y="1"/>
                  </a:moveTo>
                  <a:lnTo>
                    <a:pt x="1" y="16"/>
                  </a:lnTo>
                  <a:lnTo>
                    <a:pt x="7715" y="77"/>
                  </a:lnTo>
                  <a:lnTo>
                    <a:pt x="7715" y="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73" name="Google Shape;6273;p47"/>
            <p:cNvSpPr/>
            <p:nvPr/>
          </p:nvSpPr>
          <p:spPr>
            <a:xfrm>
              <a:off x="5353071" y="1065829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1"/>
                  </a:moveTo>
                  <a:lnTo>
                    <a:pt x="1" y="12"/>
                  </a:lnTo>
                  <a:lnTo>
                    <a:pt x="7715" y="73"/>
                  </a:lnTo>
                  <a:lnTo>
                    <a:pt x="7715" y="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274" name="Google Shape;6274;p47"/>
            <p:cNvSpPr/>
            <p:nvPr/>
          </p:nvSpPr>
          <p:spPr>
            <a:xfrm>
              <a:off x="5353071" y="1106920"/>
              <a:ext cx="667425" cy="6402"/>
            </a:xfrm>
            <a:custGeom>
              <a:avLst/>
              <a:gdLst/>
              <a:ahLst/>
              <a:cxnLst/>
              <a:rect l="l" t="t" r="r" b="b"/>
              <a:pathLst>
                <a:path w="7715" h="74" extrusionOk="0">
                  <a:moveTo>
                    <a:pt x="1" y="0"/>
                  </a:moveTo>
                  <a:lnTo>
                    <a:pt x="1" y="16"/>
                  </a:lnTo>
                  <a:lnTo>
                    <a:pt x="7715" y="74"/>
                  </a:lnTo>
                  <a:lnTo>
                    <a:pt x="7715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6275" name="Google Shape;6275;p47"/>
          <p:cNvGrpSpPr/>
          <p:nvPr/>
        </p:nvGrpSpPr>
        <p:grpSpPr>
          <a:xfrm flipH="1">
            <a:off x="5163733" y="4332402"/>
            <a:ext cx="936969" cy="806872"/>
            <a:chOff x="4392173" y="3619365"/>
            <a:chExt cx="936969" cy="806872"/>
          </a:xfrm>
        </p:grpSpPr>
        <p:grpSp>
          <p:nvGrpSpPr>
            <p:cNvPr id="6276" name="Google Shape;6276;p47"/>
            <p:cNvGrpSpPr/>
            <p:nvPr/>
          </p:nvGrpSpPr>
          <p:grpSpPr>
            <a:xfrm>
              <a:off x="4392173" y="4218513"/>
              <a:ext cx="275877" cy="203099"/>
              <a:chOff x="4392173" y="4014525"/>
              <a:chExt cx="275877" cy="203099"/>
            </a:xfrm>
          </p:grpSpPr>
          <p:sp>
            <p:nvSpPr>
              <p:cNvPr id="6277" name="Google Shape;6277;p47"/>
              <p:cNvSpPr/>
              <p:nvPr/>
            </p:nvSpPr>
            <p:spPr>
              <a:xfrm>
                <a:off x="4392173" y="4014525"/>
                <a:ext cx="275877" cy="203099"/>
              </a:xfrm>
              <a:custGeom>
                <a:avLst/>
                <a:gdLst/>
                <a:ahLst/>
                <a:cxnLst/>
                <a:rect l="l" t="t" r="r" b="b"/>
                <a:pathLst>
                  <a:path w="2460" h="1811" extrusionOk="0">
                    <a:moveTo>
                      <a:pt x="1227" y="0"/>
                    </a:moveTo>
                    <a:cubicBezTo>
                      <a:pt x="518" y="0"/>
                      <a:pt x="1" y="817"/>
                      <a:pt x="557" y="1560"/>
                    </a:cubicBezTo>
                    <a:cubicBezTo>
                      <a:pt x="561" y="1560"/>
                      <a:pt x="561" y="1564"/>
                      <a:pt x="565" y="1568"/>
                    </a:cubicBezTo>
                    <a:cubicBezTo>
                      <a:pt x="787" y="1738"/>
                      <a:pt x="1015" y="1811"/>
                      <a:pt x="1227" y="1811"/>
                    </a:cubicBezTo>
                    <a:cubicBezTo>
                      <a:pt x="1938" y="1811"/>
                      <a:pt x="2460" y="986"/>
                      <a:pt x="1887" y="239"/>
                    </a:cubicBezTo>
                    <a:cubicBezTo>
                      <a:pt x="1883" y="239"/>
                      <a:pt x="1883" y="234"/>
                      <a:pt x="1880" y="234"/>
                    </a:cubicBezTo>
                    <a:cubicBezTo>
                      <a:pt x="1660" y="71"/>
                      <a:pt x="1435" y="0"/>
                      <a:pt x="1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6278" name="Google Shape;6278;p47"/>
              <p:cNvSpPr/>
              <p:nvPr/>
            </p:nvSpPr>
            <p:spPr>
              <a:xfrm>
                <a:off x="4457216" y="4062189"/>
                <a:ext cx="145789" cy="107437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958" extrusionOk="0">
                    <a:moveTo>
                      <a:pt x="647" y="0"/>
                    </a:moveTo>
                    <a:cubicBezTo>
                      <a:pt x="273" y="0"/>
                      <a:pt x="0" y="427"/>
                      <a:pt x="288" y="826"/>
                    </a:cubicBezTo>
                    <a:lnTo>
                      <a:pt x="292" y="826"/>
                    </a:lnTo>
                    <a:cubicBezTo>
                      <a:pt x="411" y="918"/>
                      <a:pt x="533" y="957"/>
                      <a:pt x="647" y="957"/>
                    </a:cubicBezTo>
                    <a:cubicBezTo>
                      <a:pt x="1024" y="957"/>
                      <a:pt x="1299" y="522"/>
                      <a:pt x="993" y="124"/>
                    </a:cubicBezTo>
                    <a:lnTo>
                      <a:pt x="989" y="120"/>
                    </a:lnTo>
                    <a:cubicBezTo>
                      <a:pt x="874" y="36"/>
                      <a:pt x="756" y="0"/>
                      <a:pt x="6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6279" name="Google Shape;6279;p47"/>
              <p:cNvSpPr/>
              <p:nvPr/>
            </p:nvSpPr>
            <p:spPr>
              <a:xfrm>
                <a:off x="4481103" y="4079909"/>
                <a:ext cx="98015" cy="72111"/>
              </a:xfrm>
              <a:custGeom>
                <a:avLst/>
                <a:gdLst/>
                <a:ahLst/>
                <a:cxnLst/>
                <a:rect l="l" t="t" r="r" b="b"/>
                <a:pathLst>
                  <a:path w="874" h="643" extrusionOk="0">
                    <a:moveTo>
                      <a:pt x="432" y="0"/>
                    </a:moveTo>
                    <a:cubicBezTo>
                      <a:pt x="182" y="0"/>
                      <a:pt x="1" y="286"/>
                      <a:pt x="194" y="553"/>
                    </a:cubicBezTo>
                    <a:cubicBezTo>
                      <a:pt x="274" y="615"/>
                      <a:pt x="356" y="642"/>
                      <a:pt x="433" y="642"/>
                    </a:cubicBezTo>
                    <a:cubicBezTo>
                      <a:pt x="687" y="642"/>
                      <a:pt x="874" y="346"/>
                      <a:pt x="665" y="81"/>
                    </a:cubicBezTo>
                    <a:lnTo>
                      <a:pt x="661" y="81"/>
                    </a:lnTo>
                    <a:cubicBezTo>
                      <a:pt x="584" y="24"/>
                      <a:pt x="505" y="0"/>
                      <a:pt x="4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grpSp>
            <p:nvGrpSpPr>
              <p:cNvPr id="6280" name="Google Shape;6280;p47"/>
              <p:cNvGrpSpPr/>
              <p:nvPr/>
            </p:nvGrpSpPr>
            <p:grpSpPr>
              <a:xfrm>
                <a:off x="4432320" y="4019413"/>
                <a:ext cx="194681" cy="194805"/>
                <a:chOff x="4432320" y="4258288"/>
                <a:chExt cx="194681" cy="194805"/>
              </a:xfrm>
            </p:grpSpPr>
            <p:sp>
              <p:nvSpPr>
                <p:cNvPr id="6281" name="Google Shape;6281;p47"/>
                <p:cNvSpPr/>
                <p:nvPr/>
              </p:nvSpPr>
              <p:spPr>
                <a:xfrm>
                  <a:off x="4528090" y="4258288"/>
                  <a:ext cx="3589" cy="3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50" extrusionOk="0">
                      <a:moveTo>
                        <a:pt x="16" y="1"/>
                      </a:moveTo>
                      <a:cubicBezTo>
                        <a:pt x="5" y="1"/>
                        <a:pt x="1" y="77"/>
                        <a:pt x="1" y="173"/>
                      </a:cubicBezTo>
                      <a:cubicBezTo>
                        <a:pt x="1" y="268"/>
                        <a:pt x="5" y="349"/>
                        <a:pt x="16" y="349"/>
                      </a:cubicBezTo>
                      <a:cubicBezTo>
                        <a:pt x="24" y="349"/>
                        <a:pt x="31" y="268"/>
                        <a:pt x="31" y="173"/>
                      </a:cubicBezTo>
                      <a:cubicBezTo>
                        <a:pt x="31" y="77"/>
                        <a:pt x="24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82" name="Google Shape;6282;p47"/>
                <p:cNvSpPr/>
                <p:nvPr/>
              </p:nvSpPr>
              <p:spPr>
                <a:xfrm>
                  <a:off x="4528090" y="4414290"/>
                  <a:ext cx="3589" cy="38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46" extrusionOk="0">
                      <a:moveTo>
                        <a:pt x="16" y="0"/>
                      </a:moveTo>
                      <a:cubicBezTo>
                        <a:pt x="5" y="0"/>
                        <a:pt x="1" y="77"/>
                        <a:pt x="1" y="173"/>
                      </a:cubicBezTo>
                      <a:cubicBezTo>
                        <a:pt x="1" y="269"/>
                        <a:pt x="5" y="345"/>
                        <a:pt x="16" y="345"/>
                      </a:cubicBezTo>
                      <a:cubicBezTo>
                        <a:pt x="24" y="345"/>
                        <a:pt x="31" y="269"/>
                        <a:pt x="31" y="173"/>
                      </a:cubicBezTo>
                      <a:cubicBezTo>
                        <a:pt x="31" y="77"/>
                        <a:pt x="24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83" name="Google Shape;6283;p47"/>
                <p:cNvSpPr/>
                <p:nvPr/>
              </p:nvSpPr>
              <p:spPr>
                <a:xfrm>
                  <a:off x="4588311" y="4354177"/>
                  <a:ext cx="38690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31" extrusionOk="0">
                      <a:moveTo>
                        <a:pt x="173" y="0"/>
                      </a:moveTo>
                      <a:cubicBezTo>
                        <a:pt x="76" y="0"/>
                        <a:pt x="0" y="7"/>
                        <a:pt x="0" y="16"/>
                      </a:cubicBezTo>
                      <a:cubicBezTo>
                        <a:pt x="0" y="23"/>
                        <a:pt x="76" y="30"/>
                        <a:pt x="173" y="30"/>
                      </a:cubicBezTo>
                      <a:cubicBezTo>
                        <a:pt x="269" y="30"/>
                        <a:pt x="345" y="23"/>
                        <a:pt x="345" y="16"/>
                      </a:cubicBezTo>
                      <a:cubicBezTo>
                        <a:pt x="345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84" name="Google Shape;6284;p47"/>
                <p:cNvSpPr/>
                <p:nvPr/>
              </p:nvSpPr>
              <p:spPr>
                <a:xfrm>
                  <a:off x="4432320" y="4354177"/>
                  <a:ext cx="39251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8" y="30"/>
                        <a:pt x="349" y="23"/>
                        <a:pt x="349" y="16"/>
                      </a:cubicBezTo>
                      <a:cubicBezTo>
                        <a:pt x="349" y="7"/>
                        <a:pt x="268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85" name="Google Shape;6285;p47"/>
                <p:cNvSpPr/>
                <p:nvPr/>
              </p:nvSpPr>
              <p:spPr>
                <a:xfrm>
                  <a:off x="4570256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251" y="1"/>
                      </a:moveTo>
                      <a:cubicBezTo>
                        <a:pt x="238" y="1"/>
                        <a:pt x="183" y="48"/>
                        <a:pt x="119" y="113"/>
                      </a:cubicBezTo>
                      <a:cubicBezTo>
                        <a:pt x="53" y="178"/>
                        <a:pt x="0" y="239"/>
                        <a:pt x="8" y="247"/>
                      </a:cubicBezTo>
                      <a:cubicBezTo>
                        <a:pt x="8" y="247"/>
                        <a:pt x="8" y="247"/>
                        <a:pt x="9" y="247"/>
                      </a:cubicBezTo>
                      <a:cubicBezTo>
                        <a:pt x="20" y="247"/>
                        <a:pt x="75" y="198"/>
                        <a:pt x="142" y="132"/>
                      </a:cubicBezTo>
                      <a:cubicBezTo>
                        <a:pt x="207" y="67"/>
                        <a:pt x="257" y="5"/>
                        <a:pt x="253" y="1"/>
                      </a:cubicBezTo>
                      <a:cubicBezTo>
                        <a:pt x="253" y="1"/>
                        <a:pt x="252" y="1"/>
                        <a:pt x="25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86" name="Google Shape;6286;p47"/>
                <p:cNvSpPr/>
                <p:nvPr/>
              </p:nvSpPr>
              <p:spPr>
                <a:xfrm>
                  <a:off x="4460132" y="4397131"/>
                  <a:ext cx="29046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47" extrusionOk="0">
                      <a:moveTo>
                        <a:pt x="249" y="0"/>
                      </a:moveTo>
                      <a:cubicBezTo>
                        <a:pt x="241" y="0"/>
                        <a:pt x="182" y="49"/>
                        <a:pt x="120" y="111"/>
                      </a:cubicBezTo>
                      <a:cubicBezTo>
                        <a:pt x="51" y="180"/>
                        <a:pt x="1" y="238"/>
                        <a:pt x="9" y="245"/>
                      </a:cubicBezTo>
                      <a:cubicBezTo>
                        <a:pt x="9" y="246"/>
                        <a:pt x="10" y="246"/>
                        <a:pt x="11" y="246"/>
                      </a:cubicBezTo>
                      <a:cubicBezTo>
                        <a:pt x="21" y="246"/>
                        <a:pt x="75" y="198"/>
                        <a:pt x="139" y="134"/>
                      </a:cubicBezTo>
                      <a:cubicBezTo>
                        <a:pt x="208" y="65"/>
                        <a:pt x="258" y="8"/>
                        <a:pt x="250" y="1"/>
                      </a:cubicBezTo>
                      <a:cubicBezTo>
                        <a:pt x="250" y="0"/>
                        <a:pt x="250" y="0"/>
                        <a:pt x="24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87" name="Google Shape;6287;p47"/>
                <p:cNvSpPr/>
                <p:nvPr/>
              </p:nvSpPr>
              <p:spPr>
                <a:xfrm>
                  <a:off x="4570256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9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8"/>
                        <a:pt x="53" y="65"/>
                        <a:pt x="119" y="134"/>
                      </a:cubicBezTo>
                      <a:cubicBezTo>
                        <a:pt x="183" y="198"/>
                        <a:pt x="237" y="246"/>
                        <a:pt x="251" y="246"/>
                      </a:cubicBezTo>
                      <a:cubicBezTo>
                        <a:pt x="252" y="246"/>
                        <a:pt x="253" y="246"/>
                        <a:pt x="253" y="245"/>
                      </a:cubicBezTo>
                      <a:cubicBezTo>
                        <a:pt x="257" y="238"/>
                        <a:pt x="207" y="180"/>
                        <a:pt x="142" y="111"/>
                      </a:cubicBezTo>
                      <a:cubicBezTo>
                        <a:pt x="76" y="49"/>
                        <a:pt x="21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88" name="Google Shape;6288;p47"/>
                <p:cNvSpPr/>
                <p:nvPr/>
              </p:nvSpPr>
              <p:spPr>
                <a:xfrm>
                  <a:off x="4460132" y="4286999"/>
                  <a:ext cx="29046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48" extrusionOk="0">
                      <a:moveTo>
                        <a:pt x="11" y="1"/>
                      </a:move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1" y="5"/>
                        <a:pt x="51" y="67"/>
                        <a:pt x="120" y="132"/>
                      </a:cubicBezTo>
                      <a:cubicBezTo>
                        <a:pt x="183" y="198"/>
                        <a:pt x="242" y="247"/>
                        <a:pt x="250" y="247"/>
                      </a:cubicBezTo>
                      <a:cubicBezTo>
                        <a:pt x="250" y="247"/>
                        <a:pt x="250" y="247"/>
                        <a:pt x="250" y="247"/>
                      </a:cubicBezTo>
                      <a:cubicBezTo>
                        <a:pt x="258" y="239"/>
                        <a:pt x="208" y="178"/>
                        <a:pt x="139" y="113"/>
                      </a:cubicBezTo>
                      <a:cubicBezTo>
                        <a:pt x="74" y="48"/>
                        <a:pt x="2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89" name="Google Shape;6289;p47"/>
                <p:cNvSpPr/>
                <p:nvPr/>
              </p:nvSpPr>
              <p:spPr>
                <a:xfrm>
                  <a:off x="4551753" y="4266026"/>
                  <a:ext cx="16822" cy="3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319" extrusionOk="0">
                      <a:moveTo>
                        <a:pt x="142" y="1"/>
                      </a:moveTo>
                      <a:cubicBezTo>
                        <a:pt x="133" y="1"/>
                        <a:pt x="95" y="68"/>
                        <a:pt x="62" y="153"/>
                      </a:cubicBezTo>
                      <a:cubicBezTo>
                        <a:pt x="24" y="242"/>
                        <a:pt x="1" y="319"/>
                        <a:pt x="8" y="319"/>
                      </a:cubicBezTo>
                      <a:cubicBezTo>
                        <a:pt x="8" y="319"/>
                        <a:pt x="8" y="319"/>
                        <a:pt x="9" y="319"/>
                      </a:cubicBezTo>
                      <a:cubicBezTo>
                        <a:pt x="18" y="319"/>
                        <a:pt x="51" y="251"/>
                        <a:pt x="89" y="165"/>
                      </a:cubicBezTo>
                      <a:cubicBezTo>
                        <a:pt x="127" y="77"/>
                        <a:pt x="150" y="4"/>
                        <a:pt x="142" y="1"/>
                      </a:cubicBezTo>
                      <a:cubicBezTo>
                        <a:pt x="142" y="1"/>
                        <a:pt x="142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90" name="Google Shape;6290;p47"/>
                <p:cNvSpPr/>
                <p:nvPr/>
              </p:nvSpPr>
              <p:spPr>
                <a:xfrm>
                  <a:off x="4490747" y="4409467"/>
                  <a:ext cx="17270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23" extrusionOk="0">
                      <a:moveTo>
                        <a:pt x="146" y="1"/>
                      </a:moveTo>
                      <a:cubicBezTo>
                        <a:pt x="136" y="1"/>
                        <a:pt x="99" y="68"/>
                        <a:pt x="62" y="154"/>
                      </a:cubicBezTo>
                      <a:cubicBezTo>
                        <a:pt x="27" y="243"/>
                        <a:pt x="0" y="319"/>
                        <a:pt x="8" y="323"/>
                      </a:cubicBezTo>
                      <a:cubicBezTo>
                        <a:pt x="16" y="323"/>
                        <a:pt x="54" y="254"/>
                        <a:pt x="92" y="166"/>
                      </a:cubicBezTo>
                      <a:cubicBezTo>
                        <a:pt x="127" y="78"/>
                        <a:pt x="154" y="6"/>
                        <a:pt x="146" y="1"/>
                      </a:cubicBezTo>
                      <a:cubicBezTo>
                        <a:pt x="146" y="1"/>
                        <a:pt x="146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91" name="Google Shape;6291;p47"/>
                <p:cNvSpPr/>
                <p:nvPr/>
              </p:nvSpPr>
              <p:spPr>
                <a:xfrm>
                  <a:off x="4583153" y="4378402"/>
                  <a:ext cx="36559" cy="15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8" extrusionOk="0">
                      <a:moveTo>
                        <a:pt x="8" y="1"/>
                      </a:moveTo>
                      <a:cubicBezTo>
                        <a:pt x="6" y="1"/>
                        <a:pt x="4" y="1"/>
                        <a:pt x="4" y="2"/>
                      </a:cubicBezTo>
                      <a:cubicBezTo>
                        <a:pt x="0" y="10"/>
                        <a:pt x="69" y="44"/>
                        <a:pt x="157" y="83"/>
                      </a:cubicBezTo>
                      <a:cubicBezTo>
                        <a:pt x="234" y="116"/>
                        <a:pt x="298" y="138"/>
                        <a:pt x="317" y="138"/>
                      </a:cubicBezTo>
                      <a:cubicBezTo>
                        <a:pt x="320" y="138"/>
                        <a:pt x="321" y="137"/>
                        <a:pt x="322" y="136"/>
                      </a:cubicBezTo>
                      <a:cubicBezTo>
                        <a:pt x="326" y="129"/>
                        <a:pt x="257" y="94"/>
                        <a:pt x="168" y="56"/>
                      </a:cubicBezTo>
                      <a:cubicBezTo>
                        <a:pt x="92" y="22"/>
                        <a:pt x="26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92" name="Google Shape;6292;p47"/>
                <p:cNvSpPr/>
                <p:nvPr/>
              </p:nvSpPr>
              <p:spPr>
                <a:xfrm>
                  <a:off x="4439498" y="4317504"/>
                  <a:ext cx="36784" cy="15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" h="141" extrusionOk="0">
                      <a:moveTo>
                        <a:pt x="10" y="0"/>
                      </a:moveTo>
                      <a:cubicBezTo>
                        <a:pt x="7" y="0"/>
                        <a:pt x="6" y="0"/>
                        <a:pt x="6" y="1"/>
                      </a:cubicBezTo>
                      <a:cubicBezTo>
                        <a:pt x="1" y="13"/>
                        <a:pt x="70" y="47"/>
                        <a:pt x="158" y="85"/>
                      </a:cubicBezTo>
                      <a:cubicBezTo>
                        <a:pt x="235" y="119"/>
                        <a:pt x="304" y="141"/>
                        <a:pt x="319" y="141"/>
                      </a:cubicBezTo>
                      <a:cubicBezTo>
                        <a:pt x="322" y="141"/>
                        <a:pt x="323" y="140"/>
                        <a:pt x="323" y="139"/>
                      </a:cubicBezTo>
                      <a:cubicBezTo>
                        <a:pt x="327" y="131"/>
                        <a:pt x="258" y="93"/>
                        <a:pt x="170" y="59"/>
                      </a:cubicBezTo>
                      <a:cubicBezTo>
                        <a:pt x="93" y="25"/>
                        <a:pt x="27" y="0"/>
                        <a:pt x="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93" name="Google Shape;6293;p47"/>
                <p:cNvSpPr/>
                <p:nvPr/>
              </p:nvSpPr>
              <p:spPr>
                <a:xfrm>
                  <a:off x="4583489" y="4319074"/>
                  <a:ext cx="37120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35" extrusionOk="0">
                      <a:moveTo>
                        <a:pt x="322" y="1"/>
                      </a:moveTo>
                      <a:cubicBezTo>
                        <a:pt x="303" y="1"/>
                        <a:pt x="235" y="22"/>
                        <a:pt x="158" y="53"/>
                      </a:cubicBezTo>
                      <a:cubicBezTo>
                        <a:pt x="70" y="87"/>
                        <a:pt x="1" y="125"/>
                        <a:pt x="4" y="133"/>
                      </a:cubicBezTo>
                      <a:cubicBezTo>
                        <a:pt x="5" y="134"/>
                        <a:pt x="7" y="134"/>
                        <a:pt x="9" y="134"/>
                      </a:cubicBezTo>
                      <a:cubicBezTo>
                        <a:pt x="28" y="134"/>
                        <a:pt x="93" y="112"/>
                        <a:pt x="170" y="79"/>
                      </a:cubicBezTo>
                      <a:cubicBezTo>
                        <a:pt x="257" y="45"/>
                        <a:pt x="331" y="10"/>
                        <a:pt x="326" y="2"/>
                      </a:cubicBezTo>
                      <a:cubicBezTo>
                        <a:pt x="326" y="1"/>
                        <a:pt x="324" y="1"/>
                        <a:pt x="32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94" name="Google Shape;6294;p47"/>
                <p:cNvSpPr/>
                <p:nvPr/>
              </p:nvSpPr>
              <p:spPr>
                <a:xfrm>
                  <a:off x="4439161" y="4377616"/>
                  <a:ext cx="36559" cy="15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4" extrusionOk="0">
                      <a:moveTo>
                        <a:pt x="321" y="0"/>
                      </a:moveTo>
                      <a:cubicBezTo>
                        <a:pt x="303" y="0"/>
                        <a:pt x="235" y="22"/>
                        <a:pt x="158" y="51"/>
                      </a:cubicBezTo>
                      <a:cubicBezTo>
                        <a:pt x="69" y="90"/>
                        <a:pt x="0" y="124"/>
                        <a:pt x="4" y="132"/>
                      </a:cubicBezTo>
                      <a:cubicBezTo>
                        <a:pt x="4" y="133"/>
                        <a:pt x="5" y="134"/>
                        <a:pt x="8" y="134"/>
                      </a:cubicBezTo>
                      <a:cubicBezTo>
                        <a:pt x="24" y="134"/>
                        <a:pt x="92" y="112"/>
                        <a:pt x="169" y="83"/>
                      </a:cubicBezTo>
                      <a:cubicBezTo>
                        <a:pt x="257" y="44"/>
                        <a:pt x="326" y="9"/>
                        <a:pt x="326" y="2"/>
                      </a:cubicBezTo>
                      <a:cubicBezTo>
                        <a:pt x="325" y="1"/>
                        <a:pt x="324" y="0"/>
                        <a:pt x="32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95" name="Google Shape;6295;p47"/>
                <p:cNvSpPr/>
                <p:nvPr/>
              </p:nvSpPr>
              <p:spPr>
                <a:xfrm>
                  <a:off x="4550968" y="4410028"/>
                  <a:ext cx="16373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" h="323" extrusionOk="0">
                      <a:moveTo>
                        <a:pt x="8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4"/>
                        <a:pt x="23" y="77"/>
                        <a:pt x="57" y="165"/>
                      </a:cubicBezTo>
                      <a:cubicBezTo>
                        <a:pt x="91" y="255"/>
                        <a:pt x="128" y="323"/>
                        <a:pt x="137" y="323"/>
                      </a:cubicBezTo>
                      <a:cubicBezTo>
                        <a:pt x="138" y="323"/>
                        <a:pt x="138" y="322"/>
                        <a:pt x="138" y="322"/>
                      </a:cubicBezTo>
                      <a:cubicBezTo>
                        <a:pt x="145" y="318"/>
                        <a:pt x="122" y="245"/>
                        <a:pt x="84" y="153"/>
                      </a:cubicBezTo>
                      <a:cubicBezTo>
                        <a:pt x="51" y="68"/>
                        <a:pt x="17" y="0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96" name="Google Shape;6296;p47"/>
                <p:cNvSpPr/>
                <p:nvPr/>
              </p:nvSpPr>
              <p:spPr>
                <a:xfrm>
                  <a:off x="4492429" y="4265578"/>
                  <a:ext cx="16485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" h="323" extrusionOk="0">
                      <a:moveTo>
                        <a:pt x="9" y="1"/>
                      </a:moveTo>
                      <a:cubicBezTo>
                        <a:pt x="9" y="1"/>
                        <a:pt x="8" y="1"/>
                        <a:pt x="8" y="1"/>
                      </a:cubicBezTo>
                      <a:cubicBezTo>
                        <a:pt x="1" y="5"/>
                        <a:pt x="24" y="77"/>
                        <a:pt x="58" y="166"/>
                      </a:cubicBezTo>
                      <a:cubicBezTo>
                        <a:pt x="93" y="254"/>
                        <a:pt x="127" y="323"/>
                        <a:pt x="135" y="323"/>
                      </a:cubicBezTo>
                      <a:cubicBezTo>
                        <a:pt x="146" y="318"/>
                        <a:pt x="123" y="242"/>
                        <a:pt x="85" y="154"/>
                      </a:cubicBezTo>
                      <a:cubicBezTo>
                        <a:pt x="51" y="68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97" name="Google Shape;6297;p47"/>
                <p:cNvSpPr/>
                <p:nvPr/>
              </p:nvSpPr>
              <p:spPr>
                <a:xfrm>
                  <a:off x="4539641" y="4259970"/>
                  <a:ext cx="9196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342" extrusionOk="0">
                      <a:moveTo>
                        <a:pt x="74" y="0"/>
                      </a:moveTo>
                      <a:cubicBezTo>
                        <a:pt x="66" y="0"/>
                        <a:pt x="47" y="74"/>
                        <a:pt x="28" y="170"/>
                      </a:cubicBezTo>
                      <a:cubicBezTo>
                        <a:pt x="9" y="262"/>
                        <a:pt x="1" y="342"/>
                        <a:pt x="9" y="342"/>
                      </a:cubicBezTo>
                      <a:cubicBezTo>
                        <a:pt x="9" y="342"/>
                        <a:pt x="10" y="342"/>
                        <a:pt x="10" y="342"/>
                      </a:cubicBezTo>
                      <a:cubicBezTo>
                        <a:pt x="21" y="342"/>
                        <a:pt x="40" y="267"/>
                        <a:pt x="59" y="173"/>
                      </a:cubicBezTo>
                      <a:cubicBezTo>
                        <a:pt x="74" y="81"/>
                        <a:pt x="82" y="5"/>
                        <a:pt x="7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98" name="Google Shape;6298;p47"/>
                <p:cNvSpPr/>
                <p:nvPr/>
              </p:nvSpPr>
              <p:spPr>
                <a:xfrm>
                  <a:off x="4510484" y="4413393"/>
                  <a:ext cx="9084" cy="38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39" extrusionOk="0">
                      <a:moveTo>
                        <a:pt x="73" y="1"/>
                      </a:moveTo>
                      <a:cubicBezTo>
                        <a:pt x="65" y="1"/>
                        <a:pt x="43" y="76"/>
                        <a:pt x="27" y="165"/>
                      </a:cubicBezTo>
                      <a:cubicBezTo>
                        <a:pt x="8" y="261"/>
                        <a:pt x="1" y="338"/>
                        <a:pt x="8" y="338"/>
                      </a:cubicBezTo>
                      <a:cubicBezTo>
                        <a:pt x="8" y="338"/>
                        <a:pt x="8" y="339"/>
                        <a:pt x="9" y="339"/>
                      </a:cubicBezTo>
                      <a:cubicBezTo>
                        <a:pt x="17" y="339"/>
                        <a:pt x="40" y="263"/>
                        <a:pt x="54" y="173"/>
                      </a:cubicBezTo>
                      <a:cubicBezTo>
                        <a:pt x="73" y="77"/>
                        <a:pt x="81" y="1"/>
                        <a:pt x="73" y="1"/>
                      </a:cubicBezTo>
                      <a:cubicBezTo>
                        <a:pt x="73" y="1"/>
                        <a:pt x="73" y="1"/>
                        <a:pt x="7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299" name="Google Shape;6299;p47"/>
                <p:cNvSpPr/>
                <p:nvPr/>
              </p:nvSpPr>
              <p:spPr>
                <a:xfrm>
                  <a:off x="4587078" y="4366289"/>
                  <a:ext cx="38690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74" extrusionOk="0">
                      <a:moveTo>
                        <a:pt x="17" y="0"/>
                      </a:moveTo>
                      <a:cubicBezTo>
                        <a:pt x="7" y="0"/>
                        <a:pt x="1" y="1"/>
                        <a:pt x="0" y="3"/>
                      </a:cubicBezTo>
                      <a:cubicBezTo>
                        <a:pt x="0" y="14"/>
                        <a:pt x="76" y="34"/>
                        <a:pt x="168" y="53"/>
                      </a:cubicBezTo>
                      <a:cubicBezTo>
                        <a:pt x="237" y="64"/>
                        <a:pt x="296" y="73"/>
                        <a:pt x="323" y="73"/>
                      </a:cubicBezTo>
                      <a:cubicBezTo>
                        <a:pt x="334" y="73"/>
                        <a:pt x="340" y="72"/>
                        <a:pt x="340" y="69"/>
                      </a:cubicBezTo>
                      <a:cubicBezTo>
                        <a:pt x="345" y="60"/>
                        <a:pt x="268" y="41"/>
                        <a:pt x="176" y="23"/>
                      </a:cubicBezTo>
                      <a:cubicBezTo>
                        <a:pt x="105" y="8"/>
                        <a:pt x="45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00" name="Google Shape;6300;p47"/>
                <p:cNvSpPr/>
                <p:nvPr/>
              </p:nvSpPr>
              <p:spPr>
                <a:xfrm>
                  <a:off x="4434003" y="4337018"/>
                  <a:ext cx="38354" cy="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2" extrusionOk="0">
                      <a:moveTo>
                        <a:pt x="17" y="0"/>
                      </a:moveTo>
                      <a:cubicBezTo>
                        <a:pt x="7" y="0"/>
                        <a:pt x="1" y="1"/>
                        <a:pt x="0" y="3"/>
                      </a:cubicBezTo>
                      <a:cubicBezTo>
                        <a:pt x="0" y="11"/>
                        <a:pt x="73" y="34"/>
                        <a:pt x="170" y="54"/>
                      </a:cubicBezTo>
                      <a:cubicBezTo>
                        <a:pt x="236" y="64"/>
                        <a:pt x="297" y="72"/>
                        <a:pt x="325" y="72"/>
                      </a:cubicBezTo>
                      <a:cubicBezTo>
                        <a:pt x="336" y="72"/>
                        <a:pt x="341" y="71"/>
                        <a:pt x="341" y="68"/>
                      </a:cubicBezTo>
                      <a:cubicBezTo>
                        <a:pt x="341" y="61"/>
                        <a:pt x="269" y="42"/>
                        <a:pt x="173" y="22"/>
                      </a:cubicBezTo>
                      <a:cubicBezTo>
                        <a:pt x="105" y="8"/>
                        <a:pt x="45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01" name="Google Shape;6301;p47"/>
                <p:cNvSpPr/>
                <p:nvPr/>
              </p:nvSpPr>
              <p:spPr>
                <a:xfrm>
                  <a:off x="4577546" y="4301130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290" y="0"/>
                      </a:moveTo>
                      <a:cubicBezTo>
                        <a:pt x="276" y="0"/>
                        <a:pt x="212" y="37"/>
                        <a:pt x="142" y="86"/>
                      </a:cubicBezTo>
                      <a:cubicBezTo>
                        <a:pt x="62" y="139"/>
                        <a:pt x="0" y="190"/>
                        <a:pt x="4" y="193"/>
                      </a:cubicBezTo>
                      <a:cubicBezTo>
                        <a:pt x="5" y="194"/>
                        <a:pt x="6" y="194"/>
                        <a:pt x="7" y="194"/>
                      </a:cubicBezTo>
                      <a:cubicBezTo>
                        <a:pt x="22" y="194"/>
                        <a:pt x="83" y="158"/>
                        <a:pt x="158" y="109"/>
                      </a:cubicBezTo>
                      <a:cubicBezTo>
                        <a:pt x="238" y="56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02" name="Google Shape;6302;p47"/>
                <p:cNvSpPr/>
                <p:nvPr/>
              </p:nvSpPr>
              <p:spPr>
                <a:xfrm>
                  <a:off x="4448581" y="4388383"/>
                  <a:ext cx="33307" cy="22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" h="199" extrusionOk="0">
                      <a:moveTo>
                        <a:pt x="290" y="0"/>
                      </a:moveTo>
                      <a:cubicBezTo>
                        <a:pt x="276" y="0"/>
                        <a:pt x="212" y="37"/>
                        <a:pt x="139" y="86"/>
                      </a:cubicBezTo>
                      <a:cubicBezTo>
                        <a:pt x="62" y="139"/>
                        <a:pt x="1" y="189"/>
                        <a:pt x="5" y="197"/>
                      </a:cubicBezTo>
                      <a:cubicBezTo>
                        <a:pt x="5" y="198"/>
                        <a:pt x="6" y="198"/>
                        <a:pt x="7" y="198"/>
                      </a:cubicBezTo>
                      <a:cubicBezTo>
                        <a:pt x="20" y="198"/>
                        <a:pt x="84" y="162"/>
                        <a:pt x="158" y="113"/>
                      </a:cubicBezTo>
                      <a:cubicBezTo>
                        <a:pt x="234" y="59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03" name="Google Shape;6303;p47"/>
                <p:cNvSpPr/>
                <p:nvPr/>
              </p:nvSpPr>
              <p:spPr>
                <a:xfrm>
                  <a:off x="4561621" y="4403972"/>
                  <a:ext cx="23775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89" extrusionOk="0">
                      <a:moveTo>
                        <a:pt x="9" y="0"/>
                      </a:moveTo>
                      <a:cubicBezTo>
                        <a:pt x="9" y="0"/>
                        <a:pt x="8" y="0"/>
                        <a:pt x="8" y="0"/>
                      </a:cubicBezTo>
                      <a:cubicBezTo>
                        <a:pt x="1" y="9"/>
                        <a:pt x="39" y="78"/>
                        <a:pt x="93" y="154"/>
                      </a:cubicBezTo>
                      <a:cubicBezTo>
                        <a:pt x="143" y="229"/>
                        <a:pt x="190" y="289"/>
                        <a:pt x="202" y="289"/>
                      </a:cubicBezTo>
                      <a:cubicBezTo>
                        <a:pt x="203" y="289"/>
                        <a:pt x="204" y="289"/>
                        <a:pt x="204" y="288"/>
                      </a:cubicBezTo>
                      <a:cubicBezTo>
                        <a:pt x="211" y="284"/>
                        <a:pt x="173" y="215"/>
                        <a:pt x="119" y="138"/>
                      </a:cubicBezTo>
                      <a:cubicBezTo>
                        <a:pt x="68" y="60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04" name="Google Shape;6304;p47"/>
                <p:cNvSpPr/>
                <p:nvPr/>
              </p:nvSpPr>
              <p:spPr>
                <a:xfrm>
                  <a:off x="4474374" y="427499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5" y="1"/>
                      </a:moveTo>
                      <a:cubicBezTo>
                        <a:pt x="5" y="1"/>
                        <a:pt x="5" y="1"/>
                        <a:pt x="4" y="1"/>
                      </a:cubicBezTo>
                      <a:cubicBezTo>
                        <a:pt x="1" y="9"/>
                        <a:pt x="39" y="73"/>
                        <a:pt x="93" y="154"/>
                      </a:cubicBezTo>
                      <a:cubicBezTo>
                        <a:pt x="144" y="232"/>
                        <a:pt x="189" y="289"/>
                        <a:pt x="200" y="289"/>
                      </a:cubicBezTo>
                      <a:cubicBezTo>
                        <a:pt x="200" y="289"/>
                        <a:pt x="200" y="289"/>
                        <a:pt x="200" y="289"/>
                      </a:cubicBezTo>
                      <a:cubicBezTo>
                        <a:pt x="208" y="285"/>
                        <a:pt x="169" y="216"/>
                        <a:pt x="116" y="139"/>
                      </a:cubicBezTo>
                      <a:cubicBezTo>
                        <a:pt x="64" y="61"/>
                        <a:pt x="15" y="1"/>
                        <a:pt x="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05" name="Google Shape;6305;p47"/>
                <p:cNvSpPr/>
                <p:nvPr/>
              </p:nvSpPr>
              <p:spPr>
                <a:xfrm>
                  <a:off x="4561621" y="4274998"/>
                  <a:ext cx="22990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" h="289" extrusionOk="0">
                      <a:moveTo>
                        <a:pt x="198" y="0"/>
                      </a:moveTo>
                      <a:cubicBezTo>
                        <a:pt x="187" y="0"/>
                        <a:pt x="140" y="59"/>
                        <a:pt x="89" y="135"/>
                      </a:cubicBezTo>
                      <a:cubicBezTo>
                        <a:pt x="35" y="216"/>
                        <a:pt x="1" y="280"/>
                        <a:pt x="4" y="289"/>
                      </a:cubicBezTo>
                      <a:cubicBezTo>
                        <a:pt x="5" y="289"/>
                        <a:pt x="5" y="289"/>
                        <a:pt x="5" y="289"/>
                      </a:cubicBezTo>
                      <a:cubicBezTo>
                        <a:pt x="15" y="289"/>
                        <a:pt x="63" y="228"/>
                        <a:pt x="116" y="151"/>
                      </a:cubicBezTo>
                      <a:cubicBezTo>
                        <a:pt x="169" y="73"/>
                        <a:pt x="204" y="4"/>
                        <a:pt x="199" y="1"/>
                      </a:cubicBezTo>
                      <a:cubicBezTo>
                        <a:pt x="199" y="0"/>
                        <a:pt x="199" y="0"/>
                        <a:pt x="1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06" name="Google Shape;6306;p47"/>
                <p:cNvSpPr/>
                <p:nvPr/>
              </p:nvSpPr>
              <p:spPr>
                <a:xfrm>
                  <a:off x="4474823" y="440430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199" y="1"/>
                      </a:moveTo>
                      <a:cubicBezTo>
                        <a:pt x="189" y="1"/>
                        <a:pt x="141" y="61"/>
                        <a:pt x="89" y="135"/>
                      </a:cubicBezTo>
                      <a:cubicBezTo>
                        <a:pt x="35" y="216"/>
                        <a:pt x="0" y="285"/>
                        <a:pt x="8" y="289"/>
                      </a:cubicBezTo>
                      <a:cubicBezTo>
                        <a:pt x="8" y="289"/>
                        <a:pt x="8" y="289"/>
                        <a:pt x="9" y="289"/>
                      </a:cubicBezTo>
                      <a:cubicBezTo>
                        <a:pt x="19" y="289"/>
                        <a:pt x="64" y="233"/>
                        <a:pt x="115" y="155"/>
                      </a:cubicBezTo>
                      <a:cubicBezTo>
                        <a:pt x="169" y="75"/>
                        <a:pt x="207" y="6"/>
                        <a:pt x="200" y="1"/>
                      </a:cubicBezTo>
                      <a:cubicBezTo>
                        <a:pt x="200" y="1"/>
                        <a:pt x="200" y="1"/>
                        <a:pt x="19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07" name="Google Shape;6307;p47"/>
                <p:cNvSpPr/>
                <p:nvPr/>
              </p:nvSpPr>
              <p:spPr>
                <a:xfrm>
                  <a:off x="4577994" y="4388047"/>
                  <a:ext cx="33195" cy="22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8" extrusionOk="0">
                      <a:moveTo>
                        <a:pt x="5" y="0"/>
                      </a:moveTo>
                      <a:cubicBezTo>
                        <a:pt x="4" y="0"/>
                        <a:pt x="4" y="0"/>
                        <a:pt x="4" y="1"/>
                      </a:cubicBezTo>
                      <a:cubicBezTo>
                        <a:pt x="0" y="8"/>
                        <a:pt x="58" y="59"/>
                        <a:pt x="138" y="112"/>
                      </a:cubicBezTo>
                      <a:cubicBezTo>
                        <a:pt x="212" y="161"/>
                        <a:pt x="277" y="197"/>
                        <a:pt x="289" y="197"/>
                      </a:cubicBezTo>
                      <a:cubicBezTo>
                        <a:pt x="291" y="197"/>
                        <a:pt x="291" y="197"/>
                        <a:pt x="292" y="197"/>
                      </a:cubicBezTo>
                      <a:cubicBezTo>
                        <a:pt x="295" y="188"/>
                        <a:pt x="234" y="139"/>
                        <a:pt x="157" y="85"/>
                      </a:cubicBezTo>
                      <a:cubicBezTo>
                        <a:pt x="80" y="38"/>
                        <a:pt x="14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08" name="Google Shape;6308;p47"/>
                <p:cNvSpPr/>
                <p:nvPr/>
              </p:nvSpPr>
              <p:spPr>
                <a:xfrm>
                  <a:off x="4448245" y="4301578"/>
                  <a:ext cx="33643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5" extrusionOk="0">
                      <a:moveTo>
                        <a:pt x="7" y="1"/>
                      </a:moveTo>
                      <a:cubicBezTo>
                        <a:pt x="6" y="1"/>
                        <a:pt x="5" y="1"/>
                        <a:pt x="4" y="2"/>
                      </a:cubicBezTo>
                      <a:cubicBezTo>
                        <a:pt x="0" y="9"/>
                        <a:pt x="61" y="55"/>
                        <a:pt x="142" y="109"/>
                      </a:cubicBezTo>
                      <a:cubicBezTo>
                        <a:pt x="215" y="158"/>
                        <a:pt x="276" y="194"/>
                        <a:pt x="292" y="194"/>
                      </a:cubicBezTo>
                      <a:cubicBezTo>
                        <a:pt x="294" y="194"/>
                        <a:pt x="295" y="194"/>
                        <a:pt x="295" y="193"/>
                      </a:cubicBezTo>
                      <a:cubicBezTo>
                        <a:pt x="299" y="186"/>
                        <a:pt x="237" y="140"/>
                        <a:pt x="157" y="86"/>
                      </a:cubicBezTo>
                      <a:cubicBezTo>
                        <a:pt x="84" y="37"/>
                        <a:pt x="23" y="1"/>
                        <a:pt x="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09" name="Google Shape;6309;p47"/>
                <p:cNvSpPr/>
                <p:nvPr/>
              </p:nvSpPr>
              <p:spPr>
                <a:xfrm>
                  <a:off x="4587078" y="4336569"/>
                  <a:ext cx="38241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" h="74" extrusionOk="0">
                      <a:moveTo>
                        <a:pt x="326" y="1"/>
                      </a:moveTo>
                      <a:cubicBezTo>
                        <a:pt x="299" y="1"/>
                        <a:pt x="237" y="8"/>
                        <a:pt x="168" y="23"/>
                      </a:cubicBezTo>
                      <a:cubicBezTo>
                        <a:pt x="73" y="42"/>
                        <a:pt x="0" y="61"/>
                        <a:pt x="0" y="69"/>
                      </a:cubicBezTo>
                      <a:cubicBezTo>
                        <a:pt x="1" y="72"/>
                        <a:pt x="8" y="74"/>
                        <a:pt x="19" y="74"/>
                      </a:cubicBezTo>
                      <a:cubicBezTo>
                        <a:pt x="47" y="74"/>
                        <a:pt x="105" y="63"/>
                        <a:pt x="172" y="49"/>
                      </a:cubicBezTo>
                      <a:cubicBezTo>
                        <a:pt x="268" y="35"/>
                        <a:pt x="340" y="12"/>
                        <a:pt x="340" y="3"/>
                      </a:cubicBezTo>
                      <a:cubicBezTo>
                        <a:pt x="340" y="2"/>
                        <a:pt x="335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10" name="Google Shape;6310;p47"/>
                <p:cNvSpPr/>
                <p:nvPr/>
              </p:nvSpPr>
              <p:spPr>
                <a:xfrm>
                  <a:off x="4434003" y="4366738"/>
                  <a:ext cx="38354" cy="8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5" extrusionOk="0">
                      <a:moveTo>
                        <a:pt x="327" y="0"/>
                      </a:moveTo>
                      <a:cubicBezTo>
                        <a:pt x="300" y="0"/>
                        <a:pt x="238" y="8"/>
                        <a:pt x="170" y="22"/>
                      </a:cubicBezTo>
                      <a:cubicBezTo>
                        <a:pt x="73" y="42"/>
                        <a:pt x="0" y="65"/>
                        <a:pt x="0" y="72"/>
                      </a:cubicBezTo>
                      <a:cubicBezTo>
                        <a:pt x="1" y="74"/>
                        <a:pt x="7" y="75"/>
                        <a:pt x="17" y="75"/>
                      </a:cubicBezTo>
                      <a:cubicBezTo>
                        <a:pt x="45" y="75"/>
                        <a:pt x="106" y="67"/>
                        <a:pt x="177" y="53"/>
                      </a:cubicBezTo>
                      <a:cubicBezTo>
                        <a:pt x="269" y="33"/>
                        <a:pt x="341" y="10"/>
                        <a:pt x="341" y="3"/>
                      </a:cubicBezTo>
                      <a:cubicBezTo>
                        <a:pt x="341" y="1"/>
                        <a:pt x="336" y="0"/>
                        <a:pt x="32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11" name="Google Shape;6311;p47"/>
                <p:cNvSpPr/>
                <p:nvPr/>
              </p:nvSpPr>
              <p:spPr>
                <a:xfrm>
                  <a:off x="4540090" y="4413056"/>
                  <a:ext cx="964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42" extrusionOk="0">
                      <a:moveTo>
                        <a:pt x="9" y="0"/>
                      </a:moveTo>
                      <a:lnTo>
                        <a:pt x="9" y="0"/>
                      </a:lnTo>
                      <a:cubicBezTo>
                        <a:pt x="1" y="4"/>
                        <a:pt x="9" y="80"/>
                        <a:pt x="28" y="176"/>
                      </a:cubicBezTo>
                      <a:cubicBezTo>
                        <a:pt x="47" y="268"/>
                        <a:pt x="66" y="341"/>
                        <a:pt x="78" y="341"/>
                      </a:cubicBezTo>
                      <a:cubicBezTo>
                        <a:pt x="85" y="341"/>
                        <a:pt x="78" y="260"/>
                        <a:pt x="59" y="168"/>
                      </a:cubicBezTo>
                      <a:cubicBezTo>
                        <a:pt x="39" y="73"/>
                        <a:pt x="16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12" name="Google Shape;6312;p47"/>
                <p:cNvSpPr/>
                <p:nvPr/>
              </p:nvSpPr>
              <p:spPr>
                <a:xfrm>
                  <a:off x="4510035" y="4260419"/>
                  <a:ext cx="9084" cy="37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38" extrusionOk="0">
                      <a:moveTo>
                        <a:pt x="9" y="1"/>
                      </a:moveTo>
                      <a:cubicBezTo>
                        <a:pt x="9" y="1"/>
                        <a:pt x="9" y="1"/>
                        <a:pt x="8" y="1"/>
                      </a:cubicBezTo>
                      <a:cubicBezTo>
                        <a:pt x="1" y="1"/>
                        <a:pt x="8" y="77"/>
                        <a:pt x="28" y="173"/>
                      </a:cubicBezTo>
                      <a:cubicBezTo>
                        <a:pt x="43" y="263"/>
                        <a:pt x="65" y="338"/>
                        <a:pt x="73" y="338"/>
                      </a:cubicBezTo>
                      <a:cubicBezTo>
                        <a:pt x="73" y="338"/>
                        <a:pt x="73" y="338"/>
                        <a:pt x="74" y="338"/>
                      </a:cubicBezTo>
                      <a:cubicBezTo>
                        <a:pt x="81" y="338"/>
                        <a:pt x="74" y="261"/>
                        <a:pt x="54" y="166"/>
                      </a:cubicBezTo>
                      <a:cubicBezTo>
                        <a:pt x="36" y="76"/>
                        <a:pt x="17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</p:grpSp>
        </p:grpSp>
        <p:grpSp>
          <p:nvGrpSpPr>
            <p:cNvPr id="6313" name="Google Shape;6313;p47"/>
            <p:cNvGrpSpPr/>
            <p:nvPr/>
          </p:nvGrpSpPr>
          <p:grpSpPr>
            <a:xfrm>
              <a:off x="4415050" y="3902974"/>
              <a:ext cx="914092" cy="469794"/>
              <a:chOff x="4415050" y="3065562"/>
              <a:chExt cx="914092" cy="469794"/>
            </a:xfrm>
          </p:grpSpPr>
          <p:sp>
            <p:nvSpPr>
              <p:cNvPr id="6314" name="Google Shape;6314;p47"/>
              <p:cNvSpPr/>
              <p:nvPr/>
            </p:nvSpPr>
            <p:spPr>
              <a:xfrm>
                <a:off x="4561285" y="3338873"/>
                <a:ext cx="53717" cy="65831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7" extrusionOk="0">
                    <a:moveTo>
                      <a:pt x="230" y="1"/>
                    </a:moveTo>
                    <a:lnTo>
                      <a:pt x="0" y="480"/>
                    </a:lnTo>
                    <a:lnTo>
                      <a:pt x="268" y="586"/>
                    </a:lnTo>
                    <a:lnTo>
                      <a:pt x="478" y="139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6315" name="Google Shape;6315;p47"/>
              <p:cNvSpPr/>
              <p:nvPr/>
            </p:nvSpPr>
            <p:spPr>
              <a:xfrm>
                <a:off x="4415050" y="3355247"/>
                <a:ext cx="272624" cy="180109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1606" extrusionOk="0">
                    <a:moveTo>
                      <a:pt x="940" y="1"/>
                    </a:moveTo>
                    <a:cubicBezTo>
                      <a:pt x="367" y="1"/>
                      <a:pt x="1" y="514"/>
                      <a:pt x="1" y="514"/>
                    </a:cubicBezTo>
                    <a:lnTo>
                      <a:pt x="2193" y="1606"/>
                    </a:lnTo>
                    <a:cubicBezTo>
                      <a:pt x="2193" y="1606"/>
                      <a:pt x="2431" y="725"/>
                      <a:pt x="1529" y="180"/>
                    </a:cubicBezTo>
                    <a:cubicBezTo>
                      <a:pt x="1316" y="50"/>
                      <a:pt x="1118" y="1"/>
                      <a:pt x="9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6316" name="Google Shape;6316;p47"/>
              <p:cNvSpPr/>
              <p:nvPr/>
            </p:nvSpPr>
            <p:spPr>
              <a:xfrm>
                <a:off x="4544463" y="3065562"/>
                <a:ext cx="784679" cy="441413"/>
              </a:xfrm>
              <a:custGeom>
                <a:avLst/>
                <a:gdLst/>
                <a:ahLst/>
                <a:cxnLst/>
                <a:rect l="l" t="t" r="r" b="b"/>
                <a:pathLst>
                  <a:path w="6997" h="3936" extrusionOk="0">
                    <a:moveTo>
                      <a:pt x="1116" y="1"/>
                    </a:moveTo>
                    <a:lnTo>
                      <a:pt x="215" y="2173"/>
                    </a:lnTo>
                    <a:cubicBezTo>
                      <a:pt x="135" y="2330"/>
                      <a:pt x="0" y="2484"/>
                      <a:pt x="283" y="2641"/>
                    </a:cubicBezTo>
                    <a:cubicBezTo>
                      <a:pt x="743" y="2901"/>
                      <a:pt x="1081" y="3288"/>
                      <a:pt x="1134" y="3936"/>
                    </a:cubicBezTo>
                    <a:lnTo>
                      <a:pt x="3729" y="3936"/>
                    </a:lnTo>
                    <a:cubicBezTo>
                      <a:pt x="3912" y="3936"/>
                      <a:pt x="4073" y="3813"/>
                      <a:pt x="4123" y="3637"/>
                    </a:cubicBezTo>
                    <a:lnTo>
                      <a:pt x="6997" y="3805"/>
                    </a:lnTo>
                    <a:cubicBezTo>
                      <a:pt x="6772" y="3081"/>
                      <a:pt x="6376" y="2449"/>
                      <a:pt x="5732" y="1947"/>
                    </a:cubicBezTo>
                    <a:lnTo>
                      <a:pt x="3081" y="2031"/>
                    </a:lnTo>
                    <a:cubicBezTo>
                      <a:pt x="3353" y="2280"/>
                      <a:pt x="3522" y="2579"/>
                      <a:pt x="3564" y="2931"/>
                    </a:cubicBezTo>
                    <a:cubicBezTo>
                      <a:pt x="3606" y="3262"/>
                      <a:pt x="3350" y="3552"/>
                      <a:pt x="3016" y="3552"/>
                    </a:cubicBezTo>
                    <a:lnTo>
                      <a:pt x="1679" y="3552"/>
                    </a:lnTo>
                    <a:cubicBezTo>
                      <a:pt x="1544" y="3552"/>
                      <a:pt x="1426" y="3476"/>
                      <a:pt x="1372" y="3354"/>
                    </a:cubicBezTo>
                    <a:lnTo>
                      <a:pt x="1065" y="2656"/>
                    </a:lnTo>
                    <a:cubicBezTo>
                      <a:pt x="955" y="2399"/>
                      <a:pt x="939" y="2112"/>
                      <a:pt x="1024" y="1847"/>
                    </a:cubicBezTo>
                    <a:lnTo>
                      <a:pt x="1387" y="154"/>
                    </a:lnTo>
                    <a:lnTo>
                      <a:pt x="111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6317" name="Google Shape;6317;p47"/>
              <p:cNvSpPr/>
              <p:nvPr/>
            </p:nvSpPr>
            <p:spPr>
              <a:xfrm>
                <a:off x="5006829" y="3355920"/>
                <a:ext cx="300100" cy="134801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202" extrusionOk="0">
                    <a:moveTo>
                      <a:pt x="1059" y="1"/>
                    </a:moveTo>
                    <a:cubicBezTo>
                      <a:pt x="117" y="1"/>
                      <a:pt x="0" y="1048"/>
                      <a:pt x="0" y="1048"/>
                    </a:cubicBezTo>
                    <a:lnTo>
                      <a:pt x="2675" y="1201"/>
                    </a:lnTo>
                    <a:cubicBezTo>
                      <a:pt x="2675" y="1201"/>
                      <a:pt x="2227" y="94"/>
                      <a:pt x="1177" y="6"/>
                    </a:cubicBezTo>
                    <a:cubicBezTo>
                      <a:pt x="1136" y="2"/>
                      <a:pt x="1097" y="1"/>
                      <a:pt x="10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6318" name="Google Shape;6318;p47"/>
            <p:cNvSpPr/>
            <p:nvPr/>
          </p:nvSpPr>
          <p:spPr>
            <a:xfrm>
              <a:off x="4790169" y="4214886"/>
              <a:ext cx="40596" cy="50803"/>
            </a:xfrm>
            <a:custGeom>
              <a:avLst/>
              <a:gdLst/>
              <a:ahLst/>
              <a:cxnLst/>
              <a:rect l="l" t="t" r="r" b="b"/>
              <a:pathLst>
                <a:path w="362" h="453" extrusionOk="0">
                  <a:moveTo>
                    <a:pt x="1" y="1"/>
                  </a:moveTo>
                  <a:lnTo>
                    <a:pt x="59" y="453"/>
                  </a:lnTo>
                  <a:lnTo>
                    <a:pt x="323" y="453"/>
                  </a:lnTo>
                  <a:lnTo>
                    <a:pt x="361" y="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19" name="Google Shape;6319;p47"/>
            <p:cNvSpPr/>
            <p:nvPr/>
          </p:nvSpPr>
          <p:spPr>
            <a:xfrm>
              <a:off x="4822017" y="3962658"/>
              <a:ext cx="249859" cy="143549"/>
            </a:xfrm>
            <a:custGeom>
              <a:avLst/>
              <a:gdLst/>
              <a:ahLst/>
              <a:cxnLst/>
              <a:rect l="l" t="t" r="r" b="b"/>
              <a:pathLst>
                <a:path w="2228" h="1280" extrusionOk="0">
                  <a:moveTo>
                    <a:pt x="901" y="0"/>
                  </a:moveTo>
                  <a:cubicBezTo>
                    <a:pt x="901" y="0"/>
                    <a:pt x="921" y="361"/>
                    <a:pt x="951" y="521"/>
                  </a:cubicBezTo>
                  <a:cubicBezTo>
                    <a:pt x="807" y="508"/>
                    <a:pt x="666" y="500"/>
                    <a:pt x="527" y="500"/>
                  </a:cubicBezTo>
                  <a:cubicBezTo>
                    <a:pt x="345" y="500"/>
                    <a:pt x="169" y="514"/>
                    <a:pt x="1" y="544"/>
                  </a:cubicBezTo>
                  <a:lnTo>
                    <a:pt x="74" y="1107"/>
                  </a:lnTo>
                  <a:cubicBezTo>
                    <a:pt x="74" y="1107"/>
                    <a:pt x="718" y="1279"/>
                    <a:pt x="1270" y="1279"/>
                  </a:cubicBezTo>
                  <a:cubicBezTo>
                    <a:pt x="1574" y="1279"/>
                    <a:pt x="1850" y="1227"/>
                    <a:pt x="1975" y="1065"/>
                  </a:cubicBezTo>
                  <a:cubicBezTo>
                    <a:pt x="2227" y="732"/>
                    <a:pt x="1798" y="0"/>
                    <a:pt x="1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20" name="Google Shape;6320;p47"/>
            <p:cNvSpPr/>
            <p:nvPr/>
          </p:nvSpPr>
          <p:spPr>
            <a:xfrm>
              <a:off x="4772114" y="4021089"/>
              <a:ext cx="101267" cy="197828"/>
            </a:xfrm>
            <a:custGeom>
              <a:avLst/>
              <a:gdLst/>
              <a:ahLst/>
              <a:cxnLst/>
              <a:rect l="l" t="t" r="r" b="b"/>
              <a:pathLst>
                <a:path w="903" h="1764" extrusionOk="0">
                  <a:moveTo>
                    <a:pt x="708" y="0"/>
                  </a:moveTo>
                  <a:cubicBezTo>
                    <a:pt x="641" y="0"/>
                    <a:pt x="266" y="7"/>
                    <a:pt x="116" y="158"/>
                  </a:cubicBezTo>
                  <a:cubicBezTo>
                    <a:pt x="1" y="268"/>
                    <a:pt x="93" y="1177"/>
                    <a:pt x="162" y="1729"/>
                  </a:cubicBezTo>
                  <a:cubicBezTo>
                    <a:pt x="228" y="1754"/>
                    <a:pt x="301" y="1764"/>
                    <a:pt x="375" y="1764"/>
                  </a:cubicBezTo>
                  <a:cubicBezTo>
                    <a:pt x="425" y="1764"/>
                    <a:pt x="474" y="1759"/>
                    <a:pt x="522" y="1752"/>
                  </a:cubicBezTo>
                  <a:cubicBezTo>
                    <a:pt x="584" y="1257"/>
                    <a:pt x="680" y="793"/>
                    <a:pt x="519" y="586"/>
                  </a:cubicBezTo>
                  <a:lnTo>
                    <a:pt x="519" y="586"/>
                  </a:lnTo>
                  <a:lnTo>
                    <a:pt x="902" y="664"/>
                  </a:lnTo>
                  <a:lnTo>
                    <a:pt x="718" y="0"/>
                  </a:lnTo>
                  <a:cubicBezTo>
                    <a:pt x="718" y="0"/>
                    <a:pt x="715" y="0"/>
                    <a:pt x="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21" name="Google Shape;6321;p47"/>
            <p:cNvSpPr/>
            <p:nvPr/>
          </p:nvSpPr>
          <p:spPr>
            <a:xfrm>
              <a:off x="4726247" y="4256269"/>
              <a:ext cx="119547" cy="52934"/>
            </a:xfrm>
            <a:custGeom>
              <a:avLst/>
              <a:gdLst/>
              <a:ahLst/>
              <a:cxnLst/>
              <a:rect l="l" t="t" r="r" b="b"/>
              <a:pathLst>
                <a:path w="1066" h="472" extrusionOk="0">
                  <a:moveTo>
                    <a:pt x="902" y="0"/>
                  </a:moveTo>
                  <a:cubicBezTo>
                    <a:pt x="895" y="0"/>
                    <a:pt x="888" y="1"/>
                    <a:pt x="882" y="3"/>
                  </a:cubicBezTo>
                  <a:cubicBezTo>
                    <a:pt x="836" y="24"/>
                    <a:pt x="783" y="35"/>
                    <a:pt x="730" y="35"/>
                  </a:cubicBezTo>
                  <a:cubicBezTo>
                    <a:pt x="694" y="35"/>
                    <a:pt x="658" y="30"/>
                    <a:pt x="625" y="19"/>
                  </a:cubicBezTo>
                  <a:cubicBezTo>
                    <a:pt x="615" y="15"/>
                    <a:pt x="604" y="13"/>
                    <a:pt x="594" y="13"/>
                  </a:cubicBezTo>
                  <a:cubicBezTo>
                    <a:pt x="571" y="13"/>
                    <a:pt x="550" y="23"/>
                    <a:pt x="537" y="42"/>
                  </a:cubicBezTo>
                  <a:cubicBezTo>
                    <a:pt x="475" y="122"/>
                    <a:pt x="414" y="176"/>
                    <a:pt x="268" y="237"/>
                  </a:cubicBezTo>
                  <a:cubicBezTo>
                    <a:pt x="228" y="235"/>
                    <a:pt x="189" y="232"/>
                    <a:pt x="153" y="232"/>
                  </a:cubicBezTo>
                  <a:cubicBezTo>
                    <a:pt x="67" y="232"/>
                    <a:pt x="3" y="248"/>
                    <a:pt x="1" y="332"/>
                  </a:cubicBezTo>
                  <a:cubicBezTo>
                    <a:pt x="98" y="425"/>
                    <a:pt x="219" y="471"/>
                    <a:pt x="391" y="471"/>
                  </a:cubicBezTo>
                  <a:cubicBezTo>
                    <a:pt x="449" y="471"/>
                    <a:pt x="512" y="466"/>
                    <a:pt x="583" y="456"/>
                  </a:cubicBezTo>
                  <a:cubicBezTo>
                    <a:pt x="640" y="460"/>
                    <a:pt x="694" y="463"/>
                    <a:pt x="746" y="463"/>
                  </a:cubicBezTo>
                  <a:cubicBezTo>
                    <a:pt x="876" y="463"/>
                    <a:pt x="986" y="443"/>
                    <a:pt x="1066" y="375"/>
                  </a:cubicBezTo>
                  <a:cubicBezTo>
                    <a:pt x="1039" y="252"/>
                    <a:pt x="1016" y="125"/>
                    <a:pt x="958" y="30"/>
                  </a:cubicBezTo>
                  <a:cubicBezTo>
                    <a:pt x="947" y="9"/>
                    <a:pt x="924" y="0"/>
                    <a:pt x="9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22" name="Google Shape;6322;p47"/>
            <p:cNvSpPr/>
            <p:nvPr/>
          </p:nvSpPr>
          <p:spPr>
            <a:xfrm>
              <a:off x="4947057" y="3717609"/>
              <a:ext cx="67623" cy="62803"/>
            </a:xfrm>
            <a:custGeom>
              <a:avLst/>
              <a:gdLst/>
              <a:ahLst/>
              <a:cxnLst/>
              <a:rect l="l" t="t" r="r" b="b"/>
              <a:pathLst>
                <a:path w="603" h="560" extrusionOk="0">
                  <a:moveTo>
                    <a:pt x="469" y="1"/>
                  </a:moveTo>
                  <a:lnTo>
                    <a:pt x="1" y="142"/>
                  </a:lnTo>
                  <a:lnTo>
                    <a:pt x="219" y="560"/>
                  </a:lnTo>
                  <a:lnTo>
                    <a:pt x="602" y="365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23" name="Google Shape;6323;p47"/>
            <p:cNvSpPr/>
            <p:nvPr/>
          </p:nvSpPr>
          <p:spPr>
            <a:xfrm>
              <a:off x="4901308" y="3642703"/>
              <a:ext cx="91286" cy="115848"/>
            </a:xfrm>
            <a:custGeom>
              <a:avLst/>
              <a:gdLst/>
              <a:ahLst/>
              <a:cxnLst/>
              <a:rect l="l" t="t" r="r" b="b"/>
              <a:pathLst>
                <a:path w="814" h="1033" extrusionOk="0">
                  <a:moveTo>
                    <a:pt x="416" y="1"/>
                  </a:moveTo>
                  <a:cubicBezTo>
                    <a:pt x="414" y="1"/>
                    <a:pt x="412" y="1"/>
                    <a:pt x="411" y="1"/>
                  </a:cubicBezTo>
                  <a:cubicBezTo>
                    <a:pt x="204" y="9"/>
                    <a:pt x="0" y="246"/>
                    <a:pt x="46" y="522"/>
                  </a:cubicBezTo>
                  <a:cubicBezTo>
                    <a:pt x="101" y="852"/>
                    <a:pt x="188" y="1033"/>
                    <a:pt x="320" y="1033"/>
                  </a:cubicBezTo>
                  <a:cubicBezTo>
                    <a:pt x="384" y="1033"/>
                    <a:pt x="458" y="990"/>
                    <a:pt x="545" y="901"/>
                  </a:cubicBezTo>
                  <a:cubicBezTo>
                    <a:pt x="782" y="656"/>
                    <a:pt x="813" y="782"/>
                    <a:pt x="805" y="503"/>
                  </a:cubicBezTo>
                  <a:cubicBezTo>
                    <a:pt x="798" y="222"/>
                    <a:pt x="624" y="1"/>
                    <a:pt x="416" y="1"/>
                  </a:cubicBezTo>
                  <a:close/>
                </a:path>
              </a:pathLst>
            </a:custGeom>
            <a:solidFill>
              <a:srgbClr val="D39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24" name="Google Shape;6324;p47"/>
            <p:cNvSpPr/>
            <p:nvPr/>
          </p:nvSpPr>
          <p:spPr>
            <a:xfrm>
              <a:off x="4890761" y="3758544"/>
              <a:ext cx="169451" cy="294499"/>
            </a:xfrm>
            <a:custGeom>
              <a:avLst/>
              <a:gdLst/>
              <a:ahLst/>
              <a:cxnLst/>
              <a:rect l="l" t="t" r="r" b="b"/>
              <a:pathLst>
                <a:path w="1511" h="2626" extrusionOk="0">
                  <a:moveTo>
                    <a:pt x="1104" y="0"/>
                  </a:moveTo>
                  <a:lnTo>
                    <a:pt x="721" y="195"/>
                  </a:lnTo>
                  <a:cubicBezTo>
                    <a:pt x="288" y="770"/>
                    <a:pt x="0" y="1073"/>
                    <a:pt x="0" y="1073"/>
                  </a:cubicBezTo>
                  <a:cubicBezTo>
                    <a:pt x="15" y="1279"/>
                    <a:pt x="112" y="1338"/>
                    <a:pt x="235" y="1338"/>
                  </a:cubicBezTo>
                  <a:cubicBezTo>
                    <a:pt x="243" y="1338"/>
                    <a:pt x="250" y="1338"/>
                    <a:pt x="258" y="1337"/>
                  </a:cubicBezTo>
                  <a:cubicBezTo>
                    <a:pt x="269" y="1728"/>
                    <a:pt x="288" y="2103"/>
                    <a:pt x="338" y="2341"/>
                  </a:cubicBezTo>
                  <a:cubicBezTo>
                    <a:pt x="626" y="2562"/>
                    <a:pt x="896" y="2626"/>
                    <a:pt x="1187" y="2626"/>
                  </a:cubicBezTo>
                  <a:cubicBezTo>
                    <a:pt x="1292" y="2626"/>
                    <a:pt x="1399" y="2618"/>
                    <a:pt x="1511" y="2605"/>
                  </a:cubicBezTo>
                  <a:cubicBezTo>
                    <a:pt x="1511" y="2605"/>
                    <a:pt x="1346" y="517"/>
                    <a:pt x="11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25" name="Google Shape;6325;p47"/>
            <p:cNvSpPr/>
            <p:nvPr/>
          </p:nvSpPr>
          <p:spPr>
            <a:xfrm>
              <a:off x="4916778" y="3633832"/>
              <a:ext cx="210048" cy="191211"/>
            </a:xfrm>
            <a:custGeom>
              <a:avLst/>
              <a:gdLst/>
              <a:ahLst/>
              <a:cxnLst/>
              <a:rect l="l" t="t" r="r" b="b"/>
              <a:pathLst>
                <a:path w="1873" h="1705" extrusionOk="0">
                  <a:moveTo>
                    <a:pt x="453" y="0"/>
                  </a:moveTo>
                  <a:cubicBezTo>
                    <a:pt x="198" y="0"/>
                    <a:pt x="1" y="196"/>
                    <a:pt x="56" y="292"/>
                  </a:cubicBezTo>
                  <a:cubicBezTo>
                    <a:pt x="214" y="403"/>
                    <a:pt x="271" y="560"/>
                    <a:pt x="523" y="564"/>
                  </a:cubicBezTo>
                  <a:cubicBezTo>
                    <a:pt x="540" y="519"/>
                    <a:pt x="572" y="498"/>
                    <a:pt x="602" y="498"/>
                  </a:cubicBezTo>
                  <a:cubicBezTo>
                    <a:pt x="660" y="498"/>
                    <a:pt x="712" y="577"/>
                    <a:pt x="647" y="721"/>
                  </a:cubicBezTo>
                  <a:cubicBezTo>
                    <a:pt x="673" y="1123"/>
                    <a:pt x="834" y="1545"/>
                    <a:pt x="1164" y="1671"/>
                  </a:cubicBezTo>
                  <a:cubicBezTo>
                    <a:pt x="1225" y="1695"/>
                    <a:pt x="1287" y="1705"/>
                    <a:pt x="1348" y="1705"/>
                  </a:cubicBezTo>
                  <a:cubicBezTo>
                    <a:pt x="1582" y="1705"/>
                    <a:pt x="1792" y="1556"/>
                    <a:pt x="1850" y="1464"/>
                  </a:cubicBezTo>
                  <a:cubicBezTo>
                    <a:pt x="1873" y="1430"/>
                    <a:pt x="1646" y="1441"/>
                    <a:pt x="1455" y="1330"/>
                  </a:cubicBezTo>
                  <a:cubicBezTo>
                    <a:pt x="1359" y="1273"/>
                    <a:pt x="1130" y="1112"/>
                    <a:pt x="1018" y="691"/>
                  </a:cubicBezTo>
                  <a:cubicBezTo>
                    <a:pt x="980" y="553"/>
                    <a:pt x="1045" y="419"/>
                    <a:pt x="930" y="269"/>
                  </a:cubicBezTo>
                  <a:cubicBezTo>
                    <a:pt x="777" y="69"/>
                    <a:pt x="605" y="0"/>
                    <a:pt x="453" y="0"/>
                  </a:cubicBezTo>
                  <a:close/>
                </a:path>
              </a:pathLst>
            </a:custGeom>
            <a:solidFill>
              <a:srgbClr val="5B2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6326" name="Google Shape;6326;p47"/>
            <p:cNvGrpSpPr/>
            <p:nvPr/>
          </p:nvGrpSpPr>
          <p:grpSpPr>
            <a:xfrm>
              <a:off x="4890727" y="3666132"/>
              <a:ext cx="90388" cy="110466"/>
              <a:chOff x="4415052" y="3666132"/>
              <a:chExt cx="90388" cy="110466"/>
            </a:xfrm>
          </p:grpSpPr>
          <p:sp>
            <p:nvSpPr>
              <p:cNvPr id="6327" name="Google Shape;6327;p47"/>
              <p:cNvSpPr/>
              <p:nvPr/>
            </p:nvSpPr>
            <p:spPr>
              <a:xfrm>
                <a:off x="4439612" y="3696637"/>
                <a:ext cx="25457" cy="29495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63" extrusionOk="0">
                    <a:moveTo>
                      <a:pt x="77" y="0"/>
                    </a:moveTo>
                    <a:cubicBezTo>
                      <a:pt x="77" y="0"/>
                      <a:pt x="0" y="177"/>
                      <a:pt x="11" y="234"/>
                    </a:cubicBezTo>
                    <a:cubicBezTo>
                      <a:pt x="16" y="254"/>
                      <a:pt x="43" y="262"/>
                      <a:pt x="77" y="262"/>
                    </a:cubicBezTo>
                    <a:cubicBezTo>
                      <a:pt x="141" y="262"/>
                      <a:pt x="226" y="233"/>
                      <a:pt x="218" y="195"/>
                    </a:cubicBezTo>
                    <a:cubicBezTo>
                      <a:pt x="211" y="138"/>
                      <a:pt x="77" y="0"/>
                      <a:pt x="77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6328" name="Google Shape;6328;p47"/>
              <p:cNvSpPr/>
              <p:nvPr/>
            </p:nvSpPr>
            <p:spPr>
              <a:xfrm>
                <a:off x="4415052" y="3681496"/>
                <a:ext cx="74913" cy="9510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848" extrusionOk="0">
                    <a:moveTo>
                      <a:pt x="281" y="1"/>
                    </a:moveTo>
                    <a:lnTo>
                      <a:pt x="0" y="128"/>
                    </a:lnTo>
                    <a:lnTo>
                      <a:pt x="273" y="848"/>
                    </a:lnTo>
                    <a:lnTo>
                      <a:pt x="299" y="848"/>
                    </a:lnTo>
                    <a:cubicBezTo>
                      <a:pt x="460" y="848"/>
                      <a:pt x="580" y="786"/>
                      <a:pt x="667" y="694"/>
                    </a:cubicBezTo>
                    <a:lnTo>
                      <a:pt x="652" y="660"/>
                    </a:lnTo>
                    <a:cubicBezTo>
                      <a:pt x="614" y="683"/>
                      <a:pt x="584" y="691"/>
                      <a:pt x="549" y="691"/>
                    </a:cubicBezTo>
                    <a:cubicBezTo>
                      <a:pt x="449" y="691"/>
                      <a:pt x="377" y="588"/>
                      <a:pt x="322" y="395"/>
                    </a:cubicBezTo>
                    <a:lnTo>
                      <a:pt x="296" y="395"/>
                    </a:lnTo>
                    <a:cubicBezTo>
                      <a:pt x="262" y="395"/>
                      <a:pt x="235" y="388"/>
                      <a:pt x="230" y="369"/>
                    </a:cubicBezTo>
                    <a:cubicBezTo>
                      <a:pt x="223" y="330"/>
                      <a:pt x="253" y="238"/>
                      <a:pt x="276" y="181"/>
                    </a:cubicBezTo>
                    <a:cubicBezTo>
                      <a:pt x="265" y="120"/>
                      <a:pt x="269" y="59"/>
                      <a:pt x="281" y="1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6329" name="Google Shape;6329;p47"/>
              <p:cNvSpPr/>
              <p:nvPr/>
            </p:nvSpPr>
            <p:spPr>
              <a:xfrm>
                <a:off x="4488169" y="3744301"/>
                <a:ext cx="14242" cy="1514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35" extrusionOk="0">
                    <a:moveTo>
                      <a:pt x="123" y="0"/>
                    </a:moveTo>
                    <a:cubicBezTo>
                      <a:pt x="81" y="46"/>
                      <a:pt x="38" y="81"/>
                      <a:pt x="0" y="100"/>
                    </a:cubicBezTo>
                    <a:lnTo>
                      <a:pt x="15" y="134"/>
                    </a:lnTo>
                    <a:cubicBezTo>
                      <a:pt x="58" y="97"/>
                      <a:pt x="92" y="51"/>
                      <a:pt x="126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6330" name="Google Shape;6330;p47"/>
              <p:cNvSpPr/>
              <p:nvPr/>
            </p:nvSpPr>
            <p:spPr>
              <a:xfrm>
                <a:off x="4444770" y="3674655"/>
                <a:ext cx="60670" cy="8433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752" extrusionOk="0">
                    <a:moveTo>
                      <a:pt x="158" y="0"/>
                    </a:moveTo>
                    <a:lnTo>
                      <a:pt x="16" y="62"/>
                    </a:lnTo>
                    <a:cubicBezTo>
                      <a:pt x="4" y="120"/>
                      <a:pt x="0" y="181"/>
                      <a:pt x="11" y="242"/>
                    </a:cubicBezTo>
                    <a:cubicBezTo>
                      <a:pt x="23" y="216"/>
                      <a:pt x="31" y="196"/>
                      <a:pt x="31" y="196"/>
                    </a:cubicBezTo>
                    <a:cubicBezTo>
                      <a:pt x="31" y="196"/>
                      <a:pt x="165" y="334"/>
                      <a:pt x="172" y="391"/>
                    </a:cubicBezTo>
                    <a:cubicBezTo>
                      <a:pt x="181" y="422"/>
                      <a:pt x="115" y="449"/>
                      <a:pt x="57" y="456"/>
                    </a:cubicBezTo>
                    <a:cubicBezTo>
                      <a:pt x="112" y="649"/>
                      <a:pt x="184" y="752"/>
                      <a:pt x="284" y="752"/>
                    </a:cubicBezTo>
                    <a:cubicBezTo>
                      <a:pt x="319" y="752"/>
                      <a:pt x="349" y="744"/>
                      <a:pt x="387" y="721"/>
                    </a:cubicBezTo>
                    <a:cubicBezTo>
                      <a:pt x="425" y="702"/>
                      <a:pt x="468" y="667"/>
                      <a:pt x="510" y="621"/>
                    </a:cubicBezTo>
                    <a:lnTo>
                      <a:pt x="513" y="621"/>
                    </a:lnTo>
                    <a:cubicBezTo>
                      <a:pt x="522" y="606"/>
                      <a:pt x="529" y="591"/>
                      <a:pt x="540" y="575"/>
                    </a:cubicBezTo>
                    <a:lnTo>
                      <a:pt x="513" y="200"/>
                    </a:lnTo>
                    <a:cubicBezTo>
                      <a:pt x="330" y="189"/>
                      <a:pt x="257" y="92"/>
                      <a:pt x="158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6331" name="Google Shape;6331;p47"/>
              <p:cNvSpPr/>
              <p:nvPr/>
            </p:nvSpPr>
            <p:spPr>
              <a:xfrm>
                <a:off x="4462377" y="3666132"/>
                <a:ext cx="40036" cy="3095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76" extrusionOk="0">
                    <a:moveTo>
                      <a:pt x="169" y="0"/>
                    </a:moveTo>
                    <a:lnTo>
                      <a:pt x="1" y="76"/>
                    </a:lnTo>
                    <a:cubicBezTo>
                      <a:pt x="100" y="168"/>
                      <a:pt x="173" y="265"/>
                      <a:pt x="356" y="276"/>
                    </a:cubicBezTo>
                    <a:lnTo>
                      <a:pt x="342" y="69"/>
                    </a:lnTo>
                    <a:lnTo>
                      <a:pt x="169" y="0"/>
                    </a:ln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6332" name="Google Shape;6332;p47"/>
            <p:cNvSpPr/>
            <p:nvPr/>
          </p:nvSpPr>
          <p:spPr>
            <a:xfrm>
              <a:off x="4861940" y="3619365"/>
              <a:ext cx="193899" cy="127960"/>
            </a:xfrm>
            <a:custGeom>
              <a:avLst/>
              <a:gdLst/>
              <a:ahLst/>
              <a:cxnLst/>
              <a:rect l="l" t="t" r="r" b="b"/>
              <a:pathLst>
                <a:path w="1729" h="1141" extrusionOk="0">
                  <a:moveTo>
                    <a:pt x="989" y="1"/>
                  </a:moveTo>
                  <a:cubicBezTo>
                    <a:pt x="457" y="1"/>
                    <a:pt x="0" y="656"/>
                    <a:pt x="97" y="743"/>
                  </a:cubicBezTo>
                  <a:lnTo>
                    <a:pt x="714" y="578"/>
                  </a:lnTo>
                  <a:cubicBezTo>
                    <a:pt x="724" y="575"/>
                    <a:pt x="734" y="574"/>
                    <a:pt x="745" y="574"/>
                  </a:cubicBezTo>
                  <a:cubicBezTo>
                    <a:pt x="774" y="574"/>
                    <a:pt x="803" y="584"/>
                    <a:pt x="825" y="601"/>
                  </a:cubicBezTo>
                  <a:lnTo>
                    <a:pt x="898" y="666"/>
                  </a:lnTo>
                  <a:cubicBezTo>
                    <a:pt x="932" y="697"/>
                    <a:pt x="947" y="739"/>
                    <a:pt x="936" y="785"/>
                  </a:cubicBezTo>
                  <a:lnTo>
                    <a:pt x="894" y="1004"/>
                  </a:lnTo>
                  <a:cubicBezTo>
                    <a:pt x="883" y="1053"/>
                    <a:pt x="913" y="1099"/>
                    <a:pt x="963" y="1110"/>
                  </a:cubicBezTo>
                  <a:lnTo>
                    <a:pt x="1120" y="1137"/>
                  </a:lnTo>
                  <a:cubicBezTo>
                    <a:pt x="1127" y="1139"/>
                    <a:pt x="1134" y="1140"/>
                    <a:pt x="1141" y="1140"/>
                  </a:cubicBezTo>
                  <a:cubicBezTo>
                    <a:pt x="1161" y="1140"/>
                    <a:pt x="1179" y="1132"/>
                    <a:pt x="1196" y="1119"/>
                  </a:cubicBezTo>
                  <a:lnTo>
                    <a:pt x="1561" y="808"/>
                  </a:lnTo>
                  <a:cubicBezTo>
                    <a:pt x="1561" y="808"/>
                    <a:pt x="1729" y="187"/>
                    <a:pt x="1166" y="26"/>
                  </a:cubicBezTo>
                  <a:cubicBezTo>
                    <a:pt x="1106" y="9"/>
                    <a:pt x="1047" y="1"/>
                    <a:pt x="9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33" name="Google Shape;6333;p47"/>
            <p:cNvSpPr/>
            <p:nvPr/>
          </p:nvSpPr>
          <p:spPr>
            <a:xfrm>
              <a:off x="5265767" y="4195100"/>
              <a:ext cx="50129" cy="58429"/>
            </a:xfrm>
            <a:custGeom>
              <a:avLst/>
              <a:gdLst/>
              <a:ahLst/>
              <a:cxnLst/>
              <a:rect l="l" t="t" r="r" b="b"/>
              <a:pathLst>
                <a:path w="447" h="521" extrusionOk="0">
                  <a:moveTo>
                    <a:pt x="340" y="1"/>
                  </a:moveTo>
                  <a:lnTo>
                    <a:pt x="156" y="39"/>
                  </a:lnTo>
                  <a:cubicBezTo>
                    <a:pt x="0" y="73"/>
                    <a:pt x="94" y="520"/>
                    <a:pt x="243" y="520"/>
                  </a:cubicBezTo>
                  <a:cubicBezTo>
                    <a:pt x="248" y="520"/>
                    <a:pt x="253" y="519"/>
                    <a:pt x="259" y="518"/>
                  </a:cubicBezTo>
                  <a:lnTo>
                    <a:pt x="446" y="476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34" name="Google Shape;6334;p47"/>
            <p:cNvSpPr/>
            <p:nvPr/>
          </p:nvSpPr>
          <p:spPr>
            <a:xfrm>
              <a:off x="5303783" y="4193642"/>
              <a:ext cx="21980" cy="54840"/>
            </a:xfrm>
            <a:custGeom>
              <a:avLst/>
              <a:gdLst/>
              <a:ahLst/>
              <a:cxnLst/>
              <a:rect l="l" t="t" r="r" b="b"/>
              <a:pathLst>
                <a:path w="196" h="489" extrusionOk="0">
                  <a:moveTo>
                    <a:pt x="68" y="1"/>
                  </a:moveTo>
                  <a:cubicBezTo>
                    <a:pt x="65" y="1"/>
                    <a:pt x="61" y="1"/>
                    <a:pt x="58" y="2"/>
                  </a:cubicBezTo>
                  <a:lnTo>
                    <a:pt x="1" y="14"/>
                  </a:lnTo>
                  <a:lnTo>
                    <a:pt x="107" y="489"/>
                  </a:lnTo>
                  <a:lnTo>
                    <a:pt x="162" y="478"/>
                  </a:lnTo>
                  <a:cubicBezTo>
                    <a:pt x="180" y="473"/>
                    <a:pt x="196" y="450"/>
                    <a:pt x="188" y="432"/>
                  </a:cubicBezTo>
                  <a:lnTo>
                    <a:pt x="104" y="29"/>
                  </a:lnTo>
                  <a:cubicBezTo>
                    <a:pt x="101" y="13"/>
                    <a:pt x="85" y="1"/>
                    <a:pt x="68" y="1"/>
                  </a:cubicBezTo>
                  <a:close/>
                </a:path>
              </a:pathLst>
            </a:custGeom>
            <a:solidFill>
              <a:srgbClr val="FEB5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35" name="Google Shape;6335;p47"/>
            <p:cNvSpPr/>
            <p:nvPr/>
          </p:nvSpPr>
          <p:spPr>
            <a:xfrm>
              <a:off x="4717164" y="3840975"/>
              <a:ext cx="24672" cy="46653"/>
            </a:xfrm>
            <a:custGeom>
              <a:avLst/>
              <a:gdLst/>
              <a:ahLst/>
              <a:cxnLst/>
              <a:rect l="l" t="t" r="r" b="b"/>
              <a:pathLst>
                <a:path w="220" h="416" extrusionOk="0">
                  <a:moveTo>
                    <a:pt x="108" y="0"/>
                  </a:moveTo>
                  <a:cubicBezTo>
                    <a:pt x="107" y="0"/>
                    <a:pt x="106" y="0"/>
                    <a:pt x="105" y="1"/>
                  </a:cubicBezTo>
                  <a:cubicBezTo>
                    <a:pt x="70" y="4"/>
                    <a:pt x="1" y="112"/>
                    <a:pt x="20" y="227"/>
                  </a:cubicBezTo>
                  <a:cubicBezTo>
                    <a:pt x="38" y="337"/>
                    <a:pt x="134" y="415"/>
                    <a:pt x="169" y="415"/>
                  </a:cubicBezTo>
                  <a:cubicBezTo>
                    <a:pt x="171" y="415"/>
                    <a:pt x="172" y="415"/>
                    <a:pt x="174" y="415"/>
                  </a:cubicBezTo>
                  <a:cubicBezTo>
                    <a:pt x="208" y="411"/>
                    <a:pt x="220" y="311"/>
                    <a:pt x="200" y="196"/>
                  </a:cubicBezTo>
                  <a:cubicBezTo>
                    <a:pt x="182" y="90"/>
                    <a:pt x="13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36" name="Google Shape;6336;p47"/>
            <p:cNvSpPr/>
            <p:nvPr/>
          </p:nvSpPr>
          <p:spPr>
            <a:xfrm>
              <a:off x="4651896" y="3825498"/>
              <a:ext cx="21195" cy="43513"/>
            </a:xfrm>
            <a:custGeom>
              <a:avLst/>
              <a:gdLst/>
              <a:ahLst/>
              <a:cxnLst/>
              <a:rect l="l" t="t" r="r" b="b"/>
              <a:pathLst>
                <a:path w="189" h="388" extrusionOk="0">
                  <a:moveTo>
                    <a:pt x="136" y="1"/>
                  </a:moveTo>
                  <a:cubicBezTo>
                    <a:pt x="100" y="1"/>
                    <a:pt x="20" y="80"/>
                    <a:pt x="12" y="185"/>
                  </a:cubicBezTo>
                  <a:cubicBezTo>
                    <a:pt x="1" y="292"/>
                    <a:pt x="73" y="384"/>
                    <a:pt x="107" y="388"/>
                  </a:cubicBezTo>
                  <a:cubicBezTo>
                    <a:pt x="138" y="388"/>
                    <a:pt x="169" y="303"/>
                    <a:pt x="176" y="196"/>
                  </a:cubicBezTo>
                  <a:cubicBezTo>
                    <a:pt x="188" y="93"/>
                    <a:pt x="169" y="1"/>
                    <a:pt x="138" y="1"/>
                  </a:cubicBezTo>
                  <a:cubicBezTo>
                    <a:pt x="138" y="1"/>
                    <a:pt x="13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37" name="Google Shape;6337;p47"/>
            <p:cNvSpPr/>
            <p:nvPr/>
          </p:nvSpPr>
          <p:spPr>
            <a:xfrm>
              <a:off x="4682848" y="3860265"/>
              <a:ext cx="45531" cy="64148"/>
            </a:xfrm>
            <a:custGeom>
              <a:avLst/>
              <a:gdLst/>
              <a:ahLst/>
              <a:cxnLst/>
              <a:rect l="l" t="t" r="r" b="b"/>
              <a:pathLst>
                <a:path w="406" h="572" extrusionOk="0">
                  <a:moveTo>
                    <a:pt x="391" y="1"/>
                  </a:moveTo>
                  <a:cubicBezTo>
                    <a:pt x="123" y="85"/>
                    <a:pt x="0" y="277"/>
                    <a:pt x="31" y="572"/>
                  </a:cubicBezTo>
                  <a:lnTo>
                    <a:pt x="89" y="568"/>
                  </a:lnTo>
                  <a:cubicBezTo>
                    <a:pt x="61" y="300"/>
                    <a:pt x="165" y="135"/>
                    <a:pt x="406" y="59"/>
                  </a:cubicBezTo>
                  <a:lnTo>
                    <a:pt x="3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38" name="Google Shape;6338;p47"/>
            <p:cNvSpPr/>
            <p:nvPr/>
          </p:nvSpPr>
          <p:spPr>
            <a:xfrm>
              <a:off x="4650551" y="3844788"/>
              <a:ext cx="28036" cy="65494"/>
            </a:xfrm>
            <a:custGeom>
              <a:avLst/>
              <a:gdLst/>
              <a:ahLst/>
              <a:cxnLst/>
              <a:rect l="l" t="t" r="r" b="b"/>
              <a:pathLst>
                <a:path w="250" h="584" extrusionOk="0">
                  <a:moveTo>
                    <a:pt x="27" y="1"/>
                  </a:moveTo>
                  <a:lnTo>
                    <a:pt x="27" y="1"/>
                  </a:lnTo>
                  <a:cubicBezTo>
                    <a:pt x="1" y="208"/>
                    <a:pt x="70" y="427"/>
                    <a:pt x="204" y="584"/>
                  </a:cubicBezTo>
                  <a:lnTo>
                    <a:pt x="250" y="545"/>
                  </a:lnTo>
                  <a:cubicBezTo>
                    <a:pt x="124" y="400"/>
                    <a:pt x="62" y="197"/>
                    <a:pt x="85" y="5"/>
                  </a:cubicBezTo>
                  <a:lnTo>
                    <a:pt x="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39" name="Google Shape;6339;p47"/>
            <p:cNvSpPr/>
            <p:nvPr/>
          </p:nvSpPr>
          <p:spPr>
            <a:xfrm>
              <a:off x="4717612" y="3919593"/>
              <a:ext cx="43064" cy="26467"/>
            </a:xfrm>
            <a:custGeom>
              <a:avLst/>
              <a:gdLst/>
              <a:ahLst/>
              <a:cxnLst/>
              <a:rect l="l" t="t" r="r" b="b"/>
              <a:pathLst>
                <a:path w="384" h="236" extrusionOk="0">
                  <a:moveTo>
                    <a:pt x="0" y="1"/>
                  </a:moveTo>
                  <a:lnTo>
                    <a:pt x="0" y="235"/>
                  </a:lnTo>
                  <a:lnTo>
                    <a:pt x="315" y="189"/>
                  </a:lnTo>
                  <a:cubicBezTo>
                    <a:pt x="353" y="189"/>
                    <a:pt x="384" y="154"/>
                    <a:pt x="384" y="120"/>
                  </a:cubicBezTo>
                  <a:cubicBezTo>
                    <a:pt x="384" y="81"/>
                    <a:pt x="357" y="51"/>
                    <a:pt x="322" y="4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40" name="Google Shape;6340;p47"/>
            <p:cNvSpPr/>
            <p:nvPr/>
          </p:nvSpPr>
          <p:spPr>
            <a:xfrm>
              <a:off x="4643261" y="3895929"/>
              <a:ext cx="74464" cy="70204"/>
            </a:xfrm>
            <a:custGeom>
              <a:avLst/>
              <a:gdLst/>
              <a:ahLst/>
              <a:cxnLst/>
              <a:rect l="l" t="t" r="r" b="b"/>
              <a:pathLst>
                <a:path w="664" h="626" extrusionOk="0">
                  <a:moveTo>
                    <a:pt x="0" y="1"/>
                  </a:moveTo>
                  <a:lnTo>
                    <a:pt x="32" y="469"/>
                  </a:lnTo>
                  <a:lnTo>
                    <a:pt x="380" y="625"/>
                  </a:lnTo>
                  <a:lnTo>
                    <a:pt x="663" y="446"/>
                  </a:lnTo>
                  <a:lnTo>
                    <a:pt x="663" y="212"/>
                  </a:lnTo>
                  <a:cubicBezTo>
                    <a:pt x="525" y="116"/>
                    <a:pt x="345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6341" name="Google Shape;6341;p47"/>
            <p:cNvGrpSpPr/>
            <p:nvPr/>
          </p:nvGrpSpPr>
          <p:grpSpPr>
            <a:xfrm>
              <a:off x="5005739" y="4223137"/>
              <a:ext cx="276213" cy="203099"/>
              <a:chOff x="5408064" y="4254475"/>
              <a:chExt cx="276213" cy="203099"/>
            </a:xfrm>
          </p:grpSpPr>
          <p:sp>
            <p:nvSpPr>
              <p:cNvPr id="6342" name="Google Shape;6342;p47"/>
              <p:cNvSpPr/>
              <p:nvPr/>
            </p:nvSpPr>
            <p:spPr>
              <a:xfrm>
                <a:off x="5408064" y="4254475"/>
                <a:ext cx="276213" cy="203099"/>
              </a:xfrm>
              <a:custGeom>
                <a:avLst/>
                <a:gdLst/>
                <a:ahLst/>
                <a:cxnLst/>
                <a:rect l="l" t="t" r="r" b="b"/>
                <a:pathLst>
                  <a:path w="2463" h="1811" extrusionOk="0">
                    <a:moveTo>
                      <a:pt x="1230" y="0"/>
                    </a:moveTo>
                    <a:cubicBezTo>
                      <a:pt x="522" y="0"/>
                      <a:pt x="1" y="819"/>
                      <a:pt x="568" y="1563"/>
                    </a:cubicBezTo>
                    <a:cubicBezTo>
                      <a:pt x="568" y="1567"/>
                      <a:pt x="571" y="1567"/>
                      <a:pt x="571" y="1571"/>
                    </a:cubicBezTo>
                    <a:cubicBezTo>
                      <a:pt x="792" y="1738"/>
                      <a:pt x="1019" y="1810"/>
                      <a:pt x="1230" y="1810"/>
                    </a:cubicBezTo>
                    <a:cubicBezTo>
                      <a:pt x="1941" y="1810"/>
                      <a:pt x="2462" y="990"/>
                      <a:pt x="1898" y="245"/>
                    </a:cubicBezTo>
                    <a:cubicBezTo>
                      <a:pt x="1894" y="245"/>
                      <a:pt x="1894" y="242"/>
                      <a:pt x="1889" y="242"/>
                    </a:cubicBezTo>
                    <a:cubicBezTo>
                      <a:pt x="1669" y="73"/>
                      <a:pt x="1441" y="0"/>
                      <a:pt x="12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6343" name="Google Shape;6343;p47"/>
              <p:cNvSpPr/>
              <p:nvPr/>
            </p:nvSpPr>
            <p:spPr>
              <a:xfrm>
                <a:off x="5473331" y="4302027"/>
                <a:ext cx="145789" cy="10766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960" extrusionOk="0">
                    <a:moveTo>
                      <a:pt x="649" y="1"/>
                    </a:moveTo>
                    <a:cubicBezTo>
                      <a:pt x="275" y="1"/>
                      <a:pt x="1" y="433"/>
                      <a:pt x="296" y="829"/>
                    </a:cubicBezTo>
                    <a:lnTo>
                      <a:pt x="300" y="833"/>
                    </a:lnTo>
                    <a:cubicBezTo>
                      <a:pt x="417" y="921"/>
                      <a:pt x="538" y="959"/>
                      <a:pt x="649" y="959"/>
                    </a:cubicBezTo>
                    <a:cubicBezTo>
                      <a:pt x="1026" y="959"/>
                      <a:pt x="1300" y="525"/>
                      <a:pt x="1001" y="131"/>
                    </a:cubicBezTo>
                    <a:lnTo>
                      <a:pt x="997" y="128"/>
                    </a:lnTo>
                    <a:cubicBezTo>
                      <a:pt x="881" y="39"/>
                      <a:pt x="760" y="1"/>
                      <a:pt x="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6344" name="Google Shape;6344;p47"/>
              <p:cNvSpPr/>
              <p:nvPr/>
            </p:nvSpPr>
            <p:spPr>
              <a:xfrm>
                <a:off x="5497106" y="4319747"/>
                <a:ext cx="98015" cy="72223"/>
              </a:xfrm>
              <a:custGeom>
                <a:avLst/>
                <a:gdLst/>
                <a:ahLst/>
                <a:cxnLst/>
                <a:rect l="l" t="t" r="r" b="b"/>
                <a:pathLst>
                  <a:path w="874" h="644" extrusionOk="0">
                    <a:moveTo>
                      <a:pt x="438" y="1"/>
                    </a:moveTo>
                    <a:cubicBezTo>
                      <a:pt x="186" y="1"/>
                      <a:pt x="1" y="290"/>
                      <a:pt x="199" y="556"/>
                    </a:cubicBezTo>
                    <a:lnTo>
                      <a:pt x="203" y="556"/>
                    </a:lnTo>
                    <a:cubicBezTo>
                      <a:pt x="282" y="617"/>
                      <a:pt x="364" y="643"/>
                      <a:pt x="439" y="643"/>
                    </a:cubicBezTo>
                    <a:cubicBezTo>
                      <a:pt x="691" y="643"/>
                      <a:pt x="874" y="350"/>
                      <a:pt x="670" y="85"/>
                    </a:cubicBezTo>
                    <a:cubicBezTo>
                      <a:pt x="593" y="26"/>
                      <a:pt x="512" y="1"/>
                      <a:pt x="4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grpSp>
            <p:nvGrpSpPr>
              <p:cNvPr id="6345" name="Google Shape;6345;p47"/>
              <p:cNvGrpSpPr/>
              <p:nvPr/>
            </p:nvGrpSpPr>
            <p:grpSpPr>
              <a:xfrm>
                <a:off x="5449420" y="4258288"/>
                <a:ext cx="194793" cy="194805"/>
                <a:chOff x="5060097" y="4258288"/>
                <a:chExt cx="194793" cy="194805"/>
              </a:xfrm>
            </p:grpSpPr>
            <p:sp>
              <p:nvSpPr>
                <p:cNvPr id="6346" name="Google Shape;6346;p47"/>
                <p:cNvSpPr/>
                <p:nvPr/>
              </p:nvSpPr>
              <p:spPr>
                <a:xfrm>
                  <a:off x="5155530" y="4258288"/>
                  <a:ext cx="3476" cy="3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50" extrusionOk="0">
                      <a:moveTo>
                        <a:pt x="16" y="1"/>
                      </a:moveTo>
                      <a:cubicBezTo>
                        <a:pt x="8" y="1"/>
                        <a:pt x="0" y="77"/>
                        <a:pt x="0" y="173"/>
                      </a:cubicBezTo>
                      <a:cubicBezTo>
                        <a:pt x="0" y="268"/>
                        <a:pt x="8" y="349"/>
                        <a:pt x="16" y="349"/>
                      </a:cubicBezTo>
                      <a:cubicBezTo>
                        <a:pt x="23" y="349"/>
                        <a:pt x="31" y="268"/>
                        <a:pt x="31" y="173"/>
                      </a:cubicBezTo>
                      <a:cubicBezTo>
                        <a:pt x="31" y="77"/>
                        <a:pt x="23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47" name="Google Shape;6347;p47"/>
                <p:cNvSpPr/>
                <p:nvPr/>
              </p:nvSpPr>
              <p:spPr>
                <a:xfrm>
                  <a:off x="5155530" y="4414290"/>
                  <a:ext cx="3476" cy="38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46" extrusionOk="0">
                      <a:moveTo>
                        <a:pt x="16" y="0"/>
                      </a:moveTo>
                      <a:cubicBezTo>
                        <a:pt x="8" y="0"/>
                        <a:pt x="0" y="77"/>
                        <a:pt x="0" y="173"/>
                      </a:cubicBezTo>
                      <a:cubicBezTo>
                        <a:pt x="0" y="269"/>
                        <a:pt x="8" y="345"/>
                        <a:pt x="16" y="345"/>
                      </a:cubicBezTo>
                      <a:cubicBezTo>
                        <a:pt x="23" y="345"/>
                        <a:pt x="31" y="269"/>
                        <a:pt x="31" y="173"/>
                      </a:cubicBezTo>
                      <a:cubicBezTo>
                        <a:pt x="31" y="77"/>
                        <a:pt x="23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48" name="Google Shape;6348;p47"/>
                <p:cNvSpPr/>
                <p:nvPr/>
              </p:nvSpPr>
              <p:spPr>
                <a:xfrm>
                  <a:off x="5216088" y="4354177"/>
                  <a:ext cx="38802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9" y="30"/>
                        <a:pt x="346" y="23"/>
                        <a:pt x="346" y="16"/>
                      </a:cubicBezTo>
                      <a:cubicBezTo>
                        <a:pt x="346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49" name="Google Shape;6349;p47"/>
                <p:cNvSpPr/>
                <p:nvPr/>
              </p:nvSpPr>
              <p:spPr>
                <a:xfrm>
                  <a:off x="5060097" y="4354177"/>
                  <a:ext cx="38802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9" y="30"/>
                        <a:pt x="345" y="23"/>
                        <a:pt x="345" y="16"/>
                      </a:cubicBezTo>
                      <a:cubicBezTo>
                        <a:pt x="345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50" name="Google Shape;6350;p47"/>
                <p:cNvSpPr/>
                <p:nvPr/>
              </p:nvSpPr>
              <p:spPr>
                <a:xfrm>
                  <a:off x="5198145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247" y="1"/>
                      </a:moveTo>
                      <a:cubicBezTo>
                        <a:pt x="237" y="1"/>
                        <a:pt x="180" y="48"/>
                        <a:pt x="119" y="113"/>
                      </a:cubicBezTo>
                      <a:cubicBezTo>
                        <a:pt x="50" y="178"/>
                        <a:pt x="0" y="239"/>
                        <a:pt x="4" y="247"/>
                      </a:cubicBezTo>
                      <a:cubicBezTo>
                        <a:pt x="4" y="247"/>
                        <a:pt x="4" y="247"/>
                        <a:pt x="5" y="247"/>
                      </a:cubicBezTo>
                      <a:cubicBezTo>
                        <a:pt x="15" y="247"/>
                        <a:pt x="75" y="198"/>
                        <a:pt x="138" y="132"/>
                      </a:cubicBezTo>
                      <a:cubicBezTo>
                        <a:pt x="207" y="67"/>
                        <a:pt x="257" y="5"/>
                        <a:pt x="248" y="1"/>
                      </a:cubicBezTo>
                      <a:cubicBezTo>
                        <a:pt x="248" y="1"/>
                        <a:pt x="248" y="1"/>
                        <a:pt x="24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51" name="Google Shape;6351;p47"/>
                <p:cNvSpPr/>
                <p:nvPr/>
              </p:nvSpPr>
              <p:spPr>
                <a:xfrm>
                  <a:off x="5087684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252" y="0"/>
                      </a:moveTo>
                      <a:cubicBezTo>
                        <a:pt x="240" y="0"/>
                        <a:pt x="185" y="49"/>
                        <a:pt x="119" y="111"/>
                      </a:cubicBezTo>
                      <a:cubicBezTo>
                        <a:pt x="50" y="180"/>
                        <a:pt x="0" y="238"/>
                        <a:pt x="7" y="245"/>
                      </a:cubicBezTo>
                      <a:cubicBezTo>
                        <a:pt x="8" y="246"/>
                        <a:pt x="8" y="246"/>
                        <a:pt x="9" y="246"/>
                      </a:cubicBezTo>
                      <a:cubicBezTo>
                        <a:pt x="20" y="246"/>
                        <a:pt x="78" y="198"/>
                        <a:pt x="142" y="134"/>
                      </a:cubicBezTo>
                      <a:cubicBezTo>
                        <a:pt x="207" y="65"/>
                        <a:pt x="257" y="8"/>
                        <a:pt x="253" y="1"/>
                      </a:cubicBezTo>
                      <a:cubicBezTo>
                        <a:pt x="253" y="0"/>
                        <a:pt x="252" y="0"/>
                        <a:pt x="25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52" name="Google Shape;6352;p47"/>
                <p:cNvSpPr/>
                <p:nvPr/>
              </p:nvSpPr>
              <p:spPr>
                <a:xfrm>
                  <a:off x="5198145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5" y="0"/>
                      </a:moveTo>
                      <a:cubicBezTo>
                        <a:pt x="4" y="0"/>
                        <a:pt x="4" y="0"/>
                        <a:pt x="4" y="1"/>
                      </a:cubicBezTo>
                      <a:cubicBezTo>
                        <a:pt x="0" y="8"/>
                        <a:pt x="50" y="65"/>
                        <a:pt x="119" y="134"/>
                      </a:cubicBezTo>
                      <a:cubicBezTo>
                        <a:pt x="179" y="198"/>
                        <a:pt x="236" y="246"/>
                        <a:pt x="247" y="246"/>
                      </a:cubicBezTo>
                      <a:cubicBezTo>
                        <a:pt x="247" y="246"/>
                        <a:pt x="248" y="246"/>
                        <a:pt x="248" y="245"/>
                      </a:cubicBezTo>
                      <a:cubicBezTo>
                        <a:pt x="257" y="238"/>
                        <a:pt x="207" y="180"/>
                        <a:pt x="138" y="111"/>
                      </a:cubicBezTo>
                      <a:cubicBezTo>
                        <a:pt x="75" y="49"/>
                        <a:pt x="16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53" name="Google Shape;6353;p47"/>
                <p:cNvSpPr/>
                <p:nvPr/>
              </p:nvSpPr>
              <p:spPr>
                <a:xfrm>
                  <a:off x="5087684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9" y="1"/>
                      </a:moveTo>
                      <a:cubicBezTo>
                        <a:pt x="8" y="1"/>
                        <a:pt x="8" y="1"/>
                        <a:pt x="7" y="1"/>
                      </a:cubicBezTo>
                      <a:cubicBezTo>
                        <a:pt x="0" y="5"/>
                        <a:pt x="50" y="67"/>
                        <a:pt x="119" y="132"/>
                      </a:cubicBezTo>
                      <a:cubicBezTo>
                        <a:pt x="185" y="198"/>
                        <a:pt x="241" y="247"/>
                        <a:pt x="252" y="247"/>
                      </a:cubicBezTo>
                      <a:cubicBezTo>
                        <a:pt x="252" y="247"/>
                        <a:pt x="253" y="247"/>
                        <a:pt x="253" y="247"/>
                      </a:cubicBezTo>
                      <a:cubicBezTo>
                        <a:pt x="257" y="239"/>
                        <a:pt x="207" y="178"/>
                        <a:pt x="142" y="113"/>
                      </a:cubicBezTo>
                      <a:cubicBezTo>
                        <a:pt x="77" y="48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54" name="Google Shape;6354;p47"/>
                <p:cNvSpPr/>
                <p:nvPr/>
              </p:nvSpPr>
              <p:spPr>
                <a:xfrm>
                  <a:off x="5179080" y="4266026"/>
                  <a:ext cx="17382" cy="3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319" extrusionOk="0">
                      <a:moveTo>
                        <a:pt x="146" y="1"/>
                      </a:moveTo>
                      <a:cubicBezTo>
                        <a:pt x="133" y="1"/>
                        <a:pt x="100" y="68"/>
                        <a:pt x="62" y="153"/>
                      </a:cubicBezTo>
                      <a:cubicBezTo>
                        <a:pt x="27" y="242"/>
                        <a:pt x="1" y="319"/>
                        <a:pt x="9" y="319"/>
                      </a:cubicBezTo>
                      <a:cubicBezTo>
                        <a:pt x="9" y="319"/>
                        <a:pt x="9" y="319"/>
                        <a:pt x="10" y="319"/>
                      </a:cubicBezTo>
                      <a:cubicBezTo>
                        <a:pt x="18" y="319"/>
                        <a:pt x="56" y="251"/>
                        <a:pt x="93" y="165"/>
                      </a:cubicBezTo>
                      <a:cubicBezTo>
                        <a:pt x="128" y="77"/>
                        <a:pt x="154" y="4"/>
                        <a:pt x="147" y="1"/>
                      </a:cubicBezTo>
                      <a:cubicBezTo>
                        <a:pt x="147" y="1"/>
                        <a:pt x="146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55" name="Google Shape;6355;p47"/>
                <p:cNvSpPr/>
                <p:nvPr/>
              </p:nvSpPr>
              <p:spPr>
                <a:xfrm>
                  <a:off x="5118523" y="4409467"/>
                  <a:ext cx="16822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323" extrusionOk="0">
                      <a:moveTo>
                        <a:pt x="142" y="1"/>
                      </a:moveTo>
                      <a:cubicBezTo>
                        <a:pt x="133" y="1"/>
                        <a:pt x="96" y="68"/>
                        <a:pt x="62" y="154"/>
                      </a:cubicBezTo>
                      <a:cubicBezTo>
                        <a:pt x="24" y="243"/>
                        <a:pt x="1" y="319"/>
                        <a:pt x="8" y="323"/>
                      </a:cubicBezTo>
                      <a:cubicBezTo>
                        <a:pt x="16" y="323"/>
                        <a:pt x="51" y="254"/>
                        <a:pt x="89" y="166"/>
                      </a:cubicBezTo>
                      <a:cubicBezTo>
                        <a:pt x="127" y="78"/>
                        <a:pt x="150" y="6"/>
                        <a:pt x="143" y="1"/>
                      </a:cubicBezTo>
                      <a:cubicBezTo>
                        <a:pt x="142" y="1"/>
                        <a:pt x="142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56" name="Google Shape;6356;p47"/>
                <p:cNvSpPr/>
                <p:nvPr/>
              </p:nvSpPr>
              <p:spPr>
                <a:xfrm>
                  <a:off x="5210929" y="4378402"/>
                  <a:ext cx="36671" cy="15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38" extrusionOk="0">
                      <a:moveTo>
                        <a:pt x="9" y="1"/>
                      </a:moveTo>
                      <a:cubicBezTo>
                        <a:pt x="7" y="1"/>
                        <a:pt x="5" y="1"/>
                        <a:pt x="5" y="2"/>
                      </a:cubicBezTo>
                      <a:cubicBezTo>
                        <a:pt x="1" y="10"/>
                        <a:pt x="70" y="44"/>
                        <a:pt x="157" y="83"/>
                      </a:cubicBezTo>
                      <a:cubicBezTo>
                        <a:pt x="234" y="116"/>
                        <a:pt x="298" y="138"/>
                        <a:pt x="317" y="138"/>
                      </a:cubicBezTo>
                      <a:cubicBezTo>
                        <a:pt x="320" y="138"/>
                        <a:pt x="322" y="137"/>
                        <a:pt x="323" y="136"/>
                      </a:cubicBezTo>
                      <a:cubicBezTo>
                        <a:pt x="327" y="129"/>
                        <a:pt x="258" y="94"/>
                        <a:pt x="169" y="56"/>
                      </a:cubicBezTo>
                      <a:cubicBezTo>
                        <a:pt x="92" y="22"/>
                        <a:pt x="27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57" name="Google Shape;6357;p47"/>
                <p:cNvSpPr/>
                <p:nvPr/>
              </p:nvSpPr>
              <p:spPr>
                <a:xfrm>
                  <a:off x="5067386" y="4317504"/>
                  <a:ext cx="36671" cy="15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41" extrusionOk="0">
                      <a:moveTo>
                        <a:pt x="5" y="0"/>
                      </a:moveTo>
                      <a:cubicBezTo>
                        <a:pt x="3" y="0"/>
                        <a:pt x="1" y="0"/>
                        <a:pt x="1" y="1"/>
                      </a:cubicBezTo>
                      <a:cubicBezTo>
                        <a:pt x="1" y="13"/>
                        <a:pt x="70" y="47"/>
                        <a:pt x="158" y="85"/>
                      </a:cubicBezTo>
                      <a:cubicBezTo>
                        <a:pt x="235" y="119"/>
                        <a:pt x="301" y="141"/>
                        <a:pt x="318" y="141"/>
                      </a:cubicBezTo>
                      <a:cubicBezTo>
                        <a:pt x="321" y="141"/>
                        <a:pt x="322" y="140"/>
                        <a:pt x="323" y="139"/>
                      </a:cubicBezTo>
                      <a:cubicBezTo>
                        <a:pt x="326" y="131"/>
                        <a:pt x="257" y="93"/>
                        <a:pt x="169" y="59"/>
                      </a:cubicBezTo>
                      <a:cubicBezTo>
                        <a:pt x="91" y="25"/>
                        <a:pt x="2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58" name="Google Shape;6358;p47"/>
                <p:cNvSpPr/>
                <p:nvPr/>
              </p:nvSpPr>
              <p:spPr>
                <a:xfrm>
                  <a:off x="5211378" y="4319074"/>
                  <a:ext cx="36671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35" extrusionOk="0">
                      <a:moveTo>
                        <a:pt x="318" y="1"/>
                      </a:moveTo>
                      <a:cubicBezTo>
                        <a:pt x="300" y="1"/>
                        <a:pt x="234" y="22"/>
                        <a:pt x="158" y="53"/>
                      </a:cubicBezTo>
                      <a:cubicBezTo>
                        <a:pt x="70" y="87"/>
                        <a:pt x="1" y="125"/>
                        <a:pt x="4" y="133"/>
                      </a:cubicBezTo>
                      <a:cubicBezTo>
                        <a:pt x="4" y="134"/>
                        <a:pt x="6" y="134"/>
                        <a:pt x="8" y="134"/>
                      </a:cubicBezTo>
                      <a:cubicBezTo>
                        <a:pt x="24" y="134"/>
                        <a:pt x="92" y="112"/>
                        <a:pt x="169" y="79"/>
                      </a:cubicBezTo>
                      <a:cubicBezTo>
                        <a:pt x="257" y="45"/>
                        <a:pt x="326" y="10"/>
                        <a:pt x="323" y="2"/>
                      </a:cubicBezTo>
                      <a:cubicBezTo>
                        <a:pt x="322" y="1"/>
                        <a:pt x="320" y="1"/>
                        <a:pt x="31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59" name="Google Shape;6359;p47"/>
                <p:cNvSpPr/>
                <p:nvPr/>
              </p:nvSpPr>
              <p:spPr>
                <a:xfrm>
                  <a:off x="5067050" y="4377616"/>
                  <a:ext cx="36559" cy="15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4" extrusionOk="0">
                      <a:moveTo>
                        <a:pt x="317" y="0"/>
                      </a:moveTo>
                      <a:cubicBezTo>
                        <a:pt x="300" y="0"/>
                        <a:pt x="234" y="22"/>
                        <a:pt x="157" y="51"/>
                      </a:cubicBezTo>
                      <a:cubicBezTo>
                        <a:pt x="65" y="90"/>
                        <a:pt x="0" y="124"/>
                        <a:pt x="0" y="132"/>
                      </a:cubicBezTo>
                      <a:cubicBezTo>
                        <a:pt x="1" y="133"/>
                        <a:pt x="2" y="134"/>
                        <a:pt x="5" y="134"/>
                      </a:cubicBezTo>
                      <a:cubicBezTo>
                        <a:pt x="22" y="134"/>
                        <a:pt x="88" y="112"/>
                        <a:pt x="168" y="83"/>
                      </a:cubicBezTo>
                      <a:cubicBezTo>
                        <a:pt x="257" y="44"/>
                        <a:pt x="326" y="9"/>
                        <a:pt x="322" y="2"/>
                      </a:cubicBezTo>
                      <a:cubicBezTo>
                        <a:pt x="322" y="1"/>
                        <a:pt x="320" y="0"/>
                        <a:pt x="3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60" name="Google Shape;6360;p47"/>
                <p:cNvSpPr/>
                <p:nvPr/>
              </p:nvSpPr>
              <p:spPr>
                <a:xfrm>
                  <a:off x="5178295" y="4410028"/>
                  <a:ext cx="16373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" h="323" extrusionOk="0">
                      <a:moveTo>
                        <a:pt x="9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4"/>
                        <a:pt x="23" y="77"/>
                        <a:pt x="62" y="165"/>
                      </a:cubicBezTo>
                      <a:cubicBezTo>
                        <a:pt x="95" y="255"/>
                        <a:pt x="129" y="323"/>
                        <a:pt x="138" y="323"/>
                      </a:cubicBezTo>
                      <a:cubicBezTo>
                        <a:pt x="138" y="323"/>
                        <a:pt x="138" y="322"/>
                        <a:pt x="138" y="322"/>
                      </a:cubicBezTo>
                      <a:cubicBezTo>
                        <a:pt x="146" y="318"/>
                        <a:pt x="123" y="245"/>
                        <a:pt x="89" y="153"/>
                      </a:cubicBezTo>
                      <a:cubicBezTo>
                        <a:pt x="51" y="68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61" name="Google Shape;6361;p47"/>
                <p:cNvSpPr/>
                <p:nvPr/>
              </p:nvSpPr>
              <p:spPr>
                <a:xfrm>
                  <a:off x="5119757" y="4265578"/>
                  <a:ext cx="16597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" h="323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9" y="1"/>
                      </a:cubicBezTo>
                      <a:cubicBezTo>
                        <a:pt x="1" y="5"/>
                        <a:pt x="24" y="77"/>
                        <a:pt x="59" y="166"/>
                      </a:cubicBezTo>
                      <a:cubicBezTo>
                        <a:pt x="97" y="254"/>
                        <a:pt x="132" y="323"/>
                        <a:pt x="139" y="323"/>
                      </a:cubicBezTo>
                      <a:cubicBezTo>
                        <a:pt x="147" y="318"/>
                        <a:pt x="124" y="242"/>
                        <a:pt x="89" y="154"/>
                      </a:cubicBezTo>
                      <a:cubicBezTo>
                        <a:pt x="52" y="68"/>
                        <a:pt x="19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62" name="Google Shape;6362;p47"/>
                <p:cNvSpPr/>
                <p:nvPr/>
              </p:nvSpPr>
              <p:spPr>
                <a:xfrm>
                  <a:off x="5167530" y="4259970"/>
                  <a:ext cx="908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42" extrusionOk="0">
                      <a:moveTo>
                        <a:pt x="73" y="0"/>
                      </a:moveTo>
                      <a:cubicBezTo>
                        <a:pt x="66" y="0"/>
                        <a:pt x="43" y="74"/>
                        <a:pt x="24" y="170"/>
                      </a:cubicBezTo>
                      <a:cubicBezTo>
                        <a:pt x="8" y="262"/>
                        <a:pt x="1" y="342"/>
                        <a:pt x="8" y="342"/>
                      </a:cubicBezTo>
                      <a:cubicBezTo>
                        <a:pt x="8" y="342"/>
                        <a:pt x="9" y="342"/>
                        <a:pt x="9" y="342"/>
                      </a:cubicBezTo>
                      <a:cubicBezTo>
                        <a:pt x="16" y="342"/>
                        <a:pt x="35" y="267"/>
                        <a:pt x="54" y="173"/>
                      </a:cubicBezTo>
                      <a:cubicBezTo>
                        <a:pt x="73" y="81"/>
                        <a:pt x="81" y="5"/>
                        <a:pt x="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63" name="Google Shape;6363;p47"/>
                <p:cNvSpPr/>
                <p:nvPr/>
              </p:nvSpPr>
              <p:spPr>
                <a:xfrm>
                  <a:off x="5137812" y="4413393"/>
                  <a:ext cx="9644" cy="38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39" extrusionOk="0">
                      <a:moveTo>
                        <a:pt x="77" y="1"/>
                      </a:moveTo>
                      <a:cubicBezTo>
                        <a:pt x="65" y="1"/>
                        <a:pt x="46" y="76"/>
                        <a:pt x="28" y="165"/>
                      </a:cubicBezTo>
                      <a:cubicBezTo>
                        <a:pt x="9" y="261"/>
                        <a:pt x="1" y="338"/>
                        <a:pt x="13" y="338"/>
                      </a:cubicBezTo>
                      <a:cubicBezTo>
                        <a:pt x="13" y="338"/>
                        <a:pt x="13" y="339"/>
                        <a:pt x="13" y="339"/>
                      </a:cubicBezTo>
                      <a:cubicBezTo>
                        <a:pt x="21" y="339"/>
                        <a:pt x="40" y="263"/>
                        <a:pt x="59" y="173"/>
                      </a:cubicBezTo>
                      <a:cubicBezTo>
                        <a:pt x="78" y="77"/>
                        <a:pt x="86" y="1"/>
                        <a:pt x="78" y="1"/>
                      </a:cubicBezTo>
                      <a:cubicBezTo>
                        <a:pt x="78" y="1"/>
                        <a:pt x="78" y="1"/>
                        <a:pt x="7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64" name="Google Shape;6364;p47"/>
                <p:cNvSpPr/>
                <p:nvPr/>
              </p:nvSpPr>
              <p:spPr>
                <a:xfrm>
                  <a:off x="5214854" y="4366289"/>
                  <a:ext cx="38354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4" extrusionOk="0">
                      <a:moveTo>
                        <a:pt x="15" y="0"/>
                      </a:moveTo>
                      <a:cubicBezTo>
                        <a:pt x="6" y="0"/>
                        <a:pt x="0" y="1"/>
                        <a:pt x="0" y="3"/>
                      </a:cubicBezTo>
                      <a:cubicBezTo>
                        <a:pt x="0" y="14"/>
                        <a:pt x="73" y="34"/>
                        <a:pt x="168" y="53"/>
                      </a:cubicBezTo>
                      <a:cubicBezTo>
                        <a:pt x="234" y="64"/>
                        <a:pt x="293" y="73"/>
                        <a:pt x="322" y="73"/>
                      </a:cubicBezTo>
                      <a:cubicBezTo>
                        <a:pt x="333" y="73"/>
                        <a:pt x="340" y="72"/>
                        <a:pt x="341" y="69"/>
                      </a:cubicBezTo>
                      <a:cubicBezTo>
                        <a:pt x="341" y="60"/>
                        <a:pt x="269" y="41"/>
                        <a:pt x="173" y="23"/>
                      </a:cubicBezTo>
                      <a:cubicBezTo>
                        <a:pt x="105" y="8"/>
                        <a:pt x="43" y="0"/>
                        <a:pt x="1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65" name="Google Shape;6365;p47"/>
                <p:cNvSpPr/>
                <p:nvPr/>
              </p:nvSpPr>
              <p:spPr>
                <a:xfrm>
                  <a:off x="5061442" y="4337018"/>
                  <a:ext cx="38802" cy="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2" extrusionOk="0">
                      <a:moveTo>
                        <a:pt x="18" y="0"/>
                      </a:moveTo>
                      <a:cubicBezTo>
                        <a:pt x="9" y="0"/>
                        <a:pt x="4" y="1"/>
                        <a:pt x="4" y="3"/>
                      </a:cubicBezTo>
                      <a:cubicBezTo>
                        <a:pt x="0" y="11"/>
                        <a:pt x="77" y="34"/>
                        <a:pt x="169" y="54"/>
                      </a:cubicBezTo>
                      <a:cubicBezTo>
                        <a:pt x="238" y="64"/>
                        <a:pt x="298" y="72"/>
                        <a:pt x="325" y="72"/>
                      </a:cubicBezTo>
                      <a:cubicBezTo>
                        <a:pt x="335" y="72"/>
                        <a:pt x="341" y="71"/>
                        <a:pt x="341" y="68"/>
                      </a:cubicBezTo>
                      <a:cubicBezTo>
                        <a:pt x="345" y="61"/>
                        <a:pt x="268" y="42"/>
                        <a:pt x="176" y="22"/>
                      </a:cubicBezTo>
                      <a:cubicBezTo>
                        <a:pt x="105" y="8"/>
                        <a:pt x="45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66" name="Google Shape;6366;p47"/>
                <p:cNvSpPr/>
                <p:nvPr/>
              </p:nvSpPr>
              <p:spPr>
                <a:xfrm>
                  <a:off x="5205322" y="4301130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290" y="0"/>
                      </a:moveTo>
                      <a:cubicBezTo>
                        <a:pt x="277" y="0"/>
                        <a:pt x="213" y="37"/>
                        <a:pt x="138" y="86"/>
                      </a:cubicBezTo>
                      <a:cubicBezTo>
                        <a:pt x="58" y="139"/>
                        <a:pt x="0" y="190"/>
                        <a:pt x="5" y="193"/>
                      </a:cubicBezTo>
                      <a:cubicBezTo>
                        <a:pt x="5" y="194"/>
                        <a:pt x="6" y="194"/>
                        <a:pt x="7" y="194"/>
                      </a:cubicBezTo>
                      <a:cubicBezTo>
                        <a:pt x="20" y="194"/>
                        <a:pt x="84" y="158"/>
                        <a:pt x="154" y="109"/>
                      </a:cubicBezTo>
                      <a:cubicBezTo>
                        <a:pt x="235" y="56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67" name="Google Shape;6367;p47"/>
                <p:cNvSpPr/>
                <p:nvPr/>
              </p:nvSpPr>
              <p:spPr>
                <a:xfrm>
                  <a:off x="5076021" y="4388383"/>
                  <a:ext cx="33643" cy="22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9" extrusionOk="0">
                      <a:moveTo>
                        <a:pt x="290" y="0"/>
                      </a:moveTo>
                      <a:cubicBezTo>
                        <a:pt x="277" y="0"/>
                        <a:pt x="216" y="37"/>
                        <a:pt x="142" y="86"/>
                      </a:cubicBezTo>
                      <a:cubicBezTo>
                        <a:pt x="62" y="139"/>
                        <a:pt x="0" y="189"/>
                        <a:pt x="8" y="197"/>
                      </a:cubicBezTo>
                      <a:cubicBezTo>
                        <a:pt x="9" y="198"/>
                        <a:pt x="9" y="198"/>
                        <a:pt x="11" y="198"/>
                      </a:cubicBezTo>
                      <a:cubicBezTo>
                        <a:pt x="24" y="198"/>
                        <a:pt x="87" y="162"/>
                        <a:pt x="157" y="113"/>
                      </a:cubicBezTo>
                      <a:cubicBezTo>
                        <a:pt x="238" y="59"/>
                        <a:pt x="299" y="10"/>
                        <a:pt x="292" y="1"/>
                      </a:cubicBezTo>
                      <a:cubicBezTo>
                        <a:pt x="291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68" name="Google Shape;6368;p47"/>
                <p:cNvSpPr/>
                <p:nvPr/>
              </p:nvSpPr>
              <p:spPr>
                <a:xfrm>
                  <a:off x="5189398" y="4403972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9" y="0"/>
                      </a:move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1" y="9"/>
                        <a:pt x="39" y="78"/>
                        <a:pt x="93" y="154"/>
                      </a:cubicBezTo>
                      <a:cubicBezTo>
                        <a:pt x="144" y="229"/>
                        <a:pt x="191" y="289"/>
                        <a:pt x="199" y="289"/>
                      </a:cubicBezTo>
                      <a:cubicBezTo>
                        <a:pt x="200" y="289"/>
                        <a:pt x="200" y="289"/>
                        <a:pt x="200" y="288"/>
                      </a:cubicBezTo>
                      <a:cubicBezTo>
                        <a:pt x="208" y="284"/>
                        <a:pt x="170" y="215"/>
                        <a:pt x="116" y="138"/>
                      </a:cubicBezTo>
                      <a:cubicBezTo>
                        <a:pt x="64" y="60"/>
                        <a:pt x="16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69" name="Google Shape;6369;p47"/>
                <p:cNvSpPr/>
                <p:nvPr/>
              </p:nvSpPr>
              <p:spPr>
                <a:xfrm>
                  <a:off x="5101814" y="4274998"/>
                  <a:ext cx="23214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" h="289" extrusionOk="0">
                      <a:moveTo>
                        <a:pt x="9" y="1"/>
                      </a:moveTo>
                      <a:cubicBezTo>
                        <a:pt x="9" y="1"/>
                        <a:pt x="9" y="1"/>
                        <a:pt x="8" y="1"/>
                      </a:cubicBezTo>
                      <a:cubicBezTo>
                        <a:pt x="0" y="9"/>
                        <a:pt x="39" y="73"/>
                        <a:pt x="92" y="154"/>
                      </a:cubicBezTo>
                      <a:cubicBezTo>
                        <a:pt x="145" y="232"/>
                        <a:pt x="193" y="289"/>
                        <a:pt x="203" y="289"/>
                      </a:cubicBezTo>
                      <a:cubicBezTo>
                        <a:pt x="203" y="289"/>
                        <a:pt x="203" y="289"/>
                        <a:pt x="203" y="289"/>
                      </a:cubicBezTo>
                      <a:cubicBezTo>
                        <a:pt x="207" y="285"/>
                        <a:pt x="173" y="216"/>
                        <a:pt x="119" y="139"/>
                      </a:cubicBezTo>
                      <a:cubicBezTo>
                        <a:pt x="67" y="61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70" name="Google Shape;6370;p47"/>
                <p:cNvSpPr/>
                <p:nvPr/>
              </p:nvSpPr>
              <p:spPr>
                <a:xfrm>
                  <a:off x="5189061" y="427499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198" y="0"/>
                      </a:moveTo>
                      <a:cubicBezTo>
                        <a:pt x="186" y="0"/>
                        <a:pt x="142" y="59"/>
                        <a:pt x="92" y="135"/>
                      </a:cubicBezTo>
                      <a:cubicBezTo>
                        <a:pt x="39" y="216"/>
                        <a:pt x="0" y="280"/>
                        <a:pt x="7" y="289"/>
                      </a:cubicBezTo>
                      <a:cubicBezTo>
                        <a:pt x="8" y="289"/>
                        <a:pt x="8" y="289"/>
                        <a:pt x="8" y="289"/>
                      </a:cubicBezTo>
                      <a:cubicBezTo>
                        <a:pt x="18" y="289"/>
                        <a:pt x="63" y="228"/>
                        <a:pt x="115" y="151"/>
                      </a:cubicBezTo>
                      <a:cubicBezTo>
                        <a:pt x="168" y="73"/>
                        <a:pt x="207" y="4"/>
                        <a:pt x="200" y="1"/>
                      </a:cubicBezTo>
                      <a:cubicBezTo>
                        <a:pt x="199" y="0"/>
                        <a:pt x="199" y="0"/>
                        <a:pt x="1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71" name="Google Shape;6371;p47"/>
                <p:cNvSpPr/>
                <p:nvPr/>
              </p:nvSpPr>
              <p:spPr>
                <a:xfrm>
                  <a:off x="5102150" y="440430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200" y="1"/>
                      </a:moveTo>
                      <a:cubicBezTo>
                        <a:pt x="194" y="1"/>
                        <a:pt x="145" y="61"/>
                        <a:pt x="93" y="135"/>
                      </a:cubicBezTo>
                      <a:cubicBezTo>
                        <a:pt x="39" y="216"/>
                        <a:pt x="1" y="285"/>
                        <a:pt x="9" y="289"/>
                      </a:cubicBezTo>
                      <a:cubicBezTo>
                        <a:pt x="9" y="289"/>
                        <a:pt x="10" y="289"/>
                        <a:pt x="10" y="289"/>
                      </a:cubicBezTo>
                      <a:cubicBezTo>
                        <a:pt x="19" y="289"/>
                        <a:pt x="68" y="233"/>
                        <a:pt x="120" y="155"/>
                      </a:cubicBezTo>
                      <a:cubicBezTo>
                        <a:pt x="170" y="75"/>
                        <a:pt x="208" y="6"/>
                        <a:pt x="200" y="1"/>
                      </a:cubicBezTo>
                      <a:cubicBezTo>
                        <a:pt x="200" y="1"/>
                        <a:pt x="200" y="1"/>
                        <a:pt x="20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72" name="Google Shape;6372;p47"/>
                <p:cNvSpPr/>
                <p:nvPr/>
              </p:nvSpPr>
              <p:spPr>
                <a:xfrm>
                  <a:off x="5205322" y="4388047"/>
                  <a:ext cx="33643" cy="22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8" extrusionOk="0">
                      <a:moveTo>
                        <a:pt x="6" y="0"/>
                      </a:moveTo>
                      <a:cubicBezTo>
                        <a:pt x="6" y="0"/>
                        <a:pt x="5" y="0"/>
                        <a:pt x="5" y="1"/>
                      </a:cubicBezTo>
                      <a:cubicBezTo>
                        <a:pt x="0" y="8"/>
                        <a:pt x="62" y="59"/>
                        <a:pt x="143" y="112"/>
                      </a:cubicBezTo>
                      <a:cubicBezTo>
                        <a:pt x="216" y="161"/>
                        <a:pt x="277" y="197"/>
                        <a:pt x="290" y="197"/>
                      </a:cubicBezTo>
                      <a:cubicBezTo>
                        <a:pt x="291" y="197"/>
                        <a:pt x="292" y="197"/>
                        <a:pt x="292" y="197"/>
                      </a:cubicBezTo>
                      <a:cubicBezTo>
                        <a:pt x="299" y="188"/>
                        <a:pt x="239" y="139"/>
                        <a:pt x="158" y="85"/>
                      </a:cubicBezTo>
                      <a:cubicBezTo>
                        <a:pt x="81" y="38"/>
                        <a:pt x="18" y="0"/>
                        <a:pt x="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73" name="Google Shape;6373;p47"/>
                <p:cNvSpPr/>
                <p:nvPr/>
              </p:nvSpPr>
              <p:spPr>
                <a:xfrm>
                  <a:off x="5076021" y="4301578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7" y="1"/>
                      </a:moveTo>
                      <a:cubicBezTo>
                        <a:pt x="5" y="1"/>
                        <a:pt x="4" y="1"/>
                        <a:pt x="4" y="2"/>
                      </a:cubicBezTo>
                      <a:cubicBezTo>
                        <a:pt x="0" y="9"/>
                        <a:pt x="58" y="55"/>
                        <a:pt x="138" y="109"/>
                      </a:cubicBezTo>
                      <a:cubicBezTo>
                        <a:pt x="212" y="158"/>
                        <a:pt x="276" y="194"/>
                        <a:pt x="289" y="194"/>
                      </a:cubicBezTo>
                      <a:cubicBezTo>
                        <a:pt x="291" y="194"/>
                        <a:pt x="291" y="194"/>
                        <a:pt x="292" y="193"/>
                      </a:cubicBezTo>
                      <a:cubicBezTo>
                        <a:pt x="295" y="186"/>
                        <a:pt x="234" y="140"/>
                        <a:pt x="157" y="86"/>
                      </a:cubicBezTo>
                      <a:cubicBezTo>
                        <a:pt x="85" y="37"/>
                        <a:pt x="21" y="1"/>
                        <a:pt x="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74" name="Google Shape;6374;p47"/>
                <p:cNvSpPr/>
                <p:nvPr/>
              </p:nvSpPr>
              <p:spPr>
                <a:xfrm>
                  <a:off x="5214405" y="4336569"/>
                  <a:ext cx="38802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4" extrusionOk="0">
                      <a:moveTo>
                        <a:pt x="327" y="1"/>
                      </a:moveTo>
                      <a:cubicBezTo>
                        <a:pt x="301" y="1"/>
                        <a:pt x="240" y="8"/>
                        <a:pt x="169" y="23"/>
                      </a:cubicBezTo>
                      <a:cubicBezTo>
                        <a:pt x="77" y="42"/>
                        <a:pt x="0" y="61"/>
                        <a:pt x="4" y="69"/>
                      </a:cubicBezTo>
                      <a:cubicBezTo>
                        <a:pt x="4" y="72"/>
                        <a:pt x="10" y="74"/>
                        <a:pt x="21" y="74"/>
                      </a:cubicBezTo>
                      <a:cubicBezTo>
                        <a:pt x="50" y="74"/>
                        <a:pt x="110" y="63"/>
                        <a:pt x="177" y="49"/>
                      </a:cubicBezTo>
                      <a:cubicBezTo>
                        <a:pt x="269" y="35"/>
                        <a:pt x="345" y="12"/>
                        <a:pt x="342" y="3"/>
                      </a:cubicBezTo>
                      <a:cubicBezTo>
                        <a:pt x="342" y="2"/>
                        <a:pt x="336" y="1"/>
                        <a:pt x="32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75" name="Google Shape;6375;p47"/>
                <p:cNvSpPr/>
                <p:nvPr/>
              </p:nvSpPr>
              <p:spPr>
                <a:xfrm>
                  <a:off x="5061442" y="4366738"/>
                  <a:ext cx="38802" cy="8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5" extrusionOk="0">
                      <a:moveTo>
                        <a:pt x="329" y="0"/>
                      </a:moveTo>
                      <a:cubicBezTo>
                        <a:pt x="300" y="0"/>
                        <a:pt x="240" y="8"/>
                        <a:pt x="169" y="22"/>
                      </a:cubicBezTo>
                      <a:cubicBezTo>
                        <a:pt x="77" y="42"/>
                        <a:pt x="0" y="65"/>
                        <a:pt x="4" y="72"/>
                      </a:cubicBezTo>
                      <a:cubicBezTo>
                        <a:pt x="4" y="74"/>
                        <a:pt x="9" y="75"/>
                        <a:pt x="19" y="75"/>
                      </a:cubicBezTo>
                      <a:cubicBezTo>
                        <a:pt x="46" y="75"/>
                        <a:pt x="108" y="67"/>
                        <a:pt x="176" y="53"/>
                      </a:cubicBezTo>
                      <a:cubicBezTo>
                        <a:pt x="268" y="33"/>
                        <a:pt x="345" y="10"/>
                        <a:pt x="345" y="3"/>
                      </a:cubicBezTo>
                      <a:cubicBezTo>
                        <a:pt x="344" y="1"/>
                        <a:pt x="338" y="0"/>
                        <a:pt x="32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76" name="Google Shape;6376;p47"/>
                <p:cNvSpPr/>
                <p:nvPr/>
              </p:nvSpPr>
              <p:spPr>
                <a:xfrm>
                  <a:off x="5167978" y="4413056"/>
                  <a:ext cx="908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42" extrusionOk="0">
                      <a:moveTo>
                        <a:pt x="8" y="0"/>
                      </a:moveTo>
                      <a:cubicBezTo>
                        <a:pt x="0" y="4"/>
                        <a:pt x="8" y="80"/>
                        <a:pt x="27" y="176"/>
                      </a:cubicBezTo>
                      <a:cubicBezTo>
                        <a:pt x="43" y="268"/>
                        <a:pt x="66" y="341"/>
                        <a:pt x="73" y="341"/>
                      </a:cubicBezTo>
                      <a:cubicBezTo>
                        <a:pt x="80" y="341"/>
                        <a:pt x="73" y="260"/>
                        <a:pt x="54" y="168"/>
                      </a:cubicBezTo>
                      <a:cubicBezTo>
                        <a:pt x="39" y="73"/>
                        <a:pt x="16" y="0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6377" name="Google Shape;6377;p47"/>
                <p:cNvSpPr/>
                <p:nvPr/>
              </p:nvSpPr>
              <p:spPr>
                <a:xfrm>
                  <a:off x="5137475" y="4260419"/>
                  <a:ext cx="9532" cy="37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338" extrusionOk="0">
                      <a:moveTo>
                        <a:pt x="8" y="1"/>
                      </a:move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0" y="1"/>
                        <a:pt x="8" y="77"/>
                        <a:pt x="27" y="173"/>
                      </a:cubicBezTo>
                      <a:cubicBezTo>
                        <a:pt x="46" y="263"/>
                        <a:pt x="68" y="338"/>
                        <a:pt x="76" y="338"/>
                      </a:cubicBezTo>
                      <a:cubicBezTo>
                        <a:pt x="76" y="338"/>
                        <a:pt x="76" y="338"/>
                        <a:pt x="77" y="338"/>
                      </a:cubicBezTo>
                      <a:cubicBezTo>
                        <a:pt x="85" y="338"/>
                        <a:pt x="77" y="261"/>
                        <a:pt x="58" y="166"/>
                      </a:cubicBezTo>
                      <a:cubicBezTo>
                        <a:pt x="39" y="76"/>
                        <a:pt x="17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</p:grpSp>
        </p:grpSp>
        <p:sp>
          <p:nvSpPr>
            <p:cNvPr id="6378" name="Google Shape;6378;p47"/>
            <p:cNvSpPr/>
            <p:nvPr/>
          </p:nvSpPr>
          <p:spPr>
            <a:xfrm>
              <a:off x="4869678" y="4040379"/>
              <a:ext cx="342267" cy="92970"/>
            </a:xfrm>
            <a:custGeom>
              <a:avLst/>
              <a:gdLst/>
              <a:ahLst/>
              <a:cxnLst/>
              <a:rect l="l" t="t" r="r" b="b"/>
              <a:pathLst>
                <a:path w="3052" h="829" extrusionOk="0">
                  <a:moveTo>
                    <a:pt x="2893" y="0"/>
                  </a:moveTo>
                  <a:cubicBezTo>
                    <a:pt x="2891" y="0"/>
                    <a:pt x="2889" y="0"/>
                    <a:pt x="2887" y="0"/>
                  </a:cubicBezTo>
                  <a:lnTo>
                    <a:pt x="2086" y="299"/>
                  </a:lnTo>
                  <a:lnTo>
                    <a:pt x="200" y="430"/>
                  </a:lnTo>
                  <a:cubicBezTo>
                    <a:pt x="39" y="480"/>
                    <a:pt x="1" y="694"/>
                    <a:pt x="139" y="798"/>
                  </a:cubicBezTo>
                  <a:lnTo>
                    <a:pt x="181" y="828"/>
                  </a:lnTo>
                  <a:lnTo>
                    <a:pt x="2832" y="744"/>
                  </a:lnTo>
                  <a:cubicBezTo>
                    <a:pt x="2963" y="564"/>
                    <a:pt x="3025" y="365"/>
                    <a:pt x="3044" y="158"/>
                  </a:cubicBezTo>
                  <a:cubicBezTo>
                    <a:pt x="3051" y="72"/>
                    <a:pt x="2979" y="0"/>
                    <a:pt x="28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79" name="Google Shape;6379;p47"/>
            <p:cNvSpPr/>
            <p:nvPr/>
          </p:nvSpPr>
          <p:spPr>
            <a:xfrm>
              <a:off x="4621730" y="3895592"/>
              <a:ext cx="51699" cy="67176"/>
            </a:xfrm>
            <a:custGeom>
              <a:avLst/>
              <a:gdLst/>
              <a:ahLst/>
              <a:cxnLst/>
              <a:rect l="l" t="t" r="r" b="b"/>
              <a:pathLst>
                <a:path w="461" h="599" extrusionOk="0">
                  <a:moveTo>
                    <a:pt x="1" y="0"/>
                  </a:moveTo>
                  <a:lnTo>
                    <a:pt x="1" y="598"/>
                  </a:lnTo>
                  <a:lnTo>
                    <a:pt x="162" y="598"/>
                  </a:lnTo>
                  <a:cubicBezTo>
                    <a:pt x="327" y="598"/>
                    <a:pt x="461" y="464"/>
                    <a:pt x="461" y="299"/>
                  </a:cubicBezTo>
                  <a:cubicBezTo>
                    <a:pt x="461" y="135"/>
                    <a:pt x="327" y="0"/>
                    <a:pt x="1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80" name="Google Shape;6380;p47"/>
            <p:cNvSpPr/>
            <p:nvPr/>
          </p:nvSpPr>
          <p:spPr>
            <a:xfrm>
              <a:off x="4606703" y="3895592"/>
              <a:ext cx="15140" cy="67176"/>
            </a:xfrm>
            <a:custGeom>
              <a:avLst/>
              <a:gdLst/>
              <a:ahLst/>
              <a:cxnLst/>
              <a:rect l="l" t="t" r="r" b="b"/>
              <a:pathLst>
                <a:path w="135" h="599" extrusionOk="0">
                  <a:moveTo>
                    <a:pt x="1" y="0"/>
                  </a:moveTo>
                  <a:lnTo>
                    <a:pt x="1" y="4"/>
                  </a:lnTo>
                  <a:lnTo>
                    <a:pt x="1" y="598"/>
                  </a:lnTo>
                  <a:lnTo>
                    <a:pt x="135" y="598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81" name="Google Shape;6381;p47"/>
            <p:cNvSpPr/>
            <p:nvPr/>
          </p:nvSpPr>
          <p:spPr>
            <a:xfrm>
              <a:off x="4716715" y="3871143"/>
              <a:ext cx="164405" cy="73344"/>
            </a:xfrm>
            <a:custGeom>
              <a:avLst/>
              <a:gdLst/>
              <a:ahLst/>
              <a:cxnLst/>
              <a:rect l="l" t="t" r="r" b="b"/>
              <a:pathLst>
                <a:path w="1466" h="654" extrusionOk="0">
                  <a:moveTo>
                    <a:pt x="1334" y="0"/>
                  </a:moveTo>
                  <a:cubicBezTo>
                    <a:pt x="1174" y="54"/>
                    <a:pt x="717" y="215"/>
                    <a:pt x="491" y="353"/>
                  </a:cubicBezTo>
                  <a:cubicBezTo>
                    <a:pt x="491" y="353"/>
                    <a:pt x="317" y="231"/>
                    <a:pt x="213" y="231"/>
                  </a:cubicBezTo>
                  <a:cubicBezTo>
                    <a:pt x="204" y="231"/>
                    <a:pt x="196" y="232"/>
                    <a:pt x="189" y="234"/>
                  </a:cubicBezTo>
                  <a:cubicBezTo>
                    <a:pt x="93" y="257"/>
                    <a:pt x="1" y="406"/>
                    <a:pt x="12" y="524"/>
                  </a:cubicBezTo>
                  <a:cubicBezTo>
                    <a:pt x="18" y="610"/>
                    <a:pt x="80" y="653"/>
                    <a:pt x="141" y="653"/>
                  </a:cubicBezTo>
                  <a:cubicBezTo>
                    <a:pt x="166" y="653"/>
                    <a:pt x="191" y="646"/>
                    <a:pt x="212" y="632"/>
                  </a:cubicBezTo>
                  <a:cubicBezTo>
                    <a:pt x="288" y="579"/>
                    <a:pt x="238" y="502"/>
                    <a:pt x="288" y="483"/>
                  </a:cubicBezTo>
                  <a:cubicBezTo>
                    <a:pt x="290" y="482"/>
                    <a:pt x="293" y="482"/>
                    <a:pt x="296" y="482"/>
                  </a:cubicBezTo>
                  <a:cubicBezTo>
                    <a:pt x="320" y="482"/>
                    <a:pt x="361" y="514"/>
                    <a:pt x="396" y="547"/>
                  </a:cubicBezTo>
                  <a:cubicBezTo>
                    <a:pt x="416" y="568"/>
                    <a:pt x="444" y="579"/>
                    <a:pt x="471" y="579"/>
                  </a:cubicBezTo>
                  <a:cubicBezTo>
                    <a:pt x="494" y="579"/>
                    <a:pt x="518" y="571"/>
                    <a:pt x="537" y="556"/>
                  </a:cubicBezTo>
                  <a:lnTo>
                    <a:pt x="568" y="533"/>
                  </a:lnTo>
                  <a:cubicBezTo>
                    <a:pt x="921" y="487"/>
                    <a:pt x="1239" y="421"/>
                    <a:pt x="1465" y="303"/>
                  </a:cubicBezTo>
                  <a:cubicBezTo>
                    <a:pt x="1453" y="272"/>
                    <a:pt x="1442" y="245"/>
                    <a:pt x="1430" y="215"/>
                  </a:cubicBezTo>
                  <a:cubicBezTo>
                    <a:pt x="1403" y="142"/>
                    <a:pt x="1380" y="61"/>
                    <a:pt x="1334" y="0"/>
                  </a:cubicBez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6382" name="Google Shape;6382;p47"/>
            <p:cNvSpPr/>
            <p:nvPr/>
          </p:nvSpPr>
          <p:spPr>
            <a:xfrm>
              <a:off x="4858127" y="3803965"/>
              <a:ext cx="157452" cy="106764"/>
            </a:xfrm>
            <a:custGeom>
              <a:avLst/>
              <a:gdLst/>
              <a:ahLst/>
              <a:cxnLst/>
              <a:rect l="l" t="t" r="r" b="b"/>
              <a:pathLst>
                <a:path w="1404" h="952" extrusionOk="0">
                  <a:moveTo>
                    <a:pt x="1147" y="1"/>
                  </a:moveTo>
                  <a:cubicBezTo>
                    <a:pt x="1088" y="1"/>
                    <a:pt x="1027" y="18"/>
                    <a:pt x="974" y="47"/>
                  </a:cubicBezTo>
                  <a:cubicBezTo>
                    <a:pt x="599" y="242"/>
                    <a:pt x="73" y="591"/>
                    <a:pt x="1" y="614"/>
                  </a:cubicBezTo>
                  <a:cubicBezTo>
                    <a:pt x="12" y="722"/>
                    <a:pt x="54" y="829"/>
                    <a:pt x="96" y="925"/>
                  </a:cubicBezTo>
                  <a:cubicBezTo>
                    <a:pt x="104" y="932"/>
                    <a:pt x="108" y="944"/>
                    <a:pt x="112" y="952"/>
                  </a:cubicBezTo>
                  <a:cubicBezTo>
                    <a:pt x="169" y="929"/>
                    <a:pt x="863" y="725"/>
                    <a:pt x="1181" y="561"/>
                  </a:cubicBezTo>
                  <a:cubicBezTo>
                    <a:pt x="1262" y="518"/>
                    <a:pt x="1354" y="426"/>
                    <a:pt x="1377" y="346"/>
                  </a:cubicBezTo>
                  <a:cubicBezTo>
                    <a:pt x="1400" y="273"/>
                    <a:pt x="1403" y="216"/>
                    <a:pt x="1372" y="147"/>
                  </a:cubicBezTo>
                  <a:cubicBezTo>
                    <a:pt x="1324" y="42"/>
                    <a:pt x="1237" y="1"/>
                    <a:pt x="11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aphicFrame>
        <p:nvGraphicFramePr>
          <p:cNvPr id="18" name="Google Shape;4888;p39">
            <a:extLst>
              <a:ext uri="{FF2B5EF4-FFF2-40B4-BE49-F238E27FC236}">
                <a16:creationId xmlns:a16="http://schemas.microsoft.com/office/drawing/2014/main" id="{3ADA95B1-1970-12F7-B592-04DDD3DC61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2751528"/>
              </p:ext>
            </p:extLst>
          </p:nvPr>
        </p:nvGraphicFramePr>
        <p:xfrm>
          <a:off x="890954" y="1160395"/>
          <a:ext cx="7366627" cy="2194380"/>
        </p:xfrm>
        <a:graphic>
          <a:graphicData uri="http://schemas.openxmlformats.org/drawingml/2006/table">
            <a:tbl>
              <a:tblPr>
                <a:noFill/>
                <a:tableStyleId>{8E55BC96-9954-4E57-862E-3481F0B1CFB0}</a:tableStyleId>
              </a:tblPr>
              <a:tblGrid>
                <a:gridCol w="2086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3919">
                  <a:extLst>
                    <a:ext uri="{9D8B030D-6E8A-4147-A177-3AD203B41FA5}">
                      <a16:colId xmlns:a16="http://schemas.microsoft.com/office/drawing/2014/main" val="3026022363"/>
                    </a:ext>
                  </a:extLst>
                </a:gridCol>
              </a:tblGrid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it-IT" sz="1200" noProof="0" dirty="0">
                        <a:solidFill>
                          <a:schemeClr val="dk1"/>
                        </a:solidFill>
                        <a:latin typeface="Changa One"/>
                        <a:ea typeface="Changa One"/>
                        <a:cs typeface="Changa One"/>
                        <a:sym typeface="Chang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U-Net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b="0" noProof="0" dirty="0">
                          <a:solidFill>
                            <a:schemeClr val="tx1"/>
                          </a:solidFill>
                          <a:latin typeface="Changa One" panose="020B0604020202020204" charset="0"/>
                          <a:ea typeface="Lato"/>
                          <a:cs typeface="Lato"/>
                          <a:sym typeface="Lato"/>
                        </a:rPr>
                        <a:t>DeepLabV3+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Parametri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~31M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~63M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Dimensione</a:t>
                      </a:r>
                      <a:endParaRPr lang="it-IT" sz="1200" noProof="0" dirty="0">
                        <a:solidFill>
                          <a:schemeClr val="dk1"/>
                        </a:solidFill>
                        <a:latin typeface="Changa One"/>
                        <a:ea typeface="Changa One"/>
                        <a:cs typeface="Changa One"/>
                        <a:sym typeface="Chang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~124 MB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~159 MB 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mIoU (best)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57.70%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74.20%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Training (50 ep, P100)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 2h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 3.5 h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308340"/>
                  </a:ext>
                </a:extLst>
              </a:tr>
              <a:tr h="3610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Changa One"/>
                          <a:ea typeface="Changa One"/>
                          <a:cs typeface="Changa One"/>
                          <a:sym typeface="Changa One"/>
                        </a:rPr>
                        <a:t>Inference/immagine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 0.09 s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noProof="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 0.20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379279"/>
                  </a:ext>
                </a:extLst>
              </a:tr>
            </a:tbl>
          </a:graphicData>
        </a:graphic>
      </p:graphicFrame>
      <p:sp>
        <p:nvSpPr>
          <p:cNvPr id="19" name="Google Shape;5517;p43">
            <a:extLst>
              <a:ext uri="{FF2B5EF4-FFF2-40B4-BE49-F238E27FC236}">
                <a16:creationId xmlns:a16="http://schemas.microsoft.com/office/drawing/2014/main" id="{D5A07FDA-5FE8-60DA-756F-86597EDADF62}"/>
              </a:ext>
            </a:extLst>
          </p:cNvPr>
          <p:cNvSpPr txBox="1">
            <a:spLocks/>
          </p:cNvSpPr>
          <p:nvPr/>
        </p:nvSpPr>
        <p:spPr>
          <a:xfrm>
            <a:off x="817722" y="3497897"/>
            <a:ext cx="7883098" cy="84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 U-Net: </a:t>
            </a:r>
            <a:r>
              <a:rPr lang="en-US" dirty="0" err="1"/>
              <a:t>più</a:t>
            </a:r>
            <a:r>
              <a:rPr lang="en-US" dirty="0"/>
              <a:t> leggero, deployment </a:t>
            </a:r>
            <a:r>
              <a:rPr lang="en-US" dirty="0" err="1"/>
              <a:t>più</a:t>
            </a:r>
            <a:r>
              <a:rPr lang="en-US" dirty="0"/>
              <a:t> semplice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embedded</a:t>
            </a:r>
          </a:p>
          <a:p>
            <a:r>
              <a:rPr lang="en-US" dirty="0"/>
              <a:t> </a:t>
            </a:r>
            <a:r>
              <a:rPr lang="en-US" dirty="0" err="1"/>
              <a:t>DeepLab</a:t>
            </a:r>
            <a:r>
              <a:rPr lang="en-US" dirty="0"/>
              <a:t>: backbone </a:t>
            </a:r>
            <a:r>
              <a:rPr lang="en-US" dirty="0" err="1"/>
              <a:t>riutilizzabile</a:t>
            </a:r>
            <a:r>
              <a:rPr lang="en-US" dirty="0"/>
              <a:t> per </a:t>
            </a:r>
            <a:r>
              <a:rPr lang="en-US" dirty="0" err="1"/>
              <a:t>altri</a:t>
            </a:r>
            <a:r>
              <a:rPr lang="en-US" dirty="0"/>
              <a:t> task (transfer learning)</a:t>
            </a:r>
          </a:p>
          <a:p>
            <a:r>
              <a:rPr lang="en-US" dirty="0"/>
              <a:t> </a:t>
            </a:r>
            <a:r>
              <a:rPr lang="en-US" dirty="0" err="1"/>
              <a:t>DeepLab</a:t>
            </a:r>
            <a:r>
              <a:rPr lang="en-US" dirty="0"/>
              <a:t> </a:t>
            </a:r>
            <a:r>
              <a:rPr lang="en-US" dirty="0" err="1"/>
              <a:t>ottiene</a:t>
            </a:r>
            <a:r>
              <a:rPr lang="en-US" dirty="0"/>
              <a:t> +16.5 pp </a:t>
            </a:r>
            <a:r>
              <a:rPr lang="en-US" dirty="0" err="1"/>
              <a:t>mIoU</a:t>
            </a:r>
            <a:r>
              <a:rPr lang="en-US" dirty="0"/>
              <a:t> con soli 2×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parametri</a:t>
            </a:r>
            <a:r>
              <a:rPr lang="en-US" dirty="0"/>
              <a:t> -&gt; il </a:t>
            </a:r>
            <a:r>
              <a:rPr lang="en-US" dirty="0" err="1"/>
              <a:t>costo</a:t>
            </a:r>
            <a:r>
              <a:rPr lang="en-US" dirty="0"/>
              <a:t> </a:t>
            </a:r>
            <a:r>
              <a:rPr lang="en-US" dirty="0" err="1"/>
              <a:t>computazionale</a:t>
            </a:r>
            <a:r>
              <a:rPr lang="en-US" dirty="0"/>
              <a:t> è </a:t>
            </a:r>
            <a:r>
              <a:rPr lang="en-US" dirty="0" err="1"/>
              <a:t>giustificato</a:t>
            </a:r>
            <a:endParaRPr lang="en-US" dirty="0"/>
          </a:p>
          <a:p>
            <a:pPr marL="0" indent="0"/>
            <a:endParaRPr lang="it-IT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A9F49A7-C7D5-EA64-3737-A8570382C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7722" y="3596078"/>
            <a:ext cx="180128" cy="1801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39A799E-9189-6E1B-9334-70D038E2A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7722" y="3804049"/>
            <a:ext cx="180128" cy="1801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A7C8FF3-866B-C88D-94D5-B7BE88D94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7722" y="4024046"/>
            <a:ext cx="180128" cy="18012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F6FAFEDC-E5A7-5A43-4ADD-14C34F37ECF7}"/>
              </a:ext>
            </a:extLst>
          </p:cNvPr>
          <p:cNvGrpSpPr/>
          <p:nvPr/>
        </p:nvGrpSpPr>
        <p:grpSpPr>
          <a:xfrm>
            <a:off x="8709479" y="4813236"/>
            <a:ext cx="303288" cy="274320"/>
            <a:chOff x="8724847" y="4813236"/>
            <a:chExt cx="303288" cy="27432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B12CC8D-5B4E-B757-C9E1-8BBDA1CD3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FD3B05-FFBF-3152-549A-4FE81F9D0F21}"/>
                </a:ext>
              </a:extLst>
            </p:cNvPr>
            <p:cNvSpPr txBox="1"/>
            <p:nvPr/>
          </p:nvSpPr>
          <p:spPr>
            <a:xfrm>
              <a:off x="8724847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8" name="Google Shape;7298;p54"/>
          <p:cNvSpPr txBox="1">
            <a:spLocks noGrp="1"/>
          </p:cNvSpPr>
          <p:nvPr>
            <p:ph type="title"/>
          </p:nvPr>
        </p:nvSpPr>
        <p:spPr>
          <a:xfrm>
            <a:off x="2780862" y="251324"/>
            <a:ext cx="3746400" cy="8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/>
              <a:t>Conclusioni</a:t>
            </a:r>
          </a:p>
        </p:txBody>
      </p:sp>
      <p:sp>
        <p:nvSpPr>
          <p:cNvPr id="7299" name="Google Shape;7299;p54"/>
          <p:cNvSpPr txBox="1">
            <a:spLocks noGrp="1"/>
          </p:cNvSpPr>
          <p:nvPr>
            <p:ph type="subTitle" idx="1"/>
          </p:nvPr>
        </p:nvSpPr>
        <p:spPr>
          <a:xfrm>
            <a:off x="874529" y="1415323"/>
            <a:ext cx="8264770" cy="2488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/>
            <a:r>
              <a:rPr lang="en-US" dirty="0" err="1"/>
              <a:t>L'augmentation</a:t>
            </a:r>
            <a:r>
              <a:rPr lang="en-US" dirty="0"/>
              <a:t> </a:t>
            </a:r>
            <a:r>
              <a:rPr lang="en-US" dirty="0" err="1"/>
              <a:t>migliora</a:t>
            </a:r>
            <a:r>
              <a:rPr lang="en-US" dirty="0"/>
              <a:t> </a:t>
            </a:r>
            <a:r>
              <a:rPr lang="en-US" dirty="0" err="1"/>
              <a:t>significativamente</a:t>
            </a:r>
            <a:r>
              <a:rPr lang="en-US" dirty="0"/>
              <a:t> la </a:t>
            </a:r>
            <a:r>
              <a:rPr lang="en-US" dirty="0" err="1"/>
              <a:t>generalizzazione</a:t>
            </a:r>
            <a:endParaRPr lang="en-US" dirty="0"/>
          </a:p>
          <a:p>
            <a:pPr marL="139700" indent="0" algn="l"/>
            <a:endParaRPr lang="en-US" dirty="0"/>
          </a:p>
          <a:p>
            <a:pPr marL="139700" indent="0" algn="l"/>
            <a:r>
              <a:rPr lang="en-US" dirty="0" err="1"/>
              <a:t>Coarse→Fine</a:t>
            </a:r>
            <a:r>
              <a:rPr lang="en-US" dirty="0"/>
              <a:t> </a:t>
            </a:r>
            <a:r>
              <a:rPr lang="en-US" dirty="0" err="1"/>
              <a:t>supera</a:t>
            </a:r>
            <a:r>
              <a:rPr lang="en-US" dirty="0"/>
              <a:t> il training da zero puro</a:t>
            </a:r>
          </a:p>
          <a:p>
            <a:pPr marL="139700" indent="0" algn="l"/>
            <a:endParaRPr lang="en-US" dirty="0"/>
          </a:p>
          <a:p>
            <a:pPr algn="l"/>
            <a:r>
              <a:rPr lang="en-US" dirty="0"/>
              <a:t>Una pipeline </a:t>
            </a:r>
            <a:r>
              <a:rPr lang="en-US" dirty="0" err="1"/>
              <a:t>ottimizzata</a:t>
            </a:r>
            <a:r>
              <a:rPr lang="en-US" dirty="0"/>
              <a:t> (augmentation + scheduler + class weights) </a:t>
            </a:r>
            <a:r>
              <a:rPr lang="en-US" dirty="0" err="1"/>
              <a:t>consente</a:t>
            </a:r>
            <a:r>
              <a:rPr lang="en-US" dirty="0"/>
              <a:t> a </a:t>
            </a:r>
            <a:r>
              <a:rPr lang="en-US" dirty="0" err="1"/>
              <a:t>DeepLab</a:t>
            </a:r>
            <a:r>
              <a:rPr lang="en-US" dirty="0"/>
              <a:t> Scratch di </a:t>
            </a:r>
            <a:r>
              <a:rPr lang="en-US" dirty="0" err="1"/>
              <a:t>superare</a:t>
            </a:r>
            <a:r>
              <a:rPr lang="en-US" dirty="0"/>
              <a:t> il pretrained (74.20% vs 73.00%)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U-Net </a:t>
            </a:r>
            <a:r>
              <a:rPr lang="en-US" dirty="0" err="1"/>
              <a:t>rimane</a:t>
            </a:r>
            <a:r>
              <a:rPr lang="en-US" dirty="0"/>
              <a:t> </a:t>
            </a:r>
            <a:r>
              <a:rPr lang="en-US" dirty="0" err="1"/>
              <a:t>competitivo</a:t>
            </a:r>
            <a:r>
              <a:rPr lang="en-US" dirty="0"/>
              <a:t> con </a:t>
            </a:r>
            <a:r>
              <a:rPr lang="en-US" dirty="0" err="1"/>
              <a:t>metà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parametri</a:t>
            </a:r>
            <a:r>
              <a:rPr lang="en-US" dirty="0"/>
              <a:t> di </a:t>
            </a:r>
            <a:r>
              <a:rPr lang="en-US" dirty="0" err="1"/>
              <a:t>DeepLab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Val </a:t>
            </a:r>
            <a:r>
              <a:rPr lang="en-US" dirty="0" err="1"/>
              <a:t>mIoU</a:t>
            </a:r>
            <a:r>
              <a:rPr lang="en-US" dirty="0"/>
              <a:t> come </a:t>
            </a:r>
            <a:r>
              <a:rPr lang="en-US" dirty="0" err="1"/>
              <a:t>criterio</a:t>
            </a:r>
            <a:r>
              <a:rPr lang="en-US" dirty="0"/>
              <a:t> di </a:t>
            </a:r>
            <a:r>
              <a:rPr lang="en-US" dirty="0" err="1"/>
              <a:t>salvataggio</a:t>
            </a:r>
            <a:r>
              <a:rPr lang="en-US" dirty="0"/>
              <a:t> </a:t>
            </a:r>
            <a:r>
              <a:rPr lang="en-US" dirty="0" err="1"/>
              <a:t>previene</a:t>
            </a:r>
            <a:r>
              <a:rPr lang="en-US" dirty="0"/>
              <a:t> </a:t>
            </a:r>
            <a:r>
              <a:rPr lang="en-US" dirty="0" err="1"/>
              <a:t>l'overfitting</a:t>
            </a:r>
            <a:endParaRPr lang="en-US" dirty="0"/>
          </a:p>
        </p:txBody>
      </p:sp>
      <p:grpSp>
        <p:nvGrpSpPr>
          <p:cNvPr id="7301" name="Google Shape;7301;p54"/>
          <p:cNvGrpSpPr/>
          <p:nvPr/>
        </p:nvGrpSpPr>
        <p:grpSpPr>
          <a:xfrm flipH="1">
            <a:off x="7746378" y="-569018"/>
            <a:ext cx="2244135" cy="1945438"/>
            <a:chOff x="-1189075" y="1978163"/>
            <a:chExt cx="2079250" cy="1802500"/>
          </a:xfrm>
        </p:grpSpPr>
        <p:sp>
          <p:nvSpPr>
            <p:cNvPr id="7302" name="Google Shape;7302;p54"/>
            <p:cNvSpPr/>
            <p:nvPr/>
          </p:nvSpPr>
          <p:spPr>
            <a:xfrm>
              <a:off x="-1189075" y="1978163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03" name="Google Shape;7303;p54"/>
            <p:cNvSpPr/>
            <p:nvPr/>
          </p:nvSpPr>
          <p:spPr>
            <a:xfrm>
              <a:off x="-1095400" y="2085688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304" name="Google Shape;7304;p54"/>
          <p:cNvGrpSpPr/>
          <p:nvPr/>
        </p:nvGrpSpPr>
        <p:grpSpPr>
          <a:xfrm>
            <a:off x="235016" y="3807663"/>
            <a:ext cx="2044650" cy="843999"/>
            <a:chOff x="928666" y="227075"/>
            <a:chExt cx="2044650" cy="843999"/>
          </a:xfrm>
        </p:grpSpPr>
        <p:sp>
          <p:nvSpPr>
            <p:cNvPr id="7305" name="Google Shape;7305;p54"/>
            <p:cNvSpPr/>
            <p:nvPr/>
          </p:nvSpPr>
          <p:spPr>
            <a:xfrm>
              <a:off x="2146529" y="445545"/>
              <a:ext cx="798568" cy="625529"/>
            </a:xfrm>
            <a:custGeom>
              <a:avLst/>
              <a:gdLst/>
              <a:ahLst/>
              <a:cxnLst/>
              <a:rect l="l" t="t" r="r" b="b"/>
              <a:pathLst>
                <a:path w="1952" h="1529" extrusionOk="0">
                  <a:moveTo>
                    <a:pt x="974" y="0"/>
                  </a:moveTo>
                  <a:lnTo>
                    <a:pt x="1" y="1529"/>
                  </a:lnTo>
                  <a:lnTo>
                    <a:pt x="1951" y="1529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06" name="Google Shape;7306;p54"/>
            <p:cNvSpPr/>
            <p:nvPr/>
          </p:nvSpPr>
          <p:spPr>
            <a:xfrm>
              <a:off x="2146529" y="446772"/>
              <a:ext cx="400511" cy="624302"/>
            </a:xfrm>
            <a:custGeom>
              <a:avLst/>
              <a:gdLst/>
              <a:ahLst/>
              <a:cxnLst/>
              <a:rect l="l" t="t" r="r" b="b"/>
              <a:pathLst>
                <a:path w="979" h="1526" extrusionOk="0">
                  <a:moveTo>
                    <a:pt x="974" y="1"/>
                  </a:moveTo>
                  <a:lnTo>
                    <a:pt x="1" y="1526"/>
                  </a:lnTo>
                  <a:lnTo>
                    <a:pt x="978" y="1526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07" name="Google Shape;7307;p54"/>
            <p:cNvSpPr/>
            <p:nvPr/>
          </p:nvSpPr>
          <p:spPr>
            <a:xfrm>
              <a:off x="2546620" y="446772"/>
              <a:ext cx="127231" cy="249557"/>
            </a:xfrm>
            <a:custGeom>
              <a:avLst/>
              <a:gdLst/>
              <a:ahLst/>
              <a:cxnLst/>
              <a:rect l="l" t="t" r="r" b="b"/>
              <a:pathLst>
                <a:path w="311" h="610" extrusionOk="0">
                  <a:moveTo>
                    <a:pt x="0" y="1"/>
                  </a:moveTo>
                  <a:lnTo>
                    <a:pt x="0" y="610"/>
                  </a:lnTo>
                  <a:lnTo>
                    <a:pt x="310" y="4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08" name="Google Shape;7308;p54"/>
            <p:cNvSpPr/>
            <p:nvPr/>
          </p:nvSpPr>
          <p:spPr>
            <a:xfrm>
              <a:off x="2417757" y="446772"/>
              <a:ext cx="129276" cy="249557"/>
            </a:xfrm>
            <a:custGeom>
              <a:avLst/>
              <a:gdLst/>
              <a:ahLst/>
              <a:cxnLst/>
              <a:rect l="l" t="t" r="r" b="b"/>
              <a:pathLst>
                <a:path w="316" h="610" extrusionOk="0">
                  <a:moveTo>
                    <a:pt x="311" y="1"/>
                  </a:moveTo>
                  <a:lnTo>
                    <a:pt x="1" y="487"/>
                  </a:lnTo>
                  <a:lnTo>
                    <a:pt x="315" y="610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09" name="Google Shape;7309;p54"/>
            <p:cNvSpPr/>
            <p:nvPr/>
          </p:nvSpPr>
          <p:spPr>
            <a:xfrm>
              <a:off x="994529" y="445545"/>
              <a:ext cx="798159" cy="625529"/>
            </a:xfrm>
            <a:custGeom>
              <a:avLst/>
              <a:gdLst/>
              <a:ahLst/>
              <a:cxnLst/>
              <a:rect l="l" t="t" r="r" b="b"/>
              <a:pathLst>
                <a:path w="1951" h="1529" extrusionOk="0">
                  <a:moveTo>
                    <a:pt x="977" y="0"/>
                  </a:moveTo>
                  <a:lnTo>
                    <a:pt x="1" y="1529"/>
                  </a:lnTo>
                  <a:lnTo>
                    <a:pt x="1950" y="1529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0" name="Google Shape;7310;p54"/>
            <p:cNvSpPr/>
            <p:nvPr/>
          </p:nvSpPr>
          <p:spPr>
            <a:xfrm>
              <a:off x="996166" y="446772"/>
              <a:ext cx="398466" cy="624302"/>
            </a:xfrm>
            <a:custGeom>
              <a:avLst/>
              <a:gdLst/>
              <a:ahLst/>
              <a:cxnLst/>
              <a:rect l="l" t="t" r="r" b="b"/>
              <a:pathLst>
                <a:path w="974" h="1526" extrusionOk="0">
                  <a:moveTo>
                    <a:pt x="973" y="1"/>
                  </a:moveTo>
                  <a:lnTo>
                    <a:pt x="0" y="1526"/>
                  </a:lnTo>
                  <a:lnTo>
                    <a:pt x="973" y="1526"/>
                  </a:lnTo>
                  <a:lnTo>
                    <a:pt x="973" y="1"/>
                  </a:ln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1" name="Google Shape;7311;p54"/>
            <p:cNvSpPr/>
            <p:nvPr/>
          </p:nvSpPr>
          <p:spPr>
            <a:xfrm>
              <a:off x="1394211" y="446772"/>
              <a:ext cx="127640" cy="249557"/>
            </a:xfrm>
            <a:custGeom>
              <a:avLst/>
              <a:gdLst/>
              <a:ahLst/>
              <a:cxnLst/>
              <a:rect l="l" t="t" r="r" b="b"/>
              <a:pathLst>
                <a:path w="312" h="610" extrusionOk="0">
                  <a:moveTo>
                    <a:pt x="0" y="1"/>
                  </a:moveTo>
                  <a:lnTo>
                    <a:pt x="0" y="610"/>
                  </a:lnTo>
                  <a:lnTo>
                    <a:pt x="311" y="4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2" name="Google Shape;7312;p54"/>
            <p:cNvSpPr/>
            <p:nvPr/>
          </p:nvSpPr>
          <p:spPr>
            <a:xfrm>
              <a:off x="1267393" y="446772"/>
              <a:ext cx="127231" cy="249557"/>
            </a:xfrm>
            <a:custGeom>
              <a:avLst/>
              <a:gdLst/>
              <a:ahLst/>
              <a:cxnLst/>
              <a:rect l="l" t="t" r="r" b="b"/>
              <a:pathLst>
                <a:path w="311" h="610" extrusionOk="0">
                  <a:moveTo>
                    <a:pt x="310" y="1"/>
                  </a:moveTo>
                  <a:lnTo>
                    <a:pt x="0" y="487"/>
                  </a:lnTo>
                  <a:lnTo>
                    <a:pt x="310" y="610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3" name="Google Shape;7313;p54"/>
            <p:cNvSpPr/>
            <p:nvPr/>
          </p:nvSpPr>
          <p:spPr>
            <a:xfrm>
              <a:off x="1505484" y="227075"/>
              <a:ext cx="803068" cy="843994"/>
            </a:xfrm>
            <a:custGeom>
              <a:avLst/>
              <a:gdLst/>
              <a:ahLst/>
              <a:cxnLst/>
              <a:rect l="l" t="t" r="r" b="b"/>
              <a:pathLst>
                <a:path w="1963" h="2063" extrusionOk="0">
                  <a:moveTo>
                    <a:pt x="982" y="1"/>
                  </a:moveTo>
                  <a:lnTo>
                    <a:pt x="1" y="2063"/>
                  </a:lnTo>
                  <a:lnTo>
                    <a:pt x="1962" y="2063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4" name="Google Shape;7314;p54"/>
            <p:cNvSpPr/>
            <p:nvPr/>
          </p:nvSpPr>
          <p:spPr>
            <a:xfrm>
              <a:off x="1505484" y="229121"/>
              <a:ext cx="401739" cy="841948"/>
            </a:xfrm>
            <a:custGeom>
              <a:avLst/>
              <a:gdLst/>
              <a:ahLst/>
              <a:cxnLst/>
              <a:rect l="l" t="t" r="r" b="b"/>
              <a:pathLst>
                <a:path w="982" h="2058" extrusionOk="0">
                  <a:moveTo>
                    <a:pt x="982" y="1"/>
                  </a:moveTo>
                  <a:lnTo>
                    <a:pt x="1" y="2058"/>
                  </a:lnTo>
                  <a:lnTo>
                    <a:pt x="982" y="2058"/>
                  </a:lnTo>
                  <a:lnTo>
                    <a:pt x="982" y="4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5" name="Google Shape;7315;p54"/>
            <p:cNvSpPr/>
            <p:nvPr/>
          </p:nvSpPr>
          <p:spPr>
            <a:xfrm>
              <a:off x="1906802" y="230757"/>
              <a:ext cx="127231" cy="332606"/>
            </a:xfrm>
            <a:custGeom>
              <a:avLst/>
              <a:gdLst/>
              <a:ahLst/>
              <a:cxnLst/>
              <a:rect l="l" t="t" r="r" b="b"/>
              <a:pathLst>
                <a:path w="311" h="813" extrusionOk="0">
                  <a:moveTo>
                    <a:pt x="1" y="0"/>
                  </a:moveTo>
                  <a:lnTo>
                    <a:pt x="1" y="812"/>
                  </a:lnTo>
                  <a:lnTo>
                    <a:pt x="311" y="6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6" name="Google Shape;7316;p54"/>
            <p:cNvSpPr/>
            <p:nvPr/>
          </p:nvSpPr>
          <p:spPr>
            <a:xfrm>
              <a:off x="1779575" y="229121"/>
              <a:ext cx="127640" cy="334243"/>
            </a:xfrm>
            <a:custGeom>
              <a:avLst/>
              <a:gdLst/>
              <a:ahLst/>
              <a:cxnLst/>
              <a:rect l="l" t="t" r="r" b="b"/>
              <a:pathLst>
                <a:path w="312" h="817" extrusionOk="0">
                  <a:moveTo>
                    <a:pt x="312" y="1"/>
                  </a:moveTo>
                  <a:lnTo>
                    <a:pt x="1" y="655"/>
                  </a:lnTo>
                  <a:lnTo>
                    <a:pt x="312" y="816"/>
                  </a:lnTo>
                  <a:lnTo>
                    <a:pt x="312" y="4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7" name="Google Shape;7317;p54"/>
            <p:cNvSpPr/>
            <p:nvPr/>
          </p:nvSpPr>
          <p:spPr>
            <a:xfrm>
              <a:off x="2500802" y="507610"/>
              <a:ext cx="472513" cy="124779"/>
            </a:xfrm>
            <a:custGeom>
              <a:avLst/>
              <a:gdLst/>
              <a:ahLst/>
              <a:cxnLst/>
              <a:rect l="l" t="t" r="r" b="b"/>
              <a:pathLst>
                <a:path w="1155" h="305" extrusionOk="0">
                  <a:moveTo>
                    <a:pt x="411" y="1"/>
                  </a:moveTo>
                  <a:cubicBezTo>
                    <a:pt x="399" y="5"/>
                    <a:pt x="388" y="5"/>
                    <a:pt x="376" y="5"/>
                  </a:cubicBezTo>
                  <a:cubicBezTo>
                    <a:pt x="353" y="9"/>
                    <a:pt x="334" y="20"/>
                    <a:pt x="319" y="36"/>
                  </a:cubicBezTo>
                  <a:cubicBezTo>
                    <a:pt x="292" y="55"/>
                    <a:pt x="277" y="85"/>
                    <a:pt x="277" y="120"/>
                  </a:cubicBezTo>
                  <a:lnTo>
                    <a:pt x="277" y="124"/>
                  </a:lnTo>
                  <a:lnTo>
                    <a:pt x="265" y="124"/>
                  </a:lnTo>
                  <a:cubicBezTo>
                    <a:pt x="212" y="124"/>
                    <a:pt x="162" y="151"/>
                    <a:pt x="146" y="204"/>
                  </a:cubicBezTo>
                  <a:cubicBezTo>
                    <a:pt x="143" y="200"/>
                    <a:pt x="135" y="200"/>
                    <a:pt x="131" y="200"/>
                  </a:cubicBezTo>
                  <a:cubicBezTo>
                    <a:pt x="127" y="200"/>
                    <a:pt x="123" y="200"/>
                    <a:pt x="119" y="200"/>
                  </a:cubicBezTo>
                  <a:cubicBezTo>
                    <a:pt x="62" y="200"/>
                    <a:pt x="11" y="247"/>
                    <a:pt x="1" y="304"/>
                  </a:cubicBezTo>
                  <a:lnTo>
                    <a:pt x="1147" y="304"/>
                  </a:lnTo>
                  <a:cubicBezTo>
                    <a:pt x="1151" y="296"/>
                    <a:pt x="1151" y="289"/>
                    <a:pt x="1151" y="281"/>
                  </a:cubicBezTo>
                  <a:cubicBezTo>
                    <a:pt x="1154" y="246"/>
                    <a:pt x="1142" y="208"/>
                    <a:pt x="1116" y="181"/>
                  </a:cubicBezTo>
                  <a:lnTo>
                    <a:pt x="1093" y="158"/>
                  </a:lnTo>
                  <a:cubicBezTo>
                    <a:pt x="1073" y="147"/>
                    <a:pt x="1050" y="139"/>
                    <a:pt x="1027" y="139"/>
                  </a:cubicBezTo>
                  <a:cubicBezTo>
                    <a:pt x="1001" y="139"/>
                    <a:pt x="970" y="139"/>
                    <a:pt x="944" y="154"/>
                  </a:cubicBezTo>
                  <a:cubicBezTo>
                    <a:pt x="935" y="158"/>
                    <a:pt x="928" y="162"/>
                    <a:pt x="921" y="170"/>
                  </a:cubicBezTo>
                  <a:cubicBezTo>
                    <a:pt x="917" y="162"/>
                    <a:pt x="912" y="158"/>
                    <a:pt x="909" y="151"/>
                  </a:cubicBezTo>
                  <a:cubicBezTo>
                    <a:pt x="894" y="135"/>
                    <a:pt x="875" y="124"/>
                    <a:pt x="855" y="116"/>
                  </a:cubicBezTo>
                  <a:cubicBezTo>
                    <a:pt x="838" y="110"/>
                    <a:pt x="820" y="107"/>
                    <a:pt x="803" y="107"/>
                  </a:cubicBezTo>
                  <a:cubicBezTo>
                    <a:pt x="797" y="107"/>
                    <a:pt x="792" y="107"/>
                    <a:pt x="786" y="108"/>
                  </a:cubicBezTo>
                  <a:cubicBezTo>
                    <a:pt x="756" y="116"/>
                    <a:pt x="748" y="124"/>
                    <a:pt x="721" y="139"/>
                  </a:cubicBezTo>
                  <a:lnTo>
                    <a:pt x="717" y="143"/>
                  </a:lnTo>
                  <a:cubicBezTo>
                    <a:pt x="714" y="151"/>
                    <a:pt x="705" y="154"/>
                    <a:pt x="702" y="162"/>
                  </a:cubicBezTo>
                  <a:cubicBezTo>
                    <a:pt x="687" y="112"/>
                    <a:pt x="645" y="70"/>
                    <a:pt x="590" y="70"/>
                  </a:cubicBezTo>
                  <a:cubicBezTo>
                    <a:pt x="564" y="70"/>
                    <a:pt x="541" y="78"/>
                    <a:pt x="521" y="89"/>
                  </a:cubicBezTo>
                  <a:cubicBezTo>
                    <a:pt x="514" y="74"/>
                    <a:pt x="507" y="59"/>
                    <a:pt x="495" y="43"/>
                  </a:cubicBezTo>
                  <a:cubicBezTo>
                    <a:pt x="487" y="39"/>
                    <a:pt x="480" y="32"/>
                    <a:pt x="472" y="24"/>
                  </a:cubicBezTo>
                  <a:cubicBezTo>
                    <a:pt x="453" y="13"/>
                    <a:pt x="434" y="5"/>
                    <a:pt x="411" y="1"/>
                  </a:cubicBez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8" name="Google Shape;7318;p54"/>
            <p:cNvSpPr/>
            <p:nvPr/>
          </p:nvSpPr>
          <p:spPr>
            <a:xfrm>
              <a:off x="1915195" y="545249"/>
              <a:ext cx="380056" cy="132143"/>
            </a:xfrm>
            <a:custGeom>
              <a:avLst/>
              <a:gdLst/>
              <a:ahLst/>
              <a:cxnLst/>
              <a:rect l="l" t="t" r="r" b="b"/>
              <a:pathLst>
                <a:path w="929" h="323" extrusionOk="0">
                  <a:moveTo>
                    <a:pt x="437" y="1"/>
                  </a:moveTo>
                  <a:cubicBezTo>
                    <a:pt x="377" y="1"/>
                    <a:pt x="322" y="39"/>
                    <a:pt x="315" y="101"/>
                  </a:cubicBezTo>
                  <a:lnTo>
                    <a:pt x="288" y="101"/>
                  </a:lnTo>
                  <a:cubicBezTo>
                    <a:pt x="265" y="108"/>
                    <a:pt x="242" y="116"/>
                    <a:pt x="227" y="131"/>
                  </a:cubicBezTo>
                  <a:cubicBezTo>
                    <a:pt x="200" y="154"/>
                    <a:pt x="184" y="185"/>
                    <a:pt x="184" y="216"/>
                  </a:cubicBezTo>
                  <a:lnTo>
                    <a:pt x="184" y="220"/>
                  </a:lnTo>
                  <a:cubicBezTo>
                    <a:pt x="170" y="212"/>
                    <a:pt x="154" y="208"/>
                    <a:pt x="138" y="208"/>
                  </a:cubicBezTo>
                  <a:cubicBezTo>
                    <a:pt x="127" y="208"/>
                    <a:pt x="120" y="208"/>
                    <a:pt x="108" y="212"/>
                  </a:cubicBezTo>
                  <a:cubicBezTo>
                    <a:pt x="81" y="216"/>
                    <a:pt x="62" y="223"/>
                    <a:pt x="43" y="243"/>
                  </a:cubicBezTo>
                  <a:cubicBezTo>
                    <a:pt x="20" y="262"/>
                    <a:pt x="5" y="292"/>
                    <a:pt x="0" y="323"/>
                  </a:cubicBezTo>
                  <a:lnTo>
                    <a:pt x="920" y="323"/>
                  </a:lnTo>
                  <a:cubicBezTo>
                    <a:pt x="925" y="311"/>
                    <a:pt x="925" y="300"/>
                    <a:pt x="928" y="285"/>
                  </a:cubicBezTo>
                  <a:cubicBezTo>
                    <a:pt x="928" y="246"/>
                    <a:pt x="916" y="208"/>
                    <a:pt x="890" y="177"/>
                  </a:cubicBezTo>
                  <a:cubicBezTo>
                    <a:pt x="862" y="145"/>
                    <a:pt x="821" y="129"/>
                    <a:pt x="779" y="129"/>
                  </a:cubicBezTo>
                  <a:cubicBezTo>
                    <a:pt x="756" y="129"/>
                    <a:pt x="734" y="133"/>
                    <a:pt x="713" y="143"/>
                  </a:cubicBezTo>
                  <a:cubicBezTo>
                    <a:pt x="687" y="97"/>
                    <a:pt x="641" y="59"/>
                    <a:pt x="587" y="59"/>
                  </a:cubicBezTo>
                  <a:cubicBezTo>
                    <a:pt x="568" y="59"/>
                    <a:pt x="552" y="62"/>
                    <a:pt x="538" y="66"/>
                  </a:cubicBezTo>
                  <a:cubicBezTo>
                    <a:pt x="518" y="28"/>
                    <a:pt x="483" y="1"/>
                    <a:pt x="437" y="1"/>
                  </a:cubicBez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9" name="Google Shape;7319;p54"/>
            <p:cNvSpPr/>
            <p:nvPr/>
          </p:nvSpPr>
          <p:spPr>
            <a:xfrm>
              <a:off x="1373757" y="253547"/>
              <a:ext cx="289235" cy="118233"/>
            </a:xfrm>
            <a:custGeom>
              <a:avLst/>
              <a:gdLst/>
              <a:ahLst/>
              <a:cxnLst/>
              <a:rect l="l" t="t" r="r" b="b"/>
              <a:pathLst>
                <a:path w="707" h="289" extrusionOk="0">
                  <a:moveTo>
                    <a:pt x="326" y="1"/>
                  </a:moveTo>
                  <a:cubicBezTo>
                    <a:pt x="288" y="1"/>
                    <a:pt x="250" y="17"/>
                    <a:pt x="219" y="47"/>
                  </a:cubicBezTo>
                  <a:cubicBezTo>
                    <a:pt x="196" y="70"/>
                    <a:pt x="181" y="105"/>
                    <a:pt x="177" y="143"/>
                  </a:cubicBezTo>
                  <a:cubicBezTo>
                    <a:pt x="165" y="135"/>
                    <a:pt x="150" y="135"/>
                    <a:pt x="135" y="135"/>
                  </a:cubicBezTo>
                  <a:cubicBezTo>
                    <a:pt x="39" y="135"/>
                    <a:pt x="1" y="220"/>
                    <a:pt x="20" y="289"/>
                  </a:cubicBezTo>
                  <a:lnTo>
                    <a:pt x="706" y="289"/>
                  </a:lnTo>
                  <a:cubicBezTo>
                    <a:pt x="706" y="269"/>
                    <a:pt x="706" y="246"/>
                    <a:pt x="701" y="227"/>
                  </a:cubicBezTo>
                  <a:cubicBezTo>
                    <a:pt x="687" y="174"/>
                    <a:pt x="644" y="131"/>
                    <a:pt x="595" y="120"/>
                  </a:cubicBezTo>
                  <a:cubicBezTo>
                    <a:pt x="579" y="116"/>
                    <a:pt x="564" y="114"/>
                    <a:pt x="549" y="114"/>
                  </a:cubicBezTo>
                  <a:cubicBezTo>
                    <a:pt x="523" y="114"/>
                    <a:pt x="498" y="121"/>
                    <a:pt x="476" y="135"/>
                  </a:cubicBezTo>
                  <a:cubicBezTo>
                    <a:pt x="472" y="101"/>
                    <a:pt x="457" y="70"/>
                    <a:pt x="430" y="43"/>
                  </a:cubicBezTo>
                  <a:cubicBezTo>
                    <a:pt x="403" y="17"/>
                    <a:pt x="365" y="1"/>
                    <a:pt x="326" y="1"/>
                  </a:cubicBez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0" name="Google Shape;7320;p54"/>
            <p:cNvSpPr/>
            <p:nvPr/>
          </p:nvSpPr>
          <p:spPr>
            <a:xfrm>
              <a:off x="928666" y="500655"/>
              <a:ext cx="298236" cy="110869"/>
            </a:xfrm>
            <a:custGeom>
              <a:avLst/>
              <a:gdLst/>
              <a:ahLst/>
              <a:cxnLst/>
              <a:rect l="l" t="t" r="r" b="b"/>
              <a:pathLst>
                <a:path w="729" h="271" extrusionOk="0">
                  <a:moveTo>
                    <a:pt x="292" y="0"/>
                  </a:moveTo>
                  <a:cubicBezTo>
                    <a:pt x="281" y="0"/>
                    <a:pt x="269" y="2"/>
                    <a:pt x="257" y="7"/>
                  </a:cubicBezTo>
                  <a:cubicBezTo>
                    <a:pt x="208" y="18"/>
                    <a:pt x="169" y="68"/>
                    <a:pt x="169" y="118"/>
                  </a:cubicBezTo>
                  <a:cubicBezTo>
                    <a:pt x="169" y="129"/>
                    <a:pt x="173" y="137"/>
                    <a:pt x="173" y="148"/>
                  </a:cubicBezTo>
                  <a:cubicBezTo>
                    <a:pt x="165" y="145"/>
                    <a:pt x="157" y="145"/>
                    <a:pt x="146" y="145"/>
                  </a:cubicBezTo>
                  <a:cubicBezTo>
                    <a:pt x="96" y="145"/>
                    <a:pt x="47" y="171"/>
                    <a:pt x="19" y="217"/>
                  </a:cubicBezTo>
                  <a:cubicBezTo>
                    <a:pt x="12" y="233"/>
                    <a:pt x="4" y="252"/>
                    <a:pt x="1" y="271"/>
                  </a:cubicBezTo>
                  <a:lnTo>
                    <a:pt x="728" y="271"/>
                  </a:lnTo>
                  <a:cubicBezTo>
                    <a:pt x="701" y="233"/>
                    <a:pt x="659" y="206"/>
                    <a:pt x="613" y="206"/>
                  </a:cubicBezTo>
                  <a:cubicBezTo>
                    <a:pt x="587" y="206"/>
                    <a:pt x="564" y="214"/>
                    <a:pt x="544" y="225"/>
                  </a:cubicBezTo>
                  <a:cubicBezTo>
                    <a:pt x="544" y="168"/>
                    <a:pt x="507" y="114"/>
                    <a:pt x="433" y="114"/>
                  </a:cubicBezTo>
                  <a:cubicBezTo>
                    <a:pt x="433" y="114"/>
                    <a:pt x="415" y="114"/>
                    <a:pt x="406" y="118"/>
                  </a:cubicBezTo>
                  <a:cubicBezTo>
                    <a:pt x="406" y="99"/>
                    <a:pt x="403" y="79"/>
                    <a:pt x="392" y="64"/>
                  </a:cubicBezTo>
                  <a:lnTo>
                    <a:pt x="392" y="60"/>
                  </a:lnTo>
                  <a:cubicBezTo>
                    <a:pt x="380" y="41"/>
                    <a:pt x="364" y="26"/>
                    <a:pt x="349" y="18"/>
                  </a:cubicBezTo>
                  <a:cubicBezTo>
                    <a:pt x="333" y="6"/>
                    <a:pt x="313" y="0"/>
                    <a:pt x="292" y="0"/>
                  </a:cubicBez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321" name="Google Shape;7321;p54"/>
          <p:cNvGrpSpPr/>
          <p:nvPr/>
        </p:nvGrpSpPr>
        <p:grpSpPr>
          <a:xfrm>
            <a:off x="2598965" y="4232228"/>
            <a:ext cx="1707861" cy="740164"/>
            <a:chOff x="3718065" y="3595878"/>
            <a:chExt cx="1707861" cy="740164"/>
          </a:xfrm>
        </p:grpSpPr>
        <p:sp>
          <p:nvSpPr>
            <p:cNvPr id="7322" name="Google Shape;7322;p54"/>
            <p:cNvSpPr/>
            <p:nvPr/>
          </p:nvSpPr>
          <p:spPr>
            <a:xfrm>
              <a:off x="4124743" y="3652887"/>
              <a:ext cx="217573" cy="215750"/>
            </a:xfrm>
            <a:custGeom>
              <a:avLst/>
              <a:gdLst/>
              <a:ahLst/>
              <a:cxnLst/>
              <a:rect l="l" t="t" r="r" b="b"/>
              <a:pathLst>
                <a:path w="2515" h="2494" extrusionOk="0">
                  <a:moveTo>
                    <a:pt x="1580" y="1"/>
                  </a:moveTo>
                  <a:cubicBezTo>
                    <a:pt x="1387" y="1"/>
                    <a:pt x="1236" y="4"/>
                    <a:pt x="1216" y="14"/>
                  </a:cubicBezTo>
                  <a:cubicBezTo>
                    <a:pt x="1159" y="45"/>
                    <a:pt x="1" y="2451"/>
                    <a:pt x="1" y="2451"/>
                  </a:cubicBezTo>
                  <a:lnTo>
                    <a:pt x="315" y="2494"/>
                  </a:lnTo>
                  <a:cubicBezTo>
                    <a:pt x="315" y="2494"/>
                    <a:pt x="1254" y="651"/>
                    <a:pt x="1334" y="593"/>
                  </a:cubicBezTo>
                  <a:cubicBezTo>
                    <a:pt x="1373" y="566"/>
                    <a:pt x="1611" y="559"/>
                    <a:pt x="1839" y="559"/>
                  </a:cubicBezTo>
                  <a:cubicBezTo>
                    <a:pt x="2067" y="559"/>
                    <a:pt x="2285" y="566"/>
                    <a:pt x="2285" y="566"/>
                  </a:cubicBezTo>
                  <a:lnTo>
                    <a:pt x="2515" y="14"/>
                  </a:lnTo>
                  <a:cubicBezTo>
                    <a:pt x="2515" y="14"/>
                    <a:pt x="1965" y="1"/>
                    <a:pt x="15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3" name="Google Shape;7323;p54"/>
            <p:cNvSpPr/>
            <p:nvPr/>
          </p:nvSpPr>
          <p:spPr>
            <a:xfrm>
              <a:off x="4352521" y="3595878"/>
              <a:ext cx="427446" cy="50347"/>
            </a:xfrm>
            <a:custGeom>
              <a:avLst/>
              <a:gdLst/>
              <a:ahLst/>
              <a:cxnLst/>
              <a:rect l="l" t="t" r="r" b="b"/>
              <a:pathLst>
                <a:path w="4941" h="582" extrusionOk="0">
                  <a:moveTo>
                    <a:pt x="608" y="1"/>
                  </a:moveTo>
                  <a:cubicBezTo>
                    <a:pt x="464" y="1"/>
                    <a:pt x="373" y="2"/>
                    <a:pt x="357" y="7"/>
                  </a:cubicBezTo>
                  <a:cubicBezTo>
                    <a:pt x="234" y="42"/>
                    <a:pt x="1" y="509"/>
                    <a:pt x="1" y="509"/>
                  </a:cubicBezTo>
                  <a:lnTo>
                    <a:pt x="460" y="509"/>
                  </a:lnTo>
                  <a:cubicBezTo>
                    <a:pt x="460" y="509"/>
                    <a:pt x="567" y="137"/>
                    <a:pt x="606" y="118"/>
                  </a:cubicBezTo>
                  <a:cubicBezTo>
                    <a:pt x="611" y="115"/>
                    <a:pt x="670" y="114"/>
                    <a:pt x="770" y="114"/>
                  </a:cubicBezTo>
                  <a:cubicBezTo>
                    <a:pt x="1489" y="114"/>
                    <a:pt x="4314" y="179"/>
                    <a:pt x="4338" y="206"/>
                  </a:cubicBezTo>
                  <a:cubicBezTo>
                    <a:pt x="4369" y="237"/>
                    <a:pt x="4445" y="581"/>
                    <a:pt x="4445" y="581"/>
                  </a:cubicBezTo>
                  <a:lnTo>
                    <a:pt x="4940" y="581"/>
                  </a:lnTo>
                  <a:cubicBezTo>
                    <a:pt x="4940" y="581"/>
                    <a:pt x="4810" y="191"/>
                    <a:pt x="4710" y="129"/>
                  </a:cubicBezTo>
                  <a:cubicBezTo>
                    <a:pt x="4624" y="76"/>
                    <a:pt x="1526" y="1"/>
                    <a:pt x="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4" name="Google Shape;7324;p54"/>
            <p:cNvSpPr/>
            <p:nvPr/>
          </p:nvSpPr>
          <p:spPr>
            <a:xfrm>
              <a:off x="3725678" y="3630395"/>
              <a:ext cx="1677775" cy="618788"/>
            </a:xfrm>
            <a:custGeom>
              <a:avLst/>
              <a:gdLst/>
              <a:ahLst/>
              <a:cxnLst/>
              <a:rect l="l" t="t" r="r" b="b"/>
              <a:pathLst>
                <a:path w="19394" h="7153" extrusionOk="0">
                  <a:moveTo>
                    <a:pt x="7739" y="1"/>
                  </a:moveTo>
                  <a:cubicBezTo>
                    <a:pt x="7374" y="1"/>
                    <a:pt x="7146" y="2"/>
                    <a:pt x="7146" y="2"/>
                  </a:cubicBezTo>
                  <a:cubicBezTo>
                    <a:pt x="6859" y="405"/>
                    <a:pt x="6239" y="2669"/>
                    <a:pt x="6239" y="2669"/>
                  </a:cubicBezTo>
                  <a:lnTo>
                    <a:pt x="483" y="2669"/>
                  </a:lnTo>
                  <a:cubicBezTo>
                    <a:pt x="111" y="2926"/>
                    <a:pt x="376" y="3156"/>
                    <a:pt x="376" y="3156"/>
                  </a:cubicBezTo>
                  <a:cubicBezTo>
                    <a:pt x="1" y="4160"/>
                    <a:pt x="199" y="6417"/>
                    <a:pt x="199" y="6417"/>
                  </a:cubicBezTo>
                  <a:lnTo>
                    <a:pt x="3112" y="7152"/>
                  </a:lnTo>
                  <a:lnTo>
                    <a:pt x="5802" y="7152"/>
                  </a:lnTo>
                  <a:lnTo>
                    <a:pt x="6997" y="6532"/>
                  </a:lnTo>
                  <a:lnTo>
                    <a:pt x="12917" y="6532"/>
                  </a:lnTo>
                  <a:lnTo>
                    <a:pt x="14619" y="6992"/>
                  </a:lnTo>
                  <a:lnTo>
                    <a:pt x="17091" y="6992"/>
                  </a:lnTo>
                  <a:lnTo>
                    <a:pt x="19072" y="6344"/>
                  </a:lnTo>
                  <a:cubicBezTo>
                    <a:pt x="19393" y="6344"/>
                    <a:pt x="19317" y="4876"/>
                    <a:pt x="19072" y="4876"/>
                  </a:cubicBezTo>
                  <a:lnTo>
                    <a:pt x="18872" y="3719"/>
                  </a:lnTo>
                  <a:lnTo>
                    <a:pt x="18156" y="3095"/>
                  </a:lnTo>
                  <a:cubicBezTo>
                    <a:pt x="17393" y="2842"/>
                    <a:pt x="14516" y="2669"/>
                    <a:pt x="14516" y="2669"/>
                  </a:cubicBezTo>
                  <a:cubicBezTo>
                    <a:pt x="13776" y="1451"/>
                    <a:pt x="12416" y="121"/>
                    <a:pt x="12416" y="121"/>
                  </a:cubicBezTo>
                  <a:cubicBezTo>
                    <a:pt x="11293" y="14"/>
                    <a:pt x="8863" y="1"/>
                    <a:pt x="77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5" name="Google Shape;7325;p54"/>
            <p:cNvSpPr/>
            <p:nvPr/>
          </p:nvSpPr>
          <p:spPr>
            <a:xfrm>
              <a:off x="5339069" y="4084046"/>
              <a:ext cx="45504" cy="61247"/>
            </a:xfrm>
            <a:custGeom>
              <a:avLst/>
              <a:gdLst/>
              <a:ahLst/>
              <a:cxnLst/>
              <a:rect l="l" t="t" r="r" b="b"/>
              <a:pathLst>
                <a:path w="526" h="708" extrusionOk="0">
                  <a:moveTo>
                    <a:pt x="389" y="0"/>
                  </a:moveTo>
                  <a:cubicBezTo>
                    <a:pt x="381" y="0"/>
                    <a:pt x="372" y="2"/>
                    <a:pt x="365" y="4"/>
                  </a:cubicBezTo>
                  <a:cubicBezTo>
                    <a:pt x="43" y="104"/>
                    <a:pt x="0" y="575"/>
                    <a:pt x="356" y="702"/>
                  </a:cubicBezTo>
                  <a:cubicBezTo>
                    <a:pt x="367" y="706"/>
                    <a:pt x="377" y="707"/>
                    <a:pt x="387" y="707"/>
                  </a:cubicBezTo>
                  <a:cubicBezTo>
                    <a:pt x="430" y="707"/>
                    <a:pt x="470" y="676"/>
                    <a:pt x="480" y="629"/>
                  </a:cubicBezTo>
                  <a:cubicBezTo>
                    <a:pt x="498" y="502"/>
                    <a:pt x="525" y="272"/>
                    <a:pt x="483" y="73"/>
                  </a:cubicBezTo>
                  <a:cubicBezTo>
                    <a:pt x="473" y="31"/>
                    <a:pt x="431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6" name="Google Shape;7326;p54"/>
            <p:cNvSpPr/>
            <p:nvPr/>
          </p:nvSpPr>
          <p:spPr>
            <a:xfrm>
              <a:off x="5296593" y="3950477"/>
              <a:ext cx="67045" cy="100349"/>
            </a:xfrm>
            <a:custGeom>
              <a:avLst/>
              <a:gdLst/>
              <a:ahLst/>
              <a:cxnLst/>
              <a:rect l="l" t="t" r="r" b="b"/>
              <a:pathLst>
                <a:path w="775" h="1160" extrusionOk="0">
                  <a:moveTo>
                    <a:pt x="266" y="1"/>
                  </a:moveTo>
                  <a:cubicBezTo>
                    <a:pt x="147" y="1"/>
                    <a:pt x="45" y="11"/>
                    <a:pt x="32" y="30"/>
                  </a:cubicBezTo>
                  <a:cubicBezTo>
                    <a:pt x="0" y="69"/>
                    <a:pt x="181" y="1153"/>
                    <a:pt x="219" y="1157"/>
                  </a:cubicBezTo>
                  <a:cubicBezTo>
                    <a:pt x="233" y="1159"/>
                    <a:pt x="300" y="1159"/>
                    <a:pt x="382" y="1159"/>
                  </a:cubicBezTo>
                  <a:cubicBezTo>
                    <a:pt x="547" y="1159"/>
                    <a:pt x="775" y="1157"/>
                    <a:pt x="775" y="1157"/>
                  </a:cubicBezTo>
                  <a:lnTo>
                    <a:pt x="591" y="30"/>
                  </a:lnTo>
                  <a:cubicBezTo>
                    <a:pt x="508" y="10"/>
                    <a:pt x="380" y="1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7" name="Google Shape;7327;p54"/>
            <p:cNvSpPr/>
            <p:nvPr/>
          </p:nvSpPr>
          <p:spPr>
            <a:xfrm>
              <a:off x="5311559" y="4006794"/>
              <a:ext cx="25953" cy="39966"/>
            </a:xfrm>
            <a:custGeom>
              <a:avLst/>
              <a:gdLst/>
              <a:ahLst/>
              <a:cxnLst/>
              <a:rect l="l" t="t" r="r" b="b"/>
              <a:pathLst>
                <a:path w="300" h="462" extrusionOk="0">
                  <a:moveTo>
                    <a:pt x="23" y="0"/>
                  </a:moveTo>
                  <a:cubicBezTo>
                    <a:pt x="11" y="0"/>
                    <a:pt x="0" y="12"/>
                    <a:pt x="4" y="23"/>
                  </a:cubicBezTo>
                  <a:cubicBezTo>
                    <a:pt x="16" y="115"/>
                    <a:pt x="69" y="453"/>
                    <a:pt x="80" y="460"/>
                  </a:cubicBezTo>
                  <a:cubicBezTo>
                    <a:pt x="83" y="461"/>
                    <a:pt x="91" y="461"/>
                    <a:pt x="103" y="461"/>
                  </a:cubicBezTo>
                  <a:cubicBezTo>
                    <a:pt x="147" y="461"/>
                    <a:pt x="238" y="456"/>
                    <a:pt x="280" y="456"/>
                  </a:cubicBezTo>
                  <a:cubicBezTo>
                    <a:pt x="292" y="456"/>
                    <a:pt x="299" y="445"/>
                    <a:pt x="299" y="433"/>
                  </a:cubicBezTo>
                  <a:lnTo>
                    <a:pt x="226" y="16"/>
                  </a:lnTo>
                  <a:cubicBezTo>
                    <a:pt x="223" y="8"/>
                    <a:pt x="214" y="0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8" name="Google Shape;7328;p54"/>
            <p:cNvSpPr/>
            <p:nvPr/>
          </p:nvSpPr>
          <p:spPr>
            <a:xfrm>
              <a:off x="5218043" y="4032660"/>
              <a:ext cx="207884" cy="214193"/>
            </a:xfrm>
            <a:custGeom>
              <a:avLst/>
              <a:gdLst/>
              <a:ahLst/>
              <a:cxnLst/>
              <a:rect l="l" t="t" r="r" b="b"/>
              <a:pathLst>
                <a:path w="2403" h="2476" extrusionOk="0">
                  <a:moveTo>
                    <a:pt x="2116" y="203"/>
                  </a:moveTo>
                  <a:cubicBezTo>
                    <a:pt x="2131" y="479"/>
                    <a:pt x="2165" y="1311"/>
                    <a:pt x="2043" y="1721"/>
                  </a:cubicBezTo>
                  <a:lnTo>
                    <a:pt x="1568" y="1871"/>
                  </a:lnTo>
                  <a:cubicBezTo>
                    <a:pt x="1548" y="1598"/>
                    <a:pt x="1499" y="656"/>
                    <a:pt x="1603" y="203"/>
                  </a:cubicBezTo>
                  <a:close/>
                  <a:moveTo>
                    <a:pt x="1522" y="0"/>
                  </a:moveTo>
                  <a:cubicBezTo>
                    <a:pt x="1479" y="0"/>
                    <a:pt x="1442" y="31"/>
                    <a:pt x="1426" y="74"/>
                  </a:cubicBezTo>
                  <a:cubicBezTo>
                    <a:pt x="1281" y="560"/>
                    <a:pt x="1353" y="1733"/>
                    <a:pt x="1368" y="1936"/>
                  </a:cubicBezTo>
                  <a:lnTo>
                    <a:pt x="310" y="2276"/>
                  </a:lnTo>
                  <a:lnTo>
                    <a:pt x="100" y="2276"/>
                  </a:lnTo>
                  <a:cubicBezTo>
                    <a:pt x="47" y="2276"/>
                    <a:pt x="1" y="2319"/>
                    <a:pt x="1" y="2376"/>
                  </a:cubicBezTo>
                  <a:cubicBezTo>
                    <a:pt x="1" y="2430"/>
                    <a:pt x="47" y="2476"/>
                    <a:pt x="100" y="2476"/>
                  </a:cubicBezTo>
                  <a:lnTo>
                    <a:pt x="326" y="2476"/>
                  </a:lnTo>
                  <a:cubicBezTo>
                    <a:pt x="338" y="2476"/>
                    <a:pt x="345" y="2476"/>
                    <a:pt x="356" y="2472"/>
                  </a:cubicBezTo>
                  <a:lnTo>
                    <a:pt x="2154" y="1897"/>
                  </a:lnTo>
                  <a:cubicBezTo>
                    <a:pt x="2181" y="1885"/>
                    <a:pt x="2204" y="1862"/>
                    <a:pt x="2215" y="1836"/>
                  </a:cubicBezTo>
                  <a:cubicBezTo>
                    <a:pt x="2403" y="1326"/>
                    <a:pt x="2315" y="146"/>
                    <a:pt x="2311" y="92"/>
                  </a:cubicBezTo>
                  <a:cubicBezTo>
                    <a:pt x="2307" y="42"/>
                    <a:pt x="2265" y="0"/>
                    <a:pt x="2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9" name="Google Shape;7329;p54"/>
            <p:cNvSpPr/>
            <p:nvPr/>
          </p:nvSpPr>
          <p:spPr>
            <a:xfrm>
              <a:off x="3723342" y="3929974"/>
              <a:ext cx="89192" cy="154156"/>
            </a:xfrm>
            <a:custGeom>
              <a:avLst/>
              <a:gdLst/>
              <a:ahLst/>
              <a:cxnLst/>
              <a:rect l="l" t="t" r="r" b="b"/>
              <a:pathLst>
                <a:path w="1031" h="1782" extrusionOk="0">
                  <a:moveTo>
                    <a:pt x="489" y="1"/>
                  </a:moveTo>
                  <a:cubicBezTo>
                    <a:pt x="343" y="1"/>
                    <a:pt x="226" y="3"/>
                    <a:pt x="226" y="3"/>
                  </a:cubicBezTo>
                  <a:cubicBezTo>
                    <a:pt x="0" y="896"/>
                    <a:pt x="104" y="1755"/>
                    <a:pt x="104" y="1755"/>
                  </a:cubicBezTo>
                  <a:cubicBezTo>
                    <a:pt x="202" y="1775"/>
                    <a:pt x="329" y="1782"/>
                    <a:pt x="454" y="1782"/>
                  </a:cubicBezTo>
                  <a:cubicBezTo>
                    <a:pt x="704" y="1782"/>
                    <a:pt x="947" y="1755"/>
                    <a:pt x="947" y="1755"/>
                  </a:cubicBezTo>
                  <a:cubicBezTo>
                    <a:pt x="997" y="1341"/>
                    <a:pt x="1031" y="30"/>
                    <a:pt x="1031" y="30"/>
                  </a:cubicBezTo>
                  <a:cubicBezTo>
                    <a:pt x="938" y="6"/>
                    <a:pt x="686" y="1"/>
                    <a:pt x="4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0" name="Google Shape;7330;p54"/>
            <p:cNvSpPr/>
            <p:nvPr/>
          </p:nvSpPr>
          <p:spPr>
            <a:xfrm>
              <a:off x="3746180" y="4045550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6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1" name="Google Shape;7331;p54"/>
            <p:cNvSpPr/>
            <p:nvPr/>
          </p:nvSpPr>
          <p:spPr>
            <a:xfrm>
              <a:off x="3746180" y="4025999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4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2" name="Google Shape;7332;p54"/>
            <p:cNvSpPr/>
            <p:nvPr/>
          </p:nvSpPr>
          <p:spPr>
            <a:xfrm>
              <a:off x="3746180" y="4006102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3" name="Google Shape;7333;p54"/>
            <p:cNvSpPr/>
            <p:nvPr/>
          </p:nvSpPr>
          <p:spPr>
            <a:xfrm>
              <a:off x="4256756" y="3883432"/>
              <a:ext cx="687235" cy="292482"/>
            </a:xfrm>
            <a:custGeom>
              <a:avLst/>
              <a:gdLst/>
              <a:ahLst/>
              <a:cxnLst/>
              <a:rect l="l" t="t" r="r" b="b"/>
              <a:pathLst>
                <a:path w="7944" h="3381" extrusionOk="0">
                  <a:moveTo>
                    <a:pt x="337" y="1"/>
                  </a:moveTo>
                  <a:lnTo>
                    <a:pt x="0" y="1507"/>
                  </a:lnTo>
                  <a:lnTo>
                    <a:pt x="8" y="1518"/>
                  </a:lnTo>
                  <a:cubicBezTo>
                    <a:pt x="364" y="1948"/>
                    <a:pt x="552" y="2407"/>
                    <a:pt x="651" y="2760"/>
                  </a:cubicBezTo>
                  <a:cubicBezTo>
                    <a:pt x="701" y="2936"/>
                    <a:pt x="728" y="3086"/>
                    <a:pt x="743" y="3189"/>
                  </a:cubicBezTo>
                  <a:cubicBezTo>
                    <a:pt x="751" y="3243"/>
                    <a:pt x="754" y="3285"/>
                    <a:pt x="759" y="3311"/>
                  </a:cubicBezTo>
                  <a:cubicBezTo>
                    <a:pt x="759" y="3327"/>
                    <a:pt x="763" y="3334"/>
                    <a:pt x="763" y="3343"/>
                  </a:cubicBezTo>
                  <a:lnTo>
                    <a:pt x="763" y="3350"/>
                  </a:lnTo>
                  <a:lnTo>
                    <a:pt x="763" y="3354"/>
                  </a:lnTo>
                  <a:lnTo>
                    <a:pt x="763" y="3380"/>
                  </a:lnTo>
                  <a:lnTo>
                    <a:pt x="6993" y="3380"/>
                  </a:lnTo>
                  <a:lnTo>
                    <a:pt x="7001" y="3362"/>
                  </a:lnTo>
                  <a:cubicBezTo>
                    <a:pt x="7154" y="2833"/>
                    <a:pt x="7388" y="2434"/>
                    <a:pt x="7583" y="2174"/>
                  </a:cubicBezTo>
                  <a:cubicBezTo>
                    <a:pt x="7679" y="2040"/>
                    <a:pt x="7767" y="1944"/>
                    <a:pt x="7828" y="1879"/>
                  </a:cubicBezTo>
                  <a:cubicBezTo>
                    <a:pt x="7863" y="1845"/>
                    <a:pt x="7886" y="1822"/>
                    <a:pt x="7905" y="1806"/>
                  </a:cubicBezTo>
                  <a:cubicBezTo>
                    <a:pt x="7913" y="1794"/>
                    <a:pt x="7920" y="1790"/>
                    <a:pt x="7924" y="1787"/>
                  </a:cubicBezTo>
                  <a:lnTo>
                    <a:pt x="7928" y="1783"/>
                  </a:lnTo>
                  <a:lnTo>
                    <a:pt x="7932" y="1779"/>
                  </a:lnTo>
                  <a:lnTo>
                    <a:pt x="7940" y="1771"/>
                  </a:lnTo>
                  <a:lnTo>
                    <a:pt x="7940" y="1760"/>
                  </a:lnTo>
                  <a:cubicBezTo>
                    <a:pt x="7943" y="1725"/>
                    <a:pt x="7943" y="1687"/>
                    <a:pt x="7943" y="1652"/>
                  </a:cubicBezTo>
                  <a:cubicBezTo>
                    <a:pt x="7943" y="1350"/>
                    <a:pt x="7890" y="963"/>
                    <a:pt x="7836" y="649"/>
                  </a:cubicBezTo>
                  <a:cubicBezTo>
                    <a:pt x="7782" y="338"/>
                    <a:pt x="7729" y="101"/>
                    <a:pt x="7729" y="101"/>
                  </a:cubicBezTo>
                  <a:lnTo>
                    <a:pt x="7671" y="116"/>
                  </a:lnTo>
                  <a:lnTo>
                    <a:pt x="7671" y="124"/>
                  </a:lnTo>
                  <a:cubicBezTo>
                    <a:pt x="7687" y="177"/>
                    <a:pt x="7737" y="419"/>
                    <a:pt x="7786" y="718"/>
                  </a:cubicBezTo>
                  <a:cubicBezTo>
                    <a:pt x="7840" y="1017"/>
                    <a:pt x="7886" y="1373"/>
                    <a:pt x="7886" y="1652"/>
                  </a:cubicBezTo>
                  <a:cubicBezTo>
                    <a:pt x="7886" y="1684"/>
                    <a:pt x="7886" y="1714"/>
                    <a:pt x="7883" y="1746"/>
                  </a:cubicBezTo>
                  <a:lnTo>
                    <a:pt x="7883" y="1746"/>
                  </a:lnTo>
                  <a:cubicBezTo>
                    <a:pt x="7799" y="1818"/>
                    <a:pt x="7240" y="2341"/>
                    <a:pt x="6950" y="3323"/>
                  </a:cubicBezTo>
                  <a:lnTo>
                    <a:pt x="818" y="3323"/>
                  </a:lnTo>
                  <a:cubicBezTo>
                    <a:pt x="812" y="3250"/>
                    <a:pt x="789" y="3032"/>
                    <a:pt x="709" y="2745"/>
                  </a:cubicBezTo>
                  <a:cubicBezTo>
                    <a:pt x="607" y="2388"/>
                    <a:pt x="418" y="1930"/>
                    <a:pt x="64" y="1493"/>
                  </a:cubicBezTo>
                  <a:lnTo>
                    <a:pt x="64" y="1493"/>
                  </a:lnTo>
                  <a:lnTo>
                    <a:pt x="395" y="13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4" name="Google Shape;7334;p54"/>
            <p:cNvSpPr/>
            <p:nvPr/>
          </p:nvSpPr>
          <p:spPr>
            <a:xfrm>
              <a:off x="4485053" y="3883865"/>
              <a:ext cx="13755" cy="290060"/>
            </a:xfrm>
            <a:custGeom>
              <a:avLst/>
              <a:gdLst/>
              <a:ahLst/>
              <a:cxnLst/>
              <a:rect l="l" t="t" r="r" b="b"/>
              <a:pathLst>
                <a:path w="159" h="3353" extrusionOk="0">
                  <a:moveTo>
                    <a:pt x="47" y="0"/>
                  </a:moveTo>
                  <a:cubicBezTo>
                    <a:pt x="13" y="387"/>
                    <a:pt x="1" y="805"/>
                    <a:pt x="1" y="1207"/>
                  </a:cubicBezTo>
                  <a:cubicBezTo>
                    <a:pt x="1" y="2333"/>
                    <a:pt x="101" y="3349"/>
                    <a:pt x="101" y="3352"/>
                  </a:cubicBezTo>
                  <a:lnTo>
                    <a:pt x="158" y="3345"/>
                  </a:lnTo>
                  <a:lnTo>
                    <a:pt x="158" y="3334"/>
                  </a:lnTo>
                  <a:cubicBezTo>
                    <a:pt x="147" y="3219"/>
                    <a:pt x="59" y="2261"/>
                    <a:pt x="59" y="1207"/>
                  </a:cubicBezTo>
                  <a:cubicBezTo>
                    <a:pt x="59" y="805"/>
                    <a:pt x="74" y="391"/>
                    <a:pt x="105" y="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5" name="Google Shape;7335;p54"/>
            <p:cNvSpPr/>
            <p:nvPr/>
          </p:nvSpPr>
          <p:spPr>
            <a:xfrm>
              <a:off x="4548378" y="3926600"/>
              <a:ext cx="55193" cy="5363"/>
            </a:xfrm>
            <a:custGeom>
              <a:avLst/>
              <a:gdLst/>
              <a:ahLst/>
              <a:cxnLst/>
              <a:rect l="l" t="t" r="r" b="b"/>
              <a:pathLst>
                <a:path w="638" h="62" extrusionOk="0">
                  <a:moveTo>
                    <a:pt x="1" y="0"/>
                  </a:moveTo>
                  <a:lnTo>
                    <a:pt x="1" y="62"/>
                  </a:lnTo>
                  <a:lnTo>
                    <a:pt x="637" y="62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6" name="Google Shape;7336;p54"/>
            <p:cNvSpPr/>
            <p:nvPr/>
          </p:nvSpPr>
          <p:spPr>
            <a:xfrm>
              <a:off x="4311430" y="3926600"/>
              <a:ext cx="54761" cy="5363"/>
            </a:xfrm>
            <a:custGeom>
              <a:avLst/>
              <a:gdLst/>
              <a:ahLst/>
              <a:cxnLst/>
              <a:rect l="l" t="t" r="r" b="b"/>
              <a:pathLst>
                <a:path w="633" h="62" extrusionOk="0">
                  <a:moveTo>
                    <a:pt x="0" y="0"/>
                  </a:moveTo>
                  <a:lnTo>
                    <a:pt x="0" y="62"/>
                  </a:lnTo>
                  <a:lnTo>
                    <a:pt x="633" y="62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7" name="Google Shape;7337;p54"/>
            <p:cNvSpPr/>
            <p:nvPr/>
          </p:nvSpPr>
          <p:spPr>
            <a:xfrm>
              <a:off x="4977375" y="3874263"/>
              <a:ext cx="312042" cy="56403"/>
            </a:xfrm>
            <a:custGeom>
              <a:avLst/>
              <a:gdLst/>
              <a:ahLst/>
              <a:cxnLst/>
              <a:rect l="l" t="t" r="r" b="b"/>
              <a:pathLst>
                <a:path w="3607" h="652" extrusionOk="0">
                  <a:moveTo>
                    <a:pt x="12" y="0"/>
                  </a:moveTo>
                  <a:lnTo>
                    <a:pt x="1" y="57"/>
                  </a:lnTo>
                  <a:cubicBezTo>
                    <a:pt x="1" y="57"/>
                    <a:pt x="759" y="207"/>
                    <a:pt x="1534" y="352"/>
                  </a:cubicBezTo>
                  <a:cubicBezTo>
                    <a:pt x="1925" y="429"/>
                    <a:pt x="2315" y="502"/>
                    <a:pt x="2614" y="556"/>
                  </a:cubicBezTo>
                  <a:cubicBezTo>
                    <a:pt x="2763" y="586"/>
                    <a:pt x="2894" y="609"/>
                    <a:pt x="2986" y="624"/>
                  </a:cubicBezTo>
                  <a:cubicBezTo>
                    <a:pt x="3035" y="632"/>
                    <a:pt x="3074" y="640"/>
                    <a:pt x="3101" y="644"/>
                  </a:cubicBezTo>
                  <a:cubicBezTo>
                    <a:pt x="3115" y="644"/>
                    <a:pt x="3127" y="647"/>
                    <a:pt x="3135" y="647"/>
                  </a:cubicBezTo>
                  <a:cubicBezTo>
                    <a:pt x="3147" y="651"/>
                    <a:pt x="3150" y="651"/>
                    <a:pt x="3158" y="651"/>
                  </a:cubicBezTo>
                  <a:cubicBezTo>
                    <a:pt x="3177" y="651"/>
                    <a:pt x="3196" y="647"/>
                    <a:pt x="3219" y="640"/>
                  </a:cubicBezTo>
                  <a:cubicBezTo>
                    <a:pt x="3253" y="628"/>
                    <a:pt x="3296" y="605"/>
                    <a:pt x="3338" y="582"/>
                  </a:cubicBezTo>
                  <a:cubicBezTo>
                    <a:pt x="3469" y="513"/>
                    <a:pt x="3607" y="414"/>
                    <a:pt x="3607" y="414"/>
                  </a:cubicBezTo>
                  <a:lnTo>
                    <a:pt x="3572" y="364"/>
                  </a:lnTo>
                  <a:cubicBezTo>
                    <a:pt x="3572" y="364"/>
                    <a:pt x="3572" y="368"/>
                    <a:pt x="3568" y="368"/>
                  </a:cubicBezTo>
                  <a:cubicBezTo>
                    <a:pt x="3552" y="379"/>
                    <a:pt x="3472" y="437"/>
                    <a:pt x="3384" y="490"/>
                  </a:cubicBezTo>
                  <a:cubicBezTo>
                    <a:pt x="3338" y="517"/>
                    <a:pt x="3292" y="544"/>
                    <a:pt x="3250" y="563"/>
                  </a:cubicBezTo>
                  <a:cubicBezTo>
                    <a:pt x="3230" y="571"/>
                    <a:pt x="3212" y="579"/>
                    <a:pt x="3196" y="582"/>
                  </a:cubicBezTo>
                  <a:cubicBezTo>
                    <a:pt x="3181" y="590"/>
                    <a:pt x="3166" y="590"/>
                    <a:pt x="3158" y="590"/>
                  </a:cubicBezTo>
                  <a:lnTo>
                    <a:pt x="3143" y="590"/>
                  </a:lnTo>
                  <a:cubicBezTo>
                    <a:pt x="3108" y="586"/>
                    <a:pt x="3035" y="575"/>
                    <a:pt x="2932" y="556"/>
                  </a:cubicBezTo>
                  <a:cubicBezTo>
                    <a:pt x="2564" y="490"/>
                    <a:pt x="1833" y="352"/>
                    <a:pt x="1196" y="230"/>
                  </a:cubicBezTo>
                  <a:cubicBezTo>
                    <a:pt x="878" y="168"/>
                    <a:pt x="579" y="111"/>
                    <a:pt x="365" y="69"/>
                  </a:cubicBezTo>
                  <a:cubicBezTo>
                    <a:pt x="254" y="50"/>
                    <a:pt x="165" y="30"/>
                    <a:pt x="104" y="19"/>
                  </a:cubicBezTo>
                  <a:cubicBezTo>
                    <a:pt x="73" y="15"/>
                    <a:pt x="50" y="7"/>
                    <a:pt x="35" y="7"/>
                  </a:cubicBezTo>
                  <a:cubicBezTo>
                    <a:pt x="20" y="4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8" name="Google Shape;7338;p54"/>
            <p:cNvSpPr/>
            <p:nvPr/>
          </p:nvSpPr>
          <p:spPr>
            <a:xfrm>
              <a:off x="3718065" y="4144688"/>
              <a:ext cx="208230" cy="88930"/>
            </a:xfrm>
            <a:custGeom>
              <a:avLst/>
              <a:gdLst/>
              <a:ahLst/>
              <a:cxnLst/>
              <a:rect l="l" t="t" r="r" b="b"/>
              <a:pathLst>
                <a:path w="2407" h="1028" extrusionOk="0">
                  <a:moveTo>
                    <a:pt x="176" y="1"/>
                  </a:moveTo>
                  <a:cubicBezTo>
                    <a:pt x="0" y="291"/>
                    <a:pt x="135" y="668"/>
                    <a:pt x="135" y="668"/>
                  </a:cubicBezTo>
                  <a:lnTo>
                    <a:pt x="713" y="668"/>
                  </a:lnTo>
                  <a:lnTo>
                    <a:pt x="2268" y="1027"/>
                  </a:lnTo>
                  <a:lnTo>
                    <a:pt x="2406" y="429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9" name="Google Shape;7339;p54"/>
            <p:cNvSpPr/>
            <p:nvPr/>
          </p:nvSpPr>
          <p:spPr>
            <a:xfrm>
              <a:off x="3913316" y="4014753"/>
              <a:ext cx="369657" cy="234435"/>
            </a:xfrm>
            <a:custGeom>
              <a:avLst/>
              <a:gdLst/>
              <a:ahLst/>
              <a:cxnLst/>
              <a:rect l="l" t="t" r="r" b="b"/>
              <a:pathLst>
                <a:path w="4273" h="2710" extrusionOk="0">
                  <a:moveTo>
                    <a:pt x="2204" y="0"/>
                  </a:moveTo>
                  <a:cubicBezTo>
                    <a:pt x="476" y="0"/>
                    <a:pt x="0" y="2472"/>
                    <a:pt x="0" y="2472"/>
                  </a:cubicBezTo>
                  <a:lnTo>
                    <a:pt x="943" y="2709"/>
                  </a:lnTo>
                  <a:lnTo>
                    <a:pt x="3633" y="2709"/>
                  </a:lnTo>
                  <a:lnTo>
                    <a:pt x="4273" y="2377"/>
                  </a:lnTo>
                  <a:cubicBezTo>
                    <a:pt x="4273" y="2377"/>
                    <a:pt x="3932" y="0"/>
                    <a:pt x="2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0" name="Google Shape;7340;p54"/>
            <p:cNvSpPr/>
            <p:nvPr/>
          </p:nvSpPr>
          <p:spPr>
            <a:xfrm>
              <a:off x="4900123" y="4013109"/>
              <a:ext cx="371733" cy="222151"/>
            </a:xfrm>
            <a:custGeom>
              <a:avLst/>
              <a:gdLst/>
              <a:ahLst/>
              <a:cxnLst/>
              <a:rect l="l" t="t" r="r" b="b"/>
              <a:pathLst>
                <a:path w="4297" h="2568" extrusionOk="0">
                  <a:moveTo>
                    <a:pt x="2197" y="1"/>
                  </a:moveTo>
                  <a:cubicBezTo>
                    <a:pt x="1449" y="1"/>
                    <a:pt x="449" y="510"/>
                    <a:pt x="1" y="2288"/>
                  </a:cubicBezTo>
                  <a:lnTo>
                    <a:pt x="1043" y="2568"/>
                  </a:lnTo>
                  <a:lnTo>
                    <a:pt x="3515" y="2568"/>
                  </a:lnTo>
                  <a:lnTo>
                    <a:pt x="4296" y="2315"/>
                  </a:lnTo>
                  <a:cubicBezTo>
                    <a:pt x="3844" y="449"/>
                    <a:pt x="2940" y="1"/>
                    <a:pt x="2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1" name="Google Shape;7341;p54"/>
            <p:cNvSpPr/>
            <p:nvPr/>
          </p:nvSpPr>
          <p:spPr>
            <a:xfrm>
              <a:off x="4941301" y="4038629"/>
              <a:ext cx="297335" cy="297413"/>
            </a:xfrm>
            <a:custGeom>
              <a:avLst/>
              <a:gdLst/>
              <a:ahLst/>
              <a:cxnLst/>
              <a:rect l="l" t="t" r="r" b="b"/>
              <a:pathLst>
                <a:path w="3437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67" y="3438"/>
                    <a:pt x="3437" y="2672"/>
                    <a:pt x="3437" y="1721"/>
                  </a:cubicBezTo>
                  <a:cubicBezTo>
                    <a:pt x="3437" y="771"/>
                    <a:pt x="2667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2" name="Google Shape;7342;p54"/>
            <p:cNvSpPr/>
            <p:nvPr/>
          </p:nvSpPr>
          <p:spPr>
            <a:xfrm>
              <a:off x="4992255" y="4100310"/>
              <a:ext cx="195426" cy="174140"/>
            </a:xfrm>
            <a:custGeom>
              <a:avLst/>
              <a:gdLst/>
              <a:ahLst/>
              <a:cxnLst/>
              <a:rect l="l" t="t" r="r" b="b"/>
              <a:pathLst>
                <a:path w="2259" h="2013" extrusionOk="0">
                  <a:moveTo>
                    <a:pt x="1130" y="1"/>
                  </a:moveTo>
                  <a:cubicBezTo>
                    <a:pt x="706" y="1"/>
                    <a:pt x="312" y="272"/>
                    <a:pt x="173" y="698"/>
                  </a:cubicBezTo>
                  <a:cubicBezTo>
                    <a:pt x="1" y="1223"/>
                    <a:pt x="292" y="1793"/>
                    <a:pt x="817" y="1962"/>
                  </a:cubicBezTo>
                  <a:cubicBezTo>
                    <a:pt x="921" y="1996"/>
                    <a:pt x="1027" y="2012"/>
                    <a:pt x="1130" y="2012"/>
                  </a:cubicBezTo>
                  <a:cubicBezTo>
                    <a:pt x="1554" y="2012"/>
                    <a:pt x="1947" y="1743"/>
                    <a:pt x="2085" y="1319"/>
                  </a:cubicBezTo>
                  <a:cubicBezTo>
                    <a:pt x="2258" y="790"/>
                    <a:pt x="1967" y="222"/>
                    <a:pt x="1442" y="50"/>
                  </a:cubicBezTo>
                  <a:cubicBezTo>
                    <a:pt x="1338" y="17"/>
                    <a:pt x="1233" y="1"/>
                    <a:pt x="1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3" name="Google Shape;7343;p54"/>
            <p:cNvSpPr/>
            <p:nvPr/>
          </p:nvSpPr>
          <p:spPr>
            <a:xfrm>
              <a:off x="4997618" y="4104895"/>
              <a:ext cx="184699" cy="165056"/>
            </a:xfrm>
            <a:custGeom>
              <a:avLst/>
              <a:gdLst/>
              <a:ahLst/>
              <a:cxnLst/>
              <a:rect l="l" t="t" r="r" b="b"/>
              <a:pathLst>
                <a:path w="2135" h="1908" extrusionOk="0">
                  <a:moveTo>
                    <a:pt x="1068" y="1"/>
                  </a:moveTo>
                  <a:cubicBezTo>
                    <a:pt x="668" y="1"/>
                    <a:pt x="294" y="256"/>
                    <a:pt x="161" y="660"/>
                  </a:cubicBezTo>
                  <a:cubicBezTo>
                    <a:pt x="0" y="1158"/>
                    <a:pt x="272" y="1699"/>
                    <a:pt x="775" y="1860"/>
                  </a:cubicBezTo>
                  <a:cubicBezTo>
                    <a:pt x="872" y="1892"/>
                    <a:pt x="972" y="1907"/>
                    <a:pt x="1069" y="1907"/>
                  </a:cubicBezTo>
                  <a:cubicBezTo>
                    <a:pt x="1469" y="1907"/>
                    <a:pt x="1841" y="1651"/>
                    <a:pt x="1974" y="1250"/>
                  </a:cubicBezTo>
                  <a:cubicBezTo>
                    <a:pt x="2135" y="748"/>
                    <a:pt x="1863" y="212"/>
                    <a:pt x="1360" y="47"/>
                  </a:cubicBezTo>
                  <a:cubicBezTo>
                    <a:pt x="1264" y="16"/>
                    <a:pt x="1165" y="1"/>
                    <a:pt x="1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4" name="Google Shape;7344;p54"/>
            <p:cNvSpPr/>
            <p:nvPr/>
          </p:nvSpPr>
          <p:spPr>
            <a:xfrm>
              <a:off x="5020803" y="4125657"/>
              <a:ext cx="138329" cy="123619"/>
            </a:xfrm>
            <a:custGeom>
              <a:avLst/>
              <a:gdLst/>
              <a:ahLst/>
              <a:cxnLst/>
              <a:rect l="l" t="t" r="r" b="b"/>
              <a:pathLst>
                <a:path w="1599" h="1429" extrusionOk="0">
                  <a:moveTo>
                    <a:pt x="796" y="1"/>
                  </a:moveTo>
                  <a:cubicBezTo>
                    <a:pt x="496" y="1"/>
                    <a:pt x="217" y="191"/>
                    <a:pt x="119" y="493"/>
                  </a:cubicBezTo>
                  <a:cubicBezTo>
                    <a:pt x="1" y="868"/>
                    <a:pt x="204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80" y="934"/>
                  </a:cubicBezTo>
                  <a:cubicBezTo>
                    <a:pt x="1598" y="557"/>
                    <a:pt x="1395" y="156"/>
                    <a:pt x="1020" y="37"/>
                  </a:cubicBezTo>
                  <a:cubicBezTo>
                    <a:pt x="945" y="13"/>
                    <a:pt x="870" y="1"/>
                    <a:pt x="7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5" name="Google Shape;7345;p54"/>
            <p:cNvSpPr/>
            <p:nvPr/>
          </p:nvSpPr>
          <p:spPr>
            <a:xfrm>
              <a:off x="5070545" y="4170036"/>
              <a:ext cx="38843" cy="34603"/>
            </a:xfrm>
            <a:custGeom>
              <a:avLst/>
              <a:gdLst/>
              <a:ahLst/>
              <a:cxnLst/>
              <a:rect l="l" t="t" r="r" b="b"/>
              <a:pathLst>
                <a:path w="449" h="400" extrusionOk="0">
                  <a:moveTo>
                    <a:pt x="224" y="0"/>
                  </a:moveTo>
                  <a:cubicBezTo>
                    <a:pt x="140" y="0"/>
                    <a:pt x="63" y="55"/>
                    <a:pt x="35" y="141"/>
                  </a:cubicBezTo>
                  <a:cubicBezTo>
                    <a:pt x="1" y="244"/>
                    <a:pt x="58" y="355"/>
                    <a:pt x="161" y="389"/>
                  </a:cubicBezTo>
                  <a:cubicBezTo>
                    <a:pt x="183" y="396"/>
                    <a:pt x="204" y="400"/>
                    <a:pt x="225" y="400"/>
                  </a:cubicBezTo>
                  <a:cubicBezTo>
                    <a:pt x="309" y="400"/>
                    <a:pt x="386" y="346"/>
                    <a:pt x="414" y="263"/>
                  </a:cubicBezTo>
                  <a:cubicBezTo>
                    <a:pt x="448" y="156"/>
                    <a:pt x="391" y="44"/>
                    <a:pt x="287" y="10"/>
                  </a:cubicBezTo>
                  <a:cubicBezTo>
                    <a:pt x="266" y="4"/>
                    <a:pt x="245" y="0"/>
                    <a:pt x="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6" name="Google Shape;7346;p54"/>
            <p:cNvSpPr/>
            <p:nvPr/>
          </p:nvSpPr>
          <p:spPr>
            <a:xfrm>
              <a:off x="5079110" y="4123494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1" y="0"/>
                  </a:moveTo>
                  <a:lnTo>
                    <a:pt x="62" y="674"/>
                  </a:lnTo>
                  <a:lnTo>
                    <a:pt x="188" y="674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7" name="Google Shape;7347;p54"/>
            <p:cNvSpPr/>
            <p:nvPr/>
          </p:nvSpPr>
          <p:spPr>
            <a:xfrm>
              <a:off x="5029107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126" y="1"/>
                  </a:moveTo>
                  <a:lnTo>
                    <a:pt x="66" y="108"/>
                  </a:lnTo>
                  <a:lnTo>
                    <a:pt x="0" y="216"/>
                  </a:lnTo>
                  <a:lnTo>
                    <a:pt x="617" y="499"/>
                  </a:lnTo>
                  <a:lnTo>
                    <a:pt x="648" y="446"/>
                  </a:lnTo>
                  <a:lnTo>
                    <a:pt x="678" y="39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8" name="Google Shape;7348;p54"/>
            <p:cNvSpPr/>
            <p:nvPr/>
          </p:nvSpPr>
          <p:spPr>
            <a:xfrm>
              <a:off x="5029107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7" y="1"/>
                  </a:moveTo>
                  <a:lnTo>
                    <a:pt x="0" y="285"/>
                  </a:lnTo>
                  <a:lnTo>
                    <a:pt x="66" y="392"/>
                  </a:lnTo>
                  <a:lnTo>
                    <a:pt x="126" y="499"/>
                  </a:lnTo>
                  <a:lnTo>
                    <a:pt x="678" y="108"/>
                  </a:lnTo>
                  <a:lnTo>
                    <a:pt x="648" y="55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9" name="Google Shape;7349;p54"/>
            <p:cNvSpPr/>
            <p:nvPr/>
          </p:nvSpPr>
          <p:spPr>
            <a:xfrm>
              <a:off x="5079110" y="4193133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62" y="0"/>
                  </a:moveTo>
                  <a:lnTo>
                    <a:pt x="1" y="674"/>
                  </a:lnTo>
                  <a:lnTo>
                    <a:pt x="250" y="674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0" name="Google Shape;7350;p54"/>
            <p:cNvSpPr/>
            <p:nvPr/>
          </p:nvSpPr>
          <p:spPr>
            <a:xfrm>
              <a:off x="5092086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" y="1"/>
                  </a:moveTo>
                  <a:lnTo>
                    <a:pt x="31" y="55"/>
                  </a:lnTo>
                  <a:lnTo>
                    <a:pt x="1" y="108"/>
                  </a:lnTo>
                  <a:lnTo>
                    <a:pt x="553" y="499"/>
                  </a:lnTo>
                  <a:lnTo>
                    <a:pt x="617" y="392"/>
                  </a:lnTo>
                  <a:lnTo>
                    <a:pt x="679" y="285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1" name="Google Shape;7351;p54"/>
            <p:cNvSpPr/>
            <p:nvPr/>
          </p:nvSpPr>
          <p:spPr>
            <a:xfrm>
              <a:off x="5092086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553" y="1"/>
                  </a:moveTo>
                  <a:lnTo>
                    <a:pt x="1" y="391"/>
                  </a:lnTo>
                  <a:lnTo>
                    <a:pt x="31" y="446"/>
                  </a:lnTo>
                  <a:lnTo>
                    <a:pt x="61" y="499"/>
                  </a:lnTo>
                  <a:lnTo>
                    <a:pt x="679" y="216"/>
                  </a:lnTo>
                  <a:lnTo>
                    <a:pt x="617" y="108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2" name="Google Shape;7352;p54"/>
            <p:cNvSpPr/>
            <p:nvPr/>
          </p:nvSpPr>
          <p:spPr>
            <a:xfrm>
              <a:off x="5080840" y="4179119"/>
              <a:ext cx="18254" cy="16436"/>
            </a:xfrm>
            <a:custGeom>
              <a:avLst/>
              <a:gdLst/>
              <a:ahLst/>
              <a:cxnLst/>
              <a:rect l="l" t="t" r="r" b="b"/>
              <a:pathLst>
                <a:path w="211" h="190" extrusionOk="0">
                  <a:moveTo>
                    <a:pt x="107" y="1"/>
                  </a:moveTo>
                  <a:cubicBezTo>
                    <a:pt x="66" y="1"/>
                    <a:pt x="28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5" y="189"/>
                  </a:cubicBezTo>
                  <a:cubicBezTo>
                    <a:pt x="146" y="189"/>
                    <a:pt x="183" y="164"/>
                    <a:pt x="195" y="123"/>
                  </a:cubicBezTo>
                  <a:cubicBezTo>
                    <a:pt x="211" y="74"/>
                    <a:pt x="184" y="20"/>
                    <a:pt x="134" y="5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3" name="Google Shape;7353;p54"/>
            <p:cNvSpPr/>
            <p:nvPr/>
          </p:nvSpPr>
          <p:spPr>
            <a:xfrm>
              <a:off x="3955099" y="4038629"/>
              <a:ext cx="297767" cy="297413"/>
            </a:xfrm>
            <a:custGeom>
              <a:avLst/>
              <a:gdLst/>
              <a:ahLst/>
              <a:cxnLst/>
              <a:rect l="l" t="t" r="r" b="b"/>
              <a:pathLst>
                <a:path w="3442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71" y="3438"/>
                    <a:pt x="3441" y="2672"/>
                    <a:pt x="3441" y="1721"/>
                  </a:cubicBezTo>
                  <a:cubicBezTo>
                    <a:pt x="3441" y="771"/>
                    <a:pt x="2671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4" name="Google Shape;7354;p54"/>
            <p:cNvSpPr/>
            <p:nvPr/>
          </p:nvSpPr>
          <p:spPr>
            <a:xfrm>
              <a:off x="4006486" y="4100310"/>
              <a:ext cx="194994" cy="174140"/>
            </a:xfrm>
            <a:custGeom>
              <a:avLst/>
              <a:gdLst/>
              <a:ahLst/>
              <a:cxnLst/>
              <a:rect l="l" t="t" r="r" b="b"/>
              <a:pathLst>
                <a:path w="2254" h="2013" extrusionOk="0">
                  <a:moveTo>
                    <a:pt x="1125" y="1"/>
                  </a:moveTo>
                  <a:cubicBezTo>
                    <a:pt x="701" y="1"/>
                    <a:pt x="308" y="272"/>
                    <a:pt x="168" y="698"/>
                  </a:cubicBezTo>
                  <a:cubicBezTo>
                    <a:pt x="0" y="1223"/>
                    <a:pt x="287" y="1793"/>
                    <a:pt x="816" y="1962"/>
                  </a:cubicBezTo>
                  <a:cubicBezTo>
                    <a:pt x="920" y="1996"/>
                    <a:pt x="1025" y="2012"/>
                    <a:pt x="1129" y="2012"/>
                  </a:cubicBezTo>
                  <a:cubicBezTo>
                    <a:pt x="1552" y="2012"/>
                    <a:pt x="1946" y="1743"/>
                    <a:pt x="2084" y="1319"/>
                  </a:cubicBezTo>
                  <a:cubicBezTo>
                    <a:pt x="2253" y="790"/>
                    <a:pt x="1965" y="222"/>
                    <a:pt x="1437" y="50"/>
                  </a:cubicBezTo>
                  <a:cubicBezTo>
                    <a:pt x="1333" y="17"/>
                    <a:pt x="1228" y="1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5" name="Google Shape;7355;p54"/>
            <p:cNvSpPr/>
            <p:nvPr/>
          </p:nvSpPr>
          <p:spPr>
            <a:xfrm>
              <a:off x="4011417" y="4104895"/>
              <a:ext cx="185045" cy="165056"/>
            </a:xfrm>
            <a:custGeom>
              <a:avLst/>
              <a:gdLst/>
              <a:ahLst/>
              <a:cxnLst/>
              <a:rect l="l" t="t" r="r" b="b"/>
              <a:pathLst>
                <a:path w="2139" h="1908" extrusionOk="0">
                  <a:moveTo>
                    <a:pt x="1071" y="1"/>
                  </a:moveTo>
                  <a:cubicBezTo>
                    <a:pt x="668" y="1"/>
                    <a:pt x="294" y="256"/>
                    <a:pt x="165" y="660"/>
                  </a:cubicBezTo>
                  <a:cubicBezTo>
                    <a:pt x="0" y="1158"/>
                    <a:pt x="276" y="1699"/>
                    <a:pt x="774" y="1860"/>
                  </a:cubicBezTo>
                  <a:cubicBezTo>
                    <a:pt x="873" y="1892"/>
                    <a:pt x="973" y="1907"/>
                    <a:pt x="1071" y="1907"/>
                  </a:cubicBezTo>
                  <a:cubicBezTo>
                    <a:pt x="1473" y="1907"/>
                    <a:pt x="1844" y="1651"/>
                    <a:pt x="1974" y="1250"/>
                  </a:cubicBezTo>
                  <a:cubicBezTo>
                    <a:pt x="2138" y="748"/>
                    <a:pt x="1862" y="212"/>
                    <a:pt x="1365" y="47"/>
                  </a:cubicBezTo>
                  <a:cubicBezTo>
                    <a:pt x="1267" y="16"/>
                    <a:pt x="1168" y="1"/>
                    <a:pt x="10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6" name="Google Shape;7356;p54"/>
            <p:cNvSpPr/>
            <p:nvPr/>
          </p:nvSpPr>
          <p:spPr>
            <a:xfrm>
              <a:off x="4034601" y="4125657"/>
              <a:ext cx="138676" cy="123619"/>
            </a:xfrm>
            <a:custGeom>
              <a:avLst/>
              <a:gdLst/>
              <a:ahLst/>
              <a:cxnLst/>
              <a:rect l="l" t="t" r="r" b="b"/>
              <a:pathLst>
                <a:path w="1603" h="1429" extrusionOk="0">
                  <a:moveTo>
                    <a:pt x="800" y="1"/>
                  </a:moveTo>
                  <a:cubicBezTo>
                    <a:pt x="500" y="1"/>
                    <a:pt x="222" y="191"/>
                    <a:pt x="123" y="493"/>
                  </a:cubicBezTo>
                  <a:cubicBezTo>
                    <a:pt x="1" y="868"/>
                    <a:pt x="208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79" y="934"/>
                  </a:cubicBezTo>
                  <a:cubicBezTo>
                    <a:pt x="1603" y="557"/>
                    <a:pt x="1396" y="156"/>
                    <a:pt x="1023" y="37"/>
                  </a:cubicBezTo>
                  <a:cubicBezTo>
                    <a:pt x="949" y="13"/>
                    <a:pt x="874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7" name="Google Shape;7357;p54"/>
            <p:cNvSpPr/>
            <p:nvPr/>
          </p:nvSpPr>
          <p:spPr>
            <a:xfrm>
              <a:off x="4084344" y="4170036"/>
              <a:ext cx="39189" cy="34603"/>
            </a:xfrm>
            <a:custGeom>
              <a:avLst/>
              <a:gdLst/>
              <a:ahLst/>
              <a:cxnLst/>
              <a:rect l="l" t="t" r="r" b="b"/>
              <a:pathLst>
                <a:path w="453" h="400" extrusionOk="0">
                  <a:moveTo>
                    <a:pt x="226" y="0"/>
                  </a:moveTo>
                  <a:cubicBezTo>
                    <a:pt x="142" y="0"/>
                    <a:pt x="63" y="55"/>
                    <a:pt x="35" y="141"/>
                  </a:cubicBezTo>
                  <a:cubicBezTo>
                    <a:pt x="0" y="244"/>
                    <a:pt x="57" y="355"/>
                    <a:pt x="165" y="389"/>
                  </a:cubicBezTo>
                  <a:cubicBezTo>
                    <a:pt x="186" y="396"/>
                    <a:pt x="207" y="400"/>
                    <a:pt x="227" y="400"/>
                  </a:cubicBezTo>
                  <a:cubicBezTo>
                    <a:pt x="311" y="400"/>
                    <a:pt x="391" y="346"/>
                    <a:pt x="418" y="263"/>
                  </a:cubicBezTo>
                  <a:cubicBezTo>
                    <a:pt x="453" y="156"/>
                    <a:pt x="395" y="44"/>
                    <a:pt x="287" y="10"/>
                  </a:cubicBezTo>
                  <a:cubicBezTo>
                    <a:pt x="267" y="4"/>
                    <a:pt x="246" y="0"/>
                    <a:pt x="2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8" name="Google Shape;7358;p54"/>
            <p:cNvSpPr/>
            <p:nvPr/>
          </p:nvSpPr>
          <p:spPr>
            <a:xfrm>
              <a:off x="4093254" y="4123494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0" y="0"/>
                  </a:moveTo>
                  <a:lnTo>
                    <a:pt x="62" y="674"/>
                  </a:lnTo>
                  <a:lnTo>
                    <a:pt x="184" y="674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9" name="Google Shape;7359;p54"/>
            <p:cNvSpPr/>
            <p:nvPr/>
          </p:nvSpPr>
          <p:spPr>
            <a:xfrm>
              <a:off x="4043252" y="4145986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123" y="1"/>
                  </a:moveTo>
                  <a:lnTo>
                    <a:pt x="62" y="108"/>
                  </a:lnTo>
                  <a:lnTo>
                    <a:pt x="0" y="216"/>
                  </a:lnTo>
                  <a:lnTo>
                    <a:pt x="613" y="499"/>
                  </a:lnTo>
                  <a:lnTo>
                    <a:pt x="644" y="446"/>
                  </a:lnTo>
                  <a:lnTo>
                    <a:pt x="675" y="391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0" name="Google Shape;7360;p54"/>
            <p:cNvSpPr/>
            <p:nvPr/>
          </p:nvSpPr>
          <p:spPr>
            <a:xfrm>
              <a:off x="4043252" y="4185434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613" y="1"/>
                  </a:moveTo>
                  <a:lnTo>
                    <a:pt x="0" y="285"/>
                  </a:lnTo>
                  <a:lnTo>
                    <a:pt x="62" y="392"/>
                  </a:lnTo>
                  <a:lnTo>
                    <a:pt x="123" y="499"/>
                  </a:lnTo>
                  <a:lnTo>
                    <a:pt x="675" y="108"/>
                  </a:lnTo>
                  <a:lnTo>
                    <a:pt x="644" y="55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1" name="Google Shape;7361;p54"/>
            <p:cNvSpPr/>
            <p:nvPr/>
          </p:nvSpPr>
          <p:spPr>
            <a:xfrm>
              <a:off x="4093254" y="4193133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62" y="0"/>
                  </a:moveTo>
                  <a:lnTo>
                    <a:pt x="0" y="674"/>
                  </a:lnTo>
                  <a:lnTo>
                    <a:pt x="246" y="674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2" name="Google Shape;7362;p54"/>
            <p:cNvSpPr/>
            <p:nvPr/>
          </p:nvSpPr>
          <p:spPr>
            <a:xfrm>
              <a:off x="4106231" y="4185434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62" y="1"/>
                  </a:moveTo>
                  <a:lnTo>
                    <a:pt x="31" y="55"/>
                  </a:lnTo>
                  <a:lnTo>
                    <a:pt x="0" y="108"/>
                  </a:lnTo>
                  <a:lnTo>
                    <a:pt x="552" y="499"/>
                  </a:lnTo>
                  <a:lnTo>
                    <a:pt x="614" y="392"/>
                  </a:lnTo>
                  <a:lnTo>
                    <a:pt x="674" y="285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3" name="Google Shape;7363;p54"/>
            <p:cNvSpPr/>
            <p:nvPr/>
          </p:nvSpPr>
          <p:spPr>
            <a:xfrm>
              <a:off x="4106231" y="4145986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552" y="1"/>
                  </a:moveTo>
                  <a:lnTo>
                    <a:pt x="0" y="391"/>
                  </a:lnTo>
                  <a:lnTo>
                    <a:pt x="31" y="446"/>
                  </a:lnTo>
                  <a:lnTo>
                    <a:pt x="62" y="499"/>
                  </a:lnTo>
                  <a:lnTo>
                    <a:pt x="674" y="216"/>
                  </a:lnTo>
                  <a:lnTo>
                    <a:pt x="614" y="108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4" name="Google Shape;7364;p54"/>
            <p:cNvSpPr/>
            <p:nvPr/>
          </p:nvSpPr>
          <p:spPr>
            <a:xfrm>
              <a:off x="4094638" y="4179119"/>
              <a:ext cx="18600" cy="16436"/>
            </a:xfrm>
            <a:custGeom>
              <a:avLst/>
              <a:gdLst/>
              <a:ahLst/>
              <a:cxnLst/>
              <a:rect l="l" t="t" r="r" b="b"/>
              <a:pathLst>
                <a:path w="215" h="190" extrusionOk="0">
                  <a:moveTo>
                    <a:pt x="110" y="1"/>
                  </a:moveTo>
                  <a:cubicBezTo>
                    <a:pt x="70" y="1"/>
                    <a:pt x="31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6" y="189"/>
                  </a:cubicBezTo>
                  <a:cubicBezTo>
                    <a:pt x="146" y="189"/>
                    <a:pt x="184" y="164"/>
                    <a:pt x="200" y="123"/>
                  </a:cubicBezTo>
                  <a:cubicBezTo>
                    <a:pt x="214" y="74"/>
                    <a:pt x="188" y="20"/>
                    <a:pt x="138" y="5"/>
                  </a:cubicBezTo>
                  <a:cubicBezTo>
                    <a:pt x="129" y="2"/>
                    <a:pt x="120" y="1"/>
                    <a:pt x="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5" name="Google Shape;7365;p54"/>
            <p:cNvSpPr/>
            <p:nvPr/>
          </p:nvSpPr>
          <p:spPr>
            <a:xfrm>
              <a:off x="4519916" y="3646485"/>
              <a:ext cx="375972" cy="226477"/>
            </a:xfrm>
            <a:custGeom>
              <a:avLst/>
              <a:gdLst/>
              <a:ahLst/>
              <a:cxnLst/>
              <a:rect l="l" t="t" r="r" b="b"/>
              <a:pathLst>
                <a:path w="4346" h="2618" extrusionOk="0">
                  <a:moveTo>
                    <a:pt x="1" y="0"/>
                  </a:moveTo>
                  <a:lnTo>
                    <a:pt x="1" y="2617"/>
                  </a:lnTo>
                  <a:lnTo>
                    <a:pt x="4227" y="2617"/>
                  </a:lnTo>
                  <a:lnTo>
                    <a:pt x="4346" y="2131"/>
                  </a:lnTo>
                  <a:lnTo>
                    <a:pt x="2928" y="146"/>
                  </a:lnTo>
                  <a:lnTo>
                    <a:pt x="2905" y="146"/>
                  </a:lnTo>
                  <a:cubicBezTo>
                    <a:pt x="1989" y="62"/>
                    <a:pt x="73" y="4"/>
                    <a:pt x="54" y="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6" name="Google Shape;7366;p54"/>
            <p:cNvSpPr/>
            <p:nvPr/>
          </p:nvSpPr>
          <p:spPr>
            <a:xfrm>
              <a:off x="4524242" y="3651416"/>
              <a:ext cx="366370" cy="217220"/>
            </a:xfrm>
            <a:custGeom>
              <a:avLst/>
              <a:gdLst/>
              <a:ahLst/>
              <a:cxnLst/>
              <a:rect l="l" t="t" r="r" b="b"/>
              <a:pathLst>
                <a:path w="4235" h="2511" extrusionOk="0">
                  <a:moveTo>
                    <a:pt x="144" y="1"/>
                  </a:moveTo>
                  <a:cubicBezTo>
                    <a:pt x="66" y="1"/>
                    <a:pt x="0" y="64"/>
                    <a:pt x="0" y="146"/>
                  </a:cubicBezTo>
                  <a:lnTo>
                    <a:pt x="0" y="2369"/>
                  </a:lnTo>
                  <a:cubicBezTo>
                    <a:pt x="0" y="2445"/>
                    <a:pt x="66" y="2511"/>
                    <a:pt x="146" y="2511"/>
                  </a:cubicBezTo>
                  <a:lnTo>
                    <a:pt x="4024" y="2511"/>
                  </a:lnTo>
                  <a:cubicBezTo>
                    <a:pt x="4093" y="2511"/>
                    <a:pt x="4151" y="2465"/>
                    <a:pt x="4165" y="2403"/>
                  </a:cubicBezTo>
                  <a:lnTo>
                    <a:pt x="4227" y="2150"/>
                  </a:lnTo>
                  <a:cubicBezTo>
                    <a:pt x="4234" y="2108"/>
                    <a:pt x="4227" y="2067"/>
                    <a:pt x="4204" y="2032"/>
                  </a:cubicBezTo>
                  <a:lnTo>
                    <a:pt x="2890" y="192"/>
                  </a:lnTo>
                  <a:cubicBezTo>
                    <a:pt x="2867" y="158"/>
                    <a:pt x="2828" y="135"/>
                    <a:pt x="2786" y="135"/>
                  </a:cubicBezTo>
                  <a:cubicBezTo>
                    <a:pt x="2671" y="123"/>
                    <a:pt x="2549" y="116"/>
                    <a:pt x="2418" y="104"/>
                  </a:cubicBezTo>
                  <a:cubicBezTo>
                    <a:pt x="2077" y="81"/>
                    <a:pt x="1686" y="62"/>
                    <a:pt x="1314" y="47"/>
                  </a:cubicBezTo>
                  <a:cubicBezTo>
                    <a:pt x="1277" y="43"/>
                    <a:pt x="1234" y="43"/>
                    <a:pt x="1192" y="43"/>
                  </a:cubicBezTo>
                  <a:cubicBezTo>
                    <a:pt x="1058" y="35"/>
                    <a:pt x="927" y="31"/>
                    <a:pt x="801" y="24"/>
                  </a:cubicBezTo>
                  <a:cubicBezTo>
                    <a:pt x="525" y="16"/>
                    <a:pt x="292" y="5"/>
                    <a:pt x="150" y="1"/>
                  </a:cubicBezTo>
                  <a:cubicBezTo>
                    <a:pt x="148" y="1"/>
                    <a:pt x="146" y="1"/>
                    <a:pt x="1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7" name="Google Shape;7367;p54"/>
            <p:cNvSpPr/>
            <p:nvPr/>
          </p:nvSpPr>
          <p:spPr>
            <a:xfrm>
              <a:off x="4739389" y="3661105"/>
              <a:ext cx="84261" cy="207531"/>
            </a:xfrm>
            <a:custGeom>
              <a:avLst/>
              <a:gdLst/>
              <a:ahLst/>
              <a:cxnLst/>
              <a:rect l="l" t="t" r="r" b="b"/>
              <a:pathLst>
                <a:path w="974" h="2399" extrusionOk="0">
                  <a:moveTo>
                    <a:pt x="0" y="0"/>
                  </a:moveTo>
                  <a:lnTo>
                    <a:pt x="0" y="0"/>
                  </a:lnTo>
                  <a:cubicBezTo>
                    <a:pt x="180" y="226"/>
                    <a:pt x="345" y="2249"/>
                    <a:pt x="345" y="2299"/>
                  </a:cubicBezTo>
                  <a:cubicBezTo>
                    <a:pt x="345" y="2353"/>
                    <a:pt x="230" y="2399"/>
                    <a:pt x="230" y="2399"/>
                  </a:cubicBezTo>
                  <a:lnTo>
                    <a:pt x="974" y="2399"/>
                  </a:lnTo>
                  <a:cubicBezTo>
                    <a:pt x="974" y="2399"/>
                    <a:pt x="877" y="2387"/>
                    <a:pt x="836" y="2318"/>
                  </a:cubicBezTo>
                  <a:cubicBezTo>
                    <a:pt x="790" y="2249"/>
                    <a:pt x="184" y="61"/>
                    <a:pt x="226" y="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8" name="Google Shape;7368;p54"/>
            <p:cNvSpPr/>
            <p:nvPr/>
          </p:nvSpPr>
          <p:spPr>
            <a:xfrm>
              <a:off x="4311430" y="3646139"/>
              <a:ext cx="154853" cy="226823"/>
            </a:xfrm>
            <a:custGeom>
              <a:avLst/>
              <a:gdLst/>
              <a:ahLst/>
              <a:cxnLst/>
              <a:rect l="l" t="t" r="r" b="b"/>
              <a:pathLst>
                <a:path w="1790" h="2622" extrusionOk="0">
                  <a:moveTo>
                    <a:pt x="1330" y="0"/>
                  </a:moveTo>
                  <a:cubicBezTo>
                    <a:pt x="1035" y="0"/>
                    <a:pt x="743" y="8"/>
                    <a:pt x="740" y="8"/>
                  </a:cubicBezTo>
                  <a:lnTo>
                    <a:pt x="709" y="8"/>
                  </a:lnTo>
                  <a:lnTo>
                    <a:pt x="694" y="39"/>
                  </a:lnTo>
                  <a:cubicBezTo>
                    <a:pt x="303" y="959"/>
                    <a:pt x="12" y="2549"/>
                    <a:pt x="8" y="2564"/>
                  </a:cubicBezTo>
                  <a:lnTo>
                    <a:pt x="0" y="2621"/>
                  </a:lnTo>
                  <a:lnTo>
                    <a:pt x="1790" y="2621"/>
                  </a:lnTo>
                  <a:lnTo>
                    <a:pt x="1790" y="8"/>
                  </a:lnTo>
                  <a:lnTo>
                    <a:pt x="1740" y="8"/>
                  </a:lnTo>
                  <a:cubicBezTo>
                    <a:pt x="1640" y="0"/>
                    <a:pt x="1502" y="0"/>
                    <a:pt x="1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9" name="Google Shape;7369;p54"/>
            <p:cNvSpPr/>
            <p:nvPr/>
          </p:nvSpPr>
          <p:spPr>
            <a:xfrm>
              <a:off x="4316447" y="3650205"/>
              <a:ext cx="145596" cy="218431"/>
            </a:xfrm>
            <a:custGeom>
              <a:avLst/>
              <a:gdLst/>
              <a:ahLst/>
              <a:cxnLst/>
              <a:rect l="l" t="t" r="r" b="b"/>
              <a:pathLst>
                <a:path w="1683" h="2525" extrusionOk="0">
                  <a:moveTo>
                    <a:pt x="1283" y="1"/>
                  </a:moveTo>
                  <a:cubicBezTo>
                    <a:pt x="1203" y="1"/>
                    <a:pt x="1123" y="2"/>
                    <a:pt x="1049" y="3"/>
                  </a:cubicBezTo>
                  <a:cubicBezTo>
                    <a:pt x="1000" y="3"/>
                    <a:pt x="957" y="3"/>
                    <a:pt x="915" y="7"/>
                  </a:cubicBezTo>
                  <a:cubicBezTo>
                    <a:pt x="777" y="7"/>
                    <a:pt x="682" y="11"/>
                    <a:pt x="682" y="11"/>
                  </a:cubicBezTo>
                  <a:cubicBezTo>
                    <a:pt x="575" y="268"/>
                    <a:pt x="475" y="570"/>
                    <a:pt x="386" y="880"/>
                  </a:cubicBezTo>
                  <a:cubicBezTo>
                    <a:pt x="352" y="1000"/>
                    <a:pt x="322" y="1119"/>
                    <a:pt x="291" y="1234"/>
                  </a:cubicBezTo>
                  <a:cubicBezTo>
                    <a:pt x="110" y="1915"/>
                    <a:pt x="0" y="2525"/>
                    <a:pt x="0" y="2525"/>
                  </a:cubicBezTo>
                  <a:lnTo>
                    <a:pt x="1306" y="2525"/>
                  </a:lnTo>
                  <a:cubicBezTo>
                    <a:pt x="1513" y="2525"/>
                    <a:pt x="1682" y="2356"/>
                    <a:pt x="1682" y="2150"/>
                  </a:cubicBezTo>
                  <a:lnTo>
                    <a:pt x="1682" y="11"/>
                  </a:lnTo>
                  <a:cubicBezTo>
                    <a:pt x="1571" y="4"/>
                    <a:pt x="1427" y="1"/>
                    <a:pt x="12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0" name="Google Shape;7370;p54"/>
            <p:cNvSpPr/>
            <p:nvPr/>
          </p:nvSpPr>
          <p:spPr>
            <a:xfrm>
              <a:off x="4763525" y="3782304"/>
              <a:ext cx="164888" cy="94639"/>
            </a:xfrm>
            <a:custGeom>
              <a:avLst/>
              <a:gdLst/>
              <a:ahLst/>
              <a:cxnLst/>
              <a:rect l="l" t="t" r="r" b="b"/>
              <a:pathLst>
                <a:path w="1906" h="1094" extrusionOk="0">
                  <a:moveTo>
                    <a:pt x="838" y="0"/>
                  </a:moveTo>
                  <a:cubicBezTo>
                    <a:pt x="668" y="0"/>
                    <a:pt x="512" y="11"/>
                    <a:pt x="434" y="36"/>
                  </a:cubicBezTo>
                  <a:cubicBezTo>
                    <a:pt x="219" y="105"/>
                    <a:pt x="1" y="925"/>
                    <a:pt x="308" y="1093"/>
                  </a:cubicBezTo>
                  <a:lnTo>
                    <a:pt x="1741" y="1093"/>
                  </a:lnTo>
                  <a:cubicBezTo>
                    <a:pt x="1741" y="1093"/>
                    <a:pt x="1905" y="833"/>
                    <a:pt x="1813" y="699"/>
                  </a:cubicBezTo>
                  <a:lnTo>
                    <a:pt x="1661" y="660"/>
                  </a:lnTo>
                  <a:cubicBezTo>
                    <a:pt x="1661" y="660"/>
                    <a:pt x="1599" y="143"/>
                    <a:pt x="1530" y="74"/>
                  </a:cubicBezTo>
                  <a:cubicBezTo>
                    <a:pt x="1486" y="33"/>
                    <a:pt x="1139" y="0"/>
                    <a:pt x="8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1" name="Google Shape;7371;p54"/>
            <p:cNvSpPr/>
            <p:nvPr/>
          </p:nvSpPr>
          <p:spPr>
            <a:xfrm>
              <a:off x="3746180" y="3834728"/>
              <a:ext cx="526586" cy="38236"/>
            </a:xfrm>
            <a:custGeom>
              <a:avLst/>
              <a:gdLst/>
              <a:ahLst/>
              <a:cxnLst/>
              <a:rect l="l" t="t" r="r" b="b"/>
              <a:pathLst>
                <a:path w="6087" h="442" extrusionOk="0">
                  <a:moveTo>
                    <a:pt x="901" y="0"/>
                  </a:moveTo>
                  <a:cubicBezTo>
                    <a:pt x="519" y="0"/>
                    <a:pt x="271" y="1"/>
                    <a:pt x="246" y="5"/>
                  </a:cubicBezTo>
                  <a:cubicBezTo>
                    <a:pt x="123" y="17"/>
                    <a:pt x="1" y="254"/>
                    <a:pt x="100" y="441"/>
                  </a:cubicBezTo>
                  <a:lnTo>
                    <a:pt x="5975" y="441"/>
                  </a:lnTo>
                  <a:lnTo>
                    <a:pt x="6086" y="20"/>
                  </a:lnTo>
                  <a:cubicBezTo>
                    <a:pt x="6086" y="20"/>
                    <a:pt x="2427" y="0"/>
                    <a:pt x="9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2" name="Google Shape;7372;p54"/>
            <p:cNvSpPr/>
            <p:nvPr/>
          </p:nvSpPr>
          <p:spPr>
            <a:xfrm>
              <a:off x="3773777" y="3899783"/>
              <a:ext cx="1153351" cy="5017"/>
            </a:xfrm>
            <a:custGeom>
              <a:avLst/>
              <a:gdLst/>
              <a:ahLst/>
              <a:cxnLst/>
              <a:rect l="l" t="t" r="r" b="b"/>
              <a:pathLst>
                <a:path w="13332" h="58" extrusionOk="0">
                  <a:moveTo>
                    <a:pt x="0" y="0"/>
                  </a:moveTo>
                  <a:lnTo>
                    <a:pt x="0" y="57"/>
                  </a:lnTo>
                  <a:lnTo>
                    <a:pt x="13331" y="57"/>
                  </a:lnTo>
                  <a:lnTo>
                    <a:pt x="133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3" name="Google Shape;7373;p54"/>
            <p:cNvSpPr/>
            <p:nvPr/>
          </p:nvSpPr>
          <p:spPr>
            <a:xfrm>
              <a:off x="3794885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8" y="1"/>
                  </a:moveTo>
                  <a:cubicBezTo>
                    <a:pt x="59" y="1"/>
                    <a:pt x="39" y="8"/>
                    <a:pt x="24" y="20"/>
                  </a:cubicBezTo>
                  <a:cubicBezTo>
                    <a:pt x="13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9" y="215"/>
                    <a:pt x="24" y="231"/>
                  </a:cubicBezTo>
                  <a:cubicBezTo>
                    <a:pt x="32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5" y="251"/>
                    <a:pt x="78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7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7" y="35"/>
                    <a:pt x="131" y="20"/>
                  </a:cubicBezTo>
                  <a:cubicBezTo>
                    <a:pt x="124" y="16"/>
                    <a:pt x="116" y="8"/>
                    <a:pt x="108" y="4"/>
                  </a:cubicBezTo>
                  <a:cubicBezTo>
                    <a:pt x="97" y="1"/>
                    <a:pt x="89" y="1"/>
                    <a:pt x="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4" name="Google Shape;7374;p54"/>
            <p:cNvSpPr/>
            <p:nvPr/>
          </p:nvSpPr>
          <p:spPr>
            <a:xfrm>
              <a:off x="3902675" y="3860594"/>
              <a:ext cx="12976" cy="21800"/>
            </a:xfrm>
            <a:custGeom>
              <a:avLst/>
              <a:gdLst/>
              <a:ahLst/>
              <a:cxnLst/>
              <a:rect l="l" t="t" r="r" b="b"/>
              <a:pathLst>
                <a:path w="150" h="252" extrusionOk="0">
                  <a:moveTo>
                    <a:pt x="77" y="1"/>
                  </a:moveTo>
                  <a:cubicBezTo>
                    <a:pt x="58" y="1"/>
                    <a:pt x="35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2" y="249"/>
                    <a:pt x="59" y="252"/>
                    <a:pt x="67" y="252"/>
                  </a:cubicBezTo>
                  <a:cubicBezTo>
                    <a:pt x="70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3" y="215"/>
                    <a:pt x="150" y="196"/>
                    <a:pt x="150" y="177"/>
                  </a:cubicBezTo>
                  <a:lnTo>
                    <a:pt x="150" y="73"/>
                  </a:lnTo>
                  <a:cubicBezTo>
                    <a:pt x="150" y="54"/>
                    <a:pt x="143" y="35"/>
                    <a:pt x="131" y="20"/>
                  </a:cubicBezTo>
                  <a:cubicBezTo>
                    <a:pt x="123" y="16"/>
                    <a:pt x="116" y="8"/>
                    <a:pt x="104" y="4"/>
                  </a:cubicBezTo>
                  <a:cubicBezTo>
                    <a:pt x="97" y="1"/>
                    <a:pt x="85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5" name="Google Shape;7375;p54"/>
            <p:cNvSpPr/>
            <p:nvPr/>
          </p:nvSpPr>
          <p:spPr>
            <a:xfrm>
              <a:off x="4024999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5" y="8"/>
                    <a:pt x="23" y="20"/>
                  </a:cubicBezTo>
                  <a:cubicBezTo>
                    <a:pt x="8" y="35"/>
                    <a:pt x="0" y="54"/>
                    <a:pt x="0" y="73"/>
                  </a:cubicBezTo>
                  <a:lnTo>
                    <a:pt x="0" y="177"/>
                  </a:lnTo>
                  <a:cubicBezTo>
                    <a:pt x="0" y="196"/>
                    <a:pt x="8" y="215"/>
                    <a:pt x="23" y="231"/>
                  </a:cubicBezTo>
                  <a:cubicBezTo>
                    <a:pt x="31" y="238"/>
                    <a:pt x="39" y="242"/>
                    <a:pt x="46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5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5" y="8"/>
                    <a:pt x="104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6" name="Google Shape;7376;p54"/>
            <p:cNvSpPr/>
            <p:nvPr/>
          </p:nvSpPr>
          <p:spPr>
            <a:xfrm>
              <a:off x="4117823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8" y="8"/>
                    <a:pt x="24" y="20"/>
                  </a:cubicBezTo>
                  <a:cubicBezTo>
                    <a:pt x="12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12" y="215"/>
                    <a:pt x="24" y="231"/>
                  </a:cubicBezTo>
                  <a:cubicBezTo>
                    <a:pt x="31" y="238"/>
                    <a:pt x="38" y="242"/>
                    <a:pt x="50" y="246"/>
                  </a:cubicBezTo>
                  <a:cubicBezTo>
                    <a:pt x="56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9" y="246"/>
                    <a:pt x="130" y="231"/>
                  </a:cubicBezTo>
                  <a:cubicBezTo>
                    <a:pt x="146" y="215"/>
                    <a:pt x="153" y="196"/>
                    <a:pt x="153" y="177"/>
                  </a:cubicBezTo>
                  <a:lnTo>
                    <a:pt x="153" y="73"/>
                  </a:lnTo>
                  <a:cubicBezTo>
                    <a:pt x="153" y="54"/>
                    <a:pt x="146" y="35"/>
                    <a:pt x="130" y="20"/>
                  </a:cubicBezTo>
                  <a:cubicBezTo>
                    <a:pt x="123" y="16"/>
                    <a:pt x="116" y="8"/>
                    <a:pt x="107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7" name="Google Shape;7377;p54"/>
            <p:cNvSpPr/>
            <p:nvPr/>
          </p:nvSpPr>
          <p:spPr>
            <a:xfrm>
              <a:off x="4225526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7" y="1"/>
                  </a:moveTo>
                  <a:cubicBezTo>
                    <a:pt x="58" y="1"/>
                    <a:pt x="39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6" y="8"/>
                    <a:pt x="108" y="4"/>
                  </a:cubicBezTo>
                  <a:cubicBezTo>
                    <a:pt x="97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378" name="Google Shape;7378;p54"/>
          <p:cNvGrpSpPr/>
          <p:nvPr/>
        </p:nvGrpSpPr>
        <p:grpSpPr>
          <a:xfrm>
            <a:off x="4665221" y="4264706"/>
            <a:ext cx="1289131" cy="709819"/>
            <a:chOff x="6803356" y="2469281"/>
            <a:chExt cx="717739" cy="395200"/>
          </a:xfrm>
        </p:grpSpPr>
        <p:sp>
          <p:nvSpPr>
            <p:cNvPr id="7379" name="Google Shape;7379;p54"/>
            <p:cNvSpPr/>
            <p:nvPr/>
          </p:nvSpPr>
          <p:spPr>
            <a:xfrm>
              <a:off x="7000982" y="2772632"/>
              <a:ext cx="330092" cy="39592"/>
            </a:xfrm>
            <a:custGeom>
              <a:avLst/>
              <a:gdLst/>
              <a:ahLst/>
              <a:cxnLst/>
              <a:rect l="l" t="t" r="r" b="b"/>
              <a:pathLst>
                <a:path w="6853" h="822" extrusionOk="0">
                  <a:moveTo>
                    <a:pt x="1" y="1"/>
                  </a:moveTo>
                  <a:lnTo>
                    <a:pt x="59" y="729"/>
                  </a:lnTo>
                  <a:lnTo>
                    <a:pt x="461" y="729"/>
                  </a:lnTo>
                  <a:lnTo>
                    <a:pt x="699" y="545"/>
                  </a:lnTo>
                  <a:lnTo>
                    <a:pt x="5715" y="415"/>
                  </a:lnTo>
                  <a:cubicBezTo>
                    <a:pt x="5716" y="415"/>
                    <a:pt x="5718" y="415"/>
                    <a:pt x="5720" y="415"/>
                  </a:cubicBezTo>
                  <a:cubicBezTo>
                    <a:pt x="5752" y="415"/>
                    <a:pt x="5780" y="444"/>
                    <a:pt x="5780" y="480"/>
                  </a:cubicBezTo>
                  <a:cubicBezTo>
                    <a:pt x="5780" y="515"/>
                    <a:pt x="5810" y="545"/>
                    <a:pt x="5844" y="545"/>
                  </a:cubicBezTo>
                  <a:lnTo>
                    <a:pt x="6097" y="545"/>
                  </a:lnTo>
                  <a:cubicBezTo>
                    <a:pt x="6120" y="545"/>
                    <a:pt x="6140" y="553"/>
                    <a:pt x="6151" y="572"/>
                  </a:cubicBezTo>
                  <a:lnTo>
                    <a:pt x="6323" y="821"/>
                  </a:lnTo>
                  <a:lnTo>
                    <a:pt x="6852" y="821"/>
                  </a:lnTo>
                  <a:lnTo>
                    <a:pt x="6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0" name="Google Shape;7380;p54"/>
            <p:cNvSpPr/>
            <p:nvPr/>
          </p:nvSpPr>
          <p:spPr>
            <a:xfrm>
              <a:off x="6810961" y="2469281"/>
              <a:ext cx="710133" cy="348811"/>
            </a:xfrm>
            <a:custGeom>
              <a:avLst/>
              <a:gdLst/>
              <a:ahLst/>
              <a:cxnLst/>
              <a:rect l="l" t="t" r="r" b="b"/>
              <a:pathLst>
                <a:path w="14743" h="7242" extrusionOk="0">
                  <a:moveTo>
                    <a:pt x="4573" y="0"/>
                  </a:moveTo>
                  <a:cubicBezTo>
                    <a:pt x="2661" y="0"/>
                    <a:pt x="1401" y="65"/>
                    <a:pt x="962" y="91"/>
                  </a:cubicBezTo>
                  <a:cubicBezTo>
                    <a:pt x="855" y="100"/>
                    <a:pt x="767" y="169"/>
                    <a:pt x="736" y="268"/>
                  </a:cubicBezTo>
                  <a:cubicBezTo>
                    <a:pt x="338" y="1609"/>
                    <a:pt x="258" y="3441"/>
                    <a:pt x="246" y="3881"/>
                  </a:cubicBezTo>
                  <a:cubicBezTo>
                    <a:pt x="242" y="3943"/>
                    <a:pt x="207" y="4000"/>
                    <a:pt x="154" y="4027"/>
                  </a:cubicBezTo>
                  <a:cubicBezTo>
                    <a:pt x="104" y="4058"/>
                    <a:pt x="69" y="4111"/>
                    <a:pt x="65" y="4169"/>
                  </a:cubicBezTo>
                  <a:cubicBezTo>
                    <a:pt x="0" y="5146"/>
                    <a:pt x="108" y="6636"/>
                    <a:pt x="108" y="6636"/>
                  </a:cubicBezTo>
                  <a:lnTo>
                    <a:pt x="859" y="6636"/>
                  </a:lnTo>
                  <a:lnTo>
                    <a:pt x="1747" y="7242"/>
                  </a:lnTo>
                  <a:lnTo>
                    <a:pt x="3863" y="7242"/>
                  </a:lnTo>
                  <a:lnTo>
                    <a:pt x="4656" y="6636"/>
                  </a:lnTo>
                  <a:lnTo>
                    <a:pt x="10354" y="6636"/>
                  </a:lnTo>
                  <a:lnTo>
                    <a:pt x="10952" y="7108"/>
                  </a:lnTo>
                  <a:lnTo>
                    <a:pt x="13386" y="7108"/>
                  </a:lnTo>
                  <a:lnTo>
                    <a:pt x="13887" y="6736"/>
                  </a:lnTo>
                  <a:lnTo>
                    <a:pt x="14454" y="6736"/>
                  </a:lnTo>
                  <a:cubicBezTo>
                    <a:pt x="14520" y="6736"/>
                    <a:pt x="14577" y="6686"/>
                    <a:pt x="14581" y="6617"/>
                  </a:cubicBezTo>
                  <a:cubicBezTo>
                    <a:pt x="14742" y="4935"/>
                    <a:pt x="14412" y="3533"/>
                    <a:pt x="14412" y="3533"/>
                  </a:cubicBezTo>
                  <a:lnTo>
                    <a:pt x="13519" y="3234"/>
                  </a:lnTo>
                  <a:lnTo>
                    <a:pt x="12274" y="367"/>
                  </a:lnTo>
                  <a:cubicBezTo>
                    <a:pt x="12254" y="329"/>
                    <a:pt x="12220" y="306"/>
                    <a:pt x="12178" y="303"/>
                  </a:cubicBezTo>
                  <a:cubicBezTo>
                    <a:pt x="9095" y="66"/>
                    <a:pt x="6503" y="0"/>
                    <a:pt x="4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1" name="Google Shape;7381;p54"/>
            <p:cNvSpPr/>
            <p:nvPr/>
          </p:nvSpPr>
          <p:spPr>
            <a:xfrm>
              <a:off x="6804271" y="2758471"/>
              <a:ext cx="38582" cy="34004"/>
            </a:xfrm>
            <a:custGeom>
              <a:avLst/>
              <a:gdLst/>
              <a:ahLst/>
              <a:cxnLst/>
              <a:rect l="l" t="t" r="r" b="b"/>
              <a:pathLst>
                <a:path w="801" h="706" extrusionOk="0">
                  <a:moveTo>
                    <a:pt x="84" y="1"/>
                  </a:moveTo>
                  <a:cubicBezTo>
                    <a:pt x="38" y="1"/>
                    <a:pt x="1" y="38"/>
                    <a:pt x="1" y="84"/>
                  </a:cubicBezTo>
                  <a:cubicBezTo>
                    <a:pt x="1" y="196"/>
                    <a:pt x="4" y="410"/>
                    <a:pt x="50" y="640"/>
                  </a:cubicBezTo>
                  <a:cubicBezTo>
                    <a:pt x="58" y="678"/>
                    <a:pt x="93" y="705"/>
                    <a:pt x="130" y="705"/>
                  </a:cubicBezTo>
                  <a:lnTo>
                    <a:pt x="717" y="705"/>
                  </a:lnTo>
                  <a:cubicBezTo>
                    <a:pt x="763" y="705"/>
                    <a:pt x="801" y="667"/>
                    <a:pt x="797" y="617"/>
                  </a:cubicBezTo>
                  <a:lnTo>
                    <a:pt x="770" y="81"/>
                  </a:lnTo>
                  <a:cubicBezTo>
                    <a:pt x="770" y="35"/>
                    <a:pt x="732" y="1"/>
                    <a:pt x="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2" name="Google Shape;7382;p54"/>
            <p:cNvSpPr/>
            <p:nvPr/>
          </p:nvSpPr>
          <p:spPr>
            <a:xfrm>
              <a:off x="7391563" y="2497121"/>
              <a:ext cx="64785" cy="128119"/>
            </a:xfrm>
            <a:custGeom>
              <a:avLst/>
              <a:gdLst/>
              <a:ahLst/>
              <a:cxnLst/>
              <a:rect l="l" t="t" r="r" b="b"/>
              <a:pathLst>
                <a:path w="1345" h="2660" extrusionOk="0">
                  <a:moveTo>
                    <a:pt x="0" y="1"/>
                  </a:moveTo>
                  <a:cubicBezTo>
                    <a:pt x="126" y="1104"/>
                    <a:pt x="759" y="2659"/>
                    <a:pt x="759" y="2659"/>
                  </a:cubicBezTo>
                  <a:lnTo>
                    <a:pt x="1345" y="265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3" name="Google Shape;7383;p54"/>
            <p:cNvSpPr/>
            <p:nvPr/>
          </p:nvSpPr>
          <p:spPr>
            <a:xfrm>
              <a:off x="7309969" y="2717867"/>
              <a:ext cx="164107" cy="93825"/>
            </a:xfrm>
            <a:custGeom>
              <a:avLst/>
              <a:gdLst/>
              <a:ahLst/>
              <a:cxnLst/>
              <a:rect l="l" t="t" r="r" b="b"/>
              <a:pathLst>
                <a:path w="3407" h="1948" extrusionOk="0">
                  <a:moveTo>
                    <a:pt x="1687" y="0"/>
                  </a:moveTo>
                  <a:cubicBezTo>
                    <a:pt x="288" y="0"/>
                    <a:pt x="0" y="1575"/>
                    <a:pt x="0" y="1575"/>
                  </a:cubicBezTo>
                  <a:lnTo>
                    <a:pt x="472" y="1947"/>
                  </a:lnTo>
                  <a:lnTo>
                    <a:pt x="2906" y="1947"/>
                  </a:lnTo>
                  <a:lnTo>
                    <a:pt x="3407" y="1575"/>
                  </a:lnTo>
                  <a:cubicBezTo>
                    <a:pt x="3407" y="1575"/>
                    <a:pt x="3085" y="0"/>
                    <a:pt x="16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4" name="Google Shape;7384;p54"/>
            <p:cNvSpPr/>
            <p:nvPr/>
          </p:nvSpPr>
          <p:spPr>
            <a:xfrm>
              <a:off x="6857591" y="2717867"/>
              <a:ext cx="165600" cy="93825"/>
            </a:xfrm>
            <a:custGeom>
              <a:avLst/>
              <a:gdLst/>
              <a:ahLst/>
              <a:cxnLst/>
              <a:rect l="l" t="t" r="r" b="b"/>
              <a:pathLst>
                <a:path w="3438" h="1948" extrusionOk="0">
                  <a:moveTo>
                    <a:pt x="1717" y="0"/>
                  </a:moveTo>
                  <a:cubicBezTo>
                    <a:pt x="319" y="0"/>
                    <a:pt x="1" y="1629"/>
                    <a:pt x="1" y="1629"/>
                  </a:cubicBezTo>
                  <a:lnTo>
                    <a:pt x="468" y="1947"/>
                  </a:lnTo>
                  <a:lnTo>
                    <a:pt x="2947" y="1947"/>
                  </a:lnTo>
                  <a:lnTo>
                    <a:pt x="3438" y="1575"/>
                  </a:lnTo>
                  <a:cubicBezTo>
                    <a:pt x="3438" y="1575"/>
                    <a:pt x="3116" y="0"/>
                    <a:pt x="17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5" name="Google Shape;7385;p54"/>
            <p:cNvSpPr/>
            <p:nvPr/>
          </p:nvSpPr>
          <p:spPr>
            <a:xfrm>
              <a:off x="6847621" y="2728078"/>
              <a:ext cx="183711" cy="136403"/>
            </a:xfrm>
            <a:custGeom>
              <a:avLst/>
              <a:gdLst/>
              <a:ahLst/>
              <a:cxnLst/>
              <a:rect l="l" t="t" r="r" b="b"/>
              <a:pathLst>
                <a:path w="3814" h="2832" extrusionOk="0">
                  <a:moveTo>
                    <a:pt x="1906" y="0"/>
                  </a:moveTo>
                  <a:cubicBezTo>
                    <a:pt x="807" y="0"/>
                    <a:pt x="1" y="1253"/>
                    <a:pt x="836" y="2409"/>
                  </a:cubicBezTo>
                  <a:cubicBezTo>
                    <a:pt x="859" y="2440"/>
                    <a:pt x="886" y="2463"/>
                    <a:pt x="912" y="2486"/>
                  </a:cubicBezTo>
                  <a:cubicBezTo>
                    <a:pt x="1246" y="2727"/>
                    <a:pt x="1588" y="2831"/>
                    <a:pt x="1905" y="2831"/>
                  </a:cubicBezTo>
                  <a:cubicBezTo>
                    <a:pt x="3006" y="2831"/>
                    <a:pt x="3814" y="1577"/>
                    <a:pt x="2978" y="420"/>
                  </a:cubicBezTo>
                  <a:cubicBezTo>
                    <a:pt x="2955" y="393"/>
                    <a:pt x="2928" y="367"/>
                    <a:pt x="2902" y="348"/>
                  </a:cubicBezTo>
                  <a:cubicBezTo>
                    <a:pt x="2567" y="105"/>
                    <a:pt x="2224" y="0"/>
                    <a:pt x="1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6" name="Google Shape;7386;p54"/>
            <p:cNvSpPr/>
            <p:nvPr/>
          </p:nvSpPr>
          <p:spPr>
            <a:xfrm>
              <a:off x="6882445" y="2756207"/>
              <a:ext cx="114061" cy="80147"/>
            </a:xfrm>
            <a:custGeom>
              <a:avLst/>
              <a:gdLst/>
              <a:ahLst/>
              <a:cxnLst/>
              <a:rect l="l" t="t" r="r" b="b"/>
              <a:pathLst>
                <a:path w="2368" h="1664" extrusionOk="0">
                  <a:moveTo>
                    <a:pt x="1166" y="1"/>
                  </a:moveTo>
                  <a:cubicBezTo>
                    <a:pt x="1058" y="1"/>
                    <a:pt x="943" y="19"/>
                    <a:pt x="822" y="59"/>
                  </a:cubicBezTo>
                  <a:cubicBezTo>
                    <a:pt x="803" y="62"/>
                    <a:pt x="787" y="74"/>
                    <a:pt x="772" y="82"/>
                  </a:cubicBezTo>
                  <a:cubicBezTo>
                    <a:pt x="1" y="644"/>
                    <a:pt x="395" y="1663"/>
                    <a:pt x="1205" y="1663"/>
                  </a:cubicBezTo>
                  <a:cubicBezTo>
                    <a:pt x="1312" y="1663"/>
                    <a:pt x="1426" y="1645"/>
                    <a:pt x="1546" y="1607"/>
                  </a:cubicBezTo>
                  <a:cubicBezTo>
                    <a:pt x="1565" y="1599"/>
                    <a:pt x="1581" y="1592"/>
                    <a:pt x="1596" y="1580"/>
                  </a:cubicBezTo>
                  <a:cubicBezTo>
                    <a:pt x="2367" y="1019"/>
                    <a:pt x="1975" y="1"/>
                    <a:pt x="1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7" name="Google Shape;7387;p54"/>
            <p:cNvSpPr/>
            <p:nvPr/>
          </p:nvSpPr>
          <p:spPr>
            <a:xfrm>
              <a:off x="6885287" y="2758327"/>
              <a:ext cx="108232" cy="75860"/>
            </a:xfrm>
            <a:custGeom>
              <a:avLst/>
              <a:gdLst/>
              <a:ahLst/>
              <a:cxnLst/>
              <a:rect l="l" t="t" r="r" b="b"/>
              <a:pathLst>
                <a:path w="2247" h="1575" extrusionOk="0">
                  <a:moveTo>
                    <a:pt x="1104" y="0"/>
                  </a:moveTo>
                  <a:cubicBezTo>
                    <a:pt x="1003" y="0"/>
                    <a:pt x="895" y="17"/>
                    <a:pt x="782" y="53"/>
                  </a:cubicBezTo>
                  <a:cubicBezTo>
                    <a:pt x="763" y="61"/>
                    <a:pt x="747" y="68"/>
                    <a:pt x="733" y="80"/>
                  </a:cubicBezTo>
                  <a:cubicBezTo>
                    <a:pt x="1" y="609"/>
                    <a:pt x="377" y="1574"/>
                    <a:pt x="1147" y="1574"/>
                  </a:cubicBezTo>
                  <a:cubicBezTo>
                    <a:pt x="1248" y="1574"/>
                    <a:pt x="1356" y="1557"/>
                    <a:pt x="1468" y="1521"/>
                  </a:cubicBezTo>
                  <a:cubicBezTo>
                    <a:pt x="1483" y="1513"/>
                    <a:pt x="1502" y="1505"/>
                    <a:pt x="1518" y="1494"/>
                  </a:cubicBezTo>
                  <a:cubicBezTo>
                    <a:pt x="2246" y="965"/>
                    <a:pt x="1873" y="0"/>
                    <a:pt x="1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8" name="Google Shape;7388;p54"/>
            <p:cNvSpPr/>
            <p:nvPr/>
          </p:nvSpPr>
          <p:spPr>
            <a:xfrm>
              <a:off x="6898918" y="2767815"/>
              <a:ext cx="81114" cy="56883"/>
            </a:xfrm>
            <a:custGeom>
              <a:avLst/>
              <a:gdLst/>
              <a:ahLst/>
              <a:cxnLst/>
              <a:rect l="l" t="t" r="r" b="b"/>
              <a:pathLst>
                <a:path w="1684" h="1181" extrusionOk="0">
                  <a:moveTo>
                    <a:pt x="823" y="1"/>
                  </a:moveTo>
                  <a:cubicBezTo>
                    <a:pt x="747" y="1"/>
                    <a:pt x="667" y="13"/>
                    <a:pt x="583" y="40"/>
                  </a:cubicBezTo>
                  <a:cubicBezTo>
                    <a:pt x="572" y="44"/>
                    <a:pt x="560" y="51"/>
                    <a:pt x="549" y="60"/>
                  </a:cubicBezTo>
                  <a:cubicBezTo>
                    <a:pt x="1" y="458"/>
                    <a:pt x="280" y="1181"/>
                    <a:pt x="855" y="1181"/>
                  </a:cubicBezTo>
                  <a:cubicBezTo>
                    <a:pt x="931" y="1181"/>
                    <a:pt x="1012" y="1168"/>
                    <a:pt x="1097" y="1140"/>
                  </a:cubicBezTo>
                  <a:cubicBezTo>
                    <a:pt x="1112" y="1136"/>
                    <a:pt x="1124" y="1128"/>
                    <a:pt x="1135" y="1121"/>
                  </a:cubicBezTo>
                  <a:cubicBezTo>
                    <a:pt x="1684" y="724"/>
                    <a:pt x="1400" y="1"/>
                    <a:pt x="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9" name="Google Shape;7389;p54"/>
            <p:cNvSpPr/>
            <p:nvPr/>
          </p:nvSpPr>
          <p:spPr>
            <a:xfrm>
              <a:off x="6928155" y="2788190"/>
              <a:ext cx="22687" cy="16039"/>
            </a:xfrm>
            <a:custGeom>
              <a:avLst/>
              <a:gdLst/>
              <a:ahLst/>
              <a:cxnLst/>
              <a:rect l="l" t="t" r="r" b="b"/>
              <a:pathLst>
                <a:path w="471" h="333" extrusionOk="0">
                  <a:moveTo>
                    <a:pt x="231" y="1"/>
                  </a:moveTo>
                  <a:cubicBezTo>
                    <a:pt x="210" y="1"/>
                    <a:pt x="188" y="4"/>
                    <a:pt x="165" y="12"/>
                  </a:cubicBezTo>
                  <a:cubicBezTo>
                    <a:pt x="160" y="15"/>
                    <a:pt x="156" y="15"/>
                    <a:pt x="153" y="19"/>
                  </a:cubicBezTo>
                  <a:cubicBezTo>
                    <a:pt x="1" y="131"/>
                    <a:pt x="79" y="333"/>
                    <a:pt x="239" y="333"/>
                  </a:cubicBezTo>
                  <a:cubicBezTo>
                    <a:pt x="260" y="333"/>
                    <a:pt x="283" y="329"/>
                    <a:pt x="306" y="322"/>
                  </a:cubicBezTo>
                  <a:cubicBezTo>
                    <a:pt x="310" y="322"/>
                    <a:pt x="314" y="318"/>
                    <a:pt x="317" y="314"/>
                  </a:cubicBezTo>
                  <a:cubicBezTo>
                    <a:pt x="470" y="203"/>
                    <a:pt x="391" y="1"/>
                    <a:pt x="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0" name="Google Shape;7390;p54"/>
            <p:cNvSpPr/>
            <p:nvPr/>
          </p:nvSpPr>
          <p:spPr>
            <a:xfrm>
              <a:off x="6934561" y="2766948"/>
              <a:ext cx="9826" cy="26780"/>
            </a:xfrm>
            <a:custGeom>
              <a:avLst/>
              <a:gdLst/>
              <a:ahLst/>
              <a:cxnLst/>
              <a:rect l="l" t="t" r="r" b="b"/>
              <a:pathLst>
                <a:path w="204" h="556" extrusionOk="0">
                  <a:moveTo>
                    <a:pt x="0" y="0"/>
                  </a:moveTo>
                  <a:lnTo>
                    <a:pt x="50" y="556"/>
                  </a:lnTo>
                  <a:lnTo>
                    <a:pt x="154" y="55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1" name="Google Shape;7391;p54"/>
            <p:cNvSpPr/>
            <p:nvPr/>
          </p:nvSpPr>
          <p:spPr>
            <a:xfrm>
              <a:off x="6911682" y="2777304"/>
              <a:ext cx="26829" cy="19748"/>
            </a:xfrm>
            <a:custGeom>
              <a:avLst/>
              <a:gdLst/>
              <a:ahLst/>
              <a:cxnLst/>
              <a:rect l="l" t="t" r="r" b="b"/>
              <a:pathLst>
                <a:path w="557" h="410" extrusionOk="0">
                  <a:moveTo>
                    <a:pt x="100" y="1"/>
                  </a:moveTo>
                  <a:lnTo>
                    <a:pt x="50" y="88"/>
                  </a:lnTo>
                  <a:lnTo>
                    <a:pt x="1" y="176"/>
                  </a:lnTo>
                  <a:lnTo>
                    <a:pt x="507" y="410"/>
                  </a:lnTo>
                  <a:lnTo>
                    <a:pt x="530" y="368"/>
                  </a:lnTo>
                  <a:lnTo>
                    <a:pt x="556" y="32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2" name="Google Shape;7392;p54"/>
            <p:cNvSpPr/>
            <p:nvPr/>
          </p:nvSpPr>
          <p:spPr>
            <a:xfrm>
              <a:off x="6911682" y="2795366"/>
              <a:ext cx="26829" cy="19796"/>
            </a:xfrm>
            <a:custGeom>
              <a:avLst/>
              <a:gdLst/>
              <a:ahLst/>
              <a:cxnLst/>
              <a:rect l="l" t="t" r="r" b="b"/>
              <a:pathLst>
                <a:path w="557" h="411" extrusionOk="0">
                  <a:moveTo>
                    <a:pt x="507" y="1"/>
                  </a:moveTo>
                  <a:lnTo>
                    <a:pt x="1" y="234"/>
                  </a:lnTo>
                  <a:lnTo>
                    <a:pt x="50" y="323"/>
                  </a:lnTo>
                  <a:lnTo>
                    <a:pt x="100" y="411"/>
                  </a:lnTo>
                  <a:lnTo>
                    <a:pt x="556" y="89"/>
                  </a:lnTo>
                  <a:lnTo>
                    <a:pt x="530" y="47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3" name="Google Shape;7393;p54"/>
            <p:cNvSpPr/>
            <p:nvPr/>
          </p:nvSpPr>
          <p:spPr>
            <a:xfrm>
              <a:off x="6934561" y="2798883"/>
              <a:ext cx="9826" cy="26635"/>
            </a:xfrm>
            <a:custGeom>
              <a:avLst/>
              <a:gdLst/>
              <a:ahLst/>
              <a:cxnLst/>
              <a:rect l="l" t="t" r="r" b="b"/>
              <a:pathLst>
                <a:path w="204" h="553" extrusionOk="0">
                  <a:moveTo>
                    <a:pt x="50" y="0"/>
                  </a:moveTo>
                  <a:lnTo>
                    <a:pt x="0" y="552"/>
                  </a:lnTo>
                  <a:lnTo>
                    <a:pt x="204" y="55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4" name="Google Shape;7394;p54"/>
            <p:cNvSpPr/>
            <p:nvPr/>
          </p:nvSpPr>
          <p:spPr>
            <a:xfrm>
              <a:off x="6940485" y="2795366"/>
              <a:ext cx="26829" cy="19796"/>
            </a:xfrm>
            <a:custGeom>
              <a:avLst/>
              <a:gdLst/>
              <a:ahLst/>
              <a:cxnLst/>
              <a:rect l="l" t="t" r="r" b="b"/>
              <a:pathLst>
                <a:path w="557" h="411" extrusionOk="0">
                  <a:moveTo>
                    <a:pt x="50" y="1"/>
                  </a:moveTo>
                  <a:lnTo>
                    <a:pt x="24" y="47"/>
                  </a:lnTo>
                  <a:lnTo>
                    <a:pt x="1" y="89"/>
                  </a:lnTo>
                  <a:lnTo>
                    <a:pt x="456" y="411"/>
                  </a:lnTo>
                  <a:lnTo>
                    <a:pt x="506" y="323"/>
                  </a:lnTo>
                  <a:lnTo>
                    <a:pt x="556" y="23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5" name="Google Shape;7395;p54"/>
            <p:cNvSpPr/>
            <p:nvPr/>
          </p:nvSpPr>
          <p:spPr>
            <a:xfrm>
              <a:off x="6940485" y="2777304"/>
              <a:ext cx="26829" cy="19748"/>
            </a:xfrm>
            <a:custGeom>
              <a:avLst/>
              <a:gdLst/>
              <a:ahLst/>
              <a:cxnLst/>
              <a:rect l="l" t="t" r="r" b="b"/>
              <a:pathLst>
                <a:path w="557" h="410" extrusionOk="0">
                  <a:moveTo>
                    <a:pt x="456" y="1"/>
                  </a:moveTo>
                  <a:lnTo>
                    <a:pt x="1" y="322"/>
                  </a:lnTo>
                  <a:lnTo>
                    <a:pt x="24" y="368"/>
                  </a:lnTo>
                  <a:lnTo>
                    <a:pt x="50" y="410"/>
                  </a:lnTo>
                  <a:lnTo>
                    <a:pt x="556" y="176"/>
                  </a:lnTo>
                  <a:lnTo>
                    <a:pt x="506" y="88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6" name="Google Shape;7396;p54"/>
            <p:cNvSpPr/>
            <p:nvPr/>
          </p:nvSpPr>
          <p:spPr>
            <a:xfrm>
              <a:off x="6934079" y="2792525"/>
              <a:ext cx="10790" cy="7562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12" y="1"/>
                  </a:moveTo>
                  <a:cubicBezTo>
                    <a:pt x="102" y="1"/>
                    <a:pt x="91" y="3"/>
                    <a:pt x="79" y="6"/>
                  </a:cubicBezTo>
                  <a:lnTo>
                    <a:pt x="72" y="6"/>
                  </a:lnTo>
                  <a:cubicBezTo>
                    <a:pt x="0" y="60"/>
                    <a:pt x="38" y="157"/>
                    <a:pt x="114" y="157"/>
                  </a:cubicBezTo>
                  <a:cubicBezTo>
                    <a:pt x="123" y="157"/>
                    <a:pt x="134" y="155"/>
                    <a:pt x="145" y="152"/>
                  </a:cubicBezTo>
                  <a:cubicBezTo>
                    <a:pt x="148" y="152"/>
                    <a:pt x="148" y="148"/>
                    <a:pt x="152" y="148"/>
                  </a:cubicBezTo>
                  <a:cubicBezTo>
                    <a:pt x="223" y="94"/>
                    <a:pt x="187" y="1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7" name="Google Shape;7397;p54"/>
            <p:cNvSpPr/>
            <p:nvPr/>
          </p:nvSpPr>
          <p:spPr>
            <a:xfrm>
              <a:off x="7299469" y="2728078"/>
              <a:ext cx="183663" cy="136403"/>
            </a:xfrm>
            <a:custGeom>
              <a:avLst/>
              <a:gdLst/>
              <a:ahLst/>
              <a:cxnLst/>
              <a:rect l="l" t="t" r="r" b="b"/>
              <a:pathLst>
                <a:path w="3813" h="2832" extrusionOk="0">
                  <a:moveTo>
                    <a:pt x="1906" y="0"/>
                  </a:moveTo>
                  <a:cubicBezTo>
                    <a:pt x="806" y="0"/>
                    <a:pt x="0" y="1253"/>
                    <a:pt x="836" y="2409"/>
                  </a:cubicBezTo>
                  <a:cubicBezTo>
                    <a:pt x="858" y="2440"/>
                    <a:pt x="881" y="2463"/>
                    <a:pt x="912" y="2486"/>
                  </a:cubicBezTo>
                  <a:cubicBezTo>
                    <a:pt x="1246" y="2727"/>
                    <a:pt x="1587" y="2831"/>
                    <a:pt x="1905" y="2831"/>
                  </a:cubicBezTo>
                  <a:cubicBezTo>
                    <a:pt x="3005" y="2831"/>
                    <a:pt x="3812" y="1577"/>
                    <a:pt x="2974" y="420"/>
                  </a:cubicBezTo>
                  <a:cubicBezTo>
                    <a:pt x="2954" y="393"/>
                    <a:pt x="2928" y="367"/>
                    <a:pt x="2901" y="348"/>
                  </a:cubicBezTo>
                  <a:cubicBezTo>
                    <a:pt x="2567" y="105"/>
                    <a:pt x="2224" y="0"/>
                    <a:pt x="1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8" name="Google Shape;7398;p54"/>
            <p:cNvSpPr/>
            <p:nvPr/>
          </p:nvSpPr>
          <p:spPr>
            <a:xfrm>
              <a:off x="7334101" y="2756207"/>
              <a:ext cx="114205" cy="80147"/>
            </a:xfrm>
            <a:custGeom>
              <a:avLst/>
              <a:gdLst/>
              <a:ahLst/>
              <a:cxnLst/>
              <a:rect l="l" t="t" r="r" b="b"/>
              <a:pathLst>
                <a:path w="2371" h="1664" extrusionOk="0">
                  <a:moveTo>
                    <a:pt x="1170" y="1"/>
                  </a:moveTo>
                  <a:cubicBezTo>
                    <a:pt x="1062" y="1"/>
                    <a:pt x="946" y="19"/>
                    <a:pt x="826" y="59"/>
                  </a:cubicBezTo>
                  <a:cubicBezTo>
                    <a:pt x="806" y="62"/>
                    <a:pt x="791" y="74"/>
                    <a:pt x="776" y="82"/>
                  </a:cubicBezTo>
                  <a:cubicBezTo>
                    <a:pt x="1" y="644"/>
                    <a:pt x="398" y="1663"/>
                    <a:pt x="1208" y="1663"/>
                  </a:cubicBezTo>
                  <a:cubicBezTo>
                    <a:pt x="1315" y="1663"/>
                    <a:pt x="1430" y="1645"/>
                    <a:pt x="1549" y="1607"/>
                  </a:cubicBezTo>
                  <a:cubicBezTo>
                    <a:pt x="1569" y="1599"/>
                    <a:pt x="1584" y="1592"/>
                    <a:pt x="1600" y="1580"/>
                  </a:cubicBezTo>
                  <a:cubicBezTo>
                    <a:pt x="2371" y="1019"/>
                    <a:pt x="1978" y="1"/>
                    <a:pt x="1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9" name="Google Shape;7399;p54"/>
            <p:cNvSpPr/>
            <p:nvPr/>
          </p:nvSpPr>
          <p:spPr>
            <a:xfrm>
              <a:off x="7337135" y="2758327"/>
              <a:ext cx="108184" cy="75860"/>
            </a:xfrm>
            <a:custGeom>
              <a:avLst/>
              <a:gdLst/>
              <a:ahLst/>
              <a:cxnLst/>
              <a:rect l="l" t="t" r="r" b="b"/>
              <a:pathLst>
                <a:path w="2246" h="1575" extrusionOk="0">
                  <a:moveTo>
                    <a:pt x="1103" y="0"/>
                  </a:moveTo>
                  <a:cubicBezTo>
                    <a:pt x="1002" y="0"/>
                    <a:pt x="894" y="17"/>
                    <a:pt x="782" y="53"/>
                  </a:cubicBezTo>
                  <a:cubicBezTo>
                    <a:pt x="763" y="61"/>
                    <a:pt x="747" y="68"/>
                    <a:pt x="732" y="80"/>
                  </a:cubicBezTo>
                  <a:cubicBezTo>
                    <a:pt x="0" y="609"/>
                    <a:pt x="376" y="1574"/>
                    <a:pt x="1146" y="1574"/>
                  </a:cubicBezTo>
                  <a:cubicBezTo>
                    <a:pt x="1247" y="1574"/>
                    <a:pt x="1355" y="1557"/>
                    <a:pt x="1468" y="1521"/>
                  </a:cubicBezTo>
                  <a:cubicBezTo>
                    <a:pt x="1483" y="1513"/>
                    <a:pt x="1502" y="1505"/>
                    <a:pt x="1514" y="1494"/>
                  </a:cubicBezTo>
                  <a:cubicBezTo>
                    <a:pt x="2245" y="965"/>
                    <a:pt x="1869" y="0"/>
                    <a:pt x="11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0" name="Google Shape;7400;p54"/>
            <p:cNvSpPr/>
            <p:nvPr/>
          </p:nvSpPr>
          <p:spPr>
            <a:xfrm>
              <a:off x="7350766" y="2767815"/>
              <a:ext cx="80970" cy="56883"/>
            </a:xfrm>
            <a:custGeom>
              <a:avLst/>
              <a:gdLst/>
              <a:ahLst/>
              <a:cxnLst/>
              <a:rect l="l" t="t" r="r" b="b"/>
              <a:pathLst>
                <a:path w="1681" h="1181" extrusionOk="0">
                  <a:moveTo>
                    <a:pt x="822" y="1"/>
                  </a:moveTo>
                  <a:cubicBezTo>
                    <a:pt x="747" y="1"/>
                    <a:pt x="667" y="13"/>
                    <a:pt x="583" y="40"/>
                  </a:cubicBezTo>
                  <a:cubicBezTo>
                    <a:pt x="572" y="44"/>
                    <a:pt x="560" y="51"/>
                    <a:pt x="549" y="60"/>
                  </a:cubicBezTo>
                  <a:cubicBezTo>
                    <a:pt x="0" y="458"/>
                    <a:pt x="280" y="1181"/>
                    <a:pt x="854" y="1181"/>
                  </a:cubicBezTo>
                  <a:cubicBezTo>
                    <a:pt x="930" y="1181"/>
                    <a:pt x="1012" y="1168"/>
                    <a:pt x="1097" y="1140"/>
                  </a:cubicBezTo>
                  <a:cubicBezTo>
                    <a:pt x="1111" y="1136"/>
                    <a:pt x="1123" y="1128"/>
                    <a:pt x="1134" y="1121"/>
                  </a:cubicBezTo>
                  <a:cubicBezTo>
                    <a:pt x="1680" y="724"/>
                    <a:pt x="1399" y="1"/>
                    <a:pt x="8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1" name="Google Shape;7401;p54"/>
            <p:cNvSpPr/>
            <p:nvPr/>
          </p:nvSpPr>
          <p:spPr>
            <a:xfrm>
              <a:off x="7380003" y="2788190"/>
              <a:ext cx="22639" cy="16039"/>
            </a:xfrm>
            <a:custGeom>
              <a:avLst/>
              <a:gdLst/>
              <a:ahLst/>
              <a:cxnLst/>
              <a:rect l="l" t="t" r="r" b="b"/>
              <a:pathLst>
                <a:path w="470" h="333" extrusionOk="0">
                  <a:moveTo>
                    <a:pt x="231" y="1"/>
                  </a:moveTo>
                  <a:cubicBezTo>
                    <a:pt x="210" y="1"/>
                    <a:pt x="187" y="4"/>
                    <a:pt x="164" y="12"/>
                  </a:cubicBezTo>
                  <a:cubicBezTo>
                    <a:pt x="159" y="15"/>
                    <a:pt x="156" y="15"/>
                    <a:pt x="152" y="19"/>
                  </a:cubicBezTo>
                  <a:cubicBezTo>
                    <a:pt x="0" y="131"/>
                    <a:pt x="78" y="333"/>
                    <a:pt x="239" y="333"/>
                  </a:cubicBezTo>
                  <a:cubicBezTo>
                    <a:pt x="260" y="333"/>
                    <a:pt x="282" y="329"/>
                    <a:pt x="306" y="322"/>
                  </a:cubicBezTo>
                  <a:cubicBezTo>
                    <a:pt x="309" y="322"/>
                    <a:pt x="313" y="318"/>
                    <a:pt x="317" y="314"/>
                  </a:cubicBezTo>
                  <a:cubicBezTo>
                    <a:pt x="470" y="203"/>
                    <a:pt x="391" y="1"/>
                    <a:pt x="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2" name="Google Shape;7402;p54"/>
            <p:cNvSpPr/>
            <p:nvPr/>
          </p:nvSpPr>
          <p:spPr>
            <a:xfrm>
              <a:off x="7386361" y="2766948"/>
              <a:ext cx="9874" cy="26780"/>
            </a:xfrm>
            <a:custGeom>
              <a:avLst/>
              <a:gdLst/>
              <a:ahLst/>
              <a:cxnLst/>
              <a:rect l="l" t="t" r="r" b="b"/>
              <a:pathLst>
                <a:path w="205" h="556" extrusionOk="0">
                  <a:moveTo>
                    <a:pt x="1" y="0"/>
                  </a:moveTo>
                  <a:lnTo>
                    <a:pt x="50" y="556"/>
                  </a:lnTo>
                  <a:lnTo>
                    <a:pt x="154" y="55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3" name="Google Shape;7403;p54"/>
            <p:cNvSpPr/>
            <p:nvPr/>
          </p:nvSpPr>
          <p:spPr>
            <a:xfrm>
              <a:off x="7363530" y="2777304"/>
              <a:ext cx="26781" cy="19748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100" y="1"/>
                  </a:moveTo>
                  <a:lnTo>
                    <a:pt x="50" y="88"/>
                  </a:lnTo>
                  <a:lnTo>
                    <a:pt x="0" y="176"/>
                  </a:lnTo>
                  <a:lnTo>
                    <a:pt x="506" y="410"/>
                  </a:lnTo>
                  <a:lnTo>
                    <a:pt x="529" y="368"/>
                  </a:lnTo>
                  <a:lnTo>
                    <a:pt x="556" y="32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4" name="Google Shape;7404;p54"/>
            <p:cNvSpPr/>
            <p:nvPr/>
          </p:nvSpPr>
          <p:spPr>
            <a:xfrm>
              <a:off x="7363530" y="2795366"/>
              <a:ext cx="26781" cy="19796"/>
            </a:xfrm>
            <a:custGeom>
              <a:avLst/>
              <a:gdLst/>
              <a:ahLst/>
              <a:cxnLst/>
              <a:rect l="l" t="t" r="r" b="b"/>
              <a:pathLst>
                <a:path w="556" h="411" extrusionOk="0">
                  <a:moveTo>
                    <a:pt x="506" y="1"/>
                  </a:moveTo>
                  <a:lnTo>
                    <a:pt x="0" y="234"/>
                  </a:lnTo>
                  <a:lnTo>
                    <a:pt x="50" y="323"/>
                  </a:lnTo>
                  <a:lnTo>
                    <a:pt x="100" y="411"/>
                  </a:lnTo>
                  <a:lnTo>
                    <a:pt x="556" y="89"/>
                  </a:lnTo>
                  <a:lnTo>
                    <a:pt x="529" y="4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5" name="Google Shape;7405;p54"/>
            <p:cNvSpPr/>
            <p:nvPr/>
          </p:nvSpPr>
          <p:spPr>
            <a:xfrm>
              <a:off x="7386361" y="2798883"/>
              <a:ext cx="9874" cy="26635"/>
            </a:xfrm>
            <a:custGeom>
              <a:avLst/>
              <a:gdLst/>
              <a:ahLst/>
              <a:cxnLst/>
              <a:rect l="l" t="t" r="r" b="b"/>
              <a:pathLst>
                <a:path w="205" h="553" extrusionOk="0">
                  <a:moveTo>
                    <a:pt x="50" y="0"/>
                  </a:moveTo>
                  <a:lnTo>
                    <a:pt x="1" y="552"/>
                  </a:lnTo>
                  <a:lnTo>
                    <a:pt x="204" y="55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6" name="Google Shape;7406;p54"/>
            <p:cNvSpPr/>
            <p:nvPr/>
          </p:nvSpPr>
          <p:spPr>
            <a:xfrm>
              <a:off x="7392334" y="2795366"/>
              <a:ext cx="26781" cy="19796"/>
            </a:xfrm>
            <a:custGeom>
              <a:avLst/>
              <a:gdLst/>
              <a:ahLst/>
              <a:cxnLst/>
              <a:rect l="l" t="t" r="r" b="b"/>
              <a:pathLst>
                <a:path w="556" h="411" extrusionOk="0">
                  <a:moveTo>
                    <a:pt x="50" y="1"/>
                  </a:moveTo>
                  <a:lnTo>
                    <a:pt x="23" y="47"/>
                  </a:lnTo>
                  <a:lnTo>
                    <a:pt x="0" y="89"/>
                  </a:lnTo>
                  <a:lnTo>
                    <a:pt x="455" y="411"/>
                  </a:lnTo>
                  <a:lnTo>
                    <a:pt x="506" y="323"/>
                  </a:lnTo>
                  <a:lnTo>
                    <a:pt x="556" y="23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7" name="Google Shape;7407;p54"/>
            <p:cNvSpPr/>
            <p:nvPr/>
          </p:nvSpPr>
          <p:spPr>
            <a:xfrm>
              <a:off x="7392334" y="2777304"/>
              <a:ext cx="26781" cy="19748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455" y="1"/>
                  </a:moveTo>
                  <a:lnTo>
                    <a:pt x="0" y="322"/>
                  </a:lnTo>
                  <a:lnTo>
                    <a:pt x="23" y="368"/>
                  </a:lnTo>
                  <a:lnTo>
                    <a:pt x="50" y="410"/>
                  </a:lnTo>
                  <a:lnTo>
                    <a:pt x="556" y="176"/>
                  </a:lnTo>
                  <a:lnTo>
                    <a:pt x="506" y="8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8" name="Google Shape;7408;p54"/>
            <p:cNvSpPr/>
            <p:nvPr/>
          </p:nvSpPr>
          <p:spPr>
            <a:xfrm>
              <a:off x="7385879" y="2792525"/>
              <a:ext cx="10790" cy="7562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12" y="1"/>
                  </a:moveTo>
                  <a:cubicBezTo>
                    <a:pt x="102" y="1"/>
                    <a:pt x="91" y="3"/>
                    <a:pt x="80" y="6"/>
                  </a:cubicBezTo>
                  <a:lnTo>
                    <a:pt x="72" y="6"/>
                  </a:lnTo>
                  <a:cubicBezTo>
                    <a:pt x="1" y="60"/>
                    <a:pt x="38" y="157"/>
                    <a:pt x="114" y="157"/>
                  </a:cubicBezTo>
                  <a:cubicBezTo>
                    <a:pt x="124" y="157"/>
                    <a:pt x="134" y="155"/>
                    <a:pt x="145" y="152"/>
                  </a:cubicBezTo>
                  <a:cubicBezTo>
                    <a:pt x="149" y="152"/>
                    <a:pt x="149" y="148"/>
                    <a:pt x="152" y="148"/>
                  </a:cubicBezTo>
                  <a:cubicBezTo>
                    <a:pt x="224" y="94"/>
                    <a:pt x="187" y="1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9" name="Google Shape;7409;p54"/>
            <p:cNvSpPr/>
            <p:nvPr/>
          </p:nvSpPr>
          <p:spPr>
            <a:xfrm>
              <a:off x="6803356" y="2682609"/>
              <a:ext cx="29382" cy="56016"/>
            </a:xfrm>
            <a:custGeom>
              <a:avLst/>
              <a:gdLst/>
              <a:ahLst/>
              <a:cxnLst/>
              <a:rect l="l" t="t" r="r" b="b"/>
              <a:pathLst>
                <a:path w="610" h="1163" extrusionOk="0">
                  <a:moveTo>
                    <a:pt x="318" y="1"/>
                  </a:moveTo>
                  <a:cubicBezTo>
                    <a:pt x="231" y="1"/>
                    <a:pt x="138" y="8"/>
                    <a:pt x="38" y="23"/>
                  </a:cubicBezTo>
                  <a:cubicBezTo>
                    <a:pt x="0" y="464"/>
                    <a:pt x="38" y="1157"/>
                    <a:pt x="38" y="1157"/>
                  </a:cubicBezTo>
                  <a:cubicBezTo>
                    <a:pt x="99" y="1161"/>
                    <a:pt x="180" y="1163"/>
                    <a:pt x="261" y="1163"/>
                  </a:cubicBezTo>
                  <a:cubicBezTo>
                    <a:pt x="422" y="1163"/>
                    <a:pt x="582" y="1157"/>
                    <a:pt x="582" y="1157"/>
                  </a:cubicBezTo>
                  <a:cubicBezTo>
                    <a:pt x="609" y="743"/>
                    <a:pt x="563" y="23"/>
                    <a:pt x="563" y="23"/>
                  </a:cubicBezTo>
                  <a:cubicBezTo>
                    <a:pt x="487" y="8"/>
                    <a:pt x="405" y="1"/>
                    <a:pt x="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0" name="Google Shape;7410;p54"/>
            <p:cNvSpPr/>
            <p:nvPr/>
          </p:nvSpPr>
          <p:spPr>
            <a:xfrm>
              <a:off x="6810147" y="2730776"/>
              <a:ext cx="11512" cy="578"/>
            </a:xfrm>
            <a:custGeom>
              <a:avLst/>
              <a:gdLst/>
              <a:ahLst/>
              <a:cxnLst/>
              <a:rect l="l" t="t" r="r" b="b"/>
              <a:pathLst>
                <a:path w="239" h="12" extrusionOk="0">
                  <a:moveTo>
                    <a:pt x="1" y="1"/>
                  </a:moveTo>
                  <a:lnTo>
                    <a:pt x="1" y="12"/>
                  </a:lnTo>
                  <a:lnTo>
                    <a:pt x="238" y="1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1" name="Google Shape;7411;p54"/>
            <p:cNvSpPr/>
            <p:nvPr/>
          </p:nvSpPr>
          <p:spPr>
            <a:xfrm>
              <a:off x="6810147" y="2724851"/>
              <a:ext cx="11512" cy="626"/>
            </a:xfrm>
            <a:custGeom>
              <a:avLst/>
              <a:gdLst/>
              <a:ahLst/>
              <a:cxnLst/>
              <a:rect l="l" t="t" r="r" b="b"/>
              <a:pathLst>
                <a:path w="239" h="13" extrusionOk="0">
                  <a:moveTo>
                    <a:pt x="1" y="1"/>
                  </a:moveTo>
                  <a:lnTo>
                    <a:pt x="1" y="13"/>
                  </a:lnTo>
                  <a:lnTo>
                    <a:pt x="238" y="13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2" name="Google Shape;7412;p54"/>
            <p:cNvSpPr/>
            <p:nvPr/>
          </p:nvSpPr>
          <p:spPr>
            <a:xfrm>
              <a:off x="6810147" y="2718975"/>
              <a:ext cx="11512" cy="578"/>
            </a:xfrm>
            <a:custGeom>
              <a:avLst/>
              <a:gdLst/>
              <a:ahLst/>
              <a:cxnLst/>
              <a:rect l="l" t="t" r="r" b="b"/>
              <a:pathLst>
                <a:path w="239" h="12" extrusionOk="0">
                  <a:moveTo>
                    <a:pt x="1" y="0"/>
                  </a:moveTo>
                  <a:lnTo>
                    <a:pt x="1" y="11"/>
                  </a:lnTo>
                  <a:lnTo>
                    <a:pt x="238" y="11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3" name="Google Shape;7413;p54"/>
            <p:cNvSpPr/>
            <p:nvPr/>
          </p:nvSpPr>
          <p:spPr>
            <a:xfrm>
              <a:off x="6857206" y="2484502"/>
              <a:ext cx="544726" cy="146855"/>
            </a:xfrm>
            <a:custGeom>
              <a:avLst/>
              <a:gdLst/>
              <a:ahLst/>
              <a:cxnLst/>
              <a:rect l="l" t="t" r="r" b="b"/>
              <a:pathLst>
                <a:path w="11309" h="3049" extrusionOk="0">
                  <a:moveTo>
                    <a:pt x="2921" y="1"/>
                  </a:moveTo>
                  <a:cubicBezTo>
                    <a:pt x="1834" y="1"/>
                    <a:pt x="897" y="21"/>
                    <a:pt x="315" y="67"/>
                  </a:cubicBezTo>
                  <a:cubicBezTo>
                    <a:pt x="16" y="1220"/>
                    <a:pt x="1" y="2332"/>
                    <a:pt x="9" y="2806"/>
                  </a:cubicBezTo>
                  <a:cubicBezTo>
                    <a:pt x="13" y="2941"/>
                    <a:pt x="120" y="3048"/>
                    <a:pt x="258" y="3048"/>
                  </a:cubicBezTo>
                  <a:lnTo>
                    <a:pt x="11309" y="3048"/>
                  </a:lnTo>
                  <a:cubicBezTo>
                    <a:pt x="11197" y="1676"/>
                    <a:pt x="10596" y="270"/>
                    <a:pt x="10596" y="270"/>
                  </a:cubicBezTo>
                  <a:cubicBezTo>
                    <a:pt x="9075" y="118"/>
                    <a:pt x="5555" y="1"/>
                    <a:pt x="29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4" name="Google Shape;7414;p54"/>
            <p:cNvSpPr/>
            <p:nvPr/>
          </p:nvSpPr>
          <p:spPr>
            <a:xfrm>
              <a:off x="6859662" y="2486765"/>
              <a:ext cx="539717" cy="142376"/>
            </a:xfrm>
            <a:custGeom>
              <a:avLst/>
              <a:gdLst/>
              <a:ahLst/>
              <a:cxnLst/>
              <a:rect l="l" t="t" r="r" b="b"/>
              <a:pathLst>
                <a:path w="11205" h="2956" extrusionOk="0">
                  <a:moveTo>
                    <a:pt x="2874" y="0"/>
                  </a:moveTo>
                  <a:cubicBezTo>
                    <a:pt x="1950" y="0"/>
                    <a:pt x="1191" y="16"/>
                    <a:pt x="644" y="43"/>
                  </a:cubicBezTo>
                  <a:cubicBezTo>
                    <a:pt x="437" y="55"/>
                    <a:pt x="264" y="200"/>
                    <a:pt x="222" y="403"/>
                  </a:cubicBezTo>
                  <a:cubicBezTo>
                    <a:pt x="8" y="1426"/>
                    <a:pt x="0" y="2372"/>
                    <a:pt x="4" y="2759"/>
                  </a:cubicBezTo>
                  <a:cubicBezTo>
                    <a:pt x="8" y="2867"/>
                    <a:pt x="96" y="2955"/>
                    <a:pt x="207" y="2955"/>
                  </a:cubicBezTo>
                  <a:lnTo>
                    <a:pt x="11204" y="2955"/>
                  </a:lnTo>
                  <a:cubicBezTo>
                    <a:pt x="11097" y="1725"/>
                    <a:pt x="10595" y="464"/>
                    <a:pt x="10515" y="269"/>
                  </a:cubicBezTo>
                  <a:cubicBezTo>
                    <a:pt x="10097" y="227"/>
                    <a:pt x="9530" y="188"/>
                    <a:pt x="8867" y="154"/>
                  </a:cubicBezTo>
                  <a:cubicBezTo>
                    <a:pt x="8617" y="138"/>
                    <a:pt x="8353" y="127"/>
                    <a:pt x="8078" y="115"/>
                  </a:cubicBezTo>
                  <a:cubicBezTo>
                    <a:pt x="8047" y="115"/>
                    <a:pt x="8012" y="112"/>
                    <a:pt x="7982" y="112"/>
                  </a:cubicBezTo>
                  <a:cubicBezTo>
                    <a:pt x="7874" y="108"/>
                    <a:pt x="7767" y="104"/>
                    <a:pt x="7660" y="96"/>
                  </a:cubicBezTo>
                  <a:cubicBezTo>
                    <a:pt x="6801" y="66"/>
                    <a:pt x="5863" y="39"/>
                    <a:pt x="4931" y="20"/>
                  </a:cubicBezTo>
                  <a:cubicBezTo>
                    <a:pt x="4671" y="16"/>
                    <a:pt x="4410" y="12"/>
                    <a:pt x="4153" y="9"/>
                  </a:cubicBezTo>
                  <a:lnTo>
                    <a:pt x="4061" y="9"/>
                  </a:lnTo>
                  <a:cubicBezTo>
                    <a:pt x="3950" y="9"/>
                    <a:pt x="3840" y="4"/>
                    <a:pt x="3728" y="4"/>
                  </a:cubicBezTo>
                  <a:cubicBezTo>
                    <a:pt x="3437" y="4"/>
                    <a:pt x="3154" y="0"/>
                    <a:pt x="28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5" name="Google Shape;7415;p54"/>
            <p:cNvSpPr/>
            <p:nvPr/>
          </p:nvSpPr>
          <p:spPr>
            <a:xfrm>
              <a:off x="6934175" y="2636996"/>
              <a:ext cx="474787" cy="136114"/>
            </a:xfrm>
            <a:custGeom>
              <a:avLst/>
              <a:gdLst/>
              <a:ahLst/>
              <a:cxnLst/>
              <a:rect l="l" t="t" r="r" b="b"/>
              <a:pathLst>
                <a:path w="9857" h="2826" extrusionOk="0">
                  <a:moveTo>
                    <a:pt x="47" y="1"/>
                  </a:moveTo>
                  <a:lnTo>
                    <a:pt x="1" y="821"/>
                  </a:lnTo>
                  <a:lnTo>
                    <a:pt x="8" y="821"/>
                  </a:lnTo>
                  <a:cubicBezTo>
                    <a:pt x="821" y="1009"/>
                    <a:pt x="1391" y="1506"/>
                    <a:pt x="1759" y="1963"/>
                  </a:cubicBezTo>
                  <a:cubicBezTo>
                    <a:pt x="1940" y="2189"/>
                    <a:pt x="2074" y="2403"/>
                    <a:pt x="2162" y="2560"/>
                  </a:cubicBezTo>
                  <a:cubicBezTo>
                    <a:pt x="2204" y="2638"/>
                    <a:pt x="2235" y="2702"/>
                    <a:pt x="2258" y="2748"/>
                  </a:cubicBezTo>
                  <a:cubicBezTo>
                    <a:pt x="2265" y="2771"/>
                    <a:pt x="2273" y="2787"/>
                    <a:pt x="2281" y="2802"/>
                  </a:cubicBezTo>
                  <a:cubicBezTo>
                    <a:pt x="2284" y="2813"/>
                    <a:pt x="2288" y="2817"/>
                    <a:pt x="2288" y="2817"/>
                  </a:cubicBezTo>
                  <a:lnTo>
                    <a:pt x="2288" y="2825"/>
                  </a:lnTo>
                  <a:lnTo>
                    <a:pt x="7641" y="2825"/>
                  </a:lnTo>
                  <a:lnTo>
                    <a:pt x="7641" y="2817"/>
                  </a:lnTo>
                  <a:cubicBezTo>
                    <a:pt x="7929" y="2136"/>
                    <a:pt x="8354" y="1768"/>
                    <a:pt x="8757" y="1564"/>
                  </a:cubicBezTo>
                  <a:cubicBezTo>
                    <a:pt x="9155" y="1365"/>
                    <a:pt x="9530" y="1334"/>
                    <a:pt x="9723" y="1334"/>
                  </a:cubicBezTo>
                  <a:cubicBezTo>
                    <a:pt x="9760" y="1334"/>
                    <a:pt x="9792" y="1338"/>
                    <a:pt x="9815" y="1338"/>
                  </a:cubicBezTo>
                  <a:lnTo>
                    <a:pt x="9838" y="1338"/>
                  </a:lnTo>
                  <a:lnTo>
                    <a:pt x="9845" y="1342"/>
                  </a:lnTo>
                  <a:lnTo>
                    <a:pt x="9857" y="1342"/>
                  </a:lnTo>
                  <a:lnTo>
                    <a:pt x="9684" y="1"/>
                  </a:lnTo>
                  <a:lnTo>
                    <a:pt x="9668" y="5"/>
                  </a:lnTo>
                  <a:lnTo>
                    <a:pt x="9840" y="1326"/>
                  </a:lnTo>
                  <a:lnTo>
                    <a:pt x="9840" y="1326"/>
                  </a:lnTo>
                  <a:cubicBezTo>
                    <a:pt x="9823" y="1323"/>
                    <a:pt x="9783" y="1319"/>
                    <a:pt x="9723" y="1319"/>
                  </a:cubicBezTo>
                  <a:cubicBezTo>
                    <a:pt x="9530" y="1319"/>
                    <a:pt x="9152" y="1350"/>
                    <a:pt x="8749" y="1552"/>
                  </a:cubicBezTo>
                  <a:cubicBezTo>
                    <a:pt x="8348" y="1752"/>
                    <a:pt x="7919" y="2126"/>
                    <a:pt x="7632" y="2810"/>
                  </a:cubicBezTo>
                  <a:lnTo>
                    <a:pt x="2299" y="2810"/>
                  </a:lnTo>
                  <a:cubicBezTo>
                    <a:pt x="2282" y="2768"/>
                    <a:pt x="2119" y="2382"/>
                    <a:pt x="1771" y="1952"/>
                  </a:cubicBezTo>
                  <a:cubicBezTo>
                    <a:pt x="1405" y="1501"/>
                    <a:pt x="833" y="1000"/>
                    <a:pt x="17" y="808"/>
                  </a:cubicBezTo>
                  <a:lnTo>
                    <a:pt x="17" y="808"/>
                  </a:lnTo>
                  <a:lnTo>
                    <a:pt x="63" y="5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6" name="Google Shape;7416;p54"/>
            <p:cNvSpPr/>
            <p:nvPr/>
          </p:nvSpPr>
          <p:spPr>
            <a:xfrm>
              <a:off x="7249472" y="2636996"/>
              <a:ext cx="10693" cy="135681"/>
            </a:xfrm>
            <a:custGeom>
              <a:avLst/>
              <a:gdLst/>
              <a:ahLst/>
              <a:cxnLst/>
              <a:rect l="l" t="t" r="r" b="b"/>
              <a:pathLst>
                <a:path w="222" h="2817" extrusionOk="0">
                  <a:moveTo>
                    <a:pt x="15" y="1"/>
                  </a:moveTo>
                  <a:lnTo>
                    <a:pt x="0" y="5"/>
                  </a:lnTo>
                  <a:cubicBezTo>
                    <a:pt x="73" y="503"/>
                    <a:pt x="126" y="1204"/>
                    <a:pt x="157" y="1782"/>
                  </a:cubicBezTo>
                  <a:cubicBezTo>
                    <a:pt x="176" y="2074"/>
                    <a:pt x="188" y="2330"/>
                    <a:pt x="195" y="2518"/>
                  </a:cubicBezTo>
                  <a:cubicBezTo>
                    <a:pt x="199" y="2610"/>
                    <a:pt x="202" y="2684"/>
                    <a:pt x="207" y="2737"/>
                  </a:cubicBezTo>
                  <a:lnTo>
                    <a:pt x="207" y="2817"/>
                  </a:lnTo>
                  <a:lnTo>
                    <a:pt x="222" y="2817"/>
                  </a:lnTo>
                  <a:cubicBezTo>
                    <a:pt x="222" y="2817"/>
                    <a:pt x="161" y="1001"/>
                    <a:pt x="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7" name="Google Shape;7417;p54"/>
            <p:cNvSpPr/>
            <p:nvPr/>
          </p:nvSpPr>
          <p:spPr>
            <a:xfrm>
              <a:off x="7091968" y="2636996"/>
              <a:ext cx="4142" cy="135681"/>
            </a:xfrm>
            <a:custGeom>
              <a:avLst/>
              <a:gdLst/>
              <a:ahLst/>
              <a:cxnLst/>
              <a:rect l="l" t="t" r="r" b="b"/>
              <a:pathLst>
                <a:path w="86" h="2817" extrusionOk="0">
                  <a:moveTo>
                    <a:pt x="16" y="1"/>
                  </a:moveTo>
                  <a:lnTo>
                    <a:pt x="1" y="5"/>
                  </a:lnTo>
                  <a:cubicBezTo>
                    <a:pt x="36" y="434"/>
                    <a:pt x="55" y="1139"/>
                    <a:pt x="62" y="1733"/>
                  </a:cubicBezTo>
                  <a:cubicBezTo>
                    <a:pt x="66" y="2032"/>
                    <a:pt x="70" y="2304"/>
                    <a:pt x="70" y="2500"/>
                  </a:cubicBezTo>
                  <a:cubicBezTo>
                    <a:pt x="70" y="2595"/>
                    <a:pt x="74" y="2675"/>
                    <a:pt x="74" y="2730"/>
                  </a:cubicBezTo>
                  <a:lnTo>
                    <a:pt x="74" y="2817"/>
                  </a:lnTo>
                  <a:lnTo>
                    <a:pt x="85" y="2817"/>
                  </a:lnTo>
                  <a:cubicBezTo>
                    <a:pt x="85" y="2817"/>
                    <a:pt x="85" y="867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8" name="Google Shape;7418;p54"/>
            <p:cNvSpPr/>
            <p:nvPr/>
          </p:nvSpPr>
          <p:spPr>
            <a:xfrm>
              <a:off x="6858699" y="2643306"/>
              <a:ext cx="541595" cy="771"/>
            </a:xfrm>
            <a:custGeom>
              <a:avLst/>
              <a:gdLst/>
              <a:ahLst/>
              <a:cxnLst/>
              <a:rect l="l" t="t" r="r" b="b"/>
              <a:pathLst>
                <a:path w="11244" h="16" extrusionOk="0">
                  <a:moveTo>
                    <a:pt x="1" y="1"/>
                  </a:moveTo>
                  <a:lnTo>
                    <a:pt x="1" y="15"/>
                  </a:lnTo>
                  <a:lnTo>
                    <a:pt x="11244" y="15"/>
                  </a:lnTo>
                  <a:lnTo>
                    <a:pt x="112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9" name="Google Shape;7419;p54"/>
            <p:cNvSpPr/>
            <p:nvPr/>
          </p:nvSpPr>
          <p:spPr>
            <a:xfrm>
              <a:off x="7264211" y="2656359"/>
              <a:ext cx="23843" cy="819"/>
            </a:xfrm>
            <a:custGeom>
              <a:avLst/>
              <a:gdLst/>
              <a:ahLst/>
              <a:cxnLst/>
              <a:rect l="l" t="t" r="r" b="b"/>
              <a:pathLst>
                <a:path w="495" h="17" extrusionOk="0">
                  <a:moveTo>
                    <a:pt x="0" y="1"/>
                  </a:moveTo>
                  <a:lnTo>
                    <a:pt x="0" y="17"/>
                  </a:lnTo>
                  <a:lnTo>
                    <a:pt x="494" y="17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0" name="Google Shape;7420;p54"/>
            <p:cNvSpPr/>
            <p:nvPr/>
          </p:nvSpPr>
          <p:spPr>
            <a:xfrm>
              <a:off x="7105648" y="2656359"/>
              <a:ext cx="23843" cy="819"/>
            </a:xfrm>
            <a:custGeom>
              <a:avLst/>
              <a:gdLst/>
              <a:ahLst/>
              <a:cxnLst/>
              <a:rect l="l" t="t" r="r" b="b"/>
              <a:pathLst>
                <a:path w="495" h="17" extrusionOk="0">
                  <a:moveTo>
                    <a:pt x="1" y="1"/>
                  </a:moveTo>
                  <a:lnTo>
                    <a:pt x="1" y="17"/>
                  </a:lnTo>
                  <a:lnTo>
                    <a:pt x="495" y="17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1" name="Google Shape;7421;p54"/>
            <p:cNvSpPr/>
            <p:nvPr/>
          </p:nvSpPr>
          <p:spPr>
            <a:xfrm>
              <a:off x="6944339" y="2656359"/>
              <a:ext cx="23891" cy="819"/>
            </a:xfrm>
            <a:custGeom>
              <a:avLst/>
              <a:gdLst/>
              <a:ahLst/>
              <a:cxnLst/>
              <a:rect l="l" t="t" r="r" b="b"/>
              <a:pathLst>
                <a:path w="496" h="17" extrusionOk="0">
                  <a:moveTo>
                    <a:pt x="1" y="1"/>
                  </a:moveTo>
                  <a:lnTo>
                    <a:pt x="1" y="17"/>
                  </a:lnTo>
                  <a:lnTo>
                    <a:pt x="495" y="17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2" name="Google Shape;7422;p54"/>
            <p:cNvSpPr/>
            <p:nvPr/>
          </p:nvSpPr>
          <p:spPr>
            <a:xfrm>
              <a:off x="7429229" y="2629289"/>
              <a:ext cx="64785" cy="15702"/>
            </a:xfrm>
            <a:custGeom>
              <a:avLst/>
              <a:gdLst/>
              <a:ahLst/>
              <a:cxnLst/>
              <a:rect l="l" t="t" r="r" b="b"/>
              <a:pathLst>
                <a:path w="1345" h="326" extrusionOk="0">
                  <a:moveTo>
                    <a:pt x="11" y="0"/>
                  </a:moveTo>
                  <a:lnTo>
                    <a:pt x="0" y="7"/>
                  </a:lnTo>
                  <a:lnTo>
                    <a:pt x="119" y="191"/>
                  </a:lnTo>
                  <a:lnTo>
                    <a:pt x="1345" y="326"/>
                  </a:lnTo>
                  <a:lnTo>
                    <a:pt x="1345" y="310"/>
                  </a:lnTo>
                  <a:lnTo>
                    <a:pt x="126" y="17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3" name="Google Shape;7423;p54"/>
            <p:cNvSpPr/>
            <p:nvPr/>
          </p:nvSpPr>
          <p:spPr>
            <a:xfrm>
              <a:off x="7484958" y="2748886"/>
              <a:ext cx="22350" cy="38050"/>
            </a:xfrm>
            <a:custGeom>
              <a:avLst/>
              <a:gdLst/>
              <a:ahLst/>
              <a:cxnLst/>
              <a:rect l="l" t="t" r="r" b="b"/>
              <a:pathLst>
                <a:path w="464" h="790" extrusionOk="0">
                  <a:moveTo>
                    <a:pt x="361" y="0"/>
                  </a:moveTo>
                  <a:cubicBezTo>
                    <a:pt x="27" y="19"/>
                    <a:pt x="27" y="207"/>
                    <a:pt x="0" y="732"/>
                  </a:cubicBezTo>
                  <a:cubicBezTo>
                    <a:pt x="0" y="763"/>
                    <a:pt x="23" y="789"/>
                    <a:pt x="58" y="789"/>
                  </a:cubicBezTo>
                  <a:lnTo>
                    <a:pt x="341" y="789"/>
                  </a:lnTo>
                  <a:cubicBezTo>
                    <a:pt x="368" y="789"/>
                    <a:pt x="391" y="770"/>
                    <a:pt x="399" y="747"/>
                  </a:cubicBezTo>
                  <a:cubicBezTo>
                    <a:pt x="422" y="648"/>
                    <a:pt x="464" y="391"/>
                    <a:pt x="418" y="50"/>
                  </a:cubicBezTo>
                  <a:cubicBezTo>
                    <a:pt x="414" y="23"/>
                    <a:pt x="387" y="0"/>
                    <a:pt x="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4" name="Google Shape;7424;p54"/>
            <p:cNvSpPr/>
            <p:nvPr/>
          </p:nvSpPr>
          <p:spPr>
            <a:xfrm>
              <a:off x="7490497" y="2781735"/>
              <a:ext cx="10934" cy="578"/>
            </a:xfrm>
            <a:custGeom>
              <a:avLst/>
              <a:gdLst/>
              <a:ahLst/>
              <a:cxnLst/>
              <a:rect l="l" t="t" r="r" b="b"/>
              <a:pathLst>
                <a:path w="227" h="12" extrusionOk="0">
                  <a:moveTo>
                    <a:pt x="0" y="1"/>
                  </a:moveTo>
                  <a:lnTo>
                    <a:pt x="0" y="12"/>
                  </a:lnTo>
                  <a:lnTo>
                    <a:pt x="226" y="12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5" name="Google Shape;7425;p54"/>
            <p:cNvSpPr/>
            <p:nvPr/>
          </p:nvSpPr>
          <p:spPr>
            <a:xfrm>
              <a:off x="7490882" y="2777641"/>
              <a:ext cx="11127" cy="819"/>
            </a:xfrm>
            <a:custGeom>
              <a:avLst/>
              <a:gdLst/>
              <a:ahLst/>
              <a:cxnLst/>
              <a:rect l="l" t="t" r="r" b="b"/>
              <a:pathLst>
                <a:path w="231" h="17" extrusionOk="0">
                  <a:moveTo>
                    <a:pt x="0" y="1"/>
                  </a:moveTo>
                  <a:lnTo>
                    <a:pt x="0" y="17"/>
                  </a:lnTo>
                  <a:lnTo>
                    <a:pt x="230" y="17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6" name="Google Shape;7426;p54"/>
            <p:cNvSpPr/>
            <p:nvPr/>
          </p:nvSpPr>
          <p:spPr>
            <a:xfrm>
              <a:off x="7491412" y="2773740"/>
              <a:ext cx="10934" cy="819"/>
            </a:xfrm>
            <a:custGeom>
              <a:avLst/>
              <a:gdLst/>
              <a:ahLst/>
              <a:cxnLst/>
              <a:rect l="l" t="t" r="r" b="b"/>
              <a:pathLst>
                <a:path w="227" h="17" extrusionOk="0">
                  <a:moveTo>
                    <a:pt x="0" y="1"/>
                  </a:moveTo>
                  <a:lnTo>
                    <a:pt x="0" y="17"/>
                  </a:lnTo>
                  <a:lnTo>
                    <a:pt x="227" y="17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7" name="Google Shape;7427;p54"/>
            <p:cNvSpPr/>
            <p:nvPr/>
          </p:nvSpPr>
          <p:spPr>
            <a:xfrm>
              <a:off x="7478455" y="2663969"/>
              <a:ext cx="26107" cy="47876"/>
            </a:xfrm>
            <a:custGeom>
              <a:avLst/>
              <a:gdLst/>
              <a:ahLst/>
              <a:cxnLst/>
              <a:rect l="l" t="t" r="r" b="b"/>
              <a:pathLst>
                <a:path w="542" h="994" extrusionOk="0">
                  <a:moveTo>
                    <a:pt x="434" y="0"/>
                  </a:moveTo>
                  <a:cubicBezTo>
                    <a:pt x="434" y="0"/>
                    <a:pt x="43" y="12"/>
                    <a:pt x="5" y="85"/>
                  </a:cubicBezTo>
                  <a:cubicBezTo>
                    <a:pt x="5" y="85"/>
                    <a:pt x="1" y="625"/>
                    <a:pt x="28" y="916"/>
                  </a:cubicBezTo>
                  <a:cubicBezTo>
                    <a:pt x="28" y="916"/>
                    <a:pt x="395" y="994"/>
                    <a:pt x="520" y="994"/>
                  </a:cubicBezTo>
                  <a:cubicBezTo>
                    <a:pt x="528" y="994"/>
                    <a:pt x="535" y="993"/>
                    <a:pt x="542" y="992"/>
                  </a:cubicBezTo>
                  <a:cubicBezTo>
                    <a:pt x="542" y="992"/>
                    <a:pt x="480" y="334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8" name="Google Shape;7428;p54"/>
            <p:cNvSpPr/>
            <p:nvPr/>
          </p:nvSpPr>
          <p:spPr>
            <a:xfrm>
              <a:off x="7482019" y="2691809"/>
              <a:ext cx="10356" cy="16328"/>
            </a:xfrm>
            <a:custGeom>
              <a:avLst/>
              <a:gdLst/>
              <a:ahLst/>
              <a:cxnLst/>
              <a:rect l="l" t="t" r="r" b="b"/>
              <a:pathLst>
                <a:path w="215" h="339" extrusionOk="0">
                  <a:moveTo>
                    <a:pt x="31" y="1"/>
                  </a:moveTo>
                  <a:cubicBezTo>
                    <a:pt x="15" y="1"/>
                    <a:pt x="0" y="13"/>
                    <a:pt x="0" y="28"/>
                  </a:cubicBezTo>
                  <a:lnTo>
                    <a:pt x="0" y="281"/>
                  </a:lnTo>
                  <a:cubicBezTo>
                    <a:pt x="0" y="296"/>
                    <a:pt x="8" y="308"/>
                    <a:pt x="19" y="308"/>
                  </a:cubicBezTo>
                  <a:cubicBezTo>
                    <a:pt x="73" y="322"/>
                    <a:pt x="142" y="331"/>
                    <a:pt x="184" y="338"/>
                  </a:cubicBezTo>
                  <a:cubicBezTo>
                    <a:pt x="199" y="338"/>
                    <a:pt x="215" y="327"/>
                    <a:pt x="215" y="311"/>
                  </a:cubicBezTo>
                  <a:cubicBezTo>
                    <a:pt x="215" y="196"/>
                    <a:pt x="203" y="85"/>
                    <a:pt x="199" y="39"/>
                  </a:cubicBezTo>
                  <a:cubicBezTo>
                    <a:pt x="199" y="28"/>
                    <a:pt x="188" y="16"/>
                    <a:pt x="176" y="16"/>
                  </a:cubicBezTo>
                  <a:lnTo>
                    <a:pt x="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9" name="Google Shape;7429;p54"/>
            <p:cNvSpPr/>
            <p:nvPr/>
          </p:nvSpPr>
          <p:spPr>
            <a:xfrm>
              <a:off x="7476480" y="2728512"/>
              <a:ext cx="39353" cy="70080"/>
            </a:xfrm>
            <a:custGeom>
              <a:avLst/>
              <a:gdLst/>
              <a:ahLst/>
              <a:cxnLst/>
              <a:rect l="l" t="t" r="r" b="b"/>
              <a:pathLst>
                <a:path w="817" h="1455" extrusionOk="0">
                  <a:moveTo>
                    <a:pt x="698" y="112"/>
                  </a:moveTo>
                  <a:cubicBezTo>
                    <a:pt x="709" y="534"/>
                    <a:pt x="629" y="1189"/>
                    <a:pt x="609" y="1358"/>
                  </a:cubicBezTo>
                  <a:lnTo>
                    <a:pt x="100" y="1358"/>
                  </a:lnTo>
                  <a:lnTo>
                    <a:pt x="218" y="266"/>
                  </a:lnTo>
                  <a:lnTo>
                    <a:pt x="698" y="112"/>
                  </a:lnTo>
                  <a:close/>
                  <a:moveTo>
                    <a:pt x="737" y="0"/>
                  </a:moveTo>
                  <a:cubicBezTo>
                    <a:pt x="733" y="0"/>
                    <a:pt x="728" y="1"/>
                    <a:pt x="724" y="2"/>
                  </a:cubicBezTo>
                  <a:lnTo>
                    <a:pt x="161" y="186"/>
                  </a:lnTo>
                  <a:cubicBezTo>
                    <a:pt x="146" y="193"/>
                    <a:pt x="130" y="209"/>
                    <a:pt x="130" y="224"/>
                  </a:cubicBezTo>
                  <a:lnTo>
                    <a:pt x="0" y="1400"/>
                  </a:lnTo>
                  <a:cubicBezTo>
                    <a:pt x="0" y="1415"/>
                    <a:pt x="4" y="1427"/>
                    <a:pt x="11" y="1438"/>
                  </a:cubicBezTo>
                  <a:cubicBezTo>
                    <a:pt x="19" y="1446"/>
                    <a:pt x="34" y="1454"/>
                    <a:pt x="46" y="1454"/>
                  </a:cubicBezTo>
                  <a:lnTo>
                    <a:pt x="652" y="1454"/>
                  </a:lnTo>
                  <a:cubicBezTo>
                    <a:pt x="675" y="1454"/>
                    <a:pt x="694" y="1435"/>
                    <a:pt x="698" y="1412"/>
                  </a:cubicBezTo>
                  <a:cubicBezTo>
                    <a:pt x="701" y="1377"/>
                    <a:pt x="816" y="534"/>
                    <a:pt x="789" y="43"/>
                  </a:cubicBezTo>
                  <a:cubicBezTo>
                    <a:pt x="786" y="29"/>
                    <a:pt x="778" y="17"/>
                    <a:pt x="766" y="9"/>
                  </a:cubicBezTo>
                  <a:cubicBezTo>
                    <a:pt x="758" y="4"/>
                    <a:pt x="748" y="0"/>
                    <a:pt x="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30" name="Google Shape;7430;p54"/>
            <p:cNvSpPr/>
            <p:nvPr/>
          </p:nvSpPr>
          <p:spPr>
            <a:xfrm>
              <a:off x="7482019" y="2745900"/>
              <a:ext cx="32320" cy="4479"/>
            </a:xfrm>
            <a:custGeom>
              <a:avLst/>
              <a:gdLst/>
              <a:ahLst/>
              <a:cxnLst/>
              <a:rect l="l" t="t" r="r" b="b"/>
              <a:pathLst>
                <a:path w="671" h="93" extrusionOk="0">
                  <a:moveTo>
                    <a:pt x="50" y="1"/>
                  </a:moveTo>
                  <a:cubicBezTo>
                    <a:pt x="23" y="1"/>
                    <a:pt x="0" y="20"/>
                    <a:pt x="0" y="46"/>
                  </a:cubicBezTo>
                  <a:cubicBezTo>
                    <a:pt x="0" y="73"/>
                    <a:pt x="23" y="92"/>
                    <a:pt x="50" y="92"/>
                  </a:cubicBezTo>
                  <a:lnTo>
                    <a:pt x="625" y="92"/>
                  </a:lnTo>
                  <a:cubicBezTo>
                    <a:pt x="651" y="92"/>
                    <a:pt x="671" y="73"/>
                    <a:pt x="671" y="46"/>
                  </a:cubicBezTo>
                  <a:cubicBezTo>
                    <a:pt x="671" y="20"/>
                    <a:pt x="651" y="1"/>
                    <a:pt x="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31" name="Google Shape;7431;p54"/>
            <p:cNvSpPr/>
            <p:nvPr/>
          </p:nvSpPr>
          <p:spPr>
            <a:xfrm>
              <a:off x="7356498" y="2549093"/>
              <a:ext cx="56308" cy="77257"/>
            </a:xfrm>
            <a:custGeom>
              <a:avLst/>
              <a:gdLst/>
              <a:ahLst/>
              <a:cxnLst/>
              <a:rect l="l" t="t" r="r" b="b"/>
              <a:pathLst>
                <a:path w="1169" h="1604" extrusionOk="0">
                  <a:moveTo>
                    <a:pt x="468" y="1"/>
                  </a:moveTo>
                  <a:cubicBezTo>
                    <a:pt x="371" y="1"/>
                    <a:pt x="274" y="9"/>
                    <a:pt x="203" y="33"/>
                  </a:cubicBezTo>
                  <a:cubicBezTo>
                    <a:pt x="0" y="98"/>
                    <a:pt x="8" y="1239"/>
                    <a:pt x="261" y="1566"/>
                  </a:cubicBezTo>
                  <a:cubicBezTo>
                    <a:pt x="280" y="1592"/>
                    <a:pt x="311" y="1603"/>
                    <a:pt x="345" y="1603"/>
                  </a:cubicBezTo>
                  <a:lnTo>
                    <a:pt x="1050" y="1603"/>
                  </a:lnTo>
                  <a:cubicBezTo>
                    <a:pt x="1119" y="1603"/>
                    <a:pt x="1169" y="1546"/>
                    <a:pt x="1158" y="1481"/>
                  </a:cubicBezTo>
                  <a:cubicBezTo>
                    <a:pt x="1112" y="1205"/>
                    <a:pt x="997" y="538"/>
                    <a:pt x="866" y="98"/>
                  </a:cubicBezTo>
                  <a:cubicBezTo>
                    <a:pt x="854" y="56"/>
                    <a:pt x="820" y="29"/>
                    <a:pt x="778" y="21"/>
                  </a:cubicBezTo>
                  <a:cubicBezTo>
                    <a:pt x="706" y="13"/>
                    <a:pt x="587" y="1"/>
                    <a:pt x="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32" name="Google Shape;7432;p54"/>
            <p:cNvSpPr/>
            <p:nvPr/>
          </p:nvSpPr>
          <p:spPr>
            <a:xfrm>
              <a:off x="7385831" y="2528477"/>
              <a:ext cx="34921" cy="110057"/>
            </a:xfrm>
            <a:custGeom>
              <a:avLst/>
              <a:gdLst/>
              <a:ahLst/>
              <a:cxnLst/>
              <a:rect l="l" t="t" r="r" b="b"/>
              <a:pathLst>
                <a:path w="725" h="2285" extrusionOk="0">
                  <a:moveTo>
                    <a:pt x="8" y="1"/>
                  </a:moveTo>
                  <a:cubicBezTo>
                    <a:pt x="8" y="1"/>
                    <a:pt x="4" y="1"/>
                    <a:pt x="4" y="4"/>
                  </a:cubicBezTo>
                  <a:cubicBezTo>
                    <a:pt x="4" y="4"/>
                    <a:pt x="1" y="8"/>
                    <a:pt x="4" y="8"/>
                  </a:cubicBezTo>
                  <a:lnTo>
                    <a:pt x="521" y="2277"/>
                  </a:lnTo>
                  <a:cubicBezTo>
                    <a:pt x="526" y="2281"/>
                    <a:pt x="526" y="2284"/>
                    <a:pt x="530" y="2284"/>
                  </a:cubicBezTo>
                  <a:lnTo>
                    <a:pt x="721" y="2284"/>
                  </a:lnTo>
                  <a:cubicBezTo>
                    <a:pt x="725" y="2284"/>
                    <a:pt x="725" y="2281"/>
                    <a:pt x="725" y="2277"/>
                  </a:cubicBezTo>
                  <a:cubicBezTo>
                    <a:pt x="725" y="2273"/>
                    <a:pt x="725" y="2270"/>
                    <a:pt x="721" y="2270"/>
                  </a:cubicBezTo>
                  <a:lnTo>
                    <a:pt x="537" y="2270"/>
                  </a:lnTo>
                  <a:lnTo>
                    <a:pt x="20" y="16"/>
                  </a:lnTo>
                  <a:lnTo>
                    <a:pt x="77" y="16"/>
                  </a:lnTo>
                  <a:cubicBezTo>
                    <a:pt x="81" y="16"/>
                    <a:pt x="84" y="12"/>
                    <a:pt x="84" y="8"/>
                  </a:cubicBezTo>
                  <a:cubicBezTo>
                    <a:pt x="84" y="4"/>
                    <a:pt x="81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33" name="Google Shape;7433;p54"/>
            <p:cNvSpPr/>
            <p:nvPr/>
          </p:nvSpPr>
          <p:spPr>
            <a:xfrm>
              <a:off x="7234300" y="2489366"/>
              <a:ext cx="15895" cy="140883"/>
            </a:xfrm>
            <a:custGeom>
              <a:avLst/>
              <a:gdLst/>
              <a:ahLst/>
              <a:cxnLst/>
              <a:rect l="l" t="t" r="r" b="b"/>
              <a:pathLst>
                <a:path w="330" h="2925" extrusionOk="0">
                  <a:moveTo>
                    <a:pt x="12" y="1"/>
                  </a:moveTo>
                  <a:lnTo>
                    <a:pt x="1" y="4"/>
                  </a:lnTo>
                  <a:lnTo>
                    <a:pt x="315" y="2924"/>
                  </a:lnTo>
                  <a:lnTo>
                    <a:pt x="330" y="2924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34" name="Google Shape;7434;p54"/>
            <p:cNvSpPr/>
            <p:nvPr/>
          </p:nvSpPr>
          <p:spPr>
            <a:xfrm>
              <a:off x="7086863" y="2486573"/>
              <a:ext cx="5925" cy="144784"/>
            </a:xfrm>
            <a:custGeom>
              <a:avLst/>
              <a:gdLst/>
              <a:ahLst/>
              <a:cxnLst/>
              <a:rect l="l" t="t" r="r" b="b"/>
              <a:pathLst>
                <a:path w="123" h="3006" extrusionOk="0">
                  <a:moveTo>
                    <a:pt x="0" y="1"/>
                  </a:moveTo>
                  <a:lnTo>
                    <a:pt x="107" y="3005"/>
                  </a:lnTo>
                  <a:lnTo>
                    <a:pt x="122" y="300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35" name="Google Shape;7435;p54"/>
            <p:cNvSpPr/>
            <p:nvPr/>
          </p:nvSpPr>
          <p:spPr>
            <a:xfrm>
              <a:off x="6936921" y="2485850"/>
              <a:ext cx="17774" cy="144399"/>
            </a:xfrm>
            <a:custGeom>
              <a:avLst/>
              <a:gdLst/>
              <a:ahLst/>
              <a:cxnLst/>
              <a:rect l="l" t="t" r="r" b="b"/>
              <a:pathLst>
                <a:path w="369" h="2998" extrusionOk="0">
                  <a:moveTo>
                    <a:pt x="354" y="0"/>
                  </a:moveTo>
                  <a:lnTo>
                    <a:pt x="1" y="2997"/>
                  </a:lnTo>
                  <a:lnTo>
                    <a:pt x="17" y="2997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FDE4D73-A506-B2A8-C776-167347B8A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72" y="1528701"/>
            <a:ext cx="206314" cy="206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D41679-3E0F-5893-C566-88CA7DC35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72" y="1990657"/>
            <a:ext cx="206314" cy="206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860031-2EA6-02A2-C9B9-AE013BDB8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72" y="2382107"/>
            <a:ext cx="206314" cy="2063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29B6C4-2C3C-7439-ACD6-960D241E9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72" y="2946530"/>
            <a:ext cx="206314" cy="2063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8E6C6D-88B6-1E66-D3D7-74BE021DD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66" y="3487809"/>
            <a:ext cx="206314" cy="20631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B2BD69F-842F-53F5-F486-5E8EDF085C27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92ECB49-40F9-77CE-9B48-96EBB1F35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437D78D-B1E9-05CA-5D17-893361E999CC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7">
          <a:extLst>
            <a:ext uri="{FF2B5EF4-FFF2-40B4-BE49-F238E27FC236}">
              <a16:creationId xmlns:a16="http://schemas.microsoft.com/office/drawing/2014/main" id="{86AC2157-5710-76D0-BF26-FB51E841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8" name="Google Shape;7298;p54">
            <a:extLst>
              <a:ext uri="{FF2B5EF4-FFF2-40B4-BE49-F238E27FC236}">
                <a16:creationId xmlns:a16="http://schemas.microsoft.com/office/drawing/2014/main" id="{31B538C1-B593-7B04-BC30-E855989636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9077" y="274770"/>
            <a:ext cx="6925846" cy="8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/>
              <a:t>Limitazioni e Sviluppi Futuri</a:t>
            </a:r>
          </a:p>
        </p:txBody>
      </p:sp>
      <p:sp>
        <p:nvSpPr>
          <p:cNvPr id="7299" name="Google Shape;7299;p54">
            <a:extLst>
              <a:ext uri="{FF2B5EF4-FFF2-40B4-BE49-F238E27FC236}">
                <a16:creationId xmlns:a16="http://schemas.microsoft.com/office/drawing/2014/main" id="{5FA16C31-69EC-95F2-E995-2D551B7DD35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24679" y="1216150"/>
            <a:ext cx="4494641" cy="27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it-IT" dirty="0">
                <a:latin typeface="Changa One" panose="020B0604020202020204" charset="0"/>
              </a:rPr>
              <a:t>LIMITAZIONI ATTUALI:</a:t>
            </a:r>
          </a:p>
          <a:p>
            <a:pPr algn="l"/>
            <a:r>
              <a:rPr lang="it-IT" dirty="0"/>
              <a:t>Nessuna augmentation estrema (CutMix, MixUp)</a:t>
            </a:r>
          </a:p>
          <a:p>
            <a:pPr marL="139700" indent="0" algn="l"/>
            <a:r>
              <a:rPr lang="it-IT" dirty="0"/>
              <a:t>DeepLab scratch penalizzato senza ImageNet</a:t>
            </a:r>
          </a:p>
          <a:p>
            <a:pPr marL="139700" indent="0" algn="l"/>
            <a:r>
              <a:rPr lang="it-IT" dirty="0"/>
              <a:t>Risoluzione ridotta (512×1024) vs originale</a:t>
            </a:r>
          </a:p>
          <a:p>
            <a:pPr marL="139700" indent="0" algn="l"/>
            <a:endParaRPr lang="it-IT" dirty="0">
              <a:latin typeface="Changa One" panose="020B060402020202020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9700" indent="0" algn="l"/>
            <a:r>
              <a:rPr lang="it-IT" dirty="0">
                <a:latin typeface="Changa One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SVILUPPI FUTURI:</a:t>
            </a:r>
          </a:p>
          <a:p>
            <a:pPr algn="l"/>
            <a:r>
              <a:rPr lang="en-US" dirty="0" err="1"/>
              <a:t>SegFormer</a:t>
            </a:r>
            <a:r>
              <a:rPr lang="en-US" dirty="0"/>
              <a:t>: transformer-based, state-of-the-art</a:t>
            </a:r>
          </a:p>
          <a:p>
            <a:pPr algn="l"/>
            <a:r>
              <a:rPr lang="en-US" dirty="0"/>
              <a:t>Focal Loss per </a:t>
            </a:r>
            <a:r>
              <a:rPr lang="en-US" dirty="0" err="1"/>
              <a:t>classi</a:t>
            </a:r>
            <a:r>
              <a:rPr lang="en-US" dirty="0"/>
              <a:t> rare</a:t>
            </a:r>
          </a:p>
          <a:p>
            <a:pPr algn="l"/>
            <a:r>
              <a:rPr lang="en-US" dirty="0"/>
              <a:t>CRF post-processing per </a:t>
            </a:r>
            <a:r>
              <a:rPr lang="en-US" dirty="0" err="1"/>
              <a:t>bordi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precisi</a:t>
            </a:r>
            <a:endParaRPr lang="en-US" dirty="0"/>
          </a:p>
          <a:p>
            <a:pPr algn="l"/>
            <a:r>
              <a:rPr lang="en-US" dirty="0"/>
              <a:t>Test </a:t>
            </a:r>
            <a:r>
              <a:rPr lang="en-US" dirty="0" err="1"/>
              <a:t>su</a:t>
            </a:r>
            <a:r>
              <a:rPr lang="en-US" dirty="0"/>
              <a:t> dataset </a:t>
            </a:r>
            <a:r>
              <a:rPr lang="en-US" dirty="0" err="1"/>
              <a:t>aggiuntivi</a:t>
            </a:r>
            <a:r>
              <a:rPr lang="en-US" dirty="0"/>
              <a:t> (KITTI, ADE20K)</a:t>
            </a:r>
          </a:p>
          <a:p>
            <a:pPr algn="l"/>
            <a:r>
              <a:rPr lang="en-US" dirty="0"/>
              <a:t>Knowledge distillation: </a:t>
            </a:r>
            <a:r>
              <a:rPr lang="en-US" dirty="0" err="1"/>
              <a:t>DeepLab</a:t>
            </a:r>
            <a:r>
              <a:rPr lang="en-US" dirty="0"/>
              <a:t> → U-Net</a:t>
            </a:r>
          </a:p>
          <a:p>
            <a:pPr algn="l"/>
            <a:br>
              <a:rPr lang="en-US" dirty="0"/>
            </a:br>
            <a:endParaRPr lang="en-US" dirty="0"/>
          </a:p>
          <a:p>
            <a:pPr marL="139700" indent="0" algn="l"/>
            <a:endParaRPr lang="it-IT" dirty="0"/>
          </a:p>
        </p:txBody>
      </p:sp>
      <p:grpSp>
        <p:nvGrpSpPr>
          <p:cNvPr id="7301" name="Google Shape;7301;p54">
            <a:extLst>
              <a:ext uri="{FF2B5EF4-FFF2-40B4-BE49-F238E27FC236}">
                <a16:creationId xmlns:a16="http://schemas.microsoft.com/office/drawing/2014/main" id="{738C7A71-4611-DD3A-CCD9-535FE6958509}"/>
              </a:ext>
            </a:extLst>
          </p:cNvPr>
          <p:cNvGrpSpPr/>
          <p:nvPr/>
        </p:nvGrpSpPr>
        <p:grpSpPr>
          <a:xfrm flipH="1">
            <a:off x="7746378" y="-569018"/>
            <a:ext cx="2244135" cy="1945438"/>
            <a:chOff x="-1189075" y="1978163"/>
            <a:chExt cx="2079250" cy="1802500"/>
          </a:xfrm>
        </p:grpSpPr>
        <p:sp>
          <p:nvSpPr>
            <p:cNvPr id="7302" name="Google Shape;7302;p54">
              <a:extLst>
                <a:ext uri="{FF2B5EF4-FFF2-40B4-BE49-F238E27FC236}">
                  <a16:creationId xmlns:a16="http://schemas.microsoft.com/office/drawing/2014/main" id="{109C41D3-DD27-3D35-EAF2-30507AADB838}"/>
                </a:ext>
              </a:extLst>
            </p:cNvPr>
            <p:cNvSpPr/>
            <p:nvPr/>
          </p:nvSpPr>
          <p:spPr>
            <a:xfrm>
              <a:off x="-1189075" y="1978163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03" name="Google Shape;7303;p54">
              <a:extLst>
                <a:ext uri="{FF2B5EF4-FFF2-40B4-BE49-F238E27FC236}">
                  <a16:creationId xmlns:a16="http://schemas.microsoft.com/office/drawing/2014/main" id="{2843AFFA-9D0F-2FB2-0C2C-8F691AA4626D}"/>
                </a:ext>
              </a:extLst>
            </p:cNvPr>
            <p:cNvSpPr/>
            <p:nvPr/>
          </p:nvSpPr>
          <p:spPr>
            <a:xfrm>
              <a:off x="-1095400" y="2085688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304" name="Google Shape;7304;p54">
            <a:extLst>
              <a:ext uri="{FF2B5EF4-FFF2-40B4-BE49-F238E27FC236}">
                <a16:creationId xmlns:a16="http://schemas.microsoft.com/office/drawing/2014/main" id="{F05D208F-065F-6481-2ED1-F2D127339E99}"/>
              </a:ext>
            </a:extLst>
          </p:cNvPr>
          <p:cNvGrpSpPr/>
          <p:nvPr/>
        </p:nvGrpSpPr>
        <p:grpSpPr>
          <a:xfrm>
            <a:off x="235016" y="3807663"/>
            <a:ext cx="2044650" cy="843999"/>
            <a:chOff x="928666" y="227075"/>
            <a:chExt cx="2044650" cy="843999"/>
          </a:xfrm>
        </p:grpSpPr>
        <p:sp>
          <p:nvSpPr>
            <p:cNvPr id="7305" name="Google Shape;7305;p54">
              <a:extLst>
                <a:ext uri="{FF2B5EF4-FFF2-40B4-BE49-F238E27FC236}">
                  <a16:creationId xmlns:a16="http://schemas.microsoft.com/office/drawing/2014/main" id="{09917BFC-D32F-B6A5-879C-4850DA48BDAB}"/>
                </a:ext>
              </a:extLst>
            </p:cNvPr>
            <p:cNvSpPr/>
            <p:nvPr/>
          </p:nvSpPr>
          <p:spPr>
            <a:xfrm>
              <a:off x="2146529" y="445545"/>
              <a:ext cx="798568" cy="625529"/>
            </a:xfrm>
            <a:custGeom>
              <a:avLst/>
              <a:gdLst/>
              <a:ahLst/>
              <a:cxnLst/>
              <a:rect l="l" t="t" r="r" b="b"/>
              <a:pathLst>
                <a:path w="1952" h="1529" extrusionOk="0">
                  <a:moveTo>
                    <a:pt x="974" y="0"/>
                  </a:moveTo>
                  <a:lnTo>
                    <a:pt x="1" y="1529"/>
                  </a:lnTo>
                  <a:lnTo>
                    <a:pt x="1951" y="1529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06" name="Google Shape;7306;p54">
              <a:extLst>
                <a:ext uri="{FF2B5EF4-FFF2-40B4-BE49-F238E27FC236}">
                  <a16:creationId xmlns:a16="http://schemas.microsoft.com/office/drawing/2014/main" id="{4CDCDCF4-6F81-4D69-BD88-CD5F27931CCE}"/>
                </a:ext>
              </a:extLst>
            </p:cNvPr>
            <p:cNvSpPr/>
            <p:nvPr/>
          </p:nvSpPr>
          <p:spPr>
            <a:xfrm>
              <a:off x="2146529" y="446772"/>
              <a:ext cx="400511" cy="624302"/>
            </a:xfrm>
            <a:custGeom>
              <a:avLst/>
              <a:gdLst/>
              <a:ahLst/>
              <a:cxnLst/>
              <a:rect l="l" t="t" r="r" b="b"/>
              <a:pathLst>
                <a:path w="979" h="1526" extrusionOk="0">
                  <a:moveTo>
                    <a:pt x="974" y="1"/>
                  </a:moveTo>
                  <a:lnTo>
                    <a:pt x="1" y="1526"/>
                  </a:lnTo>
                  <a:lnTo>
                    <a:pt x="978" y="1526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07" name="Google Shape;7307;p54">
              <a:extLst>
                <a:ext uri="{FF2B5EF4-FFF2-40B4-BE49-F238E27FC236}">
                  <a16:creationId xmlns:a16="http://schemas.microsoft.com/office/drawing/2014/main" id="{6DA1105D-6C26-DC3E-A063-0196793FC47E}"/>
                </a:ext>
              </a:extLst>
            </p:cNvPr>
            <p:cNvSpPr/>
            <p:nvPr/>
          </p:nvSpPr>
          <p:spPr>
            <a:xfrm>
              <a:off x="2546620" y="446772"/>
              <a:ext cx="127231" cy="249557"/>
            </a:xfrm>
            <a:custGeom>
              <a:avLst/>
              <a:gdLst/>
              <a:ahLst/>
              <a:cxnLst/>
              <a:rect l="l" t="t" r="r" b="b"/>
              <a:pathLst>
                <a:path w="311" h="610" extrusionOk="0">
                  <a:moveTo>
                    <a:pt x="0" y="1"/>
                  </a:moveTo>
                  <a:lnTo>
                    <a:pt x="0" y="610"/>
                  </a:lnTo>
                  <a:lnTo>
                    <a:pt x="310" y="4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08" name="Google Shape;7308;p54">
              <a:extLst>
                <a:ext uri="{FF2B5EF4-FFF2-40B4-BE49-F238E27FC236}">
                  <a16:creationId xmlns:a16="http://schemas.microsoft.com/office/drawing/2014/main" id="{205187C9-4AF9-F381-92B3-46CF5BD85E1C}"/>
                </a:ext>
              </a:extLst>
            </p:cNvPr>
            <p:cNvSpPr/>
            <p:nvPr/>
          </p:nvSpPr>
          <p:spPr>
            <a:xfrm>
              <a:off x="2417757" y="446772"/>
              <a:ext cx="129276" cy="249557"/>
            </a:xfrm>
            <a:custGeom>
              <a:avLst/>
              <a:gdLst/>
              <a:ahLst/>
              <a:cxnLst/>
              <a:rect l="l" t="t" r="r" b="b"/>
              <a:pathLst>
                <a:path w="316" h="610" extrusionOk="0">
                  <a:moveTo>
                    <a:pt x="311" y="1"/>
                  </a:moveTo>
                  <a:lnTo>
                    <a:pt x="1" y="487"/>
                  </a:lnTo>
                  <a:lnTo>
                    <a:pt x="315" y="610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09" name="Google Shape;7309;p54">
              <a:extLst>
                <a:ext uri="{FF2B5EF4-FFF2-40B4-BE49-F238E27FC236}">
                  <a16:creationId xmlns:a16="http://schemas.microsoft.com/office/drawing/2014/main" id="{843AF6B3-81FA-279B-B018-2785AA9B44D0}"/>
                </a:ext>
              </a:extLst>
            </p:cNvPr>
            <p:cNvSpPr/>
            <p:nvPr/>
          </p:nvSpPr>
          <p:spPr>
            <a:xfrm>
              <a:off x="994529" y="445545"/>
              <a:ext cx="798159" cy="625529"/>
            </a:xfrm>
            <a:custGeom>
              <a:avLst/>
              <a:gdLst/>
              <a:ahLst/>
              <a:cxnLst/>
              <a:rect l="l" t="t" r="r" b="b"/>
              <a:pathLst>
                <a:path w="1951" h="1529" extrusionOk="0">
                  <a:moveTo>
                    <a:pt x="977" y="0"/>
                  </a:moveTo>
                  <a:lnTo>
                    <a:pt x="1" y="1529"/>
                  </a:lnTo>
                  <a:lnTo>
                    <a:pt x="1950" y="1529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0" name="Google Shape;7310;p54">
              <a:extLst>
                <a:ext uri="{FF2B5EF4-FFF2-40B4-BE49-F238E27FC236}">
                  <a16:creationId xmlns:a16="http://schemas.microsoft.com/office/drawing/2014/main" id="{630C90AD-28DE-79F7-D921-6596CC4B84B4}"/>
                </a:ext>
              </a:extLst>
            </p:cNvPr>
            <p:cNvSpPr/>
            <p:nvPr/>
          </p:nvSpPr>
          <p:spPr>
            <a:xfrm>
              <a:off x="996166" y="446772"/>
              <a:ext cx="398466" cy="624302"/>
            </a:xfrm>
            <a:custGeom>
              <a:avLst/>
              <a:gdLst/>
              <a:ahLst/>
              <a:cxnLst/>
              <a:rect l="l" t="t" r="r" b="b"/>
              <a:pathLst>
                <a:path w="974" h="1526" extrusionOk="0">
                  <a:moveTo>
                    <a:pt x="973" y="1"/>
                  </a:moveTo>
                  <a:lnTo>
                    <a:pt x="0" y="1526"/>
                  </a:lnTo>
                  <a:lnTo>
                    <a:pt x="973" y="1526"/>
                  </a:lnTo>
                  <a:lnTo>
                    <a:pt x="973" y="1"/>
                  </a:ln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1" name="Google Shape;7311;p54">
              <a:extLst>
                <a:ext uri="{FF2B5EF4-FFF2-40B4-BE49-F238E27FC236}">
                  <a16:creationId xmlns:a16="http://schemas.microsoft.com/office/drawing/2014/main" id="{ADBB9FC1-F1BF-4FD6-3C49-6C415C385936}"/>
                </a:ext>
              </a:extLst>
            </p:cNvPr>
            <p:cNvSpPr/>
            <p:nvPr/>
          </p:nvSpPr>
          <p:spPr>
            <a:xfrm>
              <a:off x="1394211" y="446772"/>
              <a:ext cx="127640" cy="249557"/>
            </a:xfrm>
            <a:custGeom>
              <a:avLst/>
              <a:gdLst/>
              <a:ahLst/>
              <a:cxnLst/>
              <a:rect l="l" t="t" r="r" b="b"/>
              <a:pathLst>
                <a:path w="312" h="610" extrusionOk="0">
                  <a:moveTo>
                    <a:pt x="0" y="1"/>
                  </a:moveTo>
                  <a:lnTo>
                    <a:pt x="0" y="610"/>
                  </a:lnTo>
                  <a:lnTo>
                    <a:pt x="311" y="4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2" name="Google Shape;7312;p54">
              <a:extLst>
                <a:ext uri="{FF2B5EF4-FFF2-40B4-BE49-F238E27FC236}">
                  <a16:creationId xmlns:a16="http://schemas.microsoft.com/office/drawing/2014/main" id="{7261F20F-0D15-31C4-B2DD-7D373C9B2714}"/>
                </a:ext>
              </a:extLst>
            </p:cNvPr>
            <p:cNvSpPr/>
            <p:nvPr/>
          </p:nvSpPr>
          <p:spPr>
            <a:xfrm>
              <a:off x="1267393" y="446772"/>
              <a:ext cx="127231" cy="249557"/>
            </a:xfrm>
            <a:custGeom>
              <a:avLst/>
              <a:gdLst/>
              <a:ahLst/>
              <a:cxnLst/>
              <a:rect l="l" t="t" r="r" b="b"/>
              <a:pathLst>
                <a:path w="311" h="610" extrusionOk="0">
                  <a:moveTo>
                    <a:pt x="310" y="1"/>
                  </a:moveTo>
                  <a:lnTo>
                    <a:pt x="0" y="487"/>
                  </a:lnTo>
                  <a:lnTo>
                    <a:pt x="310" y="610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3" name="Google Shape;7313;p54">
              <a:extLst>
                <a:ext uri="{FF2B5EF4-FFF2-40B4-BE49-F238E27FC236}">
                  <a16:creationId xmlns:a16="http://schemas.microsoft.com/office/drawing/2014/main" id="{174C254E-8A0A-B9F3-DD79-6CDFF528E4D8}"/>
                </a:ext>
              </a:extLst>
            </p:cNvPr>
            <p:cNvSpPr/>
            <p:nvPr/>
          </p:nvSpPr>
          <p:spPr>
            <a:xfrm>
              <a:off x="1505484" y="227075"/>
              <a:ext cx="803068" cy="843994"/>
            </a:xfrm>
            <a:custGeom>
              <a:avLst/>
              <a:gdLst/>
              <a:ahLst/>
              <a:cxnLst/>
              <a:rect l="l" t="t" r="r" b="b"/>
              <a:pathLst>
                <a:path w="1963" h="2063" extrusionOk="0">
                  <a:moveTo>
                    <a:pt x="982" y="1"/>
                  </a:moveTo>
                  <a:lnTo>
                    <a:pt x="1" y="2063"/>
                  </a:lnTo>
                  <a:lnTo>
                    <a:pt x="1962" y="2063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4" name="Google Shape;7314;p54">
              <a:extLst>
                <a:ext uri="{FF2B5EF4-FFF2-40B4-BE49-F238E27FC236}">
                  <a16:creationId xmlns:a16="http://schemas.microsoft.com/office/drawing/2014/main" id="{9F01D7DE-A926-062D-446E-B31806AAAFD9}"/>
                </a:ext>
              </a:extLst>
            </p:cNvPr>
            <p:cNvSpPr/>
            <p:nvPr/>
          </p:nvSpPr>
          <p:spPr>
            <a:xfrm>
              <a:off x="1505484" y="229121"/>
              <a:ext cx="401739" cy="841948"/>
            </a:xfrm>
            <a:custGeom>
              <a:avLst/>
              <a:gdLst/>
              <a:ahLst/>
              <a:cxnLst/>
              <a:rect l="l" t="t" r="r" b="b"/>
              <a:pathLst>
                <a:path w="982" h="2058" extrusionOk="0">
                  <a:moveTo>
                    <a:pt x="982" y="1"/>
                  </a:moveTo>
                  <a:lnTo>
                    <a:pt x="1" y="2058"/>
                  </a:lnTo>
                  <a:lnTo>
                    <a:pt x="982" y="2058"/>
                  </a:lnTo>
                  <a:lnTo>
                    <a:pt x="982" y="4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5" name="Google Shape;7315;p54">
              <a:extLst>
                <a:ext uri="{FF2B5EF4-FFF2-40B4-BE49-F238E27FC236}">
                  <a16:creationId xmlns:a16="http://schemas.microsoft.com/office/drawing/2014/main" id="{469D8315-ECDB-AE67-83BE-4177A32D308C}"/>
                </a:ext>
              </a:extLst>
            </p:cNvPr>
            <p:cNvSpPr/>
            <p:nvPr/>
          </p:nvSpPr>
          <p:spPr>
            <a:xfrm>
              <a:off x="1906802" y="230757"/>
              <a:ext cx="127231" cy="332606"/>
            </a:xfrm>
            <a:custGeom>
              <a:avLst/>
              <a:gdLst/>
              <a:ahLst/>
              <a:cxnLst/>
              <a:rect l="l" t="t" r="r" b="b"/>
              <a:pathLst>
                <a:path w="311" h="813" extrusionOk="0">
                  <a:moveTo>
                    <a:pt x="1" y="0"/>
                  </a:moveTo>
                  <a:lnTo>
                    <a:pt x="1" y="812"/>
                  </a:lnTo>
                  <a:lnTo>
                    <a:pt x="311" y="6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6" name="Google Shape;7316;p54">
              <a:extLst>
                <a:ext uri="{FF2B5EF4-FFF2-40B4-BE49-F238E27FC236}">
                  <a16:creationId xmlns:a16="http://schemas.microsoft.com/office/drawing/2014/main" id="{590ABF24-7B25-00DA-3903-C032CE977E85}"/>
                </a:ext>
              </a:extLst>
            </p:cNvPr>
            <p:cNvSpPr/>
            <p:nvPr/>
          </p:nvSpPr>
          <p:spPr>
            <a:xfrm>
              <a:off x="1779575" y="229121"/>
              <a:ext cx="127640" cy="334243"/>
            </a:xfrm>
            <a:custGeom>
              <a:avLst/>
              <a:gdLst/>
              <a:ahLst/>
              <a:cxnLst/>
              <a:rect l="l" t="t" r="r" b="b"/>
              <a:pathLst>
                <a:path w="312" h="817" extrusionOk="0">
                  <a:moveTo>
                    <a:pt x="312" y="1"/>
                  </a:moveTo>
                  <a:lnTo>
                    <a:pt x="1" y="655"/>
                  </a:lnTo>
                  <a:lnTo>
                    <a:pt x="312" y="816"/>
                  </a:lnTo>
                  <a:lnTo>
                    <a:pt x="312" y="4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7" name="Google Shape;7317;p54">
              <a:extLst>
                <a:ext uri="{FF2B5EF4-FFF2-40B4-BE49-F238E27FC236}">
                  <a16:creationId xmlns:a16="http://schemas.microsoft.com/office/drawing/2014/main" id="{48D9062F-D407-94B5-E97E-BF7CF801A93F}"/>
                </a:ext>
              </a:extLst>
            </p:cNvPr>
            <p:cNvSpPr/>
            <p:nvPr/>
          </p:nvSpPr>
          <p:spPr>
            <a:xfrm>
              <a:off x="2500802" y="507610"/>
              <a:ext cx="472513" cy="124779"/>
            </a:xfrm>
            <a:custGeom>
              <a:avLst/>
              <a:gdLst/>
              <a:ahLst/>
              <a:cxnLst/>
              <a:rect l="l" t="t" r="r" b="b"/>
              <a:pathLst>
                <a:path w="1155" h="305" extrusionOk="0">
                  <a:moveTo>
                    <a:pt x="411" y="1"/>
                  </a:moveTo>
                  <a:cubicBezTo>
                    <a:pt x="399" y="5"/>
                    <a:pt x="388" y="5"/>
                    <a:pt x="376" y="5"/>
                  </a:cubicBezTo>
                  <a:cubicBezTo>
                    <a:pt x="353" y="9"/>
                    <a:pt x="334" y="20"/>
                    <a:pt x="319" y="36"/>
                  </a:cubicBezTo>
                  <a:cubicBezTo>
                    <a:pt x="292" y="55"/>
                    <a:pt x="277" y="85"/>
                    <a:pt x="277" y="120"/>
                  </a:cubicBezTo>
                  <a:lnTo>
                    <a:pt x="277" y="124"/>
                  </a:lnTo>
                  <a:lnTo>
                    <a:pt x="265" y="124"/>
                  </a:lnTo>
                  <a:cubicBezTo>
                    <a:pt x="212" y="124"/>
                    <a:pt x="162" y="151"/>
                    <a:pt x="146" y="204"/>
                  </a:cubicBezTo>
                  <a:cubicBezTo>
                    <a:pt x="143" y="200"/>
                    <a:pt x="135" y="200"/>
                    <a:pt x="131" y="200"/>
                  </a:cubicBezTo>
                  <a:cubicBezTo>
                    <a:pt x="127" y="200"/>
                    <a:pt x="123" y="200"/>
                    <a:pt x="119" y="200"/>
                  </a:cubicBezTo>
                  <a:cubicBezTo>
                    <a:pt x="62" y="200"/>
                    <a:pt x="11" y="247"/>
                    <a:pt x="1" y="304"/>
                  </a:cubicBezTo>
                  <a:lnTo>
                    <a:pt x="1147" y="304"/>
                  </a:lnTo>
                  <a:cubicBezTo>
                    <a:pt x="1151" y="296"/>
                    <a:pt x="1151" y="289"/>
                    <a:pt x="1151" y="281"/>
                  </a:cubicBezTo>
                  <a:cubicBezTo>
                    <a:pt x="1154" y="246"/>
                    <a:pt x="1142" y="208"/>
                    <a:pt x="1116" y="181"/>
                  </a:cubicBezTo>
                  <a:lnTo>
                    <a:pt x="1093" y="158"/>
                  </a:lnTo>
                  <a:cubicBezTo>
                    <a:pt x="1073" y="147"/>
                    <a:pt x="1050" y="139"/>
                    <a:pt x="1027" y="139"/>
                  </a:cubicBezTo>
                  <a:cubicBezTo>
                    <a:pt x="1001" y="139"/>
                    <a:pt x="970" y="139"/>
                    <a:pt x="944" y="154"/>
                  </a:cubicBezTo>
                  <a:cubicBezTo>
                    <a:pt x="935" y="158"/>
                    <a:pt x="928" y="162"/>
                    <a:pt x="921" y="170"/>
                  </a:cubicBezTo>
                  <a:cubicBezTo>
                    <a:pt x="917" y="162"/>
                    <a:pt x="912" y="158"/>
                    <a:pt x="909" y="151"/>
                  </a:cubicBezTo>
                  <a:cubicBezTo>
                    <a:pt x="894" y="135"/>
                    <a:pt x="875" y="124"/>
                    <a:pt x="855" y="116"/>
                  </a:cubicBezTo>
                  <a:cubicBezTo>
                    <a:pt x="838" y="110"/>
                    <a:pt x="820" y="107"/>
                    <a:pt x="803" y="107"/>
                  </a:cubicBezTo>
                  <a:cubicBezTo>
                    <a:pt x="797" y="107"/>
                    <a:pt x="792" y="107"/>
                    <a:pt x="786" y="108"/>
                  </a:cubicBezTo>
                  <a:cubicBezTo>
                    <a:pt x="756" y="116"/>
                    <a:pt x="748" y="124"/>
                    <a:pt x="721" y="139"/>
                  </a:cubicBezTo>
                  <a:lnTo>
                    <a:pt x="717" y="143"/>
                  </a:lnTo>
                  <a:cubicBezTo>
                    <a:pt x="714" y="151"/>
                    <a:pt x="705" y="154"/>
                    <a:pt x="702" y="162"/>
                  </a:cubicBezTo>
                  <a:cubicBezTo>
                    <a:pt x="687" y="112"/>
                    <a:pt x="645" y="70"/>
                    <a:pt x="590" y="70"/>
                  </a:cubicBezTo>
                  <a:cubicBezTo>
                    <a:pt x="564" y="70"/>
                    <a:pt x="541" y="78"/>
                    <a:pt x="521" y="89"/>
                  </a:cubicBezTo>
                  <a:cubicBezTo>
                    <a:pt x="514" y="74"/>
                    <a:pt x="507" y="59"/>
                    <a:pt x="495" y="43"/>
                  </a:cubicBezTo>
                  <a:cubicBezTo>
                    <a:pt x="487" y="39"/>
                    <a:pt x="480" y="32"/>
                    <a:pt x="472" y="24"/>
                  </a:cubicBezTo>
                  <a:cubicBezTo>
                    <a:pt x="453" y="13"/>
                    <a:pt x="434" y="5"/>
                    <a:pt x="411" y="1"/>
                  </a:cubicBez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8" name="Google Shape;7318;p54">
              <a:extLst>
                <a:ext uri="{FF2B5EF4-FFF2-40B4-BE49-F238E27FC236}">
                  <a16:creationId xmlns:a16="http://schemas.microsoft.com/office/drawing/2014/main" id="{3DD5E0D0-06C7-1990-C50D-C712871A0134}"/>
                </a:ext>
              </a:extLst>
            </p:cNvPr>
            <p:cNvSpPr/>
            <p:nvPr/>
          </p:nvSpPr>
          <p:spPr>
            <a:xfrm>
              <a:off x="1915195" y="545249"/>
              <a:ext cx="380056" cy="132143"/>
            </a:xfrm>
            <a:custGeom>
              <a:avLst/>
              <a:gdLst/>
              <a:ahLst/>
              <a:cxnLst/>
              <a:rect l="l" t="t" r="r" b="b"/>
              <a:pathLst>
                <a:path w="929" h="323" extrusionOk="0">
                  <a:moveTo>
                    <a:pt x="437" y="1"/>
                  </a:moveTo>
                  <a:cubicBezTo>
                    <a:pt x="377" y="1"/>
                    <a:pt x="322" y="39"/>
                    <a:pt x="315" y="101"/>
                  </a:cubicBezTo>
                  <a:lnTo>
                    <a:pt x="288" y="101"/>
                  </a:lnTo>
                  <a:cubicBezTo>
                    <a:pt x="265" y="108"/>
                    <a:pt x="242" y="116"/>
                    <a:pt x="227" y="131"/>
                  </a:cubicBezTo>
                  <a:cubicBezTo>
                    <a:pt x="200" y="154"/>
                    <a:pt x="184" y="185"/>
                    <a:pt x="184" y="216"/>
                  </a:cubicBezTo>
                  <a:lnTo>
                    <a:pt x="184" y="220"/>
                  </a:lnTo>
                  <a:cubicBezTo>
                    <a:pt x="170" y="212"/>
                    <a:pt x="154" y="208"/>
                    <a:pt x="138" y="208"/>
                  </a:cubicBezTo>
                  <a:cubicBezTo>
                    <a:pt x="127" y="208"/>
                    <a:pt x="120" y="208"/>
                    <a:pt x="108" y="212"/>
                  </a:cubicBezTo>
                  <a:cubicBezTo>
                    <a:pt x="81" y="216"/>
                    <a:pt x="62" y="223"/>
                    <a:pt x="43" y="243"/>
                  </a:cubicBezTo>
                  <a:cubicBezTo>
                    <a:pt x="20" y="262"/>
                    <a:pt x="5" y="292"/>
                    <a:pt x="0" y="323"/>
                  </a:cubicBezTo>
                  <a:lnTo>
                    <a:pt x="920" y="323"/>
                  </a:lnTo>
                  <a:cubicBezTo>
                    <a:pt x="925" y="311"/>
                    <a:pt x="925" y="300"/>
                    <a:pt x="928" y="285"/>
                  </a:cubicBezTo>
                  <a:cubicBezTo>
                    <a:pt x="928" y="246"/>
                    <a:pt x="916" y="208"/>
                    <a:pt x="890" y="177"/>
                  </a:cubicBezTo>
                  <a:cubicBezTo>
                    <a:pt x="862" y="145"/>
                    <a:pt x="821" y="129"/>
                    <a:pt x="779" y="129"/>
                  </a:cubicBezTo>
                  <a:cubicBezTo>
                    <a:pt x="756" y="129"/>
                    <a:pt x="734" y="133"/>
                    <a:pt x="713" y="143"/>
                  </a:cubicBezTo>
                  <a:cubicBezTo>
                    <a:pt x="687" y="97"/>
                    <a:pt x="641" y="59"/>
                    <a:pt x="587" y="59"/>
                  </a:cubicBezTo>
                  <a:cubicBezTo>
                    <a:pt x="568" y="59"/>
                    <a:pt x="552" y="62"/>
                    <a:pt x="538" y="66"/>
                  </a:cubicBezTo>
                  <a:cubicBezTo>
                    <a:pt x="518" y="28"/>
                    <a:pt x="483" y="1"/>
                    <a:pt x="437" y="1"/>
                  </a:cubicBez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19" name="Google Shape;7319;p54">
              <a:extLst>
                <a:ext uri="{FF2B5EF4-FFF2-40B4-BE49-F238E27FC236}">
                  <a16:creationId xmlns:a16="http://schemas.microsoft.com/office/drawing/2014/main" id="{8670E2D0-F365-092C-FAA9-386434011546}"/>
                </a:ext>
              </a:extLst>
            </p:cNvPr>
            <p:cNvSpPr/>
            <p:nvPr/>
          </p:nvSpPr>
          <p:spPr>
            <a:xfrm>
              <a:off x="1373757" y="253547"/>
              <a:ext cx="289235" cy="118233"/>
            </a:xfrm>
            <a:custGeom>
              <a:avLst/>
              <a:gdLst/>
              <a:ahLst/>
              <a:cxnLst/>
              <a:rect l="l" t="t" r="r" b="b"/>
              <a:pathLst>
                <a:path w="707" h="289" extrusionOk="0">
                  <a:moveTo>
                    <a:pt x="326" y="1"/>
                  </a:moveTo>
                  <a:cubicBezTo>
                    <a:pt x="288" y="1"/>
                    <a:pt x="250" y="17"/>
                    <a:pt x="219" y="47"/>
                  </a:cubicBezTo>
                  <a:cubicBezTo>
                    <a:pt x="196" y="70"/>
                    <a:pt x="181" y="105"/>
                    <a:pt x="177" y="143"/>
                  </a:cubicBezTo>
                  <a:cubicBezTo>
                    <a:pt x="165" y="135"/>
                    <a:pt x="150" y="135"/>
                    <a:pt x="135" y="135"/>
                  </a:cubicBezTo>
                  <a:cubicBezTo>
                    <a:pt x="39" y="135"/>
                    <a:pt x="1" y="220"/>
                    <a:pt x="20" y="289"/>
                  </a:cubicBezTo>
                  <a:lnTo>
                    <a:pt x="706" y="289"/>
                  </a:lnTo>
                  <a:cubicBezTo>
                    <a:pt x="706" y="269"/>
                    <a:pt x="706" y="246"/>
                    <a:pt x="701" y="227"/>
                  </a:cubicBezTo>
                  <a:cubicBezTo>
                    <a:pt x="687" y="174"/>
                    <a:pt x="644" y="131"/>
                    <a:pt x="595" y="120"/>
                  </a:cubicBezTo>
                  <a:cubicBezTo>
                    <a:pt x="579" y="116"/>
                    <a:pt x="564" y="114"/>
                    <a:pt x="549" y="114"/>
                  </a:cubicBezTo>
                  <a:cubicBezTo>
                    <a:pt x="523" y="114"/>
                    <a:pt x="498" y="121"/>
                    <a:pt x="476" y="135"/>
                  </a:cubicBezTo>
                  <a:cubicBezTo>
                    <a:pt x="472" y="101"/>
                    <a:pt x="457" y="70"/>
                    <a:pt x="430" y="43"/>
                  </a:cubicBezTo>
                  <a:cubicBezTo>
                    <a:pt x="403" y="17"/>
                    <a:pt x="365" y="1"/>
                    <a:pt x="326" y="1"/>
                  </a:cubicBez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0" name="Google Shape;7320;p54">
              <a:extLst>
                <a:ext uri="{FF2B5EF4-FFF2-40B4-BE49-F238E27FC236}">
                  <a16:creationId xmlns:a16="http://schemas.microsoft.com/office/drawing/2014/main" id="{BD4F571B-0DAB-618D-2BE7-6D7C13F0AE46}"/>
                </a:ext>
              </a:extLst>
            </p:cNvPr>
            <p:cNvSpPr/>
            <p:nvPr/>
          </p:nvSpPr>
          <p:spPr>
            <a:xfrm>
              <a:off x="928666" y="500655"/>
              <a:ext cx="298236" cy="110869"/>
            </a:xfrm>
            <a:custGeom>
              <a:avLst/>
              <a:gdLst/>
              <a:ahLst/>
              <a:cxnLst/>
              <a:rect l="l" t="t" r="r" b="b"/>
              <a:pathLst>
                <a:path w="729" h="271" extrusionOk="0">
                  <a:moveTo>
                    <a:pt x="292" y="0"/>
                  </a:moveTo>
                  <a:cubicBezTo>
                    <a:pt x="281" y="0"/>
                    <a:pt x="269" y="2"/>
                    <a:pt x="257" y="7"/>
                  </a:cubicBezTo>
                  <a:cubicBezTo>
                    <a:pt x="208" y="18"/>
                    <a:pt x="169" y="68"/>
                    <a:pt x="169" y="118"/>
                  </a:cubicBezTo>
                  <a:cubicBezTo>
                    <a:pt x="169" y="129"/>
                    <a:pt x="173" y="137"/>
                    <a:pt x="173" y="148"/>
                  </a:cubicBezTo>
                  <a:cubicBezTo>
                    <a:pt x="165" y="145"/>
                    <a:pt x="157" y="145"/>
                    <a:pt x="146" y="145"/>
                  </a:cubicBezTo>
                  <a:cubicBezTo>
                    <a:pt x="96" y="145"/>
                    <a:pt x="47" y="171"/>
                    <a:pt x="19" y="217"/>
                  </a:cubicBezTo>
                  <a:cubicBezTo>
                    <a:pt x="12" y="233"/>
                    <a:pt x="4" y="252"/>
                    <a:pt x="1" y="271"/>
                  </a:cubicBezTo>
                  <a:lnTo>
                    <a:pt x="728" y="271"/>
                  </a:lnTo>
                  <a:cubicBezTo>
                    <a:pt x="701" y="233"/>
                    <a:pt x="659" y="206"/>
                    <a:pt x="613" y="206"/>
                  </a:cubicBezTo>
                  <a:cubicBezTo>
                    <a:pt x="587" y="206"/>
                    <a:pt x="564" y="214"/>
                    <a:pt x="544" y="225"/>
                  </a:cubicBezTo>
                  <a:cubicBezTo>
                    <a:pt x="544" y="168"/>
                    <a:pt x="507" y="114"/>
                    <a:pt x="433" y="114"/>
                  </a:cubicBezTo>
                  <a:cubicBezTo>
                    <a:pt x="433" y="114"/>
                    <a:pt x="415" y="114"/>
                    <a:pt x="406" y="118"/>
                  </a:cubicBezTo>
                  <a:cubicBezTo>
                    <a:pt x="406" y="99"/>
                    <a:pt x="403" y="79"/>
                    <a:pt x="392" y="64"/>
                  </a:cubicBezTo>
                  <a:lnTo>
                    <a:pt x="392" y="60"/>
                  </a:lnTo>
                  <a:cubicBezTo>
                    <a:pt x="380" y="41"/>
                    <a:pt x="364" y="26"/>
                    <a:pt x="349" y="18"/>
                  </a:cubicBezTo>
                  <a:cubicBezTo>
                    <a:pt x="333" y="6"/>
                    <a:pt x="313" y="0"/>
                    <a:pt x="292" y="0"/>
                  </a:cubicBezTo>
                  <a:close/>
                </a:path>
              </a:pathLst>
            </a:custGeom>
            <a:solidFill>
              <a:srgbClr val="5867C9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321" name="Google Shape;7321;p54">
            <a:extLst>
              <a:ext uri="{FF2B5EF4-FFF2-40B4-BE49-F238E27FC236}">
                <a16:creationId xmlns:a16="http://schemas.microsoft.com/office/drawing/2014/main" id="{45814579-E11F-042E-847E-D2B3E0BB1F07}"/>
              </a:ext>
            </a:extLst>
          </p:cNvPr>
          <p:cNvGrpSpPr/>
          <p:nvPr/>
        </p:nvGrpSpPr>
        <p:grpSpPr>
          <a:xfrm>
            <a:off x="2598965" y="4232228"/>
            <a:ext cx="1707861" cy="740164"/>
            <a:chOff x="3718065" y="3595878"/>
            <a:chExt cx="1707861" cy="740164"/>
          </a:xfrm>
        </p:grpSpPr>
        <p:sp>
          <p:nvSpPr>
            <p:cNvPr id="7322" name="Google Shape;7322;p54">
              <a:extLst>
                <a:ext uri="{FF2B5EF4-FFF2-40B4-BE49-F238E27FC236}">
                  <a16:creationId xmlns:a16="http://schemas.microsoft.com/office/drawing/2014/main" id="{9A0F11AD-30E3-B76C-B423-ED74F989FB11}"/>
                </a:ext>
              </a:extLst>
            </p:cNvPr>
            <p:cNvSpPr/>
            <p:nvPr/>
          </p:nvSpPr>
          <p:spPr>
            <a:xfrm>
              <a:off x="4124743" y="3652887"/>
              <a:ext cx="217573" cy="215750"/>
            </a:xfrm>
            <a:custGeom>
              <a:avLst/>
              <a:gdLst/>
              <a:ahLst/>
              <a:cxnLst/>
              <a:rect l="l" t="t" r="r" b="b"/>
              <a:pathLst>
                <a:path w="2515" h="2494" extrusionOk="0">
                  <a:moveTo>
                    <a:pt x="1580" y="1"/>
                  </a:moveTo>
                  <a:cubicBezTo>
                    <a:pt x="1387" y="1"/>
                    <a:pt x="1236" y="4"/>
                    <a:pt x="1216" y="14"/>
                  </a:cubicBezTo>
                  <a:cubicBezTo>
                    <a:pt x="1159" y="45"/>
                    <a:pt x="1" y="2451"/>
                    <a:pt x="1" y="2451"/>
                  </a:cubicBezTo>
                  <a:lnTo>
                    <a:pt x="315" y="2494"/>
                  </a:lnTo>
                  <a:cubicBezTo>
                    <a:pt x="315" y="2494"/>
                    <a:pt x="1254" y="651"/>
                    <a:pt x="1334" y="593"/>
                  </a:cubicBezTo>
                  <a:cubicBezTo>
                    <a:pt x="1373" y="566"/>
                    <a:pt x="1611" y="559"/>
                    <a:pt x="1839" y="559"/>
                  </a:cubicBezTo>
                  <a:cubicBezTo>
                    <a:pt x="2067" y="559"/>
                    <a:pt x="2285" y="566"/>
                    <a:pt x="2285" y="566"/>
                  </a:cubicBezTo>
                  <a:lnTo>
                    <a:pt x="2515" y="14"/>
                  </a:lnTo>
                  <a:cubicBezTo>
                    <a:pt x="2515" y="14"/>
                    <a:pt x="1965" y="1"/>
                    <a:pt x="15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3" name="Google Shape;7323;p54">
              <a:extLst>
                <a:ext uri="{FF2B5EF4-FFF2-40B4-BE49-F238E27FC236}">
                  <a16:creationId xmlns:a16="http://schemas.microsoft.com/office/drawing/2014/main" id="{7A16AE06-EA35-E123-2318-F6C3AD521072}"/>
                </a:ext>
              </a:extLst>
            </p:cNvPr>
            <p:cNvSpPr/>
            <p:nvPr/>
          </p:nvSpPr>
          <p:spPr>
            <a:xfrm>
              <a:off x="4352521" y="3595878"/>
              <a:ext cx="427446" cy="50347"/>
            </a:xfrm>
            <a:custGeom>
              <a:avLst/>
              <a:gdLst/>
              <a:ahLst/>
              <a:cxnLst/>
              <a:rect l="l" t="t" r="r" b="b"/>
              <a:pathLst>
                <a:path w="4941" h="582" extrusionOk="0">
                  <a:moveTo>
                    <a:pt x="608" y="1"/>
                  </a:moveTo>
                  <a:cubicBezTo>
                    <a:pt x="464" y="1"/>
                    <a:pt x="373" y="2"/>
                    <a:pt x="357" y="7"/>
                  </a:cubicBezTo>
                  <a:cubicBezTo>
                    <a:pt x="234" y="42"/>
                    <a:pt x="1" y="509"/>
                    <a:pt x="1" y="509"/>
                  </a:cubicBezTo>
                  <a:lnTo>
                    <a:pt x="460" y="509"/>
                  </a:lnTo>
                  <a:cubicBezTo>
                    <a:pt x="460" y="509"/>
                    <a:pt x="567" y="137"/>
                    <a:pt x="606" y="118"/>
                  </a:cubicBezTo>
                  <a:cubicBezTo>
                    <a:pt x="611" y="115"/>
                    <a:pt x="670" y="114"/>
                    <a:pt x="770" y="114"/>
                  </a:cubicBezTo>
                  <a:cubicBezTo>
                    <a:pt x="1489" y="114"/>
                    <a:pt x="4314" y="179"/>
                    <a:pt x="4338" y="206"/>
                  </a:cubicBezTo>
                  <a:cubicBezTo>
                    <a:pt x="4369" y="237"/>
                    <a:pt x="4445" y="581"/>
                    <a:pt x="4445" y="581"/>
                  </a:cubicBezTo>
                  <a:lnTo>
                    <a:pt x="4940" y="581"/>
                  </a:lnTo>
                  <a:cubicBezTo>
                    <a:pt x="4940" y="581"/>
                    <a:pt x="4810" y="191"/>
                    <a:pt x="4710" y="129"/>
                  </a:cubicBezTo>
                  <a:cubicBezTo>
                    <a:pt x="4624" y="76"/>
                    <a:pt x="1526" y="1"/>
                    <a:pt x="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4" name="Google Shape;7324;p54">
              <a:extLst>
                <a:ext uri="{FF2B5EF4-FFF2-40B4-BE49-F238E27FC236}">
                  <a16:creationId xmlns:a16="http://schemas.microsoft.com/office/drawing/2014/main" id="{2A9116D2-FD9D-93BD-2401-5E049F06A24D}"/>
                </a:ext>
              </a:extLst>
            </p:cNvPr>
            <p:cNvSpPr/>
            <p:nvPr/>
          </p:nvSpPr>
          <p:spPr>
            <a:xfrm>
              <a:off x="3725678" y="3630395"/>
              <a:ext cx="1677775" cy="618788"/>
            </a:xfrm>
            <a:custGeom>
              <a:avLst/>
              <a:gdLst/>
              <a:ahLst/>
              <a:cxnLst/>
              <a:rect l="l" t="t" r="r" b="b"/>
              <a:pathLst>
                <a:path w="19394" h="7153" extrusionOk="0">
                  <a:moveTo>
                    <a:pt x="7739" y="1"/>
                  </a:moveTo>
                  <a:cubicBezTo>
                    <a:pt x="7374" y="1"/>
                    <a:pt x="7146" y="2"/>
                    <a:pt x="7146" y="2"/>
                  </a:cubicBezTo>
                  <a:cubicBezTo>
                    <a:pt x="6859" y="405"/>
                    <a:pt x="6239" y="2669"/>
                    <a:pt x="6239" y="2669"/>
                  </a:cubicBezTo>
                  <a:lnTo>
                    <a:pt x="483" y="2669"/>
                  </a:lnTo>
                  <a:cubicBezTo>
                    <a:pt x="111" y="2926"/>
                    <a:pt x="376" y="3156"/>
                    <a:pt x="376" y="3156"/>
                  </a:cubicBezTo>
                  <a:cubicBezTo>
                    <a:pt x="1" y="4160"/>
                    <a:pt x="199" y="6417"/>
                    <a:pt x="199" y="6417"/>
                  </a:cubicBezTo>
                  <a:lnTo>
                    <a:pt x="3112" y="7152"/>
                  </a:lnTo>
                  <a:lnTo>
                    <a:pt x="5802" y="7152"/>
                  </a:lnTo>
                  <a:lnTo>
                    <a:pt x="6997" y="6532"/>
                  </a:lnTo>
                  <a:lnTo>
                    <a:pt x="12917" y="6532"/>
                  </a:lnTo>
                  <a:lnTo>
                    <a:pt x="14619" y="6992"/>
                  </a:lnTo>
                  <a:lnTo>
                    <a:pt x="17091" y="6992"/>
                  </a:lnTo>
                  <a:lnTo>
                    <a:pt x="19072" y="6344"/>
                  </a:lnTo>
                  <a:cubicBezTo>
                    <a:pt x="19393" y="6344"/>
                    <a:pt x="19317" y="4876"/>
                    <a:pt x="19072" y="4876"/>
                  </a:cubicBezTo>
                  <a:lnTo>
                    <a:pt x="18872" y="3719"/>
                  </a:lnTo>
                  <a:lnTo>
                    <a:pt x="18156" y="3095"/>
                  </a:lnTo>
                  <a:cubicBezTo>
                    <a:pt x="17393" y="2842"/>
                    <a:pt x="14516" y="2669"/>
                    <a:pt x="14516" y="2669"/>
                  </a:cubicBezTo>
                  <a:cubicBezTo>
                    <a:pt x="13776" y="1451"/>
                    <a:pt x="12416" y="121"/>
                    <a:pt x="12416" y="121"/>
                  </a:cubicBezTo>
                  <a:cubicBezTo>
                    <a:pt x="11293" y="14"/>
                    <a:pt x="8863" y="1"/>
                    <a:pt x="77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5" name="Google Shape;7325;p54">
              <a:extLst>
                <a:ext uri="{FF2B5EF4-FFF2-40B4-BE49-F238E27FC236}">
                  <a16:creationId xmlns:a16="http://schemas.microsoft.com/office/drawing/2014/main" id="{C235F329-82FD-5ADF-A6BD-BAFD66B8E510}"/>
                </a:ext>
              </a:extLst>
            </p:cNvPr>
            <p:cNvSpPr/>
            <p:nvPr/>
          </p:nvSpPr>
          <p:spPr>
            <a:xfrm>
              <a:off x="5339069" y="4084046"/>
              <a:ext cx="45504" cy="61247"/>
            </a:xfrm>
            <a:custGeom>
              <a:avLst/>
              <a:gdLst/>
              <a:ahLst/>
              <a:cxnLst/>
              <a:rect l="l" t="t" r="r" b="b"/>
              <a:pathLst>
                <a:path w="526" h="708" extrusionOk="0">
                  <a:moveTo>
                    <a:pt x="389" y="0"/>
                  </a:moveTo>
                  <a:cubicBezTo>
                    <a:pt x="381" y="0"/>
                    <a:pt x="372" y="2"/>
                    <a:pt x="365" y="4"/>
                  </a:cubicBezTo>
                  <a:cubicBezTo>
                    <a:pt x="43" y="104"/>
                    <a:pt x="0" y="575"/>
                    <a:pt x="356" y="702"/>
                  </a:cubicBezTo>
                  <a:cubicBezTo>
                    <a:pt x="367" y="706"/>
                    <a:pt x="377" y="707"/>
                    <a:pt x="387" y="707"/>
                  </a:cubicBezTo>
                  <a:cubicBezTo>
                    <a:pt x="430" y="707"/>
                    <a:pt x="470" y="676"/>
                    <a:pt x="480" y="629"/>
                  </a:cubicBezTo>
                  <a:cubicBezTo>
                    <a:pt x="498" y="502"/>
                    <a:pt x="525" y="272"/>
                    <a:pt x="483" y="73"/>
                  </a:cubicBezTo>
                  <a:cubicBezTo>
                    <a:pt x="473" y="31"/>
                    <a:pt x="431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6" name="Google Shape;7326;p54">
              <a:extLst>
                <a:ext uri="{FF2B5EF4-FFF2-40B4-BE49-F238E27FC236}">
                  <a16:creationId xmlns:a16="http://schemas.microsoft.com/office/drawing/2014/main" id="{B97B5C61-E616-ABEB-B808-E269501A4A2A}"/>
                </a:ext>
              </a:extLst>
            </p:cNvPr>
            <p:cNvSpPr/>
            <p:nvPr/>
          </p:nvSpPr>
          <p:spPr>
            <a:xfrm>
              <a:off x="5296593" y="3950477"/>
              <a:ext cx="67045" cy="100349"/>
            </a:xfrm>
            <a:custGeom>
              <a:avLst/>
              <a:gdLst/>
              <a:ahLst/>
              <a:cxnLst/>
              <a:rect l="l" t="t" r="r" b="b"/>
              <a:pathLst>
                <a:path w="775" h="1160" extrusionOk="0">
                  <a:moveTo>
                    <a:pt x="266" y="1"/>
                  </a:moveTo>
                  <a:cubicBezTo>
                    <a:pt x="147" y="1"/>
                    <a:pt x="45" y="11"/>
                    <a:pt x="32" y="30"/>
                  </a:cubicBezTo>
                  <a:cubicBezTo>
                    <a:pt x="0" y="69"/>
                    <a:pt x="181" y="1153"/>
                    <a:pt x="219" y="1157"/>
                  </a:cubicBezTo>
                  <a:cubicBezTo>
                    <a:pt x="233" y="1159"/>
                    <a:pt x="300" y="1159"/>
                    <a:pt x="382" y="1159"/>
                  </a:cubicBezTo>
                  <a:cubicBezTo>
                    <a:pt x="547" y="1159"/>
                    <a:pt x="775" y="1157"/>
                    <a:pt x="775" y="1157"/>
                  </a:cubicBezTo>
                  <a:lnTo>
                    <a:pt x="591" y="30"/>
                  </a:lnTo>
                  <a:cubicBezTo>
                    <a:pt x="508" y="10"/>
                    <a:pt x="380" y="1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7" name="Google Shape;7327;p54">
              <a:extLst>
                <a:ext uri="{FF2B5EF4-FFF2-40B4-BE49-F238E27FC236}">
                  <a16:creationId xmlns:a16="http://schemas.microsoft.com/office/drawing/2014/main" id="{B5A8EBC8-329B-9CAB-2FCD-8FCD0102510E}"/>
                </a:ext>
              </a:extLst>
            </p:cNvPr>
            <p:cNvSpPr/>
            <p:nvPr/>
          </p:nvSpPr>
          <p:spPr>
            <a:xfrm>
              <a:off x="5311559" y="4006794"/>
              <a:ext cx="25953" cy="39966"/>
            </a:xfrm>
            <a:custGeom>
              <a:avLst/>
              <a:gdLst/>
              <a:ahLst/>
              <a:cxnLst/>
              <a:rect l="l" t="t" r="r" b="b"/>
              <a:pathLst>
                <a:path w="300" h="462" extrusionOk="0">
                  <a:moveTo>
                    <a:pt x="23" y="0"/>
                  </a:moveTo>
                  <a:cubicBezTo>
                    <a:pt x="11" y="0"/>
                    <a:pt x="0" y="12"/>
                    <a:pt x="4" y="23"/>
                  </a:cubicBezTo>
                  <a:cubicBezTo>
                    <a:pt x="16" y="115"/>
                    <a:pt x="69" y="453"/>
                    <a:pt x="80" y="460"/>
                  </a:cubicBezTo>
                  <a:cubicBezTo>
                    <a:pt x="83" y="461"/>
                    <a:pt x="91" y="461"/>
                    <a:pt x="103" y="461"/>
                  </a:cubicBezTo>
                  <a:cubicBezTo>
                    <a:pt x="147" y="461"/>
                    <a:pt x="238" y="456"/>
                    <a:pt x="280" y="456"/>
                  </a:cubicBezTo>
                  <a:cubicBezTo>
                    <a:pt x="292" y="456"/>
                    <a:pt x="299" y="445"/>
                    <a:pt x="299" y="433"/>
                  </a:cubicBezTo>
                  <a:lnTo>
                    <a:pt x="226" y="16"/>
                  </a:lnTo>
                  <a:cubicBezTo>
                    <a:pt x="223" y="8"/>
                    <a:pt x="214" y="0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8" name="Google Shape;7328;p54">
              <a:extLst>
                <a:ext uri="{FF2B5EF4-FFF2-40B4-BE49-F238E27FC236}">
                  <a16:creationId xmlns:a16="http://schemas.microsoft.com/office/drawing/2014/main" id="{9089A743-E077-7B90-0D44-092038568172}"/>
                </a:ext>
              </a:extLst>
            </p:cNvPr>
            <p:cNvSpPr/>
            <p:nvPr/>
          </p:nvSpPr>
          <p:spPr>
            <a:xfrm>
              <a:off x="5218043" y="4032660"/>
              <a:ext cx="207884" cy="214193"/>
            </a:xfrm>
            <a:custGeom>
              <a:avLst/>
              <a:gdLst/>
              <a:ahLst/>
              <a:cxnLst/>
              <a:rect l="l" t="t" r="r" b="b"/>
              <a:pathLst>
                <a:path w="2403" h="2476" extrusionOk="0">
                  <a:moveTo>
                    <a:pt x="2116" y="203"/>
                  </a:moveTo>
                  <a:cubicBezTo>
                    <a:pt x="2131" y="479"/>
                    <a:pt x="2165" y="1311"/>
                    <a:pt x="2043" y="1721"/>
                  </a:cubicBezTo>
                  <a:lnTo>
                    <a:pt x="1568" y="1871"/>
                  </a:lnTo>
                  <a:cubicBezTo>
                    <a:pt x="1548" y="1598"/>
                    <a:pt x="1499" y="656"/>
                    <a:pt x="1603" y="203"/>
                  </a:cubicBezTo>
                  <a:close/>
                  <a:moveTo>
                    <a:pt x="1522" y="0"/>
                  </a:moveTo>
                  <a:cubicBezTo>
                    <a:pt x="1479" y="0"/>
                    <a:pt x="1442" y="31"/>
                    <a:pt x="1426" y="74"/>
                  </a:cubicBezTo>
                  <a:cubicBezTo>
                    <a:pt x="1281" y="560"/>
                    <a:pt x="1353" y="1733"/>
                    <a:pt x="1368" y="1936"/>
                  </a:cubicBezTo>
                  <a:lnTo>
                    <a:pt x="310" y="2276"/>
                  </a:lnTo>
                  <a:lnTo>
                    <a:pt x="100" y="2276"/>
                  </a:lnTo>
                  <a:cubicBezTo>
                    <a:pt x="47" y="2276"/>
                    <a:pt x="1" y="2319"/>
                    <a:pt x="1" y="2376"/>
                  </a:cubicBezTo>
                  <a:cubicBezTo>
                    <a:pt x="1" y="2430"/>
                    <a:pt x="47" y="2476"/>
                    <a:pt x="100" y="2476"/>
                  </a:cubicBezTo>
                  <a:lnTo>
                    <a:pt x="326" y="2476"/>
                  </a:lnTo>
                  <a:cubicBezTo>
                    <a:pt x="338" y="2476"/>
                    <a:pt x="345" y="2476"/>
                    <a:pt x="356" y="2472"/>
                  </a:cubicBezTo>
                  <a:lnTo>
                    <a:pt x="2154" y="1897"/>
                  </a:lnTo>
                  <a:cubicBezTo>
                    <a:pt x="2181" y="1885"/>
                    <a:pt x="2204" y="1862"/>
                    <a:pt x="2215" y="1836"/>
                  </a:cubicBezTo>
                  <a:cubicBezTo>
                    <a:pt x="2403" y="1326"/>
                    <a:pt x="2315" y="146"/>
                    <a:pt x="2311" y="92"/>
                  </a:cubicBezTo>
                  <a:cubicBezTo>
                    <a:pt x="2307" y="42"/>
                    <a:pt x="2265" y="0"/>
                    <a:pt x="2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29" name="Google Shape;7329;p54">
              <a:extLst>
                <a:ext uri="{FF2B5EF4-FFF2-40B4-BE49-F238E27FC236}">
                  <a16:creationId xmlns:a16="http://schemas.microsoft.com/office/drawing/2014/main" id="{D94FC708-EA1D-B28A-27E2-480BEAE0D146}"/>
                </a:ext>
              </a:extLst>
            </p:cNvPr>
            <p:cNvSpPr/>
            <p:nvPr/>
          </p:nvSpPr>
          <p:spPr>
            <a:xfrm>
              <a:off x="3723342" y="3929974"/>
              <a:ext cx="89192" cy="154156"/>
            </a:xfrm>
            <a:custGeom>
              <a:avLst/>
              <a:gdLst/>
              <a:ahLst/>
              <a:cxnLst/>
              <a:rect l="l" t="t" r="r" b="b"/>
              <a:pathLst>
                <a:path w="1031" h="1782" extrusionOk="0">
                  <a:moveTo>
                    <a:pt x="489" y="1"/>
                  </a:moveTo>
                  <a:cubicBezTo>
                    <a:pt x="343" y="1"/>
                    <a:pt x="226" y="3"/>
                    <a:pt x="226" y="3"/>
                  </a:cubicBezTo>
                  <a:cubicBezTo>
                    <a:pt x="0" y="896"/>
                    <a:pt x="104" y="1755"/>
                    <a:pt x="104" y="1755"/>
                  </a:cubicBezTo>
                  <a:cubicBezTo>
                    <a:pt x="202" y="1775"/>
                    <a:pt x="329" y="1782"/>
                    <a:pt x="454" y="1782"/>
                  </a:cubicBezTo>
                  <a:cubicBezTo>
                    <a:pt x="704" y="1782"/>
                    <a:pt x="947" y="1755"/>
                    <a:pt x="947" y="1755"/>
                  </a:cubicBezTo>
                  <a:cubicBezTo>
                    <a:pt x="997" y="1341"/>
                    <a:pt x="1031" y="30"/>
                    <a:pt x="1031" y="30"/>
                  </a:cubicBezTo>
                  <a:cubicBezTo>
                    <a:pt x="938" y="6"/>
                    <a:pt x="686" y="1"/>
                    <a:pt x="4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0" name="Google Shape;7330;p54">
              <a:extLst>
                <a:ext uri="{FF2B5EF4-FFF2-40B4-BE49-F238E27FC236}">
                  <a16:creationId xmlns:a16="http://schemas.microsoft.com/office/drawing/2014/main" id="{53613098-06D9-2AB0-1C6C-451487821E06}"/>
                </a:ext>
              </a:extLst>
            </p:cNvPr>
            <p:cNvSpPr/>
            <p:nvPr/>
          </p:nvSpPr>
          <p:spPr>
            <a:xfrm>
              <a:off x="3746180" y="4045550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6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1" name="Google Shape;7331;p54">
              <a:extLst>
                <a:ext uri="{FF2B5EF4-FFF2-40B4-BE49-F238E27FC236}">
                  <a16:creationId xmlns:a16="http://schemas.microsoft.com/office/drawing/2014/main" id="{1298D0A8-0295-E94D-7703-1F588981A464}"/>
                </a:ext>
              </a:extLst>
            </p:cNvPr>
            <p:cNvSpPr/>
            <p:nvPr/>
          </p:nvSpPr>
          <p:spPr>
            <a:xfrm>
              <a:off x="3746180" y="4025999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4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2" name="Google Shape;7332;p54">
              <a:extLst>
                <a:ext uri="{FF2B5EF4-FFF2-40B4-BE49-F238E27FC236}">
                  <a16:creationId xmlns:a16="http://schemas.microsoft.com/office/drawing/2014/main" id="{51811C16-8278-6C11-15CD-1E4D7E47E3C0}"/>
                </a:ext>
              </a:extLst>
            </p:cNvPr>
            <p:cNvSpPr/>
            <p:nvPr/>
          </p:nvSpPr>
          <p:spPr>
            <a:xfrm>
              <a:off x="3746180" y="4006102"/>
              <a:ext cx="39622" cy="5796"/>
            </a:xfrm>
            <a:custGeom>
              <a:avLst/>
              <a:gdLst/>
              <a:ahLst/>
              <a:cxnLst/>
              <a:rect l="l" t="t" r="r" b="b"/>
              <a:pathLst>
                <a:path w="458" h="67" extrusionOk="0">
                  <a:moveTo>
                    <a:pt x="457" y="1"/>
                  </a:moveTo>
                  <a:lnTo>
                    <a:pt x="1" y="8"/>
                  </a:lnTo>
                  <a:lnTo>
                    <a:pt x="1" y="66"/>
                  </a:lnTo>
                  <a:lnTo>
                    <a:pt x="457" y="59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3" name="Google Shape;7333;p54">
              <a:extLst>
                <a:ext uri="{FF2B5EF4-FFF2-40B4-BE49-F238E27FC236}">
                  <a16:creationId xmlns:a16="http://schemas.microsoft.com/office/drawing/2014/main" id="{CCFAAB0E-7F23-154D-E1E0-BD4AFBFD763D}"/>
                </a:ext>
              </a:extLst>
            </p:cNvPr>
            <p:cNvSpPr/>
            <p:nvPr/>
          </p:nvSpPr>
          <p:spPr>
            <a:xfrm>
              <a:off x="4256756" y="3883432"/>
              <a:ext cx="687235" cy="292482"/>
            </a:xfrm>
            <a:custGeom>
              <a:avLst/>
              <a:gdLst/>
              <a:ahLst/>
              <a:cxnLst/>
              <a:rect l="l" t="t" r="r" b="b"/>
              <a:pathLst>
                <a:path w="7944" h="3381" extrusionOk="0">
                  <a:moveTo>
                    <a:pt x="337" y="1"/>
                  </a:moveTo>
                  <a:lnTo>
                    <a:pt x="0" y="1507"/>
                  </a:lnTo>
                  <a:lnTo>
                    <a:pt x="8" y="1518"/>
                  </a:lnTo>
                  <a:cubicBezTo>
                    <a:pt x="364" y="1948"/>
                    <a:pt x="552" y="2407"/>
                    <a:pt x="651" y="2760"/>
                  </a:cubicBezTo>
                  <a:cubicBezTo>
                    <a:pt x="701" y="2936"/>
                    <a:pt x="728" y="3086"/>
                    <a:pt x="743" y="3189"/>
                  </a:cubicBezTo>
                  <a:cubicBezTo>
                    <a:pt x="751" y="3243"/>
                    <a:pt x="754" y="3285"/>
                    <a:pt x="759" y="3311"/>
                  </a:cubicBezTo>
                  <a:cubicBezTo>
                    <a:pt x="759" y="3327"/>
                    <a:pt x="763" y="3334"/>
                    <a:pt x="763" y="3343"/>
                  </a:cubicBezTo>
                  <a:lnTo>
                    <a:pt x="763" y="3350"/>
                  </a:lnTo>
                  <a:lnTo>
                    <a:pt x="763" y="3354"/>
                  </a:lnTo>
                  <a:lnTo>
                    <a:pt x="763" y="3380"/>
                  </a:lnTo>
                  <a:lnTo>
                    <a:pt x="6993" y="3380"/>
                  </a:lnTo>
                  <a:lnTo>
                    <a:pt x="7001" y="3362"/>
                  </a:lnTo>
                  <a:cubicBezTo>
                    <a:pt x="7154" y="2833"/>
                    <a:pt x="7388" y="2434"/>
                    <a:pt x="7583" y="2174"/>
                  </a:cubicBezTo>
                  <a:cubicBezTo>
                    <a:pt x="7679" y="2040"/>
                    <a:pt x="7767" y="1944"/>
                    <a:pt x="7828" y="1879"/>
                  </a:cubicBezTo>
                  <a:cubicBezTo>
                    <a:pt x="7863" y="1845"/>
                    <a:pt x="7886" y="1822"/>
                    <a:pt x="7905" y="1806"/>
                  </a:cubicBezTo>
                  <a:cubicBezTo>
                    <a:pt x="7913" y="1794"/>
                    <a:pt x="7920" y="1790"/>
                    <a:pt x="7924" y="1787"/>
                  </a:cubicBezTo>
                  <a:lnTo>
                    <a:pt x="7928" y="1783"/>
                  </a:lnTo>
                  <a:lnTo>
                    <a:pt x="7932" y="1779"/>
                  </a:lnTo>
                  <a:lnTo>
                    <a:pt x="7940" y="1771"/>
                  </a:lnTo>
                  <a:lnTo>
                    <a:pt x="7940" y="1760"/>
                  </a:lnTo>
                  <a:cubicBezTo>
                    <a:pt x="7943" y="1725"/>
                    <a:pt x="7943" y="1687"/>
                    <a:pt x="7943" y="1652"/>
                  </a:cubicBezTo>
                  <a:cubicBezTo>
                    <a:pt x="7943" y="1350"/>
                    <a:pt x="7890" y="963"/>
                    <a:pt x="7836" y="649"/>
                  </a:cubicBezTo>
                  <a:cubicBezTo>
                    <a:pt x="7782" y="338"/>
                    <a:pt x="7729" y="101"/>
                    <a:pt x="7729" y="101"/>
                  </a:cubicBezTo>
                  <a:lnTo>
                    <a:pt x="7671" y="116"/>
                  </a:lnTo>
                  <a:lnTo>
                    <a:pt x="7671" y="124"/>
                  </a:lnTo>
                  <a:cubicBezTo>
                    <a:pt x="7687" y="177"/>
                    <a:pt x="7737" y="419"/>
                    <a:pt x="7786" y="718"/>
                  </a:cubicBezTo>
                  <a:cubicBezTo>
                    <a:pt x="7840" y="1017"/>
                    <a:pt x="7886" y="1373"/>
                    <a:pt x="7886" y="1652"/>
                  </a:cubicBezTo>
                  <a:cubicBezTo>
                    <a:pt x="7886" y="1684"/>
                    <a:pt x="7886" y="1714"/>
                    <a:pt x="7883" y="1746"/>
                  </a:cubicBezTo>
                  <a:lnTo>
                    <a:pt x="7883" y="1746"/>
                  </a:lnTo>
                  <a:cubicBezTo>
                    <a:pt x="7799" y="1818"/>
                    <a:pt x="7240" y="2341"/>
                    <a:pt x="6950" y="3323"/>
                  </a:cubicBezTo>
                  <a:lnTo>
                    <a:pt x="818" y="3323"/>
                  </a:lnTo>
                  <a:cubicBezTo>
                    <a:pt x="812" y="3250"/>
                    <a:pt x="789" y="3032"/>
                    <a:pt x="709" y="2745"/>
                  </a:cubicBezTo>
                  <a:cubicBezTo>
                    <a:pt x="607" y="2388"/>
                    <a:pt x="418" y="1930"/>
                    <a:pt x="64" y="1493"/>
                  </a:cubicBezTo>
                  <a:lnTo>
                    <a:pt x="64" y="1493"/>
                  </a:lnTo>
                  <a:lnTo>
                    <a:pt x="395" y="13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4" name="Google Shape;7334;p54">
              <a:extLst>
                <a:ext uri="{FF2B5EF4-FFF2-40B4-BE49-F238E27FC236}">
                  <a16:creationId xmlns:a16="http://schemas.microsoft.com/office/drawing/2014/main" id="{062F562F-4F12-9078-B737-C23992F036B0}"/>
                </a:ext>
              </a:extLst>
            </p:cNvPr>
            <p:cNvSpPr/>
            <p:nvPr/>
          </p:nvSpPr>
          <p:spPr>
            <a:xfrm>
              <a:off x="4485053" y="3883865"/>
              <a:ext cx="13755" cy="290060"/>
            </a:xfrm>
            <a:custGeom>
              <a:avLst/>
              <a:gdLst/>
              <a:ahLst/>
              <a:cxnLst/>
              <a:rect l="l" t="t" r="r" b="b"/>
              <a:pathLst>
                <a:path w="159" h="3353" extrusionOk="0">
                  <a:moveTo>
                    <a:pt x="47" y="0"/>
                  </a:moveTo>
                  <a:cubicBezTo>
                    <a:pt x="13" y="387"/>
                    <a:pt x="1" y="805"/>
                    <a:pt x="1" y="1207"/>
                  </a:cubicBezTo>
                  <a:cubicBezTo>
                    <a:pt x="1" y="2333"/>
                    <a:pt x="101" y="3349"/>
                    <a:pt x="101" y="3352"/>
                  </a:cubicBezTo>
                  <a:lnTo>
                    <a:pt x="158" y="3345"/>
                  </a:lnTo>
                  <a:lnTo>
                    <a:pt x="158" y="3334"/>
                  </a:lnTo>
                  <a:cubicBezTo>
                    <a:pt x="147" y="3219"/>
                    <a:pt x="59" y="2261"/>
                    <a:pt x="59" y="1207"/>
                  </a:cubicBezTo>
                  <a:cubicBezTo>
                    <a:pt x="59" y="805"/>
                    <a:pt x="74" y="391"/>
                    <a:pt x="105" y="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5" name="Google Shape;7335;p54">
              <a:extLst>
                <a:ext uri="{FF2B5EF4-FFF2-40B4-BE49-F238E27FC236}">
                  <a16:creationId xmlns:a16="http://schemas.microsoft.com/office/drawing/2014/main" id="{71A0388C-ACDE-6A63-CB86-0745BCF08140}"/>
                </a:ext>
              </a:extLst>
            </p:cNvPr>
            <p:cNvSpPr/>
            <p:nvPr/>
          </p:nvSpPr>
          <p:spPr>
            <a:xfrm>
              <a:off x="4548378" y="3926600"/>
              <a:ext cx="55193" cy="5363"/>
            </a:xfrm>
            <a:custGeom>
              <a:avLst/>
              <a:gdLst/>
              <a:ahLst/>
              <a:cxnLst/>
              <a:rect l="l" t="t" r="r" b="b"/>
              <a:pathLst>
                <a:path w="638" h="62" extrusionOk="0">
                  <a:moveTo>
                    <a:pt x="1" y="0"/>
                  </a:moveTo>
                  <a:lnTo>
                    <a:pt x="1" y="62"/>
                  </a:lnTo>
                  <a:lnTo>
                    <a:pt x="637" y="62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6" name="Google Shape;7336;p54">
              <a:extLst>
                <a:ext uri="{FF2B5EF4-FFF2-40B4-BE49-F238E27FC236}">
                  <a16:creationId xmlns:a16="http://schemas.microsoft.com/office/drawing/2014/main" id="{D8D04E14-F424-2830-1243-D49E100867F7}"/>
                </a:ext>
              </a:extLst>
            </p:cNvPr>
            <p:cNvSpPr/>
            <p:nvPr/>
          </p:nvSpPr>
          <p:spPr>
            <a:xfrm>
              <a:off x="4311430" y="3926600"/>
              <a:ext cx="54761" cy="5363"/>
            </a:xfrm>
            <a:custGeom>
              <a:avLst/>
              <a:gdLst/>
              <a:ahLst/>
              <a:cxnLst/>
              <a:rect l="l" t="t" r="r" b="b"/>
              <a:pathLst>
                <a:path w="633" h="62" extrusionOk="0">
                  <a:moveTo>
                    <a:pt x="0" y="0"/>
                  </a:moveTo>
                  <a:lnTo>
                    <a:pt x="0" y="62"/>
                  </a:lnTo>
                  <a:lnTo>
                    <a:pt x="633" y="62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7" name="Google Shape;7337;p54">
              <a:extLst>
                <a:ext uri="{FF2B5EF4-FFF2-40B4-BE49-F238E27FC236}">
                  <a16:creationId xmlns:a16="http://schemas.microsoft.com/office/drawing/2014/main" id="{6E8BC265-7197-E87F-1D17-623A0B00F495}"/>
                </a:ext>
              </a:extLst>
            </p:cNvPr>
            <p:cNvSpPr/>
            <p:nvPr/>
          </p:nvSpPr>
          <p:spPr>
            <a:xfrm>
              <a:off x="4977375" y="3874263"/>
              <a:ext cx="312042" cy="56403"/>
            </a:xfrm>
            <a:custGeom>
              <a:avLst/>
              <a:gdLst/>
              <a:ahLst/>
              <a:cxnLst/>
              <a:rect l="l" t="t" r="r" b="b"/>
              <a:pathLst>
                <a:path w="3607" h="652" extrusionOk="0">
                  <a:moveTo>
                    <a:pt x="12" y="0"/>
                  </a:moveTo>
                  <a:lnTo>
                    <a:pt x="1" y="57"/>
                  </a:lnTo>
                  <a:cubicBezTo>
                    <a:pt x="1" y="57"/>
                    <a:pt x="759" y="207"/>
                    <a:pt x="1534" y="352"/>
                  </a:cubicBezTo>
                  <a:cubicBezTo>
                    <a:pt x="1925" y="429"/>
                    <a:pt x="2315" y="502"/>
                    <a:pt x="2614" y="556"/>
                  </a:cubicBezTo>
                  <a:cubicBezTo>
                    <a:pt x="2763" y="586"/>
                    <a:pt x="2894" y="609"/>
                    <a:pt x="2986" y="624"/>
                  </a:cubicBezTo>
                  <a:cubicBezTo>
                    <a:pt x="3035" y="632"/>
                    <a:pt x="3074" y="640"/>
                    <a:pt x="3101" y="644"/>
                  </a:cubicBezTo>
                  <a:cubicBezTo>
                    <a:pt x="3115" y="644"/>
                    <a:pt x="3127" y="647"/>
                    <a:pt x="3135" y="647"/>
                  </a:cubicBezTo>
                  <a:cubicBezTo>
                    <a:pt x="3147" y="651"/>
                    <a:pt x="3150" y="651"/>
                    <a:pt x="3158" y="651"/>
                  </a:cubicBezTo>
                  <a:cubicBezTo>
                    <a:pt x="3177" y="651"/>
                    <a:pt x="3196" y="647"/>
                    <a:pt x="3219" y="640"/>
                  </a:cubicBezTo>
                  <a:cubicBezTo>
                    <a:pt x="3253" y="628"/>
                    <a:pt x="3296" y="605"/>
                    <a:pt x="3338" y="582"/>
                  </a:cubicBezTo>
                  <a:cubicBezTo>
                    <a:pt x="3469" y="513"/>
                    <a:pt x="3607" y="414"/>
                    <a:pt x="3607" y="414"/>
                  </a:cubicBezTo>
                  <a:lnTo>
                    <a:pt x="3572" y="364"/>
                  </a:lnTo>
                  <a:cubicBezTo>
                    <a:pt x="3572" y="364"/>
                    <a:pt x="3572" y="368"/>
                    <a:pt x="3568" y="368"/>
                  </a:cubicBezTo>
                  <a:cubicBezTo>
                    <a:pt x="3552" y="379"/>
                    <a:pt x="3472" y="437"/>
                    <a:pt x="3384" y="490"/>
                  </a:cubicBezTo>
                  <a:cubicBezTo>
                    <a:pt x="3338" y="517"/>
                    <a:pt x="3292" y="544"/>
                    <a:pt x="3250" y="563"/>
                  </a:cubicBezTo>
                  <a:cubicBezTo>
                    <a:pt x="3230" y="571"/>
                    <a:pt x="3212" y="579"/>
                    <a:pt x="3196" y="582"/>
                  </a:cubicBezTo>
                  <a:cubicBezTo>
                    <a:pt x="3181" y="590"/>
                    <a:pt x="3166" y="590"/>
                    <a:pt x="3158" y="590"/>
                  </a:cubicBezTo>
                  <a:lnTo>
                    <a:pt x="3143" y="590"/>
                  </a:lnTo>
                  <a:cubicBezTo>
                    <a:pt x="3108" y="586"/>
                    <a:pt x="3035" y="575"/>
                    <a:pt x="2932" y="556"/>
                  </a:cubicBezTo>
                  <a:cubicBezTo>
                    <a:pt x="2564" y="490"/>
                    <a:pt x="1833" y="352"/>
                    <a:pt x="1196" y="230"/>
                  </a:cubicBezTo>
                  <a:cubicBezTo>
                    <a:pt x="878" y="168"/>
                    <a:pt x="579" y="111"/>
                    <a:pt x="365" y="69"/>
                  </a:cubicBezTo>
                  <a:cubicBezTo>
                    <a:pt x="254" y="50"/>
                    <a:pt x="165" y="30"/>
                    <a:pt x="104" y="19"/>
                  </a:cubicBezTo>
                  <a:cubicBezTo>
                    <a:pt x="73" y="15"/>
                    <a:pt x="50" y="7"/>
                    <a:pt x="35" y="7"/>
                  </a:cubicBezTo>
                  <a:cubicBezTo>
                    <a:pt x="20" y="4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8" name="Google Shape;7338;p54">
              <a:extLst>
                <a:ext uri="{FF2B5EF4-FFF2-40B4-BE49-F238E27FC236}">
                  <a16:creationId xmlns:a16="http://schemas.microsoft.com/office/drawing/2014/main" id="{7ED60724-C016-C412-2930-C635655F2736}"/>
                </a:ext>
              </a:extLst>
            </p:cNvPr>
            <p:cNvSpPr/>
            <p:nvPr/>
          </p:nvSpPr>
          <p:spPr>
            <a:xfrm>
              <a:off x="3718065" y="4144688"/>
              <a:ext cx="208230" cy="88930"/>
            </a:xfrm>
            <a:custGeom>
              <a:avLst/>
              <a:gdLst/>
              <a:ahLst/>
              <a:cxnLst/>
              <a:rect l="l" t="t" r="r" b="b"/>
              <a:pathLst>
                <a:path w="2407" h="1028" extrusionOk="0">
                  <a:moveTo>
                    <a:pt x="176" y="1"/>
                  </a:moveTo>
                  <a:cubicBezTo>
                    <a:pt x="0" y="291"/>
                    <a:pt x="135" y="668"/>
                    <a:pt x="135" y="668"/>
                  </a:cubicBezTo>
                  <a:lnTo>
                    <a:pt x="713" y="668"/>
                  </a:lnTo>
                  <a:lnTo>
                    <a:pt x="2268" y="1027"/>
                  </a:lnTo>
                  <a:lnTo>
                    <a:pt x="2406" y="429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39" name="Google Shape;7339;p54">
              <a:extLst>
                <a:ext uri="{FF2B5EF4-FFF2-40B4-BE49-F238E27FC236}">
                  <a16:creationId xmlns:a16="http://schemas.microsoft.com/office/drawing/2014/main" id="{6BC7B097-A299-DC3B-69AB-60070423AD88}"/>
                </a:ext>
              </a:extLst>
            </p:cNvPr>
            <p:cNvSpPr/>
            <p:nvPr/>
          </p:nvSpPr>
          <p:spPr>
            <a:xfrm>
              <a:off x="3913316" y="4014753"/>
              <a:ext cx="369657" cy="234435"/>
            </a:xfrm>
            <a:custGeom>
              <a:avLst/>
              <a:gdLst/>
              <a:ahLst/>
              <a:cxnLst/>
              <a:rect l="l" t="t" r="r" b="b"/>
              <a:pathLst>
                <a:path w="4273" h="2710" extrusionOk="0">
                  <a:moveTo>
                    <a:pt x="2204" y="0"/>
                  </a:moveTo>
                  <a:cubicBezTo>
                    <a:pt x="476" y="0"/>
                    <a:pt x="0" y="2472"/>
                    <a:pt x="0" y="2472"/>
                  </a:cubicBezTo>
                  <a:lnTo>
                    <a:pt x="943" y="2709"/>
                  </a:lnTo>
                  <a:lnTo>
                    <a:pt x="3633" y="2709"/>
                  </a:lnTo>
                  <a:lnTo>
                    <a:pt x="4273" y="2377"/>
                  </a:lnTo>
                  <a:cubicBezTo>
                    <a:pt x="4273" y="2377"/>
                    <a:pt x="3932" y="0"/>
                    <a:pt x="2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0" name="Google Shape;7340;p54">
              <a:extLst>
                <a:ext uri="{FF2B5EF4-FFF2-40B4-BE49-F238E27FC236}">
                  <a16:creationId xmlns:a16="http://schemas.microsoft.com/office/drawing/2014/main" id="{5C8212A0-76AE-404D-0C14-80804F3F7BDA}"/>
                </a:ext>
              </a:extLst>
            </p:cNvPr>
            <p:cNvSpPr/>
            <p:nvPr/>
          </p:nvSpPr>
          <p:spPr>
            <a:xfrm>
              <a:off x="4900123" y="4013109"/>
              <a:ext cx="371733" cy="222151"/>
            </a:xfrm>
            <a:custGeom>
              <a:avLst/>
              <a:gdLst/>
              <a:ahLst/>
              <a:cxnLst/>
              <a:rect l="l" t="t" r="r" b="b"/>
              <a:pathLst>
                <a:path w="4297" h="2568" extrusionOk="0">
                  <a:moveTo>
                    <a:pt x="2197" y="1"/>
                  </a:moveTo>
                  <a:cubicBezTo>
                    <a:pt x="1449" y="1"/>
                    <a:pt x="449" y="510"/>
                    <a:pt x="1" y="2288"/>
                  </a:cubicBezTo>
                  <a:lnTo>
                    <a:pt x="1043" y="2568"/>
                  </a:lnTo>
                  <a:lnTo>
                    <a:pt x="3515" y="2568"/>
                  </a:lnTo>
                  <a:lnTo>
                    <a:pt x="4296" y="2315"/>
                  </a:lnTo>
                  <a:cubicBezTo>
                    <a:pt x="3844" y="449"/>
                    <a:pt x="2940" y="1"/>
                    <a:pt x="2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1" name="Google Shape;7341;p54">
              <a:extLst>
                <a:ext uri="{FF2B5EF4-FFF2-40B4-BE49-F238E27FC236}">
                  <a16:creationId xmlns:a16="http://schemas.microsoft.com/office/drawing/2014/main" id="{338DD118-09BD-54D0-B444-BEC95FC7ADC9}"/>
                </a:ext>
              </a:extLst>
            </p:cNvPr>
            <p:cNvSpPr/>
            <p:nvPr/>
          </p:nvSpPr>
          <p:spPr>
            <a:xfrm>
              <a:off x="4941301" y="4038629"/>
              <a:ext cx="297335" cy="297413"/>
            </a:xfrm>
            <a:custGeom>
              <a:avLst/>
              <a:gdLst/>
              <a:ahLst/>
              <a:cxnLst/>
              <a:rect l="l" t="t" r="r" b="b"/>
              <a:pathLst>
                <a:path w="3437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67" y="3438"/>
                    <a:pt x="3437" y="2672"/>
                    <a:pt x="3437" y="1721"/>
                  </a:cubicBezTo>
                  <a:cubicBezTo>
                    <a:pt x="3437" y="771"/>
                    <a:pt x="2667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2" name="Google Shape;7342;p54">
              <a:extLst>
                <a:ext uri="{FF2B5EF4-FFF2-40B4-BE49-F238E27FC236}">
                  <a16:creationId xmlns:a16="http://schemas.microsoft.com/office/drawing/2014/main" id="{0E7FB03E-129B-EE79-F9AD-D1FF608BB4F6}"/>
                </a:ext>
              </a:extLst>
            </p:cNvPr>
            <p:cNvSpPr/>
            <p:nvPr/>
          </p:nvSpPr>
          <p:spPr>
            <a:xfrm>
              <a:off x="4992255" y="4100310"/>
              <a:ext cx="195426" cy="174140"/>
            </a:xfrm>
            <a:custGeom>
              <a:avLst/>
              <a:gdLst/>
              <a:ahLst/>
              <a:cxnLst/>
              <a:rect l="l" t="t" r="r" b="b"/>
              <a:pathLst>
                <a:path w="2259" h="2013" extrusionOk="0">
                  <a:moveTo>
                    <a:pt x="1130" y="1"/>
                  </a:moveTo>
                  <a:cubicBezTo>
                    <a:pt x="706" y="1"/>
                    <a:pt x="312" y="272"/>
                    <a:pt x="173" y="698"/>
                  </a:cubicBezTo>
                  <a:cubicBezTo>
                    <a:pt x="1" y="1223"/>
                    <a:pt x="292" y="1793"/>
                    <a:pt x="817" y="1962"/>
                  </a:cubicBezTo>
                  <a:cubicBezTo>
                    <a:pt x="921" y="1996"/>
                    <a:pt x="1027" y="2012"/>
                    <a:pt x="1130" y="2012"/>
                  </a:cubicBezTo>
                  <a:cubicBezTo>
                    <a:pt x="1554" y="2012"/>
                    <a:pt x="1947" y="1743"/>
                    <a:pt x="2085" y="1319"/>
                  </a:cubicBezTo>
                  <a:cubicBezTo>
                    <a:pt x="2258" y="790"/>
                    <a:pt x="1967" y="222"/>
                    <a:pt x="1442" y="50"/>
                  </a:cubicBezTo>
                  <a:cubicBezTo>
                    <a:pt x="1338" y="17"/>
                    <a:pt x="1233" y="1"/>
                    <a:pt x="1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3" name="Google Shape;7343;p54">
              <a:extLst>
                <a:ext uri="{FF2B5EF4-FFF2-40B4-BE49-F238E27FC236}">
                  <a16:creationId xmlns:a16="http://schemas.microsoft.com/office/drawing/2014/main" id="{BD3BCCEF-212F-B4F1-357C-F772DA31A608}"/>
                </a:ext>
              </a:extLst>
            </p:cNvPr>
            <p:cNvSpPr/>
            <p:nvPr/>
          </p:nvSpPr>
          <p:spPr>
            <a:xfrm>
              <a:off x="4997618" y="4104895"/>
              <a:ext cx="184699" cy="165056"/>
            </a:xfrm>
            <a:custGeom>
              <a:avLst/>
              <a:gdLst/>
              <a:ahLst/>
              <a:cxnLst/>
              <a:rect l="l" t="t" r="r" b="b"/>
              <a:pathLst>
                <a:path w="2135" h="1908" extrusionOk="0">
                  <a:moveTo>
                    <a:pt x="1068" y="1"/>
                  </a:moveTo>
                  <a:cubicBezTo>
                    <a:pt x="668" y="1"/>
                    <a:pt x="294" y="256"/>
                    <a:pt x="161" y="660"/>
                  </a:cubicBezTo>
                  <a:cubicBezTo>
                    <a:pt x="0" y="1158"/>
                    <a:pt x="272" y="1699"/>
                    <a:pt x="775" y="1860"/>
                  </a:cubicBezTo>
                  <a:cubicBezTo>
                    <a:pt x="872" y="1892"/>
                    <a:pt x="972" y="1907"/>
                    <a:pt x="1069" y="1907"/>
                  </a:cubicBezTo>
                  <a:cubicBezTo>
                    <a:pt x="1469" y="1907"/>
                    <a:pt x="1841" y="1651"/>
                    <a:pt x="1974" y="1250"/>
                  </a:cubicBezTo>
                  <a:cubicBezTo>
                    <a:pt x="2135" y="748"/>
                    <a:pt x="1863" y="212"/>
                    <a:pt x="1360" y="47"/>
                  </a:cubicBezTo>
                  <a:cubicBezTo>
                    <a:pt x="1264" y="16"/>
                    <a:pt x="1165" y="1"/>
                    <a:pt x="1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4" name="Google Shape;7344;p54">
              <a:extLst>
                <a:ext uri="{FF2B5EF4-FFF2-40B4-BE49-F238E27FC236}">
                  <a16:creationId xmlns:a16="http://schemas.microsoft.com/office/drawing/2014/main" id="{F26998C9-1043-7C85-13D2-9787A1581D33}"/>
                </a:ext>
              </a:extLst>
            </p:cNvPr>
            <p:cNvSpPr/>
            <p:nvPr/>
          </p:nvSpPr>
          <p:spPr>
            <a:xfrm>
              <a:off x="5020803" y="4125657"/>
              <a:ext cx="138329" cy="123619"/>
            </a:xfrm>
            <a:custGeom>
              <a:avLst/>
              <a:gdLst/>
              <a:ahLst/>
              <a:cxnLst/>
              <a:rect l="l" t="t" r="r" b="b"/>
              <a:pathLst>
                <a:path w="1599" h="1429" extrusionOk="0">
                  <a:moveTo>
                    <a:pt x="796" y="1"/>
                  </a:moveTo>
                  <a:cubicBezTo>
                    <a:pt x="496" y="1"/>
                    <a:pt x="217" y="191"/>
                    <a:pt x="119" y="493"/>
                  </a:cubicBezTo>
                  <a:cubicBezTo>
                    <a:pt x="1" y="868"/>
                    <a:pt x="204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80" y="934"/>
                  </a:cubicBezTo>
                  <a:cubicBezTo>
                    <a:pt x="1598" y="557"/>
                    <a:pt x="1395" y="156"/>
                    <a:pt x="1020" y="37"/>
                  </a:cubicBezTo>
                  <a:cubicBezTo>
                    <a:pt x="945" y="13"/>
                    <a:pt x="870" y="1"/>
                    <a:pt x="7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5" name="Google Shape;7345;p54">
              <a:extLst>
                <a:ext uri="{FF2B5EF4-FFF2-40B4-BE49-F238E27FC236}">
                  <a16:creationId xmlns:a16="http://schemas.microsoft.com/office/drawing/2014/main" id="{CC065AAF-64B1-57D7-83C0-6019BB7000E6}"/>
                </a:ext>
              </a:extLst>
            </p:cNvPr>
            <p:cNvSpPr/>
            <p:nvPr/>
          </p:nvSpPr>
          <p:spPr>
            <a:xfrm>
              <a:off x="5070545" y="4170036"/>
              <a:ext cx="38843" cy="34603"/>
            </a:xfrm>
            <a:custGeom>
              <a:avLst/>
              <a:gdLst/>
              <a:ahLst/>
              <a:cxnLst/>
              <a:rect l="l" t="t" r="r" b="b"/>
              <a:pathLst>
                <a:path w="449" h="400" extrusionOk="0">
                  <a:moveTo>
                    <a:pt x="224" y="0"/>
                  </a:moveTo>
                  <a:cubicBezTo>
                    <a:pt x="140" y="0"/>
                    <a:pt x="63" y="55"/>
                    <a:pt x="35" y="141"/>
                  </a:cubicBezTo>
                  <a:cubicBezTo>
                    <a:pt x="1" y="244"/>
                    <a:pt x="58" y="355"/>
                    <a:pt x="161" y="389"/>
                  </a:cubicBezTo>
                  <a:cubicBezTo>
                    <a:pt x="183" y="396"/>
                    <a:pt x="204" y="400"/>
                    <a:pt x="225" y="400"/>
                  </a:cubicBezTo>
                  <a:cubicBezTo>
                    <a:pt x="309" y="400"/>
                    <a:pt x="386" y="346"/>
                    <a:pt x="414" y="263"/>
                  </a:cubicBezTo>
                  <a:cubicBezTo>
                    <a:pt x="448" y="156"/>
                    <a:pt x="391" y="44"/>
                    <a:pt x="287" y="10"/>
                  </a:cubicBezTo>
                  <a:cubicBezTo>
                    <a:pt x="266" y="4"/>
                    <a:pt x="245" y="0"/>
                    <a:pt x="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6" name="Google Shape;7346;p54">
              <a:extLst>
                <a:ext uri="{FF2B5EF4-FFF2-40B4-BE49-F238E27FC236}">
                  <a16:creationId xmlns:a16="http://schemas.microsoft.com/office/drawing/2014/main" id="{01B464DB-43EF-BC95-1A19-ADC1684F124A}"/>
                </a:ext>
              </a:extLst>
            </p:cNvPr>
            <p:cNvSpPr/>
            <p:nvPr/>
          </p:nvSpPr>
          <p:spPr>
            <a:xfrm>
              <a:off x="5079110" y="4123494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1" y="0"/>
                  </a:moveTo>
                  <a:lnTo>
                    <a:pt x="62" y="674"/>
                  </a:lnTo>
                  <a:lnTo>
                    <a:pt x="188" y="674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7" name="Google Shape;7347;p54">
              <a:extLst>
                <a:ext uri="{FF2B5EF4-FFF2-40B4-BE49-F238E27FC236}">
                  <a16:creationId xmlns:a16="http://schemas.microsoft.com/office/drawing/2014/main" id="{22497A28-5B5A-9153-31EE-11A7AAB81DFD}"/>
                </a:ext>
              </a:extLst>
            </p:cNvPr>
            <p:cNvSpPr/>
            <p:nvPr/>
          </p:nvSpPr>
          <p:spPr>
            <a:xfrm>
              <a:off x="5029107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126" y="1"/>
                  </a:moveTo>
                  <a:lnTo>
                    <a:pt x="66" y="108"/>
                  </a:lnTo>
                  <a:lnTo>
                    <a:pt x="0" y="216"/>
                  </a:lnTo>
                  <a:lnTo>
                    <a:pt x="617" y="499"/>
                  </a:lnTo>
                  <a:lnTo>
                    <a:pt x="648" y="446"/>
                  </a:lnTo>
                  <a:lnTo>
                    <a:pt x="678" y="39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8" name="Google Shape;7348;p54">
              <a:extLst>
                <a:ext uri="{FF2B5EF4-FFF2-40B4-BE49-F238E27FC236}">
                  <a16:creationId xmlns:a16="http://schemas.microsoft.com/office/drawing/2014/main" id="{3862744C-FF4C-6D4F-947C-6664282F9B7C}"/>
                </a:ext>
              </a:extLst>
            </p:cNvPr>
            <p:cNvSpPr/>
            <p:nvPr/>
          </p:nvSpPr>
          <p:spPr>
            <a:xfrm>
              <a:off x="5029107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7" y="1"/>
                  </a:moveTo>
                  <a:lnTo>
                    <a:pt x="0" y="285"/>
                  </a:lnTo>
                  <a:lnTo>
                    <a:pt x="66" y="392"/>
                  </a:lnTo>
                  <a:lnTo>
                    <a:pt x="126" y="499"/>
                  </a:lnTo>
                  <a:lnTo>
                    <a:pt x="678" y="108"/>
                  </a:lnTo>
                  <a:lnTo>
                    <a:pt x="648" y="55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49" name="Google Shape;7349;p54">
              <a:extLst>
                <a:ext uri="{FF2B5EF4-FFF2-40B4-BE49-F238E27FC236}">
                  <a16:creationId xmlns:a16="http://schemas.microsoft.com/office/drawing/2014/main" id="{A39D7320-C91A-9CFC-9F6B-A16E5F268E8E}"/>
                </a:ext>
              </a:extLst>
            </p:cNvPr>
            <p:cNvSpPr/>
            <p:nvPr/>
          </p:nvSpPr>
          <p:spPr>
            <a:xfrm>
              <a:off x="5079110" y="4193133"/>
              <a:ext cx="21714" cy="58393"/>
            </a:xfrm>
            <a:custGeom>
              <a:avLst/>
              <a:gdLst/>
              <a:ahLst/>
              <a:cxnLst/>
              <a:rect l="l" t="t" r="r" b="b"/>
              <a:pathLst>
                <a:path w="251" h="675" extrusionOk="0">
                  <a:moveTo>
                    <a:pt x="62" y="0"/>
                  </a:moveTo>
                  <a:lnTo>
                    <a:pt x="1" y="674"/>
                  </a:lnTo>
                  <a:lnTo>
                    <a:pt x="250" y="674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0" name="Google Shape;7350;p54">
              <a:extLst>
                <a:ext uri="{FF2B5EF4-FFF2-40B4-BE49-F238E27FC236}">
                  <a16:creationId xmlns:a16="http://schemas.microsoft.com/office/drawing/2014/main" id="{EADF6B90-9EA0-92E3-EFE2-EF77D5D9FD3E}"/>
                </a:ext>
              </a:extLst>
            </p:cNvPr>
            <p:cNvSpPr/>
            <p:nvPr/>
          </p:nvSpPr>
          <p:spPr>
            <a:xfrm>
              <a:off x="5092086" y="4185434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61" y="1"/>
                  </a:moveTo>
                  <a:lnTo>
                    <a:pt x="31" y="55"/>
                  </a:lnTo>
                  <a:lnTo>
                    <a:pt x="1" y="108"/>
                  </a:lnTo>
                  <a:lnTo>
                    <a:pt x="553" y="499"/>
                  </a:lnTo>
                  <a:lnTo>
                    <a:pt x="617" y="392"/>
                  </a:lnTo>
                  <a:lnTo>
                    <a:pt x="679" y="285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1" name="Google Shape;7351;p54">
              <a:extLst>
                <a:ext uri="{FF2B5EF4-FFF2-40B4-BE49-F238E27FC236}">
                  <a16:creationId xmlns:a16="http://schemas.microsoft.com/office/drawing/2014/main" id="{BE97B416-9773-6159-4E48-D8D71DCFF93F}"/>
                </a:ext>
              </a:extLst>
            </p:cNvPr>
            <p:cNvSpPr/>
            <p:nvPr/>
          </p:nvSpPr>
          <p:spPr>
            <a:xfrm>
              <a:off x="5092086" y="4145986"/>
              <a:ext cx="58740" cy="43254"/>
            </a:xfrm>
            <a:custGeom>
              <a:avLst/>
              <a:gdLst/>
              <a:ahLst/>
              <a:cxnLst/>
              <a:rect l="l" t="t" r="r" b="b"/>
              <a:pathLst>
                <a:path w="679" h="500" extrusionOk="0">
                  <a:moveTo>
                    <a:pt x="553" y="1"/>
                  </a:moveTo>
                  <a:lnTo>
                    <a:pt x="1" y="391"/>
                  </a:lnTo>
                  <a:lnTo>
                    <a:pt x="31" y="446"/>
                  </a:lnTo>
                  <a:lnTo>
                    <a:pt x="61" y="499"/>
                  </a:lnTo>
                  <a:lnTo>
                    <a:pt x="679" y="216"/>
                  </a:lnTo>
                  <a:lnTo>
                    <a:pt x="617" y="108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2" name="Google Shape;7352;p54">
              <a:extLst>
                <a:ext uri="{FF2B5EF4-FFF2-40B4-BE49-F238E27FC236}">
                  <a16:creationId xmlns:a16="http://schemas.microsoft.com/office/drawing/2014/main" id="{C9051B2B-CB2E-0A9D-2D87-CC2A7B9E56AC}"/>
                </a:ext>
              </a:extLst>
            </p:cNvPr>
            <p:cNvSpPr/>
            <p:nvPr/>
          </p:nvSpPr>
          <p:spPr>
            <a:xfrm>
              <a:off x="5080840" y="4179119"/>
              <a:ext cx="18254" cy="16436"/>
            </a:xfrm>
            <a:custGeom>
              <a:avLst/>
              <a:gdLst/>
              <a:ahLst/>
              <a:cxnLst/>
              <a:rect l="l" t="t" r="r" b="b"/>
              <a:pathLst>
                <a:path w="211" h="190" extrusionOk="0">
                  <a:moveTo>
                    <a:pt x="107" y="1"/>
                  </a:moveTo>
                  <a:cubicBezTo>
                    <a:pt x="66" y="1"/>
                    <a:pt x="28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5" y="189"/>
                  </a:cubicBezTo>
                  <a:cubicBezTo>
                    <a:pt x="146" y="189"/>
                    <a:pt x="183" y="164"/>
                    <a:pt x="195" y="123"/>
                  </a:cubicBezTo>
                  <a:cubicBezTo>
                    <a:pt x="211" y="74"/>
                    <a:pt x="184" y="20"/>
                    <a:pt x="134" y="5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3" name="Google Shape;7353;p54">
              <a:extLst>
                <a:ext uri="{FF2B5EF4-FFF2-40B4-BE49-F238E27FC236}">
                  <a16:creationId xmlns:a16="http://schemas.microsoft.com/office/drawing/2014/main" id="{CE723469-DD55-92E1-7AF8-4373491C939A}"/>
                </a:ext>
              </a:extLst>
            </p:cNvPr>
            <p:cNvSpPr/>
            <p:nvPr/>
          </p:nvSpPr>
          <p:spPr>
            <a:xfrm>
              <a:off x="3955099" y="4038629"/>
              <a:ext cx="297767" cy="297413"/>
            </a:xfrm>
            <a:custGeom>
              <a:avLst/>
              <a:gdLst/>
              <a:ahLst/>
              <a:cxnLst/>
              <a:rect l="l" t="t" r="r" b="b"/>
              <a:pathLst>
                <a:path w="3442" h="3438" extrusionOk="0">
                  <a:moveTo>
                    <a:pt x="1721" y="0"/>
                  </a:moveTo>
                  <a:cubicBezTo>
                    <a:pt x="770" y="0"/>
                    <a:pt x="0" y="771"/>
                    <a:pt x="0" y="1721"/>
                  </a:cubicBezTo>
                  <a:cubicBezTo>
                    <a:pt x="0" y="2672"/>
                    <a:pt x="770" y="3438"/>
                    <a:pt x="1721" y="3438"/>
                  </a:cubicBezTo>
                  <a:cubicBezTo>
                    <a:pt x="2671" y="3438"/>
                    <a:pt x="3441" y="2672"/>
                    <a:pt x="3441" y="1721"/>
                  </a:cubicBezTo>
                  <a:cubicBezTo>
                    <a:pt x="3441" y="771"/>
                    <a:pt x="2671" y="0"/>
                    <a:pt x="1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4" name="Google Shape;7354;p54">
              <a:extLst>
                <a:ext uri="{FF2B5EF4-FFF2-40B4-BE49-F238E27FC236}">
                  <a16:creationId xmlns:a16="http://schemas.microsoft.com/office/drawing/2014/main" id="{246E50B6-1C32-C026-1028-F9300966B20D}"/>
                </a:ext>
              </a:extLst>
            </p:cNvPr>
            <p:cNvSpPr/>
            <p:nvPr/>
          </p:nvSpPr>
          <p:spPr>
            <a:xfrm>
              <a:off x="4006486" y="4100310"/>
              <a:ext cx="194994" cy="174140"/>
            </a:xfrm>
            <a:custGeom>
              <a:avLst/>
              <a:gdLst/>
              <a:ahLst/>
              <a:cxnLst/>
              <a:rect l="l" t="t" r="r" b="b"/>
              <a:pathLst>
                <a:path w="2254" h="2013" extrusionOk="0">
                  <a:moveTo>
                    <a:pt x="1125" y="1"/>
                  </a:moveTo>
                  <a:cubicBezTo>
                    <a:pt x="701" y="1"/>
                    <a:pt x="308" y="272"/>
                    <a:pt x="168" y="698"/>
                  </a:cubicBezTo>
                  <a:cubicBezTo>
                    <a:pt x="0" y="1223"/>
                    <a:pt x="287" y="1793"/>
                    <a:pt x="816" y="1962"/>
                  </a:cubicBezTo>
                  <a:cubicBezTo>
                    <a:pt x="920" y="1996"/>
                    <a:pt x="1025" y="2012"/>
                    <a:pt x="1129" y="2012"/>
                  </a:cubicBezTo>
                  <a:cubicBezTo>
                    <a:pt x="1552" y="2012"/>
                    <a:pt x="1946" y="1743"/>
                    <a:pt x="2084" y="1319"/>
                  </a:cubicBezTo>
                  <a:cubicBezTo>
                    <a:pt x="2253" y="790"/>
                    <a:pt x="1965" y="222"/>
                    <a:pt x="1437" y="50"/>
                  </a:cubicBezTo>
                  <a:cubicBezTo>
                    <a:pt x="1333" y="17"/>
                    <a:pt x="1228" y="1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5" name="Google Shape;7355;p54">
              <a:extLst>
                <a:ext uri="{FF2B5EF4-FFF2-40B4-BE49-F238E27FC236}">
                  <a16:creationId xmlns:a16="http://schemas.microsoft.com/office/drawing/2014/main" id="{3B207A58-9045-6AAD-7121-BBE06233C573}"/>
                </a:ext>
              </a:extLst>
            </p:cNvPr>
            <p:cNvSpPr/>
            <p:nvPr/>
          </p:nvSpPr>
          <p:spPr>
            <a:xfrm>
              <a:off x="4011417" y="4104895"/>
              <a:ext cx="185045" cy="165056"/>
            </a:xfrm>
            <a:custGeom>
              <a:avLst/>
              <a:gdLst/>
              <a:ahLst/>
              <a:cxnLst/>
              <a:rect l="l" t="t" r="r" b="b"/>
              <a:pathLst>
                <a:path w="2139" h="1908" extrusionOk="0">
                  <a:moveTo>
                    <a:pt x="1071" y="1"/>
                  </a:moveTo>
                  <a:cubicBezTo>
                    <a:pt x="668" y="1"/>
                    <a:pt x="294" y="256"/>
                    <a:pt x="165" y="660"/>
                  </a:cubicBezTo>
                  <a:cubicBezTo>
                    <a:pt x="0" y="1158"/>
                    <a:pt x="276" y="1699"/>
                    <a:pt x="774" y="1860"/>
                  </a:cubicBezTo>
                  <a:cubicBezTo>
                    <a:pt x="873" y="1892"/>
                    <a:pt x="973" y="1907"/>
                    <a:pt x="1071" y="1907"/>
                  </a:cubicBezTo>
                  <a:cubicBezTo>
                    <a:pt x="1473" y="1907"/>
                    <a:pt x="1844" y="1651"/>
                    <a:pt x="1974" y="1250"/>
                  </a:cubicBezTo>
                  <a:cubicBezTo>
                    <a:pt x="2138" y="748"/>
                    <a:pt x="1862" y="212"/>
                    <a:pt x="1365" y="47"/>
                  </a:cubicBezTo>
                  <a:cubicBezTo>
                    <a:pt x="1267" y="16"/>
                    <a:pt x="1168" y="1"/>
                    <a:pt x="10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6" name="Google Shape;7356;p54">
              <a:extLst>
                <a:ext uri="{FF2B5EF4-FFF2-40B4-BE49-F238E27FC236}">
                  <a16:creationId xmlns:a16="http://schemas.microsoft.com/office/drawing/2014/main" id="{C41A14C2-B3D8-7263-291B-DD7DB1835051}"/>
                </a:ext>
              </a:extLst>
            </p:cNvPr>
            <p:cNvSpPr/>
            <p:nvPr/>
          </p:nvSpPr>
          <p:spPr>
            <a:xfrm>
              <a:off x="4034601" y="4125657"/>
              <a:ext cx="138676" cy="123619"/>
            </a:xfrm>
            <a:custGeom>
              <a:avLst/>
              <a:gdLst/>
              <a:ahLst/>
              <a:cxnLst/>
              <a:rect l="l" t="t" r="r" b="b"/>
              <a:pathLst>
                <a:path w="1603" h="1429" extrusionOk="0">
                  <a:moveTo>
                    <a:pt x="800" y="1"/>
                  </a:moveTo>
                  <a:cubicBezTo>
                    <a:pt x="500" y="1"/>
                    <a:pt x="222" y="191"/>
                    <a:pt x="123" y="493"/>
                  </a:cubicBezTo>
                  <a:cubicBezTo>
                    <a:pt x="1" y="868"/>
                    <a:pt x="208" y="1270"/>
                    <a:pt x="579" y="1393"/>
                  </a:cubicBezTo>
                  <a:cubicBezTo>
                    <a:pt x="652" y="1417"/>
                    <a:pt x="727" y="1429"/>
                    <a:pt x="800" y="1429"/>
                  </a:cubicBezTo>
                  <a:cubicBezTo>
                    <a:pt x="1101" y="1429"/>
                    <a:pt x="1381" y="1236"/>
                    <a:pt x="1479" y="934"/>
                  </a:cubicBezTo>
                  <a:cubicBezTo>
                    <a:pt x="1603" y="557"/>
                    <a:pt x="1396" y="156"/>
                    <a:pt x="1023" y="37"/>
                  </a:cubicBezTo>
                  <a:cubicBezTo>
                    <a:pt x="949" y="13"/>
                    <a:pt x="874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7" name="Google Shape;7357;p54">
              <a:extLst>
                <a:ext uri="{FF2B5EF4-FFF2-40B4-BE49-F238E27FC236}">
                  <a16:creationId xmlns:a16="http://schemas.microsoft.com/office/drawing/2014/main" id="{F8265087-228C-4C64-2BBA-B5DF3EB74977}"/>
                </a:ext>
              </a:extLst>
            </p:cNvPr>
            <p:cNvSpPr/>
            <p:nvPr/>
          </p:nvSpPr>
          <p:spPr>
            <a:xfrm>
              <a:off x="4084344" y="4170036"/>
              <a:ext cx="39189" cy="34603"/>
            </a:xfrm>
            <a:custGeom>
              <a:avLst/>
              <a:gdLst/>
              <a:ahLst/>
              <a:cxnLst/>
              <a:rect l="l" t="t" r="r" b="b"/>
              <a:pathLst>
                <a:path w="453" h="400" extrusionOk="0">
                  <a:moveTo>
                    <a:pt x="226" y="0"/>
                  </a:moveTo>
                  <a:cubicBezTo>
                    <a:pt x="142" y="0"/>
                    <a:pt x="63" y="55"/>
                    <a:pt x="35" y="141"/>
                  </a:cubicBezTo>
                  <a:cubicBezTo>
                    <a:pt x="0" y="244"/>
                    <a:pt x="57" y="355"/>
                    <a:pt x="165" y="389"/>
                  </a:cubicBezTo>
                  <a:cubicBezTo>
                    <a:pt x="186" y="396"/>
                    <a:pt x="207" y="400"/>
                    <a:pt x="227" y="400"/>
                  </a:cubicBezTo>
                  <a:cubicBezTo>
                    <a:pt x="311" y="400"/>
                    <a:pt x="391" y="346"/>
                    <a:pt x="418" y="263"/>
                  </a:cubicBezTo>
                  <a:cubicBezTo>
                    <a:pt x="453" y="156"/>
                    <a:pt x="395" y="44"/>
                    <a:pt x="287" y="10"/>
                  </a:cubicBezTo>
                  <a:cubicBezTo>
                    <a:pt x="267" y="4"/>
                    <a:pt x="246" y="0"/>
                    <a:pt x="2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8" name="Google Shape;7358;p54">
              <a:extLst>
                <a:ext uri="{FF2B5EF4-FFF2-40B4-BE49-F238E27FC236}">
                  <a16:creationId xmlns:a16="http://schemas.microsoft.com/office/drawing/2014/main" id="{058DB5AC-086E-89ED-82B9-3763E2098630}"/>
                </a:ext>
              </a:extLst>
            </p:cNvPr>
            <p:cNvSpPr/>
            <p:nvPr/>
          </p:nvSpPr>
          <p:spPr>
            <a:xfrm>
              <a:off x="4093254" y="4123494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0" y="0"/>
                  </a:moveTo>
                  <a:lnTo>
                    <a:pt x="62" y="674"/>
                  </a:lnTo>
                  <a:lnTo>
                    <a:pt x="184" y="674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59" name="Google Shape;7359;p54">
              <a:extLst>
                <a:ext uri="{FF2B5EF4-FFF2-40B4-BE49-F238E27FC236}">
                  <a16:creationId xmlns:a16="http://schemas.microsoft.com/office/drawing/2014/main" id="{1793AD7D-9C91-E9FB-1A12-550E1AFE4C6F}"/>
                </a:ext>
              </a:extLst>
            </p:cNvPr>
            <p:cNvSpPr/>
            <p:nvPr/>
          </p:nvSpPr>
          <p:spPr>
            <a:xfrm>
              <a:off x="4043252" y="4145986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123" y="1"/>
                  </a:moveTo>
                  <a:lnTo>
                    <a:pt x="62" y="108"/>
                  </a:lnTo>
                  <a:lnTo>
                    <a:pt x="0" y="216"/>
                  </a:lnTo>
                  <a:lnTo>
                    <a:pt x="613" y="499"/>
                  </a:lnTo>
                  <a:lnTo>
                    <a:pt x="644" y="446"/>
                  </a:lnTo>
                  <a:lnTo>
                    <a:pt x="675" y="391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0" name="Google Shape;7360;p54">
              <a:extLst>
                <a:ext uri="{FF2B5EF4-FFF2-40B4-BE49-F238E27FC236}">
                  <a16:creationId xmlns:a16="http://schemas.microsoft.com/office/drawing/2014/main" id="{BF0DC073-46F2-25DD-6F89-F725614DC4F9}"/>
                </a:ext>
              </a:extLst>
            </p:cNvPr>
            <p:cNvSpPr/>
            <p:nvPr/>
          </p:nvSpPr>
          <p:spPr>
            <a:xfrm>
              <a:off x="4043252" y="4185434"/>
              <a:ext cx="58481" cy="43254"/>
            </a:xfrm>
            <a:custGeom>
              <a:avLst/>
              <a:gdLst/>
              <a:ahLst/>
              <a:cxnLst/>
              <a:rect l="l" t="t" r="r" b="b"/>
              <a:pathLst>
                <a:path w="676" h="500" extrusionOk="0">
                  <a:moveTo>
                    <a:pt x="613" y="1"/>
                  </a:moveTo>
                  <a:lnTo>
                    <a:pt x="0" y="285"/>
                  </a:lnTo>
                  <a:lnTo>
                    <a:pt x="62" y="392"/>
                  </a:lnTo>
                  <a:lnTo>
                    <a:pt x="123" y="499"/>
                  </a:lnTo>
                  <a:lnTo>
                    <a:pt x="675" y="108"/>
                  </a:lnTo>
                  <a:lnTo>
                    <a:pt x="644" y="55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1" name="Google Shape;7361;p54">
              <a:extLst>
                <a:ext uri="{FF2B5EF4-FFF2-40B4-BE49-F238E27FC236}">
                  <a16:creationId xmlns:a16="http://schemas.microsoft.com/office/drawing/2014/main" id="{A121524C-CEF1-1388-414F-0A8D54DACF5A}"/>
                </a:ext>
              </a:extLst>
            </p:cNvPr>
            <p:cNvSpPr/>
            <p:nvPr/>
          </p:nvSpPr>
          <p:spPr>
            <a:xfrm>
              <a:off x="4093254" y="4193133"/>
              <a:ext cx="21368" cy="58393"/>
            </a:xfrm>
            <a:custGeom>
              <a:avLst/>
              <a:gdLst/>
              <a:ahLst/>
              <a:cxnLst/>
              <a:rect l="l" t="t" r="r" b="b"/>
              <a:pathLst>
                <a:path w="247" h="675" extrusionOk="0">
                  <a:moveTo>
                    <a:pt x="62" y="0"/>
                  </a:moveTo>
                  <a:lnTo>
                    <a:pt x="0" y="674"/>
                  </a:lnTo>
                  <a:lnTo>
                    <a:pt x="246" y="674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2" name="Google Shape;7362;p54">
              <a:extLst>
                <a:ext uri="{FF2B5EF4-FFF2-40B4-BE49-F238E27FC236}">
                  <a16:creationId xmlns:a16="http://schemas.microsoft.com/office/drawing/2014/main" id="{1E913A48-0498-AE96-4448-6D70812780B3}"/>
                </a:ext>
              </a:extLst>
            </p:cNvPr>
            <p:cNvSpPr/>
            <p:nvPr/>
          </p:nvSpPr>
          <p:spPr>
            <a:xfrm>
              <a:off x="4106231" y="4185434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62" y="1"/>
                  </a:moveTo>
                  <a:lnTo>
                    <a:pt x="31" y="55"/>
                  </a:lnTo>
                  <a:lnTo>
                    <a:pt x="0" y="108"/>
                  </a:lnTo>
                  <a:lnTo>
                    <a:pt x="552" y="499"/>
                  </a:lnTo>
                  <a:lnTo>
                    <a:pt x="614" y="392"/>
                  </a:lnTo>
                  <a:lnTo>
                    <a:pt x="674" y="285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3" name="Google Shape;7363;p54">
              <a:extLst>
                <a:ext uri="{FF2B5EF4-FFF2-40B4-BE49-F238E27FC236}">
                  <a16:creationId xmlns:a16="http://schemas.microsoft.com/office/drawing/2014/main" id="{0FB20F55-9366-5BF2-2E33-0C21AA454B18}"/>
                </a:ext>
              </a:extLst>
            </p:cNvPr>
            <p:cNvSpPr/>
            <p:nvPr/>
          </p:nvSpPr>
          <p:spPr>
            <a:xfrm>
              <a:off x="4106231" y="4145986"/>
              <a:ext cx="58394" cy="43254"/>
            </a:xfrm>
            <a:custGeom>
              <a:avLst/>
              <a:gdLst/>
              <a:ahLst/>
              <a:cxnLst/>
              <a:rect l="l" t="t" r="r" b="b"/>
              <a:pathLst>
                <a:path w="675" h="500" extrusionOk="0">
                  <a:moveTo>
                    <a:pt x="552" y="1"/>
                  </a:moveTo>
                  <a:lnTo>
                    <a:pt x="0" y="391"/>
                  </a:lnTo>
                  <a:lnTo>
                    <a:pt x="31" y="446"/>
                  </a:lnTo>
                  <a:lnTo>
                    <a:pt x="62" y="499"/>
                  </a:lnTo>
                  <a:lnTo>
                    <a:pt x="674" y="216"/>
                  </a:lnTo>
                  <a:lnTo>
                    <a:pt x="614" y="108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4" name="Google Shape;7364;p54">
              <a:extLst>
                <a:ext uri="{FF2B5EF4-FFF2-40B4-BE49-F238E27FC236}">
                  <a16:creationId xmlns:a16="http://schemas.microsoft.com/office/drawing/2014/main" id="{92CBA5C2-0669-2FE8-9A11-BB5F5907BE51}"/>
                </a:ext>
              </a:extLst>
            </p:cNvPr>
            <p:cNvSpPr/>
            <p:nvPr/>
          </p:nvSpPr>
          <p:spPr>
            <a:xfrm>
              <a:off x="4094638" y="4179119"/>
              <a:ext cx="18600" cy="16436"/>
            </a:xfrm>
            <a:custGeom>
              <a:avLst/>
              <a:gdLst/>
              <a:ahLst/>
              <a:cxnLst/>
              <a:rect l="l" t="t" r="r" b="b"/>
              <a:pathLst>
                <a:path w="215" h="190" extrusionOk="0">
                  <a:moveTo>
                    <a:pt x="110" y="1"/>
                  </a:moveTo>
                  <a:cubicBezTo>
                    <a:pt x="70" y="1"/>
                    <a:pt x="31" y="26"/>
                    <a:pt x="16" y="66"/>
                  </a:cubicBezTo>
                  <a:cubicBezTo>
                    <a:pt x="0" y="116"/>
                    <a:pt x="27" y="169"/>
                    <a:pt x="76" y="185"/>
                  </a:cubicBezTo>
                  <a:cubicBezTo>
                    <a:pt x="86" y="188"/>
                    <a:pt x="96" y="189"/>
                    <a:pt x="106" y="189"/>
                  </a:cubicBezTo>
                  <a:cubicBezTo>
                    <a:pt x="146" y="189"/>
                    <a:pt x="184" y="164"/>
                    <a:pt x="200" y="123"/>
                  </a:cubicBezTo>
                  <a:cubicBezTo>
                    <a:pt x="214" y="74"/>
                    <a:pt x="188" y="20"/>
                    <a:pt x="138" y="5"/>
                  </a:cubicBezTo>
                  <a:cubicBezTo>
                    <a:pt x="129" y="2"/>
                    <a:pt x="120" y="1"/>
                    <a:pt x="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5" name="Google Shape;7365;p54">
              <a:extLst>
                <a:ext uri="{FF2B5EF4-FFF2-40B4-BE49-F238E27FC236}">
                  <a16:creationId xmlns:a16="http://schemas.microsoft.com/office/drawing/2014/main" id="{45D2B6F0-C332-AB71-7898-5A93CA67ABEB}"/>
                </a:ext>
              </a:extLst>
            </p:cNvPr>
            <p:cNvSpPr/>
            <p:nvPr/>
          </p:nvSpPr>
          <p:spPr>
            <a:xfrm>
              <a:off x="4519916" y="3646485"/>
              <a:ext cx="375972" cy="226477"/>
            </a:xfrm>
            <a:custGeom>
              <a:avLst/>
              <a:gdLst/>
              <a:ahLst/>
              <a:cxnLst/>
              <a:rect l="l" t="t" r="r" b="b"/>
              <a:pathLst>
                <a:path w="4346" h="2618" extrusionOk="0">
                  <a:moveTo>
                    <a:pt x="1" y="0"/>
                  </a:moveTo>
                  <a:lnTo>
                    <a:pt x="1" y="2617"/>
                  </a:lnTo>
                  <a:lnTo>
                    <a:pt x="4227" y="2617"/>
                  </a:lnTo>
                  <a:lnTo>
                    <a:pt x="4346" y="2131"/>
                  </a:lnTo>
                  <a:lnTo>
                    <a:pt x="2928" y="146"/>
                  </a:lnTo>
                  <a:lnTo>
                    <a:pt x="2905" y="146"/>
                  </a:lnTo>
                  <a:cubicBezTo>
                    <a:pt x="1989" y="62"/>
                    <a:pt x="73" y="4"/>
                    <a:pt x="54" y="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6" name="Google Shape;7366;p54">
              <a:extLst>
                <a:ext uri="{FF2B5EF4-FFF2-40B4-BE49-F238E27FC236}">
                  <a16:creationId xmlns:a16="http://schemas.microsoft.com/office/drawing/2014/main" id="{148E2A01-9338-89D3-5D3F-A74F1D1D7C11}"/>
                </a:ext>
              </a:extLst>
            </p:cNvPr>
            <p:cNvSpPr/>
            <p:nvPr/>
          </p:nvSpPr>
          <p:spPr>
            <a:xfrm>
              <a:off x="4524242" y="3651416"/>
              <a:ext cx="366370" cy="217220"/>
            </a:xfrm>
            <a:custGeom>
              <a:avLst/>
              <a:gdLst/>
              <a:ahLst/>
              <a:cxnLst/>
              <a:rect l="l" t="t" r="r" b="b"/>
              <a:pathLst>
                <a:path w="4235" h="2511" extrusionOk="0">
                  <a:moveTo>
                    <a:pt x="144" y="1"/>
                  </a:moveTo>
                  <a:cubicBezTo>
                    <a:pt x="66" y="1"/>
                    <a:pt x="0" y="64"/>
                    <a:pt x="0" y="146"/>
                  </a:cubicBezTo>
                  <a:lnTo>
                    <a:pt x="0" y="2369"/>
                  </a:lnTo>
                  <a:cubicBezTo>
                    <a:pt x="0" y="2445"/>
                    <a:pt x="66" y="2511"/>
                    <a:pt x="146" y="2511"/>
                  </a:cubicBezTo>
                  <a:lnTo>
                    <a:pt x="4024" y="2511"/>
                  </a:lnTo>
                  <a:cubicBezTo>
                    <a:pt x="4093" y="2511"/>
                    <a:pt x="4151" y="2465"/>
                    <a:pt x="4165" y="2403"/>
                  </a:cubicBezTo>
                  <a:lnTo>
                    <a:pt x="4227" y="2150"/>
                  </a:lnTo>
                  <a:cubicBezTo>
                    <a:pt x="4234" y="2108"/>
                    <a:pt x="4227" y="2067"/>
                    <a:pt x="4204" y="2032"/>
                  </a:cubicBezTo>
                  <a:lnTo>
                    <a:pt x="2890" y="192"/>
                  </a:lnTo>
                  <a:cubicBezTo>
                    <a:pt x="2867" y="158"/>
                    <a:pt x="2828" y="135"/>
                    <a:pt x="2786" y="135"/>
                  </a:cubicBezTo>
                  <a:cubicBezTo>
                    <a:pt x="2671" y="123"/>
                    <a:pt x="2549" y="116"/>
                    <a:pt x="2418" y="104"/>
                  </a:cubicBezTo>
                  <a:cubicBezTo>
                    <a:pt x="2077" y="81"/>
                    <a:pt x="1686" y="62"/>
                    <a:pt x="1314" y="47"/>
                  </a:cubicBezTo>
                  <a:cubicBezTo>
                    <a:pt x="1277" y="43"/>
                    <a:pt x="1234" y="43"/>
                    <a:pt x="1192" y="43"/>
                  </a:cubicBezTo>
                  <a:cubicBezTo>
                    <a:pt x="1058" y="35"/>
                    <a:pt x="927" y="31"/>
                    <a:pt x="801" y="24"/>
                  </a:cubicBezTo>
                  <a:cubicBezTo>
                    <a:pt x="525" y="16"/>
                    <a:pt x="292" y="5"/>
                    <a:pt x="150" y="1"/>
                  </a:cubicBezTo>
                  <a:cubicBezTo>
                    <a:pt x="148" y="1"/>
                    <a:pt x="146" y="1"/>
                    <a:pt x="1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7" name="Google Shape;7367;p54">
              <a:extLst>
                <a:ext uri="{FF2B5EF4-FFF2-40B4-BE49-F238E27FC236}">
                  <a16:creationId xmlns:a16="http://schemas.microsoft.com/office/drawing/2014/main" id="{11797746-58B9-931E-1B3A-6046DCF30AB6}"/>
                </a:ext>
              </a:extLst>
            </p:cNvPr>
            <p:cNvSpPr/>
            <p:nvPr/>
          </p:nvSpPr>
          <p:spPr>
            <a:xfrm>
              <a:off x="4739389" y="3661105"/>
              <a:ext cx="84261" cy="207531"/>
            </a:xfrm>
            <a:custGeom>
              <a:avLst/>
              <a:gdLst/>
              <a:ahLst/>
              <a:cxnLst/>
              <a:rect l="l" t="t" r="r" b="b"/>
              <a:pathLst>
                <a:path w="974" h="2399" extrusionOk="0">
                  <a:moveTo>
                    <a:pt x="0" y="0"/>
                  </a:moveTo>
                  <a:lnTo>
                    <a:pt x="0" y="0"/>
                  </a:lnTo>
                  <a:cubicBezTo>
                    <a:pt x="180" y="226"/>
                    <a:pt x="345" y="2249"/>
                    <a:pt x="345" y="2299"/>
                  </a:cubicBezTo>
                  <a:cubicBezTo>
                    <a:pt x="345" y="2353"/>
                    <a:pt x="230" y="2399"/>
                    <a:pt x="230" y="2399"/>
                  </a:cubicBezTo>
                  <a:lnTo>
                    <a:pt x="974" y="2399"/>
                  </a:lnTo>
                  <a:cubicBezTo>
                    <a:pt x="974" y="2399"/>
                    <a:pt x="877" y="2387"/>
                    <a:pt x="836" y="2318"/>
                  </a:cubicBezTo>
                  <a:cubicBezTo>
                    <a:pt x="790" y="2249"/>
                    <a:pt x="184" y="61"/>
                    <a:pt x="226" y="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8" name="Google Shape;7368;p54">
              <a:extLst>
                <a:ext uri="{FF2B5EF4-FFF2-40B4-BE49-F238E27FC236}">
                  <a16:creationId xmlns:a16="http://schemas.microsoft.com/office/drawing/2014/main" id="{F68CA790-1A73-3759-4199-F1C9F8938307}"/>
                </a:ext>
              </a:extLst>
            </p:cNvPr>
            <p:cNvSpPr/>
            <p:nvPr/>
          </p:nvSpPr>
          <p:spPr>
            <a:xfrm>
              <a:off x="4311430" y="3646139"/>
              <a:ext cx="154853" cy="226823"/>
            </a:xfrm>
            <a:custGeom>
              <a:avLst/>
              <a:gdLst/>
              <a:ahLst/>
              <a:cxnLst/>
              <a:rect l="l" t="t" r="r" b="b"/>
              <a:pathLst>
                <a:path w="1790" h="2622" extrusionOk="0">
                  <a:moveTo>
                    <a:pt x="1330" y="0"/>
                  </a:moveTo>
                  <a:cubicBezTo>
                    <a:pt x="1035" y="0"/>
                    <a:pt x="743" y="8"/>
                    <a:pt x="740" y="8"/>
                  </a:cubicBezTo>
                  <a:lnTo>
                    <a:pt x="709" y="8"/>
                  </a:lnTo>
                  <a:lnTo>
                    <a:pt x="694" y="39"/>
                  </a:lnTo>
                  <a:cubicBezTo>
                    <a:pt x="303" y="959"/>
                    <a:pt x="12" y="2549"/>
                    <a:pt x="8" y="2564"/>
                  </a:cubicBezTo>
                  <a:lnTo>
                    <a:pt x="0" y="2621"/>
                  </a:lnTo>
                  <a:lnTo>
                    <a:pt x="1790" y="2621"/>
                  </a:lnTo>
                  <a:lnTo>
                    <a:pt x="1790" y="8"/>
                  </a:lnTo>
                  <a:lnTo>
                    <a:pt x="1740" y="8"/>
                  </a:lnTo>
                  <a:cubicBezTo>
                    <a:pt x="1640" y="0"/>
                    <a:pt x="1502" y="0"/>
                    <a:pt x="1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69" name="Google Shape;7369;p54">
              <a:extLst>
                <a:ext uri="{FF2B5EF4-FFF2-40B4-BE49-F238E27FC236}">
                  <a16:creationId xmlns:a16="http://schemas.microsoft.com/office/drawing/2014/main" id="{40DAFC80-41F9-7414-FCC4-CD6698B42E79}"/>
                </a:ext>
              </a:extLst>
            </p:cNvPr>
            <p:cNvSpPr/>
            <p:nvPr/>
          </p:nvSpPr>
          <p:spPr>
            <a:xfrm>
              <a:off x="4316447" y="3650205"/>
              <a:ext cx="145596" cy="218431"/>
            </a:xfrm>
            <a:custGeom>
              <a:avLst/>
              <a:gdLst/>
              <a:ahLst/>
              <a:cxnLst/>
              <a:rect l="l" t="t" r="r" b="b"/>
              <a:pathLst>
                <a:path w="1683" h="2525" extrusionOk="0">
                  <a:moveTo>
                    <a:pt x="1283" y="1"/>
                  </a:moveTo>
                  <a:cubicBezTo>
                    <a:pt x="1203" y="1"/>
                    <a:pt x="1123" y="2"/>
                    <a:pt x="1049" y="3"/>
                  </a:cubicBezTo>
                  <a:cubicBezTo>
                    <a:pt x="1000" y="3"/>
                    <a:pt x="957" y="3"/>
                    <a:pt x="915" y="7"/>
                  </a:cubicBezTo>
                  <a:cubicBezTo>
                    <a:pt x="777" y="7"/>
                    <a:pt x="682" y="11"/>
                    <a:pt x="682" y="11"/>
                  </a:cubicBezTo>
                  <a:cubicBezTo>
                    <a:pt x="575" y="268"/>
                    <a:pt x="475" y="570"/>
                    <a:pt x="386" y="880"/>
                  </a:cubicBezTo>
                  <a:cubicBezTo>
                    <a:pt x="352" y="1000"/>
                    <a:pt x="322" y="1119"/>
                    <a:pt x="291" y="1234"/>
                  </a:cubicBezTo>
                  <a:cubicBezTo>
                    <a:pt x="110" y="1915"/>
                    <a:pt x="0" y="2525"/>
                    <a:pt x="0" y="2525"/>
                  </a:cubicBezTo>
                  <a:lnTo>
                    <a:pt x="1306" y="2525"/>
                  </a:lnTo>
                  <a:cubicBezTo>
                    <a:pt x="1513" y="2525"/>
                    <a:pt x="1682" y="2356"/>
                    <a:pt x="1682" y="2150"/>
                  </a:cubicBezTo>
                  <a:lnTo>
                    <a:pt x="1682" y="11"/>
                  </a:lnTo>
                  <a:cubicBezTo>
                    <a:pt x="1571" y="4"/>
                    <a:pt x="1427" y="1"/>
                    <a:pt x="12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0" name="Google Shape;7370;p54">
              <a:extLst>
                <a:ext uri="{FF2B5EF4-FFF2-40B4-BE49-F238E27FC236}">
                  <a16:creationId xmlns:a16="http://schemas.microsoft.com/office/drawing/2014/main" id="{B4BE7518-7C14-5D8D-EC28-08D6D6CFDFB0}"/>
                </a:ext>
              </a:extLst>
            </p:cNvPr>
            <p:cNvSpPr/>
            <p:nvPr/>
          </p:nvSpPr>
          <p:spPr>
            <a:xfrm>
              <a:off x="4763525" y="3782304"/>
              <a:ext cx="164888" cy="94639"/>
            </a:xfrm>
            <a:custGeom>
              <a:avLst/>
              <a:gdLst/>
              <a:ahLst/>
              <a:cxnLst/>
              <a:rect l="l" t="t" r="r" b="b"/>
              <a:pathLst>
                <a:path w="1906" h="1094" extrusionOk="0">
                  <a:moveTo>
                    <a:pt x="838" y="0"/>
                  </a:moveTo>
                  <a:cubicBezTo>
                    <a:pt x="668" y="0"/>
                    <a:pt x="512" y="11"/>
                    <a:pt x="434" y="36"/>
                  </a:cubicBezTo>
                  <a:cubicBezTo>
                    <a:pt x="219" y="105"/>
                    <a:pt x="1" y="925"/>
                    <a:pt x="308" y="1093"/>
                  </a:cubicBezTo>
                  <a:lnTo>
                    <a:pt x="1741" y="1093"/>
                  </a:lnTo>
                  <a:cubicBezTo>
                    <a:pt x="1741" y="1093"/>
                    <a:pt x="1905" y="833"/>
                    <a:pt x="1813" y="699"/>
                  </a:cubicBezTo>
                  <a:lnTo>
                    <a:pt x="1661" y="660"/>
                  </a:lnTo>
                  <a:cubicBezTo>
                    <a:pt x="1661" y="660"/>
                    <a:pt x="1599" y="143"/>
                    <a:pt x="1530" y="74"/>
                  </a:cubicBezTo>
                  <a:cubicBezTo>
                    <a:pt x="1486" y="33"/>
                    <a:pt x="1139" y="0"/>
                    <a:pt x="8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1" name="Google Shape;7371;p54">
              <a:extLst>
                <a:ext uri="{FF2B5EF4-FFF2-40B4-BE49-F238E27FC236}">
                  <a16:creationId xmlns:a16="http://schemas.microsoft.com/office/drawing/2014/main" id="{EF7E91D1-9911-7CCE-3A76-0572E7A6BC93}"/>
                </a:ext>
              </a:extLst>
            </p:cNvPr>
            <p:cNvSpPr/>
            <p:nvPr/>
          </p:nvSpPr>
          <p:spPr>
            <a:xfrm>
              <a:off x="3746180" y="3834728"/>
              <a:ext cx="526586" cy="38236"/>
            </a:xfrm>
            <a:custGeom>
              <a:avLst/>
              <a:gdLst/>
              <a:ahLst/>
              <a:cxnLst/>
              <a:rect l="l" t="t" r="r" b="b"/>
              <a:pathLst>
                <a:path w="6087" h="442" extrusionOk="0">
                  <a:moveTo>
                    <a:pt x="901" y="0"/>
                  </a:moveTo>
                  <a:cubicBezTo>
                    <a:pt x="519" y="0"/>
                    <a:pt x="271" y="1"/>
                    <a:pt x="246" y="5"/>
                  </a:cubicBezTo>
                  <a:cubicBezTo>
                    <a:pt x="123" y="17"/>
                    <a:pt x="1" y="254"/>
                    <a:pt x="100" y="441"/>
                  </a:cubicBezTo>
                  <a:lnTo>
                    <a:pt x="5975" y="441"/>
                  </a:lnTo>
                  <a:lnTo>
                    <a:pt x="6086" y="20"/>
                  </a:lnTo>
                  <a:cubicBezTo>
                    <a:pt x="6086" y="20"/>
                    <a:pt x="2427" y="0"/>
                    <a:pt x="9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2" name="Google Shape;7372;p54">
              <a:extLst>
                <a:ext uri="{FF2B5EF4-FFF2-40B4-BE49-F238E27FC236}">
                  <a16:creationId xmlns:a16="http://schemas.microsoft.com/office/drawing/2014/main" id="{96FE5651-69D7-E295-AB44-8A40CB2DB973}"/>
                </a:ext>
              </a:extLst>
            </p:cNvPr>
            <p:cNvSpPr/>
            <p:nvPr/>
          </p:nvSpPr>
          <p:spPr>
            <a:xfrm>
              <a:off x="3773777" y="3899783"/>
              <a:ext cx="1153351" cy="5017"/>
            </a:xfrm>
            <a:custGeom>
              <a:avLst/>
              <a:gdLst/>
              <a:ahLst/>
              <a:cxnLst/>
              <a:rect l="l" t="t" r="r" b="b"/>
              <a:pathLst>
                <a:path w="13332" h="58" extrusionOk="0">
                  <a:moveTo>
                    <a:pt x="0" y="0"/>
                  </a:moveTo>
                  <a:lnTo>
                    <a:pt x="0" y="57"/>
                  </a:lnTo>
                  <a:lnTo>
                    <a:pt x="13331" y="57"/>
                  </a:lnTo>
                  <a:lnTo>
                    <a:pt x="133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3" name="Google Shape;7373;p54">
              <a:extLst>
                <a:ext uri="{FF2B5EF4-FFF2-40B4-BE49-F238E27FC236}">
                  <a16:creationId xmlns:a16="http://schemas.microsoft.com/office/drawing/2014/main" id="{9891314A-22DC-212E-4F1B-EF07DA6B11FE}"/>
                </a:ext>
              </a:extLst>
            </p:cNvPr>
            <p:cNvSpPr/>
            <p:nvPr/>
          </p:nvSpPr>
          <p:spPr>
            <a:xfrm>
              <a:off x="3794885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8" y="1"/>
                  </a:moveTo>
                  <a:cubicBezTo>
                    <a:pt x="59" y="1"/>
                    <a:pt x="39" y="8"/>
                    <a:pt x="24" y="20"/>
                  </a:cubicBezTo>
                  <a:cubicBezTo>
                    <a:pt x="13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9" y="215"/>
                    <a:pt x="24" y="231"/>
                  </a:cubicBezTo>
                  <a:cubicBezTo>
                    <a:pt x="32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5" y="251"/>
                    <a:pt x="78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7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7" y="35"/>
                    <a:pt x="131" y="20"/>
                  </a:cubicBezTo>
                  <a:cubicBezTo>
                    <a:pt x="124" y="16"/>
                    <a:pt x="116" y="8"/>
                    <a:pt x="108" y="4"/>
                  </a:cubicBezTo>
                  <a:cubicBezTo>
                    <a:pt x="97" y="1"/>
                    <a:pt x="89" y="1"/>
                    <a:pt x="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4" name="Google Shape;7374;p54">
              <a:extLst>
                <a:ext uri="{FF2B5EF4-FFF2-40B4-BE49-F238E27FC236}">
                  <a16:creationId xmlns:a16="http://schemas.microsoft.com/office/drawing/2014/main" id="{512CB364-8038-0852-13D9-A831DE5A04D0}"/>
                </a:ext>
              </a:extLst>
            </p:cNvPr>
            <p:cNvSpPr/>
            <p:nvPr/>
          </p:nvSpPr>
          <p:spPr>
            <a:xfrm>
              <a:off x="3902675" y="3860594"/>
              <a:ext cx="12976" cy="21800"/>
            </a:xfrm>
            <a:custGeom>
              <a:avLst/>
              <a:gdLst/>
              <a:ahLst/>
              <a:cxnLst/>
              <a:rect l="l" t="t" r="r" b="b"/>
              <a:pathLst>
                <a:path w="150" h="252" extrusionOk="0">
                  <a:moveTo>
                    <a:pt x="77" y="1"/>
                  </a:moveTo>
                  <a:cubicBezTo>
                    <a:pt x="58" y="1"/>
                    <a:pt x="35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2" y="249"/>
                    <a:pt x="59" y="252"/>
                    <a:pt x="67" y="252"/>
                  </a:cubicBezTo>
                  <a:cubicBezTo>
                    <a:pt x="70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3" y="215"/>
                    <a:pt x="150" y="196"/>
                    <a:pt x="150" y="177"/>
                  </a:cubicBezTo>
                  <a:lnTo>
                    <a:pt x="150" y="73"/>
                  </a:lnTo>
                  <a:cubicBezTo>
                    <a:pt x="150" y="54"/>
                    <a:pt x="143" y="35"/>
                    <a:pt x="131" y="20"/>
                  </a:cubicBezTo>
                  <a:cubicBezTo>
                    <a:pt x="123" y="16"/>
                    <a:pt x="116" y="8"/>
                    <a:pt x="104" y="4"/>
                  </a:cubicBezTo>
                  <a:cubicBezTo>
                    <a:pt x="97" y="1"/>
                    <a:pt x="85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5" name="Google Shape;7375;p54">
              <a:extLst>
                <a:ext uri="{FF2B5EF4-FFF2-40B4-BE49-F238E27FC236}">
                  <a16:creationId xmlns:a16="http://schemas.microsoft.com/office/drawing/2014/main" id="{8BE4703D-DB26-B504-3B2B-CFEACFEAA3AD}"/>
                </a:ext>
              </a:extLst>
            </p:cNvPr>
            <p:cNvSpPr/>
            <p:nvPr/>
          </p:nvSpPr>
          <p:spPr>
            <a:xfrm>
              <a:off x="4024999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5" y="8"/>
                    <a:pt x="23" y="20"/>
                  </a:cubicBezTo>
                  <a:cubicBezTo>
                    <a:pt x="8" y="35"/>
                    <a:pt x="0" y="54"/>
                    <a:pt x="0" y="73"/>
                  </a:cubicBezTo>
                  <a:lnTo>
                    <a:pt x="0" y="177"/>
                  </a:lnTo>
                  <a:cubicBezTo>
                    <a:pt x="0" y="196"/>
                    <a:pt x="8" y="215"/>
                    <a:pt x="23" y="231"/>
                  </a:cubicBezTo>
                  <a:cubicBezTo>
                    <a:pt x="31" y="238"/>
                    <a:pt x="39" y="242"/>
                    <a:pt x="46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5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5" y="8"/>
                    <a:pt x="104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6" name="Google Shape;7376;p54">
              <a:extLst>
                <a:ext uri="{FF2B5EF4-FFF2-40B4-BE49-F238E27FC236}">
                  <a16:creationId xmlns:a16="http://schemas.microsoft.com/office/drawing/2014/main" id="{ECE849DC-8572-5922-68A4-C70840382FF1}"/>
                </a:ext>
              </a:extLst>
            </p:cNvPr>
            <p:cNvSpPr/>
            <p:nvPr/>
          </p:nvSpPr>
          <p:spPr>
            <a:xfrm>
              <a:off x="4117823" y="3860594"/>
              <a:ext cx="13323" cy="21800"/>
            </a:xfrm>
            <a:custGeom>
              <a:avLst/>
              <a:gdLst/>
              <a:ahLst/>
              <a:cxnLst/>
              <a:rect l="l" t="t" r="r" b="b"/>
              <a:pathLst>
                <a:path w="154" h="252" extrusionOk="0">
                  <a:moveTo>
                    <a:pt x="77" y="1"/>
                  </a:moveTo>
                  <a:cubicBezTo>
                    <a:pt x="58" y="1"/>
                    <a:pt x="38" y="8"/>
                    <a:pt x="24" y="20"/>
                  </a:cubicBezTo>
                  <a:cubicBezTo>
                    <a:pt x="12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12" y="215"/>
                    <a:pt x="24" y="231"/>
                  </a:cubicBezTo>
                  <a:cubicBezTo>
                    <a:pt x="31" y="238"/>
                    <a:pt x="38" y="242"/>
                    <a:pt x="50" y="246"/>
                  </a:cubicBezTo>
                  <a:cubicBezTo>
                    <a:pt x="56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6" y="250"/>
                    <a:pt x="119" y="246"/>
                    <a:pt x="130" y="231"/>
                  </a:cubicBezTo>
                  <a:cubicBezTo>
                    <a:pt x="146" y="215"/>
                    <a:pt x="153" y="196"/>
                    <a:pt x="153" y="177"/>
                  </a:cubicBezTo>
                  <a:lnTo>
                    <a:pt x="153" y="73"/>
                  </a:lnTo>
                  <a:cubicBezTo>
                    <a:pt x="153" y="54"/>
                    <a:pt x="146" y="35"/>
                    <a:pt x="130" y="20"/>
                  </a:cubicBezTo>
                  <a:cubicBezTo>
                    <a:pt x="123" y="16"/>
                    <a:pt x="116" y="8"/>
                    <a:pt x="107" y="4"/>
                  </a:cubicBezTo>
                  <a:cubicBezTo>
                    <a:pt x="96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77" name="Google Shape;7377;p54">
              <a:extLst>
                <a:ext uri="{FF2B5EF4-FFF2-40B4-BE49-F238E27FC236}">
                  <a16:creationId xmlns:a16="http://schemas.microsoft.com/office/drawing/2014/main" id="{0F0CF555-6F29-99DE-A629-B6815F896B50}"/>
                </a:ext>
              </a:extLst>
            </p:cNvPr>
            <p:cNvSpPr/>
            <p:nvPr/>
          </p:nvSpPr>
          <p:spPr>
            <a:xfrm>
              <a:off x="4225526" y="3860594"/>
              <a:ext cx="13409" cy="21800"/>
            </a:xfrm>
            <a:custGeom>
              <a:avLst/>
              <a:gdLst/>
              <a:ahLst/>
              <a:cxnLst/>
              <a:rect l="l" t="t" r="r" b="b"/>
              <a:pathLst>
                <a:path w="155" h="252" extrusionOk="0">
                  <a:moveTo>
                    <a:pt x="77" y="1"/>
                  </a:moveTo>
                  <a:cubicBezTo>
                    <a:pt x="58" y="1"/>
                    <a:pt x="39" y="8"/>
                    <a:pt x="24" y="20"/>
                  </a:cubicBezTo>
                  <a:cubicBezTo>
                    <a:pt x="8" y="35"/>
                    <a:pt x="1" y="54"/>
                    <a:pt x="1" y="73"/>
                  </a:cubicBezTo>
                  <a:lnTo>
                    <a:pt x="1" y="177"/>
                  </a:lnTo>
                  <a:cubicBezTo>
                    <a:pt x="1" y="196"/>
                    <a:pt x="8" y="215"/>
                    <a:pt x="24" y="231"/>
                  </a:cubicBezTo>
                  <a:cubicBezTo>
                    <a:pt x="31" y="238"/>
                    <a:pt x="39" y="242"/>
                    <a:pt x="47" y="246"/>
                  </a:cubicBezTo>
                  <a:cubicBezTo>
                    <a:pt x="55" y="249"/>
                    <a:pt x="61" y="252"/>
                    <a:pt x="68" y="252"/>
                  </a:cubicBezTo>
                  <a:cubicBezTo>
                    <a:pt x="71" y="252"/>
                    <a:pt x="74" y="251"/>
                    <a:pt x="77" y="250"/>
                  </a:cubicBezTo>
                  <a:cubicBezTo>
                    <a:pt x="97" y="250"/>
                    <a:pt x="116" y="246"/>
                    <a:pt x="131" y="231"/>
                  </a:cubicBezTo>
                  <a:cubicBezTo>
                    <a:pt x="142" y="215"/>
                    <a:pt x="154" y="196"/>
                    <a:pt x="154" y="177"/>
                  </a:cubicBezTo>
                  <a:lnTo>
                    <a:pt x="154" y="73"/>
                  </a:lnTo>
                  <a:cubicBezTo>
                    <a:pt x="154" y="54"/>
                    <a:pt x="142" y="35"/>
                    <a:pt x="131" y="20"/>
                  </a:cubicBezTo>
                  <a:cubicBezTo>
                    <a:pt x="123" y="16"/>
                    <a:pt x="116" y="8"/>
                    <a:pt x="108" y="4"/>
                  </a:cubicBezTo>
                  <a:cubicBezTo>
                    <a:pt x="97" y="1"/>
                    <a:pt x="89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7378" name="Google Shape;7378;p54">
            <a:extLst>
              <a:ext uri="{FF2B5EF4-FFF2-40B4-BE49-F238E27FC236}">
                <a16:creationId xmlns:a16="http://schemas.microsoft.com/office/drawing/2014/main" id="{AE8A41B3-7B66-DD3C-F55A-9388CCDAC58F}"/>
              </a:ext>
            </a:extLst>
          </p:cNvPr>
          <p:cNvGrpSpPr/>
          <p:nvPr/>
        </p:nvGrpSpPr>
        <p:grpSpPr>
          <a:xfrm>
            <a:off x="4665221" y="4264706"/>
            <a:ext cx="1289131" cy="709819"/>
            <a:chOff x="6803356" y="2469281"/>
            <a:chExt cx="717739" cy="395200"/>
          </a:xfrm>
        </p:grpSpPr>
        <p:sp>
          <p:nvSpPr>
            <p:cNvPr id="7379" name="Google Shape;7379;p54">
              <a:extLst>
                <a:ext uri="{FF2B5EF4-FFF2-40B4-BE49-F238E27FC236}">
                  <a16:creationId xmlns:a16="http://schemas.microsoft.com/office/drawing/2014/main" id="{82BD06FA-5CAD-DCEB-D69F-8C89AC76D8CA}"/>
                </a:ext>
              </a:extLst>
            </p:cNvPr>
            <p:cNvSpPr/>
            <p:nvPr/>
          </p:nvSpPr>
          <p:spPr>
            <a:xfrm>
              <a:off x="7000982" y="2772632"/>
              <a:ext cx="330092" cy="39592"/>
            </a:xfrm>
            <a:custGeom>
              <a:avLst/>
              <a:gdLst/>
              <a:ahLst/>
              <a:cxnLst/>
              <a:rect l="l" t="t" r="r" b="b"/>
              <a:pathLst>
                <a:path w="6853" h="822" extrusionOk="0">
                  <a:moveTo>
                    <a:pt x="1" y="1"/>
                  </a:moveTo>
                  <a:lnTo>
                    <a:pt x="59" y="729"/>
                  </a:lnTo>
                  <a:lnTo>
                    <a:pt x="461" y="729"/>
                  </a:lnTo>
                  <a:lnTo>
                    <a:pt x="699" y="545"/>
                  </a:lnTo>
                  <a:lnTo>
                    <a:pt x="5715" y="415"/>
                  </a:lnTo>
                  <a:cubicBezTo>
                    <a:pt x="5716" y="415"/>
                    <a:pt x="5718" y="415"/>
                    <a:pt x="5720" y="415"/>
                  </a:cubicBezTo>
                  <a:cubicBezTo>
                    <a:pt x="5752" y="415"/>
                    <a:pt x="5780" y="444"/>
                    <a:pt x="5780" y="480"/>
                  </a:cubicBezTo>
                  <a:cubicBezTo>
                    <a:pt x="5780" y="515"/>
                    <a:pt x="5810" y="545"/>
                    <a:pt x="5844" y="545"/>
                  </a:cubicBezTo>
                  <a:lnTo>
                    <a:pt x="6097" y="545"/>
                  </a:lnTo>
                  <a:cubicBezTo>
                    <a:pt x="6120" y="545"/>
                    <a:pt x="6140" y="553"/>
                    <a:pt x="6151" y="572"/>
                  </a:cubicBezTo>
                  <a:lnTo>
                    <a:pt x="6323" y="821"/>
                  </a:lnTo>
                  <a:lnTo>
                    <a:pt x="6852" y="821"/>
                  </a:lnTo>
                  <a:lnTo>
                    <a:pt x="6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0" name="Google Shape;7380;p54">
              <a:extLst>
                <a:ext uri="{FF2B5EF4-FFF2-40B4-BE49-F238E27FC236}">
                  <a16:creationId xmlns:a16="http://schemas.microsoft.com/office/drawing/2014/main" id="{0F3771E4-3080-ACA1-F00F-C7EEF6EE3D21}"/>
                </a:ext>
              </a:extLst>
            </p:cNvPr>
            <p:cNvSpPr/>
            <p:nvPr/>
          </p:nvSpPr>
          <p:spPr>
            <a:xfrm>
              <a:off x="6810961" y="2469281"/>
              <a:ext cx="710133" cy="348811"/>
            </a:xfrm>
            <a:custGeom>
              <a:avLst/>
              <a:gdLst/>
              <a:ahLst/>
              <a:cxnLst/>
              <a:rect l="l" t="t" r="r" b="b"/>
              <a:pathLst>
                <a:path w="14743" h="7242" extrusionOk="0">
                  <a:moveTo>
                    <a:pt x="4573" y="0"/>
                  </a:moveTo>
                  <a:cubicBezTo>
                    <a:pt x="2661" y="0"/>
                    <a:pt x="1401" y="65"/>
                    <a:pt x="962" y="91"/>
                  </a:cubicBezTo>
                  <a:cubicBezTo>
                    <a:pt x="855" y="100"/>
                    <a:pt x="767" y="169"/>
                    <a:pt x="736" y="268"/>
                  </a:cubicBezTo>
                  <a:cubicBezTo>
                    <a:pt x="338" y="1609"/>
                    <a:pt x="258" y="3441"/>
                    <a:pt x="246" y="3881"/>
                  </a:cubicBezTo>
                  <a:cubicBezTo>
                    <a:pt x="242" y="3943"/>
                    <a:pt x="207" y="4000"/>
                    <a:pt x="154" y="4027"/>
                  </a:cubicBezTo>
                  <a:cubicBezTo>
                    <a:pt x="104" y="4058"/>
                    <a:pt x="69" y="4111"/>
                    <a:pt x="65" y="4169"/>
                  </a:cubicBezTo>
                  <a:cubicBezTo>
                    <a:pt x="0" y="5146"/>
                    <a:pt x="108" y="6636"/>
                    <a:pt x="108" y="6636"/>
                  </a:cubicBezTo>
                  <a:lnTo>
                    <a:pt x="859" y="6636"/>
                  </a:lnTo>
                  <a:lnTo>
                    <a:pt x="1747" y="7242"/>
                  </a:lnTo>
                  <a:lnTo>
                    <a:pt x="3863" y="7242"/>
                  </a:lnTo>
                  <a:lnTo>
                    <a:pt x="4656" y="6636"/>
                  </a:lnTo>
                  <a:lnTo>
                    <a:pt x="10354" y="6636"/>
                  </a:lnTo>
                  <a:lnTo>
                    <a:pt x="10952" y="7108"/>
                  </a:lnTo>
                  <a:lnTo>
                    <a:pt x="13386" y="7108"/>
                  </a:lnTo>
                  <a:lnTo>
                    <a:pt x="13887" y="6736"/>
                  </a:lnTo>
                  <a:lnTo>
                    <a:pt x="14454" y="6736"/>
                  </a:lnTo>
                  <a:cubicBezTo>
                    <a:pt x="14520" y="6736"/>
                    <a:pt x="14577" y="6686"/>
                    <a:pt x="14581" y="6617"/>
                  </a:cubicBezTo>
                  <a:cubicBezTo>
                    <a:pt x="14742" y="4935"/>
                    <a:pt x="14412" y="3533"/>
                    <a:pt x="14412" y="3533"/>
                  </a:cubicBezTo>
                  <a:lnTo>
                    <a:pt x="13519" y="3234"/>
                  </a:lnTo>
                  <a:lnTo>
                    <a:pt x="12274" y="367"/>
                  </a:lnTo>
                  <a:cubicBezTo>
                    <a:pt x="12254" y="329"/>
                    <a:pt x="12220" y="306"/>
                    <a:pt x="12178" y="303"/>
                  </a:cubicBezTo>
                  <a:cubicBezTo>
                    <a:pt x="9095" y="66"/>
                    <a:pt x="6503" y="0"/>
                    <a:pt x="4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1" name="Google Shape;7381;p54">
              <a:extLst>
                <a:ext uri="{FF2B5EF4-FFF2-40B4-BE49-F238E27FC236}">
                  <a16:creationId xmlns:a16="http://schemas.microsoft.com/office/drawing/2014/main" id="{CCFA33A0-0691-6FDD-E68F-E5376DE9D138}"/>
                </a:ext>
              </a:extLst>
            </p:cNvPr>
            <p:cNvSpPr/>
            <p:nvPr/>
          </p:nvSpPr>
          <p:spPr>
            <a:xfrm>
              <a:off x="6804271" y="2758471"/>
              <a:ext cx="38582" cy="34004"/>
            </a:xfrm>
            <a:custGeom>
              <a:avLst/>
              <a:gdLst/>
              <a:ahLst/>
              <a:cxnLst/>
              <a:rect l="l" t="t" r="r" b="b"/>
              <a:pathLst>
                <a:path w="801" h="706" extrusionOk="0">
                  <a:moveTo>
                    <a:pt x="84" y="1"/>
                  </a:moveTo>
                  <a:cubicBezTo>
                    <a:pt x="38" y="1"/>
                    <a:pt x="1" y="38"/>
                    <a:pt x="1" y="84"/>
                  </a:cubicBezTo>
                  <a:cubicBezTo>
                    <a:pt x="1" y="196"/>
                    <a:pt x="4" y="410"/>
                    <a:pt x="50" y="640"/>
                  </a:cubicBezTo>
                  <a:cubicBezTo>
                    <a:pt x="58" y="678"/>
                    <a:pt x="93" y="705"/>
                    <a:pt x="130" y="705"/>
                  </a:cubicBezTo>
                  <a:lnTo>
                    <a:pt x="717" y="705"/>
                  </a:lnTo>
                  <a:cubicBezTo>
                    <a:pt x="763" y="705"/>
                    <a:pt x="801" y="667"/>
                    <a:pt x="797" y="617"/>
                  </a:cubicBezTo>
                  <a:lnTo>
                    <a:pt x="770" y="81"/>
                  </a:lnTo>
                  <a:cubicBezTo>
                    <a:pt x="770" y="35"/>
                    <a:pt x="732" y="1"/>
                    <a:pt x="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2" name="Google Shape;7382;p54">
              <a:extLst>
                <a:ext uri="{FF2B5EF4-FFF2-40B4-BE49-F238E27FC236}">
                  <a16:creationId xmlns:a16="http://schemas.microsoft.com/office/drawing/2014/main" id="{B5DE38D0-A4DD-4D0D-0ADD-76C1B07CEB3C}"/>
                </a:ext>
              </a:extLst>
            </p:cNvPr>
            <p:cNvSpPr/>
            <p:nvPr/>
          </p:nvSpPr>
          <p:spPr>
            <a:xfrm>
              <a:off x="7391563" y="2497121"/>
              <a:ext cx="64785" cy="128119"/>
            </a:xfrm>
            <a:custGeom>
              <a:avLst/>
              <a:gdLst/>
              <a:ahLst/>
              <a:cxnLst/>
              <a:rect l="l" t="t" r="r" b="b"/>
              <a:pathLst>
                <a:path w="1345" h="2660" extrusionOk="0">
                  <a:moveTo>
                    <a:pt x="0" y="1"/>
                  </a:moveTo>
                  <a:cubicBezTo>
                    <a:pt x="126" y="1104"/>
                    <a:pt x="759" y="2659"/>
                    <a:pt x="759" y="2659"/>
                  </a:cubicBezTo>
                  <a:lnTo>
                    <a:pt x="1345" y="265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3" name="Google Shape;7383;p54">
              <a:extLst>
                <a:ext uri="{FF2B5EF4-FFF2-40B4-BE49-F238E27FC236}">
                  <a16:creationId xmlns:a16="http://schemas.microsoft.com/office/drawing/2014/main" id="{524A12C3-5199-A7D9-6F4D-A919E1438406}"/>
                </a:ext>
              </a:extLst>
            </p:cNvPr>
            <p:cNvSpPr/>
            <p:nvPr/>
          </p:nvSpPr>
          <p:spPr>
            <a:xfrm>
              <a:off x="7309969" y="2717867"/>
              <a:ext cx="164107" cy="93825"/>
            </a:xfrm>
            <a:custGeom>
              <a:avLst/>
              <a:gdLst/>
              <a:ahLst/>
              <a:cxnLst/>
              <a:rect l="l" t="t" r="r" b="b"/>
              <a:pathLst>
                <a:path w="3407" h="1948" extrusionOk="0">
                  <a:moveTo>
                    <a:pt x="1687" y="0"/>
                  </a:moveTo>
                  <a:cubicBezTo>
                    <a:pt x="288" y="0"/>
                    <a:pt x="0" y="1575"/>
                    <a:pt x="0" y="1575"/>
                  </a:cubicBezTo>
                  <a:lnTo>
                    <a:pt x="472" y="1947"/>
                  </a:lnTo>
                  <a:lnTo>
                    <a:pt x="2906" y="1947"/>
                  </a:lnTo>
                  <a:lnTo>
                    <a:pt x="3407" y="1575"/>
                  </a:lnTo>
                  <a:cubicBezTo>
                    <a:pt x="3407" y="1575"/>
                    <a:pt x="3085" y="0"/>
                    <a:pt x="16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4" name="Google Shape;7384;p54">
              <a:extLst>
                <a:ext uri="{FF2B5EF4-FFF2-40B4-BE49-F238E27FC236}">
                  <a16:creationId xmlns:a16="http://schemas.microsoft.com/office/drawing/2014/main" id="{9F89471F-9853-2969-F566-CA86BA07DE2C}"/>
                </a:ext>
              </a:extLst>
            </p:cNvPr>
            <p:cNvSpPr/>
            <p:nvPr/>
          </p:nvSpPr>
          <p:spPr>
            <a:xfrm>
              <a:off x="6857591" y="2717867"/>
              <a:ext cx="165600" cy="93825"/>
            </a:xfrm>
            <a:custGeom>
              <a:avLst/>
              <a:gdLst/>
              <a:ahLst/>
              <a:cxnLst/>
              <a:rect l="l" t="t" r="r" b="b"/>
              <a:pathLst>
                <a:path w="3438" h="1948" extrusionOk="0">
                  <a:moveTo>
                    <a:pt x="1717" y="0"/>
                  </a:moveTo>
                  <a:cubicBezTo>
                    <a:pt x="319" y="0"/>
                    <a:pt x="1" y="1629"/>
                    <a:pt x="1" y="1629"/>
                  </a:cubicBezTo>
                  <a:lnTo>
                    <a:pt x="468" y="1947"/>
                  </a:lnTo>
                  <a:lnTo>
                    <a:pt x="2947" y="1947"/>
                  </a:lnTo>
                  <a:lnTo>
                    <a:pt x="3438" y="1575"/>
                  </a:lnTo>
                  <a:cubicBezTo>
                    <a:pt x="3438" y="1575"/>
                    <a:pt x="3116" y="0"/>
                    <a:pt x="17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5" name="Google Shape;7385;p54">
              <a:extLst>
                <a:ext uri="{FF2B5EF4-FFF2-40B4-BE49-F238E27FC236}">
                  <a16:creationId xmlns:a16="http://schemas.microsoft.com/office/drawing/2014/main" id="{EF09E824-CAA7-8E8A-3E8F-0F6619336539}"/>
                </a:ext>
              </a:extLst>
            </p:cNvPr>
            <p:cNvSpPr/>
            <p:nvPr/>
          </p:nvSpPr>
          <p:spPr>
            <a:xfrm>
              <a:off x="6847621" y="2728078"/>
              <a:ext cx="183711" cy="136403"/>
            </a:xfrm>
            <a:custGeom>
              <a:avLst/>
              <a:gdLst/>
              <a:ahLst/>
              <a:cxnLst/>
              <a:rect l="l" t="t" r="r" b="b"/>
              <a:pathLst>
                <a:path w="3814" h="2832" extrusionOk="0">
                  <a:moveTo>
                    <a:pt x="1906" y="0"/>
                  </a:moveTo>
                  <a:cubicBezTo>
                    <a:pt x="807" y="0"/>
                    <a:pt x="1" y="1253"/>
                    <a:pt x="836" y="2409"/>
                  </a:cubicBezTo>
                  <a:cubicBezTo>
                    <a:pt x="859" y="2440"/>
                    <a:pt x="886" y="2463"/>
                    <a:pt x="912" y="2486"/>
                  </a:cubicBezTo>
                  <a:cubicBezTo>
                    <a:pt x="1246" y="2727"/>
                    <a:pt x="1588" y="2831"/>
                    <a:pt x="1905" y="2831"/>
                  </a:cubicBezTo>
                  <a:cubicBezTo>
                    <a:pt x="3006" y="2831"/>
                    <a:pt x="3814" y="1577"/>
                    <a:pt x="2978" y="420"/>
                  </a:cubicBezTo>
                  <a:cubicBezTo>
                    <a:pt x="2955" y="393"/>
                    <a:pt x="2928" y="367"/>
                    <a:pt x="2902" y="348"/>
                  </a:cubicBezTo>
                  <a:cubicBezTo>
                    <a:pt x="2567" y="105"/>
                    <a:pt x="2224" y="0"/>
                    <a:pt x="1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6" name="Google Shape;7386;p54">
              <a:extLst>
                <a:ext uri="{FF2B5EF4-FFF2-40B4-BE49-F238E27FC236}">
                  <a16:creationId xmlns:a16="http://schemas.microsoft.com/office/drawing/2014/main" id="{0EFB5E89-CD51-2FC5-855F-48B6084D1C2A}"/>
                </a:ext>
              </a:extLst>
            </p:cNvPr>
            <p:cNvSpPr/>
            <p:nvPr/>
          </p:nvSpPr>
          <p:spPr>
            <a:xfrm>
              <a:off x="6882445" y="2756207"/>
              <a:ext cx="114061" cy="80147"/>
            </a:xfrm>
            <a:custGeom>
              <a:avLst/>
              <a:gdLst/>
              <a:ahLst/>
              <a:cxnLst/>
              <a:rect l="l" t="t" r="r" b="b"/>
              <a:pathLst>
                <a:path w="2368" h="1664" extrusionOk="0">
                  <a:moveTo>
                    <a:pt x="1166" y="1"/>
                  </a:moveTo>
                  <a:cubicBezTo>
                    <a:pt x="1058" y="1"/>
                    <a:pt x="943" y="19"/>
                    <a:pt x="822" y="59"/>
                  </a:cubicBezTo>
                  <a:cubicBezTo>
                    <a:pt x="803" y="62"/>
                    <a:pt x="787" y="74"/>
                    <a:pt x="772" y="82"/>
                  </a:cubicBezTo>
                  <a:cubicBezTo>
                    <a:pt x="1" y="644"/>
                    <a:pt x="395" y="1663"/>
                    <a:pt x="1205" y="1663"/>
                  </a:cubicBezTo>
                  <a:cubicBezTo>
                    <a:pt x="1312" y="1663"/>
                    <a:pt x="1426" y="1645"/>
                    <a:pt x="1546" y="1607"/>
                  </a:cubicBezTo>
                  <a:cubicBezTo>
                    <a:pt x="1565" y="1599"/>
                    <a:pt x="1581" y="1592"/>
                    <a:pt x="1596" y="1580"/>
                  </a:cubicBezTo>
                  <a:cubicBezTo>
                    <a:pt x="2367" y="1019"/>
                    <a:pt x="1975" y="1"/>
                    <a:pt x="1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7" name="Google Shape;7387;p54">
              <a:extLst>
                <a:ext uri="{FF2B5EF4-FFF2-40B4-BE49-F238E27FC236}">
                  <a16:creationId xmlns:a16="http://schemas.microsoft.com/office/drawing/2014/main" id="{983C4BF8-3F8D-A66E-B954-70E59A71E113}"/>
                </a:ext>
              </a:extLst>
            </p:cNvPr>
            <p:cNvSpPr/>
            <p:nvPr/>
          </p:nvSpPr>
          <p:spPr>
            <a:xfrm>
              <a:off x="6885287" y="2758327"/>
              <a:ext cx="108232" cy="75860"/>
            </a:xfrm>
            <a:custGeom>
              <a:avLst/>
              <a:gdLst/>
              <a:ahLst/>
              <a:cxnLst/>
              <a:rect l="l" t="t" r="r" b="b"/>
              <a:pathLst>
                <a:path w="2247" h="1575" extrusionOk="0">
                  <a:moveTo>
                    <a:pt x="1104" y="0"/>
                  </a:moveTo>
                  <a:cubicBezTo>
                    <a:pt x="1003" y="0"/>
                    <a:pt x="895" y="17"/>
                    <a:pt x="782" y="53"/>
                  </a:cubicBezTo>
                  <a:cubicBezTo>
                    <a:pt x="763" y="61"/>
                    <a:pt x="747" y="68"/>
                    <a:pt x="733" y="80"/>
                  </a:cubicBezTo>
                  <a:cubicBezTo>
                    <a:pt x="1" y="609"/>
                    <a:pt x="377" y="1574"/>
                    <a:pt x="1147" y="1574"/>
                  </a:cubicBezTo>
                  <a:cubicBezTo>
                    <a:pt x="1248" y="1574"/>
                    <a:pt x="1356" y="1557"/>
                    <a:pt x="1468" y="1521"/>
                  </a:cubicBezTo>
                  <a:cubicBezTo>
                    <a:pt x="1483" y="1513"/>
                    <a:pt x="1502" y="1505"/>
                    <a:pt x="1518" y="1494"/>
                  </a:cubicBezTo>
                  <a:cubicBezTo>
                    <a:pt x="2246" y="965"/>
                    <a:pt x="1873" y="0"/>
                    <a:pt x="1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8" name="Google Shape;7388;p54">
              <a:extLst>
                <a:ext uri="{FF2B5EF4-FFF2-40B4-BE49-F238E27FC236}">
                  <a16:creationId xmlns:a16="http://schemas.microsoft.com/office/drawing/2014/main" id="{FC46CF59-E855-60FF-0966-BD86F051E15C}"/>
                </a:ext>
              </a:extLst>
            </p:cNvPr>
            <p:cNvSpPr/>
            <p:nvPr/>
          </p:nvSpPr>
          <p:spPr>
            <a:xfrm>
              <a:off x="6898918" y="2767815"/>
              <a:ext cx="81114" cy="56883"/>
            </a:xfrm>
            <a:custGeom>
              <a:avLst/>
              <a:gdLst/>
              <a:ahLst/>
              <a:cxnLst/>
              <a:rect l="l" t="t" r="r" b="b"/>
              <a:pathLst>
                <a:path w="1684" h="1181" extrusionOk="0">
                  <a:moveTo>
                    <a:pt x="823" y="1"/>
                  </a:moveTo>
                  <a:cubicBezTo>
                    <a:pt x="747" y="1"/>
                    <a:pt x="667" y="13"/>
                    <a:pt x="583" y="40"/>
                  </a:cubicBezTo>
                  <a:cubicBezTo>
                    <a:pt x="572" y="44"/>
                    <a:pt x="560" y="51"/>
                    <a:pt x="549" y="60"/>
                  </a:cubicBezTo>
                  <a:cubicBezTo>
                    <a:pt x="1" y="458"/>
                    <a:pt x="280" y="1181"/>
                    <a:pt x="855" y="1181"/>
                  </a:cubicBezTo>
                  <a:cubicBezTo>
                    <a:pt x="931" y="1181"/>
                    <a:pt x="1012" y="1168"/>
                    <a:pt x="1097" y="1140"/>
                  </a:cubicBezTo>
                  <a:cubicBezTo>
                    <a:pt x="1112" y="1136"/>
                    <a:pt x="1124" y="1128"/>
                    <a:pt x="1135" y="1121"/>
                  </a:cubicBezTo>
                  <a:cubicBezTo>
                    <a:pt x="1684" y="724"/>
                    <a:pt x="1400" y="1"/>
                    <a:pt x="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89" name="Google Shape;7389;p54">
              <a:extLst>
                <a:ext uri="{FF2B5EF4-FFF2-40B4-BE49-F238E27FC236}">
                  <a16:creationId xmlns:a16="http://schemas.microsoft.com/office/drawing/2014/main" id="{679D0874-4CC0-2EFA-1D15-CB81CB7C176C}"/>
                </a:ext>
              </a:extLst>
            </p:cNvPr>
            <p:cNvSpPr/>
            <p:nvPr/>
          </p:nvSpPr>
          <p:spPr>
            <a:xfrm>
              <a:off x="6928155" y="2788190"/>
              <a:ext cx="22687" cy="16039"/>
            </a:xfrm>
            <a:custGeom>
              <a:avLst/>
              <a:gdLst/>
              <a:ahLst/>
              <a:cxnLst/>
              <a:rect l="l" t="t" r="r" b="b"/>
              <a:pathLst>
                <a:path w="471" h="333" extrusionOk="0">
                  <a:moveTo>
                    <a:pt x="231" y="1"/>
                  </a:moveTo>
                  <a:cubicBezTo>
                    <a:pt x="210" y="1"/>
                    <a:pt x="188" y="4"/>
                    <a:pt x="165" y="12"/>
                  </a:cubicBezTo>
                  <a:cubicBezTo>
                    <a:pt x="160" y="15"/>
                    <a:pt x="156" y="15"/>
                    <a:pt x="153" y="19"/>
                  </a:cubicBezTo>
                  <a:cubicBezTo>
                    <a:pt x="1" y="131"/>
                    <a:pt x="79" y="333"/>
                    <a:pt x="239" y="333"/>
                  </a:cubicBezTo>
                  <a:cubicBezTo>
                    <a:pt x="260" y="333"/>
                    <a:pt x="283" y="329"/>
                    <a:pt x="306" y="322"/>
                  </a:cubicBezTo>
                  <a:cubicBezTo>
                    <a:pt x="310" y="322"/>
                    <a:pt x="314" y="318"/>
                    <a:pt x="317" y="314"/>
                  </a:cubicBezTo>
                  <a:cubicBezTo>
                    <a:pt x="470" y="203"/>
                    <a:pt x="391" y="1"/>
                    <a:pt x="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0" name="Google Shape;7390;p54">
              <a:extLst>
                <a:ext uri="{FF2B5EF4-FFF2-40B4-BE49-F238E27FC236}">
                  <a16:creationId xmlns:a16="http://schemas.microsoft.com/office/drawing/2014/main" id="{1C5E6E09-44C9-A4C9-994D-9528B613E821}"/>
                </a:ext>
              </a:extLst>
            </p:cNvPr>
            <p:cNvSpPr/>
            <p:nvPr/>
          </p:nvSpPr>
          <p:spPr>
            <a:xfrm>
              <a:off x="6934561" y="2766948"/>
              <a:ext cx="9826" cy="26780"/>
            </a:xfrm>
            <a:custGeom>
              <a:avLst/>
              <a:gdLst/>
              <a:ahLst/>
              <a:cxnLst/>
              <a:rect l="l" t="t" r="r" b="b"/>
              <a:pathLst>
                <a:path w="204" h="556" extrusionOk="0">
                  <a:moveTo>
                    <a:pt x="0" y="0"/>
                  </a:moveTo>
                  <a:lnTo>
                    <a:pt x="50" y="556"/>
                  </a:lnTo>
                  <a:lnTo>
                    <a:pt x="154" y="55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1" name="Google Shape;7391;p54">
              <a:extLst>
                <a:ext uri="{FF2B5EF4-FFF2-40B4-BE49-F238E27FC236}">
                  <a16:creationId xmlns:a16="http://schemas.microsoft.com/office/drawing/2014/main" id="{EBACEB7A-4016-1D61-74E7-4E16C237DF55}"/>
                </a:ext>
              </a:extLst>
            </p:cNvPr>
            <p:cNvSpPr/>
            <p:nvPr/>
          </p:nvSpPr>
          <p:spPr>
            <a:xfrm>
              <a:off x="6911682" y="2777304"/>
              <a:ext cx="26829" cy="19748"/>
            </a:xfrm>
            <a:custGeom>
              <a:avLst/>
              <a:gdLst/>
              <a:ahLst/>
              <a:cxnLst/>
              <a:rect l="l" t="t" r="r" b="b"/>
              <a:pathLst>
                <a:path w="557" h="410" extrusionOk="0">
                  <a:moveTo>
                    <a:pt x="100" y="1"/>
                  </a:moveTo>
                  <a:lnTo>
                    <a:pt x="50" y="88"/>
                  </a:lnTo>
                  <a:lnTo>
                    <a:pt x="1" y="176"/>
                  </a:lnTo>
                  <a:lnTo>
                    <a:pt x="507" y="410"/>
                  </a:lnTo>
                  <a:lnTo>
                    <a:pt x="530" y="368"/>
                  </a:lnTo>
                  <a:lnTo>
                    <a:pt x="556" y="32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2" name="Google Shape;7392;p54">
              <a:extLst>
                <a:ext uri="{FF2B5EF4-FFF2-40B4-BE49-F238E27FC236}">
                  <a16:creationId xmlns:a16="http://schemas.microsoft.com/office/drawing/2014/main" id="{AF557AA0-D7DE-CF12-3F7E-C4906E07D2FC}"/>
                </a:ext>
              </a:extLst>
            </p:cNvPr>
            <p:cNvSpPr/>
            <p:nvPr/>
          </p:nvSpPr>
          <p:spPr>
            <a:xfrm>
              <a:off x="6911682" y="2795366"/>
              <a:ext cx="26829" cy="19796"/>
            </a:xfrm>
            <a:custGeom>
              <a:avLst/>
              <a:gdLst/>
              <a:ahLst/>
              <a:cxnLst/>
              <a:rect l="l" t="t" r="r" b="b"/>
              <a:pathLst>
                <a:path w="557" h="411" extrusionOk="0">
                  <a:moveTo>
                    <a:pt x="507" y="1"/>
                  </a:moveTo>
                  <a:lnTo>
                    <a:pt x="1" y="234"/>
                  </a:lnTo>
                  <a:lnTo>
                    <a:pt x="50" y="323"/>
                  </a:lnTo>
                  <a:lnTo>
                    <a:pt x="100" y="411"/>
                  </a:lnTo>
                  <a:lnTo>
                    <a:pt x="556" y="89"/>
                  </a:lnTo>
                  <a:lnTo>
                    <a:pt x="530" y="47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3" name="Google Shape;7393;p54">
              <a:extLst>
                <a:ext uri="{FF2B5EF4-FFF2-40B4-BE49-F238E27FC236}">
                  <a16:creationId xmlns:a16="http://schemas.microsoft.com/office/drawing/2014/main" id="{9C857745-8D0A-59D7-1C7A-2288311D393A}"/>
                </a:ext>
              </a:extLst>
            </p:cNvPr>
            <p:cNvSpPr/>
            <p:nvPr/>
          </p:nvSpPr>
          <p:spPr>
            <a:xfrm>
              <a:off x="6934561" y="2798883"/>
              <a:ext cx="9826" cy="26635"/>
            </a:xfrm>
            <a:custGeom>
              <a:avLst/>
              <a:gdLst/>
              <a:ahLst/>
              <a:cxnLst/>
              <a:rect l="l" t="t" r="r" b="b"/>
              <a:pathLst>
                <a:path w="204" h="553" extrusionOk="0">
                  <a:moveTo>
                    <a:pt x="50" y="0"/>
                  </a:moveTo>
                  <a:lnTo>
                    <a:pt x="0" y="552"/>
                  </a:lnTo>
                  <a:lnTo>
                    <a:pt x="204" y="55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4" name="Google Shape;7394;p54">
              <a:extLst>
                <a:ext uri="{FF2B5EF4-FFF2-40B4-BE49-F238E27FC236}">
                  <a16:creationId xmlns:a16="http://schemas.microsoft.com/office/drawing/2014/main" id="{AD07852E-06AC-D5D5-7A47-27DD083CAA57}"/>
                </a:ext>
              </a:extLst>
            </p:cNvPr>
            <p:cNvSpPr/>
            <p:nvPr/>
          </p:nvSpPr>
          <p:spPr>
            <a:xfrm>
              <a:off x="6940485" y="2795366"/>
              <a:ext cx="26829" cy="19796"/>
            </a:xfrm>
            <a:custGeom>
              <a:avLst/>
              <a:gdLst/>
              <a:ahLst/>
              <a:cxnLst/>
              <a:rect l="l" t="t" r="r" b="b"/>
              <a:pathLst>
                <a:path w="557" h="411" extrusionOk="0">
                  <a:moveTo>
                    <a:pt x="50" y="1"/>
                  </a:moveTo>
                  <a:lnTo>
                    <a:pt x="24" y="47"/>
                  </a:lnTo>
                  <a:lnTo>
                    <a:pt x="1" y="89"/>
                  </a:lnTo>
                  <a:lnTo>
                    <a:pt x="456" y="411"/>
                  </a:lnTo>
                  <a:lnTo>
                    <a:pt x="506" y="323"/>
                  </a:lnTo>
                  <a:lnTo>
                    <a:pt x="556" y="23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5" name="Google Shape;7395;p54">
              <a:extLst>
                <a:ext uri="{FF2B5EF4-FFF2-40B4-BE49-F238E27FC236}">
                  <a16:creationId xmlns:a16="http://schemas.microsoft.com/office/drawing/2014/main" id="{C83C31DB-7A67-CA9D-AC52-FF6C5F69FD7D}"/>
                </a:ext>
              </a:extLst>
            </p:cNvPr>
            <p:cNvSpPr/>
            <p:nvPr/>
          </p:nvSpPr>
          <p:spPr>
            <a:xfrm>
              <a:off x="6940485" y="2777304"/>
              <a:ext cx="26829" cy="19748"/>
            </a:xfrm>
            <a:custGeom>
              <a:avLst/>
              <a:gdLst/>
              <a:ahLst/>
              <a:cxnLst/>
              <a:rect l="l" t="t" r="r" b="b"/>
              <a:pathLst>
                <a:path w="557" h="410" extrusionOk="0">
                  <a:moveTo>
                    <a:pt x="456" y="1"/>
                  </a:moveTo>
                  <a:lnTo>
                    <a:pt x="1" y="322"/>
                  </a:lnTo>
                  <a:lnTo>
                    <a:pt x="24" y="368"/>
                  </a:lnTo>
                  <a:lnTo>
                    <a:pt x="50" y="410"/>
                  </a:lnTo>
                  <a:lnTo>
                    <a:pt x="556" y="176"/>
                  </a:lnTo>
                  <a:lnTo>
                    <a:pt x="506" y="88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6" name="Google Shape;7396;p54">
              <a:extLst>
                <a:ext uri="{FF2B5EF4-FFF2-40B4-BE49-F238E27FC236}">
                  <a16:creationId xmlns:a16="http://schemas.microsoft.com/office/drawing/2014/main" id="{0CFBDF6F-8E0E-EF6A-8A08-EE4B2A8EE44B}"/>
                </a:ext>
              </a:extLst>
            </p:cNvPr>
            <p:cNvSpPr/>
            <p:nvPr/>
          </p:nvSpPr>
          <p:spPr>
            <a:xfrm>
              <a:off x="6934079" y="2792525"/>
              <a:ext cx="10790" cy="7562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12" y="1"/>
                  </a:moveTo>
                  <a:cubicBezTo>
                    <a:pt x="102" y="1"/>
                    <a:pt x="91" y="3"/>
                    <a:pt x="79" y="6"/>
                  </a:cubicBezTo>
                  <a:lnTo>
                    <a:pt x="72" y="6"/>
                  </a:lnTo>
                  <a:cubicBezTo>
                    <a:pt x="0" y="60"/>
                    <a:pt x="38" y="157"/>
                    <a:pt x="114" y="157"/>
                  </a:cubicBezTo>
                  <a:cubicBezTo>
                    <a:pt x="123" y="157"/>
                    <a:pt x="134" y="155"/>
                    <a:pt x="145" y="152"/>
                  </a:cubicBezTo>
                  <a:cubicBezTo>
                    <a:pt x="148" y="152"/>
                    <a:pt x="148" y="148"/>
                    <a:pt x="152" y="148"/>
                  </a:cubicBezTo>
                  <a:cubicBezTo>
                    <a:pt x="223" y="94"/>
                    <a:pt x="187" y="1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7" name="Google Shape;7397;p54">
              <a:extLst>
                <a:ext uri="{FF2B5EF4-FFF2-40B4-BE49-F238E27FC236}">
                  <a16:creationId xmlns:a16="http://schemas.microsoft.com/office/drawing/2014/main" id="{5372E541-A5E5-5EB4-6BD7-6C7353A1A74F}"/>
                </a:ext>
              </a:extLst>
            </p:cNvPr>
            <p:cNvSpPr/>
            <p:nvPr/>
          </p:nvSpPr>
          <p:spPr>
            <a:xfrm>
              <a:off x="7299469" y="2728078"/>
              <a:ext cx="183663" cy="136403"/>
            </a:xfrm>
            <a:custGeom>
              <a:avLst/>
              <a:gdLst/>
              <a:ahLst/>
              <a:cxnLst/>
              <a:rect l="l" t="t" r="r" b="b"/>
              <a:pathLst>
                <a:path w="3813" h="2832" extrusionOk="0">
                  <a:moveTo>
                    <a:pt x="1906" y="0"/>
                  </a:moveTo>
                  <a:cubicBezTo>
                    <a:pt x="806" y="0"/>
                    <a:pt x="0" y="1253"/>
                    <a:pt x="836" y="2409"/>
                  </a:cubicBezTo>
                  <a:cubicBezTo>
                    <a:pt x="858" y="2440"/>
                    <a:pt x="881" y="2463"/>
                    <a:pt x="912" y="2486"/>
                  </a:cubicBezTo>
                  <a:cubicBezTo>
                    <a:pt x="1246" y="2727"/>
                    <a:pt x="1587" y="2831"/>
                    <a:pt x="1905" y="2831"/>
                  </a:cubicBezTo>
                  <a:cubicBezTo>
                    <a:pt x="3005" y="2831"/>
                    <a:pt x="3812" y="1577"/>
                    <a:pt x="2974" y="420"/>
                  </a:cubicBezTo>
                  <a:cubicBezTo>
                    <a:pt x="2954" y="393"/>
                    <a:pt x="2928" y="367"/>
                    <a:pt x="2901" y="348"/>
                  </a:cubicBezTo>
                  <a:cubicBezTo>
                    <a:pt x="2567" y="105"/>
                    <a:pt x="2224" y="0"/>
                    <a:pt x="1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8" name="Google Shape;7398;p54">
              <a:extLst>
                <a:ext uri="{FF2B5EF4-FFF2-40B4-BE49-F238E27FC236}">
                  <a16:creationId xmlns:a16="http://schemas.microsoft.com/office/drawing/2014/main" id="{812CDF24-1B90-5832-48EA-9B2CFCEDADFC}"/>
                </a:ext>
              </a:extLst>
            </p:cNvPr>
            <p:cNvSpPr/>
            <p:nvPr/>
          </p:nvSpPr>
          <p:spPr>
            <a:xfrm>
              <a:off x="7334101" y="2756207"/>
              <a:ext cx="114205" cy="80147"/>
            </a:xfrm>
            <a:custGeom>
              <a:avLst/>
              <a:gdLst/>
              <a:ahLst/>
              <a:cxnLst/>
              <a:rect l="l" t="t" r="r" b="b"/>
              <a:pathLst>
                <a:path w="2371" h="1664" extrusionOk="0">
                  <a:moveTo>
                    <a:pt x="1170" y="1"/>
                  </a:moveTo>
                  <a:cubicBezTo>
                    <a:pt x="1062" y="1"/>
                    <a:pt x="946" y="19"/>
                    <a:pt x="826" y="59"/>
                  </a:cubicBezTo>
                  <a:cubicBezTo>
                    <a:pt x="806" y="62"/>
                    <a:pt x="791" y="74"/>
                    <a:pt x="776" y="82"/>
                  </a:cubicBezTo>
                  <a:cubicBezTo>
                    <a:pt x="1" y="644"/>
                    <a:pt x="398" y="1663"/>
                    <a:pt x="1208" y="1663"/>
                  </a:cubicBezTo>
                  <a:cubicBezTo>
                    <a:pt x="1315" y="1663"/>
                    <a:pt x="1430" y="1645"/>
                    <a:pt x="1549" y="1607"/>
                  </a:cubicBezTo>
                  <a:cubicBezTo>
                    <a:pt x="1569" y="1599"/>
                    <a:pt x="1584" y="1592"/>
                    <a:pt x="1600" y="1580"/>
                  </a:cubicBezTo>
                  <a:cubicBezTo>
                    <a:pt x="2371" y="1019"/>
                    <a:pt x="1978" y="1"/>
                    <a:pt x="1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399" name="Google Shape;7399;p54">
              <a:extLst>
                <a:ext uri="{FF2B5EF4-FFF2-40B4-BE49-F238E27FC236}">
                  <a16:creationId xmlns:a16="http://schemas.microsoft.com/office/drawing/2014/main" id="{088FF208-9A80-278E-0648-B6678C31B0AE}"/>
                </a:ext>
              </a:extLst>
            </p:cNvPr>
            <p:cNvSpPr/>
            <p:nvPr/>
          </p:nvSpPr>
          <p:spPr>
            <a:xfrm>
              <a:off x="7337135" y="2758327"/>
              <a:ext cx="108184" cy="75860"/>
            </a:xfrm>
            <a:custGeom>
              <a:avLst/>
              <a:gdLst/>
              <a:ahLst/>
              <a:cxnLst/>
              <a:rect l="l" t="t" r="r" b="b"/>
              <a:pathLst>
                <a:path w="2246" h="1575" extrusionOk="0">
                  <a:moveTo>
                    <a:pt x="1103" y="0"/>
                  </a:moveTo>
                  <a:cubicBezTo>
                    <a:pt x="1002" y="0"/>
                    <a:pt x="894" y="17"/>
                    <a:pt x="782" y="53"/>
                  </a:cubicBezTo>
                  <a:cubicBezTo>
                    <a:pt x="763" y="61"/>
                    <a:pt x="747" y="68"/>
                    <a:pt x="732" y="80"/>
                  </a:cubicBezTo>
                  <a:cubicBezTo>
                    <a:pt x="0" y="609"/>
                    <a:pt x="376" y="1574"/>
                    <a:pt x="1146" y="1574"/>
                  </a:cubicBezTo>
                  <a:cubicBezTo>
                    <a:pt x="1247" y="1574"/>
                    <a:pt x="1355" y="1557"/>
                    <a:pt x="1468" y="1521"/>
                  </a:cubicBezTo>
                  <a:cubicBezTo>
                    <a:pt x="1483" y="1513"/>
                    <a:pt x="1502" y="1505"/>
                    <a:pt x="1514" y="1494"/>
                  </a:cubicBezTo>
                  <a:cubicBezTo>
                    <a:pt x="2245" y="965"/>
                    <a:pt x="1869" y="0"/>
                    <a:pt x="11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0" name="Google Shape;7400;p54">
              <a:extLst>
                <a:ext uri="{FF2B5EF4-FFF2-40B4-BE49-F238E27FC236}">
                  <a16:creationId xmlns:a16="http://schemas.microsoft.com/office/drawing/2014/main" id="{13A1D393-A81E-4A13-DA59-206152B61CF7}"/>
                </a:ext>
              </a:extLst>
            </p:cNvPr>
            <p:cNvSpPr/>
            <p:nvPr/>
          </p:nvSpPr>
          <p:spPr>
            <a:xfrm>
              <a:off x="7350766" y="2767815"/>
              <a:ext cx="80970" cy="56883"/>
            </a:xfrm>
            <a:custGeom>
              <a:avLst/>
              <a:gdLst/>
              <a:ahLst/>
              <a:cxnLst/>
              <a:rect l="l" t="t" r="r" b="b"/>
              <a:pathLst>
                <a:path w="1681" h="1181" extrusionOk="0">
                  <a:moveTo>
                    <a:pt x="822" y="1"/>
                  </a:moveTo>
                  <a:cubicBezTo>
                    <a:pt x="747" y="1"/>
                    <a:pt x="667" y="13"/>
                    <a:pt x="583" y="40"/>
                  </a:cubicBezTo>
                  <a:cubicBezTo>
                    <a:pt x="572" y="44"/>
                    <a:pt x="560" y="51"/>
                    <a:pt x="549" y="60"/>
                  </a:cubicBezTo>
                  <a:cubicBezTo>
                    <a:pt x="0" y="458"/>
                    <a:pt x="280" y="1181"/>
                    <a:pt x="854" y="1181"/>
                  </a:cubicBezTo>
                  <a:cubicBezTo>
                    <a:pt x="930" y="1181"/>
                    <a:pt x="1012" y="1168"/>
                    <a:pt x="1097" y="1140"/>
                  </a:cubicBezTo>
                  <a:cubicBezTo>
                    <a:pt x="1111" y="1136"/>
                    <a:pt x="1123" y="1128"/>
                    <a:pt x="1134" y="1121"/>
                  </a:cubicBezTo>
                  <a:cubicBezTo>
                    <a:pt x="1680" y="724"/>
                    <a:pt x="1399" y="1"/>
                    <a:pt x="8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1" name="Google Shape;7401;p54">
              <a:extLst>
                <a:ext uri="{FF2B5EF4-FFF2-40B4-BE49-F238E27FC236}">
                  <a16:creationId xmlns:a16="http://schemas.microsoft.com/office/drawing/2014/main" id="{6986FE32-631B-EE82-EAE5-4164832CBF6B}"/>
                </a:ext>
              </a:extLst>
            </p:cNvPr>
            <p:cNvSpPr/>
            <p:nvPr/>
          </p:nvSpPr>
          <p:spPr>
            <a:xfrm>
              <a:off x="7380003" y="2788190"/>
              <a:ext cx="22639" cy="16039"/>
            </a:xfrm>
            <a:custGeom>
              <a:avLst/>
              <a:gdLst/>
              <a:ahLst/>
              <a:cxnLst/>
              <a:rect l="l" t="t" r="r" b="b"/>
              <a:pathLst>
                <a:path w="470" h="333" extrusionOk="0">
                  <a:moveTo>
                    <a:pt x="231" y="1"/>
                  </a:moveTo>
                  <a:cubicBezTo>
                    <a:pt x="210" y="1"/>
                    <a:pt x="187" y="4"/>
                    <a:pt x="164" y="12"/>
                  </a:cubicBezTo>
                  <a:cubicBezTo>
                    <a:pt x="159" y="15"/>
                    <a:pt x="156" y="15"/>
                    <a:pt x="152" y="19"/>
                  </a:cubicBezTo>
                  <a:cubicBezTo>
                    <a:pt x="0" y="131"/>
                    <a:pt x="78" y="333"/>
                    <a:pt x="239" y="333"/>
                  </a:cubicBezTo>
                  <a:cubicBezTo>
                    <a:pt x="260" y="333"/>
                    <a:pt x="282" y="329"/>
                    <a:pt x="306" y="322"/>
                  </a:cubicBezTo>
                  <a:cubicBezTo>
                    <a:pt x="309" y="322"/>
                    <a:pt x="313" y="318"/>
                    <a:pt x="317" y="314"/>
                  </a:cubicBezTo>
                  <a:cubicBezTo>
                    <a:pt x="470" y="203"/>
                    <a:pt x="391" y="1"/>
                    <a:pt x="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2" name="Google Shape;7402;p54">
              <a:extLst>
                <a:ext uri="{FF2B5EF4-FFF2-40B4-BE49-F238E27FC236}">
                  <a16:creationId xmlns:a16="http://schemas.microsoft.com/office/drawing/2014/main" id="{4AD536D6-DBBF-A46F-E293-3804613FC8FE}"/>
                </a:ext>
              </a:extLst>
            </p:cNvPr>
            <p:cNvSpPr/>
            <p:nvPr/>
          </p:nvSpPr>
          <p:spPr>
            <a:xfrm>
              <a:off x="7386361" y="2766948"/>
              <a:ext cx="9874" cy="26780"/>
            </a:xfrm>
            <a:custGeom>
              <a:avLst/>
              <a:gdLst/>
              <a:ahLst/>
              <a:cxnLst/>
              <a:rect l="l" t="t" r="r" b="b"/>
              <a:pathLst>
                <a:path w="205" h="556" extrusionOk="0">
                  <a:moveTo>
                    <a:pt x="1" y="0"/>
                  </a:moveTo>
                  <a:lnTo>
                    <a:pt x="50" y="556"/>
                  </a:lnTo>
                  <a:lnTo>
                    <a:pt x="154" y="55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3" name="Google Shape;7403;p54">
              <a:extLst>
                <a:ext uri="{FF2B5EF4-FFF2-40B4-BE49-F238E27FC236}">
                  <a16:creationId xmlns:a16="http://schemas.microsoft.com/office/drawing/2014/main" id="{2FA5C4CE-4B18-66AD-7C2C-C189423D7E7E}"/>
                </a:ext>
              </a:extLst>
            </p:cNvPr>
            <p:cNvSpPr/>
            <p:nvPr/>
          </p:nvSpPr>
          <p:spPr>
            <a:xfrm>
              <a:off x="7363530" y="2777304"/>
              <a:ext cx="26781" cy="19748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100" y="1"/>
                  </a:moveTo>
                  <a:lnTo>
                    <a:pt x="50" y="88"/>
                  </a:lnTo>
                  <a:lnTo>
                    <a:pt x="0" y="176"/>
                  </a:lnTo>
                  <a:lnTo>
                    <a:pt x="506" y="410"/>
                  </a:lnTo>
                  <a:lnTo>
                    <a:pt x="529" y="368"/>
                  </a:lnTo>
                  <a:lnTo>
                    <a:pt x="556" y="32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4" name="Google Shape;7404;p54">
              <a:extLst>
                <a:ext uri="{FF2B5EF4-FFF2-40B4-BE49-F238E27FC236}">
                  <a16:creationId xmlns:a16="http://schemas.microsoft.com/office/drawing/2014/main" id="{B4EDCD5B-6D01-383E-BA8C-E3A22ABB4C91}"/>
                </a:ext>
              </a:extLst>
            </p:cNvPr>
            <p:cNvSpPr/>
            <p:nvPr/>
          </p:nvSpPr>
          <p:spPr>
            <a:xfrm>
              <a:off x="7363530" y="2795366"/>
              <a:ext cx="26781" cy="19796"/>
            </a:xfrm>
            <a:custGeom>
              <a:avLst/>
              <a:gdLst/>
              <a:ahLst/>
              <a:cxnLst/>
              <a:rect l="l" t="t" r="r" b="b"/>
              <a:pathLst>
                <a:path w="556" h="411" extrusionOk="0">
                  <a:moveTo>
                    <a:pt x="506" y="1"/>
                  </a:moveTo>
                  <a:lnTo>
                    <a:pt x="0" y="234"/>
                  </a:lnTo>
                  <a:lnTo>
                    <a:pt x="50" y="323"/>
                  </a:lnTo>
                  <a:lnTo>
                    <a:pt x="100" y="411"/>
                  </a:lnTo>
                  <a:lnTo>
                    <a:pt x="556" y="89"/>
                  </a:lnTo>
                  <a:lnTo>
                    <a:pt x="529" y="4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5" name="Google Shape;7405;p54">
              <a:extLst>
                <a:ext uri="{FF2B5EF4-FFF2-40B4-BE49-F238E27FC236}">
                  <a16:creationId xmlns:a16="http://schemas.microsoft.com/office/drawing/2014/main" id="{806C6436-BF46-FB32-9244-5994E27FC382}"/>
                </a:ext>
              </a:extLst>
            </p:cNvPr>
            <p:cNvSpPr/>
            <p:nvPr/>
          </p:nvSpPr>
          <p:spPr>
            <a:xfrm>
              <a:off x="7386361" y="2798883"/>
              <a:ext cx="9874" cy="26635"/>
            </a:xfrm>
            <a:custGeom>
              <a:avLst/>
              <a:gdLst/>
              <a:ahLst/>
              <a:cxnLst/>
              <a:rect l="l" t="t" r="r" b="b"/>
              <a:pathLst>
                <a:path w="205" h="553" extrusionOk="0">
                  <a:moveTo>
                    <a:pt x="50" y="0"/>
                  </a:moveTo>
                  <a:lnTo>
                    <a:pt x="1" y="552"/>
                  </a:lnTo>
                  <a:lnTo>
                    <a:pt x="204" y="55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6" name="Google Shape;7406;p54">
              <a:extLst>
                <a:ext uri="{FF2B5EF4-FFF2-40B4-BE49-F238E27FC236}">
                  <a16:creationId xmlns:a16="http://schemas.microsoft.com/office/drawing/2014/main" id="{BC07A9FD-94AA-6C55-DFF5-032228323778}"/>
                </a:ext>
              </a:extLst>
            </p:cNvPr>
            <p:cNvSpPr/>
            <p:nvPr/>
          </p:nvSpPr>
          <p:spPr>
            <a:xfrm>
              <a:off x="7392334" y="2795366"/>
              <a:ext cx="26781" cy="19796"/>
            </a:xfrm>
            <a:custGeom>
              <a:avLst/>
              <a:gdLst/>
              <a:ahLst/>
              <a:cxnLst/>
              <a:rect l="l" t="t" r="r" b="b"/>
              <a:pathLst>
                <a:path w="556" h="411" extrusionOk="0">
                  <a:moveTo>
                    <a:pt x="50" y="1"/>
                  </a:moveTo>
                  <a:lnTo>
                    <a:pt x="23" y="47"/>
                  </a:lnTo>
                  <a:lnTo>
                    <a:pt x="0" y="89"/>
                  </a:lnTo>
                  <a:lnTo>
                    <a:pt x="455" y="411"/>
                  </a:lnTo>
                  <a:lnTo>
                    <a:pt x="506" y="323"/>
                  </a:lnTo>
                  <a:lnTo>
                    <a:pt x="556" y="23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7" name="Google Shape;7407;p54">
              <a:extLst>
                <a:ext uri="{FF2B5EF4-FFF2-40B4-BE49-F238E27FC236}">
                  <a16:creationId xmlns:a16="http://schemas.microsoft.com/office/drawing/2014/main" id="{91A8CA58-691D-2C76-9E4D-68C0C93CFFF6}"/>
                </a:ext>
              </a:extLst>
            </p:cNvPr>
            <p:cNvSpPr/>
            <p:nvPr/>
          </p:nvSpPr>
          <p:spPr>
            <a:xfrm>
              <a:off x="7392334" y="2777304"/>
              <a:ext cx="26781" cy="19748"/>
            </a:xfrm>
            <a:custGeom>
              <a:avLst/>
              <a:gdLst/>
              <a:ahLst/>
              <a:cxnLst/>
              <a:rect l="l" t="t" r="r" b="b"/>
              <a:pathLst>
                <a:path w="556" h="410" extrusionOk="0">
                  <a:moveTo>
                    <a:pt x="455" y="1"/>
                  </a:moveTo>
                  <a:lnTo>
                    <a:pt x="0" y="322"/>
                  </a:lnTo>
                  <a:lnTo>
                    <a:pt x="23" y="368"/>
                  </a:lnTo>
                  <a:lnTo>
                    <a:pt x="50" y="410"/>
                  </a:lnTo>
                  <a:lnTo>
                    <a:pt x="556" y="176"/>
                  </a:lnTo>
                  <a:lnTo>
                    <a:pt x="506" y="8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8" name="Google Shape;7408;p54">
              <a:extLst>
                <a:ext uri="{FF2B5EF4-FFF2-40B4-BE49-F238E27FC236}">
                  <a16:creationId xmlns:a16="http://schemas.microsoft.com/office/drawing/2014/main" id="{93A9D48B-6875-E533-2969-BAF16C38E90B}"/>
                </a:ext>
              </a:extLst>
            </p:cNvPr>
            <p:cNvSpPr/>
            <p:nvPr/>
          </p:nvSpPr>
          <p:spPr>
            <a:xfrm>
              <a:off x="7385879" y="2792525"/>
              <a:ext cx="10790" cy="7562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12" y="1"/>
                  </a:moveTo>
                  <a:cubicBezTo>
                    <a:pt x="102" y="1"/>
                    <a:pt x="91" y="3"/>
                    <a:pt x="80" y="6"/>
                  </a:cubicBezTo>
                  <a:lnTo>
                    <a:pt x="72" y="6"/>
                  </a:lnTo>
                  <a:cubicBezTo>
                    <a:pt x="1" y="60"/>
                    <a:pt x="38" y="157"/>
                    <a:pt x="114" y="157"/>
                  </a:cubicBezTo>
                  <a:cubicBezTo>
                    <a:pt x="124" y="157"/>
                    <a:pt x="134" y="155"/>
                    <a:pt x="145" y="152"/>
                  </a:cubicBezTo>
                  <a:cubicBezTo>
                    <a:pt x="149" y="152"/>
                    <a:pt x="149" y="148"/>
                    <a:pt x="152" y="148"/>
                  </a:cubicBezTo>
                  <a:cubicBezTo>
                    <a:pt x="224" y="94"/>
                    <a:pt x="187" y="1"/>
                    <a:pt x="1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09" name="Google Shape;7409;p54">
              <a:extLst>
                <a:ext uri="{FF2B5EF4-FFF2-40B4-BE49-F238E27FC236}">
                  <a16:creationId xmlns:a16="http://schemas.microsoft.com/office/drawing/2014/main" id="{C5D0D641-6201-4EDD-C1F5-2F49963EAAF7}"/>
                </a:ext>
              </a:extLst>
            </p:cNvPr>
            <p:cNvSpPr/>
            <p:nvPr/>
          </p:nvSpPr>
          <p:spPr>
            <a:xfrm>
              <a:off x="6803356" y="2682609"/>
              <a:ext cx="29382" cy="56016"/>
            </a:xfrm>
            <a:custGeom>
              <a:avLst/>
              <a:gdLst/>
              <a:ahLst/>
              <a:cxnLst/>
              <a:rect l="l" t="t" r="r" b="b"/>
              <a:pathLst>
                <a:path w="610" h="1163" extrusionOk="0">
                  <a:moveTo>
                    <a:pt x="318" y="1"/>
                  </a:moveTo>
                  <a:cubicBezTo>
                    <a:pt x="231" y="1"/>
                    <a:pt x="138" y="8"/>
                    <a:pt x="38" y="23"/>
                  </a:cubicBezTo>
                  <a:cubicBezTo>
                    <a:pt x="0" y="464"/>
                    <a:pt x="38" y="1157"/>
                    <a:pt x="38" y="1157"/>
                  </a:cubicBezTo>
                  <a:cubicBezTo>
                    <a:pt x="99" y="1161"/>
                    <a:pt x="180" y="1163"/>
                    <a:pt x="261" y="1163"/>
                  </a:cubicBezTo>
                  <a:cubicBezTo>
                    <a:pt x="422" y="1163"/>
                    <a:pt x="582" y="1157"/>
                    <a:pt x="582" y="1157"/>
                  </a:cubicBezTo>
                  <a:cubicBezTo>
                    <a:pt x="609" y="743"/>
                    <a:pt x="563" y="23"/>
                    <a:pt x="563" y="23"/>
                  </a:cubicBezTo>
                  <a:cubicBezTo>
                    <a:pt x="487" y="8"/>
                    <a:pt x="405" y="1"/>
                    <a:pt x="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0" name="Google Shape;7410;p54">
              <a:extLst>
                <a:ext uri="{FF2B5EF4-FFF2-40B4-BE49-F238E27FC236}">
                  <a16:creationId xmlns:a16="http://schemas.microsoft.com/office/drawing/2014/main" id="{246479AB-57F2-A153-67C9-1B971C19FEBD}"/>
                </a:ext>
              </a:extLst>
            </p:cNvPr>
            <p:cNvSpPr/>
            <p:nvPr/>
          </p:nvSpPr>
          <p:spPr>
            <a:xfrm>
              <a:off x="6810147" y="2730776"/>
              <a:ext cx="11512" cy="578"/>
            </a:xfrm>
            <a:custGeom>
              <a:avLst/>
              <a:gdLst/>
              <a:ahLst/>
              <a:cxnLst/>
              <a:rect l="l" t="t" r="r" b="b"/>
              <a:pathLst>
                <a:path w="239" h="12" extrusionOk="0">
                  <a:moveTo>
                    <a:pt x="1" y="1"/>
                  </a:moveTo>
                  <a:lnTo>
                    <a:pt x="1" y="12"/>
                  </a:lnTo>
                  <a:lnTo>
                    <a:pt x="238" y="1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1" name="Google Shape;7411;p54">
              <a:extLst>
                <a:ext uri="{FF2B5EF4-FFF2-40B4-BE49-F238E27FC236}">
                  <a16:creationId xmlns:a16="http://schemas.microsoft.com/office/drawing/2014/main" id="{D5E79DC1-C50A-A1F7-B467-C7C9ADFF248F}"/>
                </a:ext>
              </a:extLst>
            </p:cNvPr>
            <p:cNvSpPr/>
            <p:nvPr/>
          </p:nvSpPr>
          <p:spPr>
            <a:xfrm>
              <a:off x="6810147" y="2724851"/>
              <a:ext cx="11512" cy="626"/>
            </a:xfrm>
            <a:custGeom>
              <a:avLst/>
              <a:gdLst/>
              <a:ahLst/>
              <a:cxnLst/>
              <a:rect l="l" t="t" r="r" b="b"/>
              <a:pathLst>
                <a:path w="239" h="13" extrusionOk="0">
                  <a:moveTo>
                    <a:pt x="1" y="1"/>
                  </a:moveTo>
                  <a:lnTo>
                    <a:pt x="1" y="13"/>
                  </a:lnTo>
                  <a:lnTo>
                    <a:pt x="238" y="13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2" name="Google Shape;7412;p54">
              <a:extLst>
                <a:ext uri="{FF2B5EF4-FFF2-40B4-BE49-F238E27FC236}">
                  <a16:creationId xmlns:a16="http://schemas.microsoft.com/office/drawing/2014/main" id="{0FEB0768-904B-54A6-2E7B-195575E1F6F6}"/>
                </a:ext>
              </a:extLst>
            </p:cNvPr>
            <p:cNvSpPr/>
            <p:nvPr/>
          </p:nvSpPr>
          <p:spPr>
            <a:xfrm>
              <a:off x="6810147" y="2718975"/>
              <a:ext cx="11512" cy="578"/>
            </a:xfrm>
            <a:custGeom>
              <a:avLst/>
              <a:gdLst/>
              <a:ahLst/>
              <a:cxnLst/>
              <a:rect l="l" t="t" r="r" b="b"/>
              <a:pathLst>
                <a:path w="239" h="12" extrusionOk="0">
                  <a:moveTo>
                    <a:pt x="1" y="0"/>
                  </a:moveTo>
                  <a:lnTo>
                    <a:pt x="1" y="11"/>
                  </a:lnTo>
                  <a:lnTo>
                    <a:pt x="238" y="11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3" name="Google Shape;7413;p54">
              <a:extLst>
                <a:ext uri="{FF2B5EF4-FFF2-40B4-BE49-F238E27FC236}">
                  <a16:creationId xmlns:a16="http://schemas.microsoft.com/office/drawing/2014/main" id="{84746881-FB83-3843-203C-0AB10318F768}"/>
                </a:ext>
              </a:extLst>
            </p:cNvPr>
            <p:cNvSpPr/>
            <p:nvPr/>
          </p:nvSpPr>
          <p:spPr>
            <a:xfrm>
              <a:off x="6857206" y="2484502"/>
              <a:ext cx="544726" cy="146855"/>
            </a:xfrm>
            <a:custGeom>
              <a:avLst/>
              <a:gdLst/>
              <a:ahLst/>
              <a:cxnLst/>
              <a:rect l="l" t="t" r="r" b="b"/>
              <a:pathLst>
                <a:path w="11309" h="3049" extrusionOk="0">
                  <a:moveTo>
                    <a:pt x="2921" y="1"/>
                  </a:moveTo>
                  <a:cubicBezTo>
                    <a:pt x="1834" y="1"/>
                    <a:pt x="897" y="21"/>
                    <a:pt x="315" y="67"/>
                  </a:cubicBezTo>
                  <a:cubicBezTo>
                    <a:pt x="16" y="1220"/>
                    <a:pt x="1" y="2332"/>
                    <a:pt x="9" y="2806"/>
                  </a:cubicBezTo>
                  <a:cubicBezTo>
                    <a:pt x="13" y="2941"/>
                    <a:pt x="120" y="3048"/>
                    <a:pt x="258" y="3048"/>
                  </a:cubicBezTo>
                  <a:lnTo>
                    <a:pt x="11309" y="3048"/>
                  </a:lnTo>
                  <a:cubicBezTo>
                    <a:pt x="11197" y="1676"/>
                    <a:pt x="10596" y="270"/>
                    <a:pt x="10596" y="270"/>
                  </a:cubicBezTo>
                  <a:cubicBezTo>
                    <a:pt x="9075" y="118"/>
                    <a:pt x="5555" y="1"/>
                    <a:pt x="29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4" name="Google Shape;7414;p54">
              <a:extLst>
                <a:ext uri="{FF2B5EF4-FFF2-40B4-BE49-F238E27FC236}">
                  <a16:creationId xmlns:a16="http://schemas.microsoft.com/office/drawing/2014/main" id="{1D116C9F-5691-17D1-B7F1-152577ADB67B}"/>
                </a:ext>
              </a:extLst>
            </p:cNvPr>
            <p:cNvSpPr/>
            <p:nvPr/>
          </p:nvSpPr>
          <p:spPr>
            <a:xfrm>
              <a:off x="6859662" y="2486765"/>
              <a:ext cx="539717" cy="142376"/>
            </a:xfrm>
            <a:custGeom>
              <a:avLst/>
              <a:gdLst/>
              <a:ahLst/>
              <a:cxnLst/>
              <a:rect l="l" t="t" r="r" b="b"/>
              <a:pathLst>
                <a:path w="11205" h="2956" extrusionOk="0">
                  <a:moveTo>
                    <a:pt x="2874" y="0"/>
                  </a:moveTo>
                  <a:cubicBezTo>
                    <a:pt x="1950" y="0"/>
                    <a:pt x="1191" y="16"/>
                    <a:pt x="644" y="43"/>
                  </a:cubicBezTo>
                  <a:cubicBezTo>
                    <a:pt x="437" y="55"/>
                    <a:pt x="264" y="200"/>
                    <a:pt x="222" y="403"/>
                  </a:cubicBezTo>
                  <a:cubicBezTo>
                    <a:pt x="8" y="1426"/>
                    <a:pt x="0" y="2372"/>
                    <a:pt x="4" y="2759"/>
                  </a:cubicBezTo>
                  <a:cubicBezTo>
                    <a:pt x="8" y="2867"/>
                    <a:pt x="96" y="2955"/>
                    <a:pt x="207" y="2955"/>
                  </a:cubicBezTo>
                  <a:lnTo>
                    <a:pt x="11204" y="2955"/>
                  </a:lnTo>
                  <a:cubicBezTo>
                    <a:pt x="11097" y="1725"/>
                    <a:pt x="10595" y="464"/>
                    <a:pt x="10515" y="269"/>
                  </a:cubicBezTo>
                  <a:cubicBezTo>
                    <a:pt x="10097" y="227"/>
                    <a:pt x="9530" y="188"/>
                    <a:pt x="8867" y="154"/>
                  </a:cubicBezTo>
                  <a:cubicBezTo>
                    <a:pt x="8617" y="138"/>
                    <a:pt x="8353" y="127"/>
                    <a:pt x="8078" y="115"/>
                  </a:cubicBezTo>
                  <a:cubicBezTo>
                    <a:pt x="8047" y="115"/>
                    <a:pt x="8012" y="112"/>
                    <a:pt x="7982" y="112"/>
                  </a:cubicBezTo>
                  <a:cubicBezTo>
                    <a:pt x="7874" y="108"/>
                    <a:pt x="7767" y="104"/>
                    <a:pt x="7660" y="96"/>
                  </a:cubicBezTo>
                  <a:cubicBezTo>
                    <a:pt x="6801" y="66"/>
                    <a:pt x="5863" y="39"/>
                    <a:pt x="4931" y="20"/>
                  </a:cubicBezTo>
                  <a:cubicBezTo>
                    <a:pt x="4671" y="16"/>
                    <a:pt x="4410" y="12"/>
                    <a:pt x="4153" y="9"/>
                  </a:cubicBezTo>
                  <a:lnTo>
                    <a:pt x="4061" y="9"/>
                  </a:lnTo>
                  <a:cubicBezTo>
                    <a:pt x="3950" y="9"/>
                    <a:pt x="3840" y="4"/>
                    <a:pt x="3728" y="4"/>
                  </a:cubicBezTo>
                  <a:cubicBezTo>
                    <a:pt x="3437" y="4"/>
                    <a:pt x="3154" y="0"/>
                    <a:pt x="28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5" name="Google Shape;7415;p54">
              <a:extLst>
                <a:ext uri="{FF2B5EF4-FFF2-40B4-BE49-F238E27FC236}">
                  <a16:creationId xmlns:a16="http://schemas.microsoft.com/office/drawing/2014/main" id="{D8B90435-098D-57B8-9809-AE987A3110FE}"/>
                </a:ext>
              </a:extLst>
            </p:cNvPr>
            <p:cNvSpPr/>
            <p:nvPr/>
          </p:nvSpPr>
          <p:spPr>
            <a:xfrm>
              <a:off x="6934175" y="2636996"/>
              <a:ext cx="474787" cy="136114"/>
            </a:xfrm>
            <a:custGeom>
              <a:avLst/>
              <a:gdLst/>
              <a:ahLst/>
              <a:cxnLst/>
              <a:rect l="l" t="t" r="r" b="b"/>
              <a:pathLst>
                <a:path w="9857" h="2826" extrusionOk="0">
                  <a:moveTo>
                    <a:pt x="47" y="1"/>
                  </a:moveTo>
                  <a:lnTo>
                    <a:pt x="1" y="821"/>
                  </a:lnTo>
                  <a:lnTo>
                    <a:pt x="8" y="821"/>
                  </a:lnTo>
                  <a:cubicBezTo>
                    <a:pt x="821" y="1009"/>
                    <a:pt x="1391" y="1506"/>
                    <a:pt x="1759" y="1963"/>
                  </a:cubicBezTo>
                  <a:cubicBezTo>
                    <a:pt x="1940" y="2189"/>
                    <a:pt x="2074" y="2403"/>
                    <a:pt x="2162" y="2560"/>
                  </a:cubicBezTo>
                  <a:cubicBezTo>
                    <a:pt x="2204" y="2638"/>
                    <a:pt x="2235" y="2702"/>
                    <a:pt x="2258" y="2748"/>
                  </a:cubicBezTo>
                  <a:cubicBezTo>
                    <a:pt x="2265" y="2771"/>
                    <a:pt x="2273" y="2787"/>
                    <a:pt x="2281" y="2802"/>
                  </a:cubicBezTo>
                  <a:cubicBezTo>
                    <a:pt x="2284" y="2813"/>
                    <a:pt x="2288" y="2817"/>
                    <a:pt x="2288" y="2817"/>
                  </a:cubicBezTo>
                  <a:lnTo>
                    <a:pt x="2288" y="2825"/>
                  </a:lnTo>
                  <a:lnTo>
                    <a:pt x="7641" y="2825"/>
                  </a:lnTo>
                  <a:lnTo>
                    <a:pt x="7641" y="2817"/>
                  </a:lnTo>
                  <a:cubicBezTo>
                    <a:pt x="7929" y="2136"/>
                    <a:pt x="8354" y="1768"/>
                    <a:pt x="8757" y="1564"/>
                  </a:cubicBezTo>
                  <a:cubicBezTo>
                    <a:pt x="9155" y="1365"/>
                    <a:pt x="9530" y="1334"/>
                    <a:pt x="9723" y="1334"/>
                  </a:cubicBezTo>
                  <a:cubicBezTo>
                    <a:pt x="9760" y="1334"/>
                    <a:pt x="9792" y="1338"/>
                    <a:pt x="9815" y="1338"/>
                  </a:cubicBezTo>
                  <a:lnTo>
                    <a:pt x="9838" y="1338"/>
                  </a:lnTo>
                  <a:lnTo>
                    <a:pt x="9845" y="1342"/>
                  </a:lnTo>
                  <a:lnTo>
                    <a:pt x="9857" y="1342"/>
                  </a:lnTo>
                  <a:lnTo>
                    <a:pt x="9684" y="1"/>
                  </a:lnTo>
                  <a:lnTo>
                    <a:pt x="9668" y="5"/>
                  </a:lnTo>
                  <a:lnTo>
                    <a:pt x="9840" y="1326"/>
                  </a:lnTo>
                  <a:lnTo>
                    <a:pt x="9840" y="1326"/>
                  </a:lnTo>
                  <a:cubicBezTo>
                    <a:pt x="9823" y="1323"/>
                    <a:pt x="9783" y="1319"/>
                    <a:pt x="9723" y="1319"/>
                  </a:cubicBezTo>
                  <a:cubicBezTo>
                    <a:pt x="9530" y="1319"/>
                    <a:pt x="9152" y="1350"/>
                    <a:pt x="8749" y="1552"/>
                  </a:cubicBezTo>
                  <a:cubicBezTo>
                    <a:pt x="8348" y="1752"/>
                    <a:pt x="7919" y="2126"/>
                    <a:pt x="7632" y="2810"/>
                  </a:cubicBezTo>
                  <a:lnTo>
                    <a:pt x="2299" y="2810"/>
                  </a:lnTo>
                  <a:cubicBezTo>
                    <a:pt x="2282" y="2768"/>
                    <a:pt x="2119" y="2382"/>
                    <a:pt x="1771" y="1952"/>
                  </a:cubicBezTo>
                  <a:cubicBezTo>
                    <a:pt x="1405" y="1501"/>
                    <a:pt x="833" y="1000"/>
                    <a:pt x="17" y="808"/>
                  </a:cubicBezTo>
                  <a:lnTo>
                    <a:pt x="17" y="808"/>
                  </a:lnTo>
                  <a:lnTo>
                    <a:pt x="63" y="5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6" name="Google Shape;7416;p54">
              <a:extLst>
                <a:ext uri="{FF2B5EF4-FFF2-40B4-BE49-F238E27FC236}">
                  <a16:creationId xmlns:a16="http://schemas.microsoft.com/office/drawing/2014/main" id="{BFBF07C3-B367-6CD8-FF4A-B4EAC62DC65F}"/>
                </a:ext>
              </a:extLst>
            </p:cNvPr>
            <p:cNvSpPr/>
            <p:nvPr/>
          </p:nvSpPr>
          <p:spPr>
            <a:xfrm>
              <a:off x="7249472" y="2636996"/>
              <a:ext cx="10693" cy="135681"/>
            </a:xfrm>
            <a:custGeom>
              <a:avLst/>
              <a:gdLst/>
              <a:ahLst/>
              <a:cxnLst/>
              <a:rect l="l" t="t" r="r" b="b"/>
              <a:pathLst>
                <a:path w="222" h="2817" extrusionOk="0">
                  <a:moveTo>
                    <a:pt x="15" y="1"/>
                  </a:moveTo>
                  <a:lnTo>
                    <a:pt x="0" y="5"/>
                  </a:lnTo>
                  <a:cubicBezTo>
                    <a:pt x="73" y="503"/>
                    <a:pt x="126" y="1204"/>
                    <a:pt x="157" y="1782"/>
                  </a:cubicBezTo>
                  <a:cubicBezTo>
                    <a:pt x="176" y="2074"/>
                    <a:pt x="188" y="2330"/>
                    <a:pt x="195" y="2518"/>
                  </a:cubicBezTo>
                  <a:cubicBezTo>
                    <a:pt x="199" y="2610"/>
                    <a:pt x="202" y="2684"/>
                    <a:pt x="207" y="2737"/>
                  </a:cubicBezTo>
                  <a:lnTo>
                    <a:pt x="207" y="2817"/>
                  </a:lnTo>
                  <a:lnTo>
                    <a:pt x="222" y="2817"/>
                  </a:lnTo>
                  <a:cubicBezTo>
                    <a:pt x="222" y="2817"/>
                    <a:pt x="161" y="1001"/>
                    <a:pt x="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7" name="Google Shape;7417;p54">
              <a:extLst>
                <a:ext uri="{FF2B5EF4-FFF2-40B4-BE49-F238E27FC236}">
                  <a16:creationId xmlns:a16="http://schemas.microsoft.com/office/drawing/2014/main" id="{239691D7-4CA9-1CD0-60CC-B13E650BA301}"/>
                </a:ext>
              </a:extLst>
            </p:cNvPr>
            <p:cNvSpPr/>
            <p:nvPr/>
          </p:nvSpPr>
          <p:spPr>
            <a:xfrm>
              <a:off x="7091968" y="2636996"/>
              <a:ext cx="4142" cy="135681"/>
            </a:xfrm>
            <a:custGeom>
              <a:avLst/>
              <a:gdLst/>
              <a:ahLst/>
              <a:cxnLst/>
              <a:rect l="l" t="t" r="r" b="b"/>
              <a:pathLst>
                <a:path w="86" h="2817" extrusionOk="0">
                  <a:moveTo>
                    <a:pt x="16" y="1"/>
                  </a:moveTo>
                  <a:lnTo>
                    <a:pt x="1" y="5"/>
                  </a:lnTo>
                  <a:cubicBezTo>
                    <a:pt x="36" y="434"/>
                    <a:pt x="55" y="1139"/>
                    <a:pt x="62" y="1733"/>
                  </a:cubicBezTo>
                  <a:cubicBezTo>
                    <a:pt x="66" y="2032"/>
                    <a:pt x="70" y="2304"/>
                    <a:pt x="70" y="2500"/>
                  </a:cubicBezTo>
                  <a:cubicBezTo>
                    <a:pt x="70" y="2595"/>
                    <a:pt x="74" y="2675"/>
                    <a:pt x="74" y="2730"/>
                  </a:cubicBezTo>
                  <a:lnTo>
                    <a:pt x="74" y="2817"/>
                  </a:lnTo>
                  <a:lnTo>
                    <a:pt x="85" y="2817"/>
                  </a:lnTo>
                  <a:cubicBezTo>
                    <a:pt x="85" y="2817"/>
                    <a:pt x="85" y="867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8" name="Google Shape;7418;p54">
              <a:extLst>
                <a:ext uri="{FF2B5EF4-FFF2-40B4-BE49-F238E27FC236}">
                  <a16:creationId xmlns:a16="http://schemas.microsoft.com/office/drawing/2014/main" id="{BAC0CB24-488A-DCDD-AB5F-88F011B8CB25}"/>
                </a:ext>
              </a:extLst>
            </p:cNvPr>
            <p:cNvSpPr/>
            <p:nvPr/>
          </p:nvSpPr>
          <p:spPr>
            <a:xfrm>
              <a:off x="6858699" y="2643306"/>
              <a:ext cx="541595" cy="771"/>
            </a:xfrm>
            <a:custGeom>
              <a:avLst/>
              <a:gdLst/>
              <a:ahLst/>
              <a:cxnLst/>
              <a:rect l="l" t="t" r="r" b="b"/>
              <a:pathLst>
                <a:path w="11244" h="16" extrusionOk="0">
                  <a:moveTo>
                    <a:pt x="1" y="1"/>
                  </a:moveTo>
                  <a:lnTo>
                    <a:pt x="1" y="15"/>
                  </a:lnTo>
                  <a:lnTo>
                    <a:pt x="11244" y="15"/>
                  </a:lnTo>
                  <a:lnTo>
                    <a:pt x="112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19" name="Google Shape;7419;p54">
              <a:extLst>
                <a:ext uri="{FF2B5EF4-FFF2-40B4-BE49-F238E27FC236}">
                  <a16:creationId xmlns:a16="http://schemas.microsoft.com/office/drawing/2014/main" id="{AFC7905D-F7A1-694A-CFD3-0D15102FCA80}"/>
                </a:ext>
              </a:extLst>
            </p:cNvPr>
            <p:cNvSpPr/>
            <p:nvPr/>
          </p:nvSpPr>
          <p:spPr>
            <a:xfrm>
              <a:off x="7264211" y="2656359"/>
              <a:ext cx="23843" cy="819"/>
            </a:xfrm>
            <a:custGeom>
              <a:avLst/>
              <a:gdLst/>
              <a:ahLst/>
              <a:cxnLst/>
              <a:rect l="l" t="t" r="r" b="b"/>
              <a:pathLst>
                <a:path w="495" h="17" extrusionOk="0">
                  <a:moveTo>
                    <a:pt x="0" y="1"/>
                  </a:moveTo>
                  <a:lnTo>
                    <a:pt x="0" y="17"/>
                  </a:lnTo>
                  <a:lnTo>
                    <a:pt x="494" y="17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0" name="Google Shape;7420;p54">
              <a:extLst>
                <a:ext uri="{FF2B5EF4-FFF2-40B4-BE49-F238E27FC236}">
                  <a16:creationId xmlns:a16="http://schemas.microsoft.com/office/drawing/2014/main" id="{756F9969-E698-C953-9AC1-F2A7138DDB16}"/>
                </a:ext>
              </a:extLst>
            </p:cNvPr>
            <p:cNvSpPr/>
            <p:nvPr/>
          </p:nvSpPr>
          <p:spPr>
            <a:xfrm>
              <a:off x="7105648" y="2656359"/>
              <a:ext cx="23843" cy="819"/>
            </a:xfrm>
            <a:custGeom>
              <a:avLst/>
              <a:gdLst/>
              <a:ahLst/>
              <a:cxnLst/>
              <a:rect l="l" t="t" r="r" b="b"/>
              <a:pathLst>
                <a:path w="495" h="17" extrusionOk="0">
                  <a:moveTo>
                    <a:pt x="1" y="1"/>
                  </a:moveTo>
                  <a:lnTo>
                    <a:pt x="1" y="17"/>
                  </a:lnTo>
                  <a:lnTo>
                    <a:pt x="495" y="17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1" name="Google Shape;7421;p54">
              <a:extLst>
                <a:ext uri="{FF2B5EF4-FFF2-40B4-BE49-F238E27FC236}">
                  <a16:creationId xmlns:a16="http://schemas.microsoft.com/office/drawing/2014/main" id="{F6CE2F07-B9B0-4634-C7C8-0052578E1884}"/>
                </a:ext>
              </a:extLst>
            </p:cNvPr>
            <p:cNvSpPr/>
            <p:nvPr/>
          </p:nvSpPr>
          <p:spPr>
            <a:xfrm>
              <a:off x="6944339" y="2656359"/>
              <a:ext cx="23891" cy="819"/>
            </a:xfrm>
            <a:custGeom>
              <a:avLst/>
              <a:gdLst/>
              <a:ahLst/>
              <a:cxnLst/>
              <a:rect l="l" t="t" r="r" b="b"/>
              <a:pathLst>
                <a:path w="496" h="17" extrusionOk="0">
                  <a:moveTo>
                    <a:pt x="1" y="1"/>
                  </a:moveTo>
                  <a:lnTo>
                    <a:pt x="1" y="17"/>
                  </a:lnTo>
                  <a:lnTo>
                    <a:pt x="495" y="17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2" name="Google Shape;7422;p54">
              <a:extLst>
                <a:ext uri="{FF2B5EF4-FFF2-40B4-BE49-F238E27FC236}">
                  <a16:creationId xmlns:a16="http://schemas.microsoft.com/office/drawing/2014/main" id="{D78272B8-30EA-77A9-1DB8-7AEEDB35C509}"/>
                </a:ext>
              </a:extLst>
            </p:cNvPr>
            <p:cNvSpPr/>
            <p:nvPr/>
          </p:nvSpPr>
          <p:spPr>
            <a:xfrm>
              <a:off x="7429229" y="2629289"/>
              <a:ext cx="64785" cy="15702"/>
            </a:xfrm>
            <a:custGeom>
              <a:avLst/>
              <a:gdLst/>
              <a:ahLst/>
              <a:cxnLst/>
              <a:rect l="l" t="t" r="r" b="b"/>
              <a:pathLst>
                <a:path w="1345" h="326" extrusionOk="0">
                  <a:moveTo>
                    <a:pt x="11" y="0"/>
                  </a:moveTo>
                  <a:lnTo>
                    <a:pt x="0" y="7"/>
                  </a:lnTo>
                  <a:lnTo>
                    <a:pt x="119" y="191"/>
                  </a:lnTo>
                  <a:lnTo>
                    <a:pt x="1345" y="326"/>
                  </a:lnTo>
                  <a:lnTo>
                    <a:pt x="1345" y="310"/>
                  </a:lnTo>
                  <a:lnTo>
                    <a:pt x="126" y="17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3" name="Google Shape;7423;p54">
              <a:extLst>
                <a:ext uri="{FF2B5EF4-FFF2-40B4-BE49-F238E27FC236}">
                  <a16:creationId xmlns:a16="http://schemas.microsoft.com/office/drawing/2014/main" id="{AC378033-A8D8-9BBA-6131-2BC6193AFECF}"/>
                </a:ext>
              </a:extLst>
            </p:cNvPr>
            <p:cNvSpPr/>
            <p:nvPr/>
          </p:nvSpPr>
          <p:spPr>
            <a:xfrm>
              <a:off x="7484958" y="2748886"/>
              <a:ext cx="22350" cy="38050"/>
            </a:xfrm>
            <a:custGeom>
              <a:avLst/>
              <a:gdLst/>
              <a:ahLst/>
              <a:cxnLst/>
              <a:rect l="l" t="t" r="r" b="b"/>
              <a:pathLst>
                <a:path w="464" h="790" extrusionOk="0">
                  <a:moveTo>
                    <a:pt x="361" y="0"/>
                  </a:moveTo>
                  <a:cubicBezTo>
                    <a:pt x="27" y="19"/>
                    <a:pt x="27" y="207"/>
                    <a:pt x="0" y="732"/>
                  </a:cubicBezTo>
                  <a:cubicBezTo>
                    <a:pt x="0" y="763"/>
                    <a:pt x="23" y="789"/>
                    <a:pt x="58" y="789"/>
                  </a:cubicBezTo>
                  <a:lnTo>
                    <a:pt x="341" y="789"/>
                  </a:lnTo>
                  <a:cubicBezTo>
                    <a:pt x="368" y="789"/>
                    <a:pt x="391" y="770"/>
                    <a:pt x="399" y="747"/>
                  </a:cubicBezTo>
                  <a:cubicBezTo>
                    <a:pt x="422" y="648"/>
                    <a:pt x="464" y="391"/>
                    <a:pt x="418" y="50"/>
                  </a:cubicBezTo>
                  <a:cubicBezTo>
                    <a:pt x="414" y="23"/>
                    <a:pt x="387" y="0"/>
                    <a:pt x="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4" name="Google Shape;7424;p54">
              <a:extLst>
                <a:ext uri="{FF2B5EF4-FFF2-40B4-BE49-F238E27FC236}">
                  <a16:creationId xmlns:a16="http://schemas.microsoft.com/office/drawing/2014/main" id="{82F4A0CB-A6D2-9234-CB17-9F85EA705C6C}"/>
                </a:ext>
              </a:extLst>
            </p:cNvPr>
            <p:cNvSpPr/>
            <p:nvPr/>
          </p:nvSpPr>
          <p:spPr>
            <a:xfrm>
              <a:off x="7490497" y="2781735"/>
              <a:ext cx="10934" cy="578"/>
            </a:xfrm>
            <a:custGeom>
              <a:avLst/>
              <a:gdLst/>
              <a:ahLst/>
              <a:cxnLst/>
              <a:rect l="l" t="t" r="r" b="b"/>
              <a:pathLst>
                <a:path w="227" h="12" extrusionOk="0">
                  <a:moveTo>
                    <a:pt x="0" y="1"/>
                  </a:moveTo>
                  <a:lnTo>
                    <a:pt x="0" y="12"/>
                  </a:lnTo>
                  <a:lnTo>
                    <a:pt x="226" y="12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5" name="Google Shape;7425;p54">
              <a:extLst>
                <a:ext uri="{FF2B5EF4-FFF2-40B4-BE49-F238E27FC236}">
                  <a16:creationId xmlns:a16="http://schemas.microsoft.com/office/drawing/2014/main" id="{BCAF8D09-0A83-CF53-A442-3D60948D67E8}"/>
                </a:ext>
              </a:extLst>
            </p:cNvPr>
            <p:cNvSpPr/>
            <p:nvPr/>
          </p:nvSpPr>
          <p:spPr>
            <a:xfrm>
              <a:off x="7490882" y="2777641"/>
              <a:ext cx="11127" cy="819"/>
            </a:xfrm>
            <a:custGeom>
              <a:avLst/>
              <a:gdLst/>
              <a:ahLst/>
              <a:cxnLst/>
              <a:rect l="l" t="t" r="r" b="b"/>
              <a:pathLst>
                <a:path w="231" h="17" extrusionOk="0">
                  <a:moveTo>
                    <a:pt x="0" y="1"/>
                  </a:moveTo>
                  <a:lnTo>
                    <a:pt x="0" y="17"/>
                  </a:lnTo>
                  <a:lnTo>
                    <a:pt x="230" y="17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6" name="Google Shape;7426;p54">
              <a:extLst>
                <a:ext uri="{FF2B5EF4-FFF2-40B4-BE49-F238E27FC236}">
                  <a16:creationId xmlns:a16="http://schemas.microsoft.com/office/drawing/2014/main" id="{7DC303BA-60E7-7B85-EA52-2515B7959D48}"/>
                </a:ext>
              </a:extLst>
            </p:cNvPr>
            <p:cNvSpPr/>
            <p:nvPr/>
          </p:nvSpPr>
          <p:spPr>
            <a:xfrm>
              <a:off x="7491412" y="2773740"/>
              <a:ext cx="10934" cy="819"/>
            </a:xfrm>
            <a:custGeom>
              <a:avLst/>
              <a:gdLst/>
              <a:ahLst/>
              <a:cxnLst/>
              <a:rect l="l" t="t" r="r" b="b"/>
              <a:pathLst>
                <a:path w="227" h="17" extrusionOk="0">
                  <a:moveTo>
                    <a:pt x="0" y="1"/>
                  </a:moveTo>
                  <a:lnTo>
                    <a:pt x="0" y="17"/>
                  </a:lnTo>
                  <a:lnTo>
                    <a:pt x="227" y="17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7" name="Google Shape;7427;p54">
              <a:extLst>
                <a:ext uri="{FF2B5EF4-FFF2-40B4-BE49-F238E27FC236}">
                  <a16:creationId xmlns:a16="http://schemas.microsoft.com/office/drawing/2014/main" id="{B6116A0D-C1F4-FD6C-E780-EEF050B1194F}"/>
                </a:ext>
              </a:extLst>
            </p:cNvPr>
            <p:cNvSpPr/>
            <p:nvPr/>
          </p:nvSpPr>
          <p:spPr>
            <a:xfrm>
              <a:off x="7478455" y="2663969"/>
              <a:ext cx="26107" cy="47876"/>
            </a:xfrm>
            <a:custGeom>
              <a:avLst/>
              <a:gdLst/>
              <a:ahLst/>
              <a:cxnLst/>
              <a:rect l="l" t="t" r="r" b="b"/>
              <a:pathLst>
                <a:path w="542" h="994" extrusionOk="0">
                  <a:moveTo>
                    <a:pt x="434" y="0"/>
                  </a:moveTo>
                  <a:cubicBezTo>
                    <a:pt x="434" y="0"/>
                    <a:pt x="43" y="12"/>
                    <a:pt x="5" y="85"/>
                  </a:cubicBezTo>
                  <a:cubicBezTo>
                    <a:pt x="5" y="85"/>
                    <a:pt x="1" y="625"/>
                    <a:pt x="28" y="916"/>
                  </a:cubicBezTo>
                  <a:cubicBezTo>
                    <a:pt x="28" y="916"/>
                    <a:pt x="395" y="994"/>
                    <a:pt x="520" y="994"/>
                  </a:cubicBezTo>
                  <a:cubicBezTo>
                    <a:pt x="528" y="994"/>
                    <a:pt x="535" y="993"/>
                    <a:pt x="542" y="992"/>
                  </a:cubicBezTo>
                  <a:cubicBezTo>
                    <a:pt x="542" y="992"/>
                    <a:pt x="480" y="334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8" name="Google Shape;7428;p54">
              <a:extLst>
                <a:ext uri="{FF2B5EF4-FFF2-40B4-BE49-F238E27FC236}">
                  <a16:creationId xmlns:a16="http://schemas.microsoft.com/office/drawing/2014/main" id="{2BB8294D-78CA-82AC-1D9B-3729682CD96C}"/>
                </a:ext>
              </a:extLst>
            </p:cNvPr>
            <p:cNvSpPr/>
            <p:nvPr/>
          </p:nvSpPr>
          <p:spPr>
            <a:xfrm>
              <a:off x="7482019" y="2691809"/>
              <a:ext cx="10356" cy="16328"/>
            </a:xfrm>
            <a:custGeom>
              <a:avLst/>
              <a:gdLst/>
              <a:ahLst/>
              <a:cxnLst/>
              <a:rect l="l" t="t" r="r" b="b"/>
              <a:pathLst>
                <a:path w="215" h="339" extrusionOk="0">
                  <a:moveTo>
                    <a:pt x="31" y="1"/>
                  </a:moveTo>
                  <a:cubicBezTo>
                    <a:pt x="15" y="1"/>
                    <a:pt x="0" y="13"/>
                    <a:pt x="0" y="28"/>
                  </a:cubicBezTo>
                  <a:lnTo>
                    <a:pt x="0" y="281"/>
                  </a:lnTo>
                  <a:cubicBezTo>
                    <a:pt x="0" y="296"/>
                    <a:pt x="8" y="308"/>
                    <a:pt x="19" y="308"/>
                  </a:cubicBezTo>
                  <a:cubicBezTo>
                    <a:pt x="73" y="322"/>
                    <a:pt x="142" y="331"/>
                    <a:pt x="184" y="338"/>
                  </a:cubicBezTo>
                  <a:cubicBezTo>
                    <a:pt x="199" y="338"/>
                    <a:pt x="215" y="327"/>
                    <a:pt x="215" y="311"/>
                  </a:cubicBezTo>
                  <a:cubicBezTo>
                    <a:pt x="215" y="196"/>
                    <a:pt x="203" y="85"/>
                    <a:pt x="199" y="39"/>
                  </a:cubicBezTo>
                  <a:cubicBezTo>
                    <a:pt x="199" y="28"/>
                    <a:pt x="188" y="16"/>
                    <a:pt x="176" y="16"/>
                  </a:cubicBezTo>
                  <a:lnTo>
                    <a:pt x="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29" name="Google Shape;7429;p54">
              <a:extLst>
                <a:ext uri="{FF2B5EF4-FFF2-40B4-BE49-F238E27FC236}">
                  <a16:creationId xmlns:a16="http://schemas.microsoft.com/office/drawing/2014/main" id="{B22212C9-DABC-621B-9DF8-2F632700BE56}"/>
                </a:ext>
              </a:extLst>
            </p:cNvPr>
            <p:cNvSpPr/>
            <p:nvPr/>
          </p:nvSpPr>
          <p:spPr>
            <a:xfrm>
              <a:off x="7476480" y="2728512"/>
              <a:ext cx="39353" cy="70080"/>
            </a:xfrm>
            <a:custGeom>
              <a:avLst/>
              <a:gdLst/>
              <a:ahLst/>
              <a:cxnLst/>
              <a:rect l="l" t="t" r="r" b="b"/>
              <a:pathLst>
                <a:path w="817" h="1455" extrusionOk="0">
                  <a:moveTo>
                    <a:pt x="698" y="112"/>
                  </a:moveTo>
                  <a:cubicBezTo>
                    <a:pt x="709" y="534"/>
                    <a:pt x="629" y="1189"/>
                    <a:pt x="609" y="1358"/>
                  </a:cubicBezTo>
                  <a:lnTo>
                    <a:pt x="100" y="1358"/>
                  </a:lnTo>
                  <a:lnTo>
                    <a:pt x="218" y="266"/>
                  </a:lnTo>
                  <a:lnTo>
                    <a:pt x="698" y="112"/>
                  </a:lnTo>
                  <a:close/>
                  <a:moveTo>
                    <a:pt x="737" y="0"/>
                  </a:moveTo>
                  <a:cubicBezTo>
                    <a:pt x="733" y="0"/>
                    <a:pt x="728" y="1"/>
                    <a:pt x="724" y="2"/>
                  </a:cubicBezTo>
                  <a:lnTo>
                    <a:pt x="161" y="186"/>
                  </a:lnTo>
                  <a:cubicBezTo>
                    <a:pt x="146" y="193"/>
                    <a:pt x="130" y="209"/>
                    <a:pt x="130" y="224"/>
                  </a:cubicBezTo>
                  <a:lnTo>
                    <a:pt x="0" y="1400"/>
                  </a:lnTo>
                  <a:cubicBezTo>
                    <a:pt x="0" y="1415"/>
                    <a:pt x="4" y="1427"/>
                    <a:pt x="11" y="1438"/>
                  </a:cubicBezTo>
                  <a:cubicBezTo>
                    <a:pt x="19" y="1446"/>
                    <a:pt x="34" y="1454"/>
                    <a:pt x="46" y="1454"/>
                  </a:cubicBezTo>
                  <a:lnTo>
                    <a:pt x="652" y="1454"/>
                  </a:lnTo>
                  <a:cubicBezTo>
                    <a:pt x="675" y="1454"/>
                    <a:pt x="694" y="1435"/>
                    <a:pt x="698" y="1412"/>
                  </a:cubicBezTo>
                  <a:cubicBezTo>
                    <a:pt x="701" y="1377"/>
                    <a:pt x="816" y="534"/>
                    <a:pt x="789" y="43"/>
                  </a:cubicBezTo>
                  <a:cubicBezTo>
                    <a:pt x="786" y="29"/>
                    <a:pt x="778" y="17"/>
                    <a:pt x="766" y="9"/>
                  </a:cubicBezTo>
                  <a:cubicBezTo>
                    <a:pt x="758" y="4"/>
                    <a:pt x="748" y="0"/>
                    <a:pt x="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30" name="Google Shape;7430;p54">
              <a:extLst>
                <a:ext uri="{FF2B5EF4-FFF2-40B4-BE49-F238E27FC236}">
                  <a16:creationId xmlns:a16="http://schemas.microsoft.com/office/drawing/2014/main" id="{3A0AAF63-AD05-DF4F-9B53-5EF6EC332991}"/>
                </a:ext>
              </a:extLst>
            </p:cNvPr>
            <p:cNvSpPr/>
            <p:nvPr/>
          </p:nvSpPr>
          <p:spPr>
            <a:xfrm>
              <a:off x="7482019" y="2745900"/>
              <a:ext cx="32320" cy="4479"/>
            </a:xfrm>
            <a:custGeom>
              <a:avLst/>
              <a:gdLst/>
              <a:ahLst/>
              <a:cxnLst/>
              <a:rect l="l" t="t" r="r" b="b"/>
              <a:pathLst>
                <a:path w="671" h="93" extrusionOk="0">
                  <a:moveTo>
                    <a:pt x="50" y="1"/>
                  </a:moveTo>
                  <a:cubicBezTo>
                    <a:pt x="23" y="1"/>
                    <a:pt x="0" y="20"/>
                    <a:pt x="0" y="46"/>
                  </a:cubicBezTo>
                  <a:cubicBezTo>
                    <a:pt x="0" y="73"/>
                    <a:pt x="23" y="92"/>
                    <a:pt x="50" y="92"/>
                  </a:cubicBezTo>
                  <a:lnTo>
                    <a:pt x="625" y="92"/>
                  </a:lnTo>
                  <a:cubicBezTo>
                    <a:pt x="651" y="92"/>
                    <a:pt x="671" y="73"/>
                    <a:pt x="671" y="46"/>
                  </a:cubicBezTo>
                  <a:cubicBezTo>
                    <a:pt x="671" y="20"/>
                    <a:pt x="651" y="1"/>
                    <a:pt x="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31" name="Google Shape;7431;p54">
              <a:extLst>
                <a:ext uri="{FF2B5EF4-FFF2-40B4-BE49-F238E27FC236}">
                  <a16:creationId xmlns:a16="http://schemas.microsoft.com/office/drawing/2014/main" id="{B9A1FB52-96AF-863E-7178-1B9B237EBA55}"/>
                </a:ext>
              </a:extLst>
            </p:cNvPr>
            <p:cNvSpPr/>
            <p:nvPr/>
          </p:nvSpPr>
          <p:spPr>
            <a:xfrm>
              <a:off x="7356498" y="2549093"/>
              <a:ext cx="56308" cy="77257"/>
            </a:xfrm>
            <a:custGeom>
              <a:avLst/>
              <a:gdLst/>
              <a:ahLst/>
              <a:cxnLst/>
              <a:rect l="l" t="t" r="r" b="b"/>
              <a:pathLst>
                <a:path w="1169" h="1604" extrusionOk="0">
                  <a:moveTo>
                    <a:pt x="468" y="1"/>
                  </a:moveTo>
                  <a:cubicBezTo>
                    <a:pt x="371" y="1"/>
                    <a:pt x="274" y="9"/>
                    <a:pt x="203" y="33"/>
                  </a:cubicBezTo>
                  <a:cubicBezTo>
                    <a:pt x="0" y="98"/>
                    <a:pt x="8" y="1239"/>
                    <a:pt x="261" y="1566"/>
                  </a:cubicBezTo>
                  <a:cubicBezTo>
                    <a:pt x="280" y="1592"/>
                    <a:pt x="311" y="1603"/>
                    <a:pt x="345" y="1603"/>
                  </a:cubicBezTo>
                  <a:lnTo>
                    <a:pt x="1050" y="1603"/>
                  </a:lnTo>
                  <a:cubicBezTo>
                    <a:pt x="1119" y="1603"/>
                    <a:pt x="1169" y="1546"/>
                    <a:pt x="1158" y="1481"/>
                  </a:cubicBezTo>
                  <a:cubicBezTo>
                    <a:pt x="1112" y="1205"/>
                    <a:pt x="997" y="538"/>
                    <a:pt x="866" y="98"/>
                  </a:cubicBezTo>
                  <a:cubicBezTo>
                    <a:pt x="854" y="56"/>
                    <a:pt x="820" y="29"/>
                    <a:pt x="778" y="21"/>
                  </a:cubicBezTo>
                  <a:cubicBezTo>
                    <a:pt x="706" y="13"/>
                    <a:pt x="587" y="1"/>
                    <a:pt x="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32" name="Google Shape;7432;p54">
              <a:extLst>
                <a:ext uri="{FF2B5EF4-FFF2-40B4-BE49-F238E27FC236}">
                  <a16:creationId xmlns:a16="http://schemas.microsoft.com/office/drawing/2014/main" id="{E7939C05-EEAB-9F95-1498-26467441C2D8}"/>
                </a:ext>
              </a:extLst>
            </p:cNvPr>
            <p:cNvSpPr/>
            <p:nvPr/>
          </p:nvSpPr>
          <p:spPr>
            <a:xfrm>
              <a:off x="7385831" y="2528477"/>
              <a:ext cx="34921" cy="110057"/>
            </a:xfrm>
            <a:custGeom>
              <a:avLst/>
              <a:gdLst/>
              <a:ahLst/>
              <a:cxnLst/>
              <a:rect l="l" t="t" r="r" b="b"/>
              <a:pathLst>
                <a:path w="725" h="2285" extrusionOk="0">
                  <a:moveTo>
                    <a:pt x="8" y="1"/>
                  </a:moveTo>
                  <a:cubicBezTo>
                    <a:pt x="8" y="1"/>
                    <a:pt x="4" y="1"/>
                    <a:pt x="4" y="4"/>
                  </a:cubicBezTo>
                  <a:cubicBezTo>
                    <a:pt x="4" y="4"/>
                    <a:pt x="1" y="8"/>
                    <a:pt x="4" y="8"/>
                  </a:cubicBezTo>
                  <a:lnTo>
                    <a:pt x="521" y="2277"/>
                  </a:lnTo>
                  <a:cubicBezTo>
                    <a:pt x="526" y="2281"/>
                    <a:pt x="526" y="2284"/>
                    <a:pt x="530" y="2284"/>
                  </a:cubicBezTo>
                  <a:lnTo>
                    <a:pt x="721" y="2284"/>
                  </a:lnTo>
                  <a:cubicBezTo>
                    <a:pt x="725" y="2284"/>
                    <a:pt x="725" y="2281"/>
                    <a:pt x="725" y="2277"/>
                  </a:cubicBezTo>
                  <a:cubicBezTo>
                    <a:pt x="725" y="2273"/>
                    <a:pt x="725" y="2270"/>
                    <a:pt x="721" y="2270"/>
                  </a:cubicBezTo>
                  <a:lnTo>
                    <a:pt x="537" y="2270"/>
                  </a:lnTo>
                  <a:lnTo>
                    <a:pt x="20" y="16"/>
                  </a:lnTo>
                  <a:lnTo>
                    <a:pt x="77" y="16"/>
                  </a:lnTo>
                  <a:cubicBezTo>
                    <a:pt x="81" y="16"/>
                    <a:pt x="84" y="12"/>
                    <a:pt x="84" y="8"/>
                  </a:cubicBezTo>
                  <a:cubicBezTo>
                    <a:pt x="84" y="4"/>
                    <a:pt x="81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33" name="Google Shape;7433;p54">
              <a:extLst>
                <a:ext uri="{FF2B5EF4-FFF2-40B4-BE49-F238E27FC236}">
                  <a16:creationId xmlns:a16="http://schemas.microsoft.com/office/drawing/2014/main" id="{353620ED-1E8C-2CAE-B0E0-4A08BF51A794}"/>
                </a:ext>
              </a:extLst>
            </p:cNvPr>
            <p:cNvSpPr/>
            <p:nvPr/>
          </p:nvSpPr>
          <p:spPr>
            <a:xfrm>
              <a:off x="7234300" y="2489366"/>
              <a:ext cx="15895" cy="140883"/>
            </a:xfrm>
            <a:custGeom>
              <a:avLst/>
              <a:gdLst/>
              <a:ahLst/>
              <a:cxnLst/>
              <a:rect l="l" t="t" r="r" b="b"/>
              <a:pathLst>
                <a:path w="330" h="2925" extrusionOk="0">
                  <a:moveTo>
                    <a:pt x="12" y="1"/>
                  </a:moveTo>
                  <a:lnTo>
                    <a:pt x="1" y="4"/>
                  </a:lnTo>
                  <a:lnTo>
                    <a:pt x="315" y="2924"/>
                  </a:lnTo>
                  <a:lnTo>
                    <a:pt x="330" y="2924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34" name="Google Shape;7434;p54">
              <a:extLst>
                <a:ext uri="{FF2B5EF4-FFF2-40B4-BE49-F238E27FC236}">
                  <a16:creationId xmlns:a16="http://schemas.microsoft.com/office/drawing/2014/main" id="{B16C3288-B135-FFCD-2F39-C62E3272CD6B}"/>
                </a:ext>
              </a:extLst>
            </p:cNvPr>
            <p:cNvSpPr/>
            <p:nvPr/>
          </p:nvSpPr>
          <p:spPr>
            <a:xfrm>
              <a:off x="7086863" y="2486573"/>
              <a:ext cx="5925" cy="144784"/>
            </a:xfrm>
            <a:custGeom>
              <a:avLst/>
              <a:gdLst/>
              <a:ahLst/>
              <a:cxnLst/>
              <a:rect l="l" t="t" r="r" b="b"/>
              <a:pathLst>
                <a:path w="123" h="3006" extrusionOk="0">
                  <a:moveTo>
                    <a:pt x="0" y="1"/>
                  </a:moveTo>
                  <a:lnTo>
                    <a:pt x="107" y="3005"/>
                  </a:lnTo>
                  <a:lnTo>
                    <a:pt x="122" y="300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7435" name="Google Shape;7435;p54">
              <a:extLst>
                <a:ext uri="{FF2B5EF4-FFF2-40B4-BE49-F238E27FC236}">
                  <a16:creationId xmlns:a16="http://schemas.microsoft.com/office/drawing/2014/main" id="{640C664E-31A0-87B9-25F3-C98E9DD3BB53}"/>
                </a:ext>
              </a:extLst>
            </p:cNvPr>
            <p:cNvSpPr/>
            <p:nvPr/>
          </p:nvSpPr>
          <p:spPr>
            <a:xfrm>
              <a:off x="6936921" y="2485850"/>
              <a:ext cx="17774" cy="144399"/>
            </a:xfrm>
            <a:custGeom>
              <a:avLst/>
              <a:gdLst/>
              <a:ahLst/>
              <a:cxnLst/>
              <a:rect l="l" t="t" r="r" b="b"/>
              <a:pathLst>
                <a:path w="369" h="2998" extrusionOk="0">
                  <a:moveTo>
                    <a:pt x="354" y="0"/>
                  </a:moveTo>
                  <a:lnTo>
                    <a:pt x="1" y="2997"/>
                  </a:lnTo>
                  <a:lnTo>
                    <a:pt x="17" y="2997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365810F-BB5D-A26B-F4F9-3B47213CA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951" y="1312984"/>
            <a:ext cx="219456" cy="2194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C0214F-BA9B-0B4A-1630-28796FBA0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951" y="2400711"/>
            <a:ext cx="219456" cy="21945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00C3AA7-8CC5-1F84-EC4B-FE2B5224002E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254FAC3-A964-505A-2AD4-D0129BCEF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C1FF96-193C-2C0B-7E2B-FEF035A94C0E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9233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8" name="Google Shape;9978;p72"/>
          <p:cNvSpPr txBox="1">
            <a:spLocks noGrp="1"/>
          </p:cNvSpPr>
          <p:nvPr>
            <p:ph type="subTitle" idx="1"/>
          </p:nvPr>
        </p:nvSpPr>
        <p:spPr>
          <a:xfrm>
            <a:off x="2646000" y="1736922"/>
            <a:ext cx="3852000" cy="10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b="1" dirty="0"/>
              <a:t>Avete domande?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b="1" dirty="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it-IT" b="1" noProof="0" dirty="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ur</a:t>
            </a:r>
            <a:r>
              <a:rPr lang="it-IT" b="1" dirty="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ora.felisari@studenti.unipr.it</a:t>
            </a:r>
            <a:endParaRPr lang="it-IT" b="1" noProof="0" dirty="0">
              <a:solidFill>
                <a:schemeClr val="accent6"/>
              </a:solidFill>
            </a:endParaRPr>
          </a:p>
        </p:txBody>
      </p:sp>
      <p:sp>
        <p:nvSpPr>
          <p:cNvPr id="9993" name="Google Shape;9993;p72"/>
          <p:cNvSpPr txBox="1">
            <a:spLocks noGrp="1"/>
          </p:cNvSpPr>
          <p:nvPr>
            <p:ph type="ctrTitle"/>
          </p:nvPr>
        </p:nvSpPr>
        <p:spPr>
          <a:xfrm flipH="1">
            <a:off x="2649175" y="663222"/>
            <a:ext cx="3852000" cy="107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noProof="0" dirty="0"/>
              <a:t>Grazie!</a:t>
            </a:r>
          </a:p>
        </p:txBody>
      </p:sp>
      <p:grpSp>
        <p:nvGrpSpPr>
          <p:cNvPr id="9994" name="Google Shape;9994;p72"/>
          <p:cNvGrpSpPr/>
          <p:nvPr/>
        </p:nvGrpSpPr>
        <p:grpSpPr>
          <a:xfrm>
            <a:off x="-932687" y="-3539987"/>
            <a:ext cx="2674622" cy="6634147"/>
            <a:chOff x="8078470" y="-2114046"/>
            <a:chExt cx="2326770" cy="5771333"/>
          </a:xfrm>
        </p:grpSpPr>
        <p:sp>
          <p:nvSpPr>
            <p:cNvPr id="9995" name="Google Shape;9995;p72"/>
            <p:cNvSpPr/>
            <p:nvPr/>
          </p:nvSpPr>
          <p:spPr>
            <a:xfrm>
              <a:off x="8078470" y="-2114046"/>
              <a:ext cx="2326770" cy="5771333"/>
            </a:xfrm>
            <a:custGeom>
              <a:avLst/>
              <a:gdLst/>
              <a:ahLst/>
              <a:cxnLst/>
              <a:rect l="l" t="t" r="r" b="b"/>
              <a:pathLst>
                <a:path w="23962" h="59437" extrusionOk="0">
                  <a:moveTo>
                    <a:pt x="19811" y="0"/>
                  </a:moveTo>
                  <a:lnTo>
                    <a:pt x="19811" y="40446"/>
                  </a:lnTo>
                  <a:cubicBezTo>
                    <a:pt x="19792" y="41155"/>
                    <a:pt x="19210" y="41730"/>
                    <a:pt x="18497" y="41730"/>
                  </a:cubicBezTo>
                  <a:lnTo>
                    <a:pt x="5465" y="41726"/>
                  </a:lnTo>
                  <a:cubicBezTo>
                    <a:pt x="2453" y="41726"/>
                    <a:pt x="0" y="44178"/>
                    <a:pt x="0" y="47190"/>
                  </a:cubicBezTo>
                  <a:cubicBezTo>
                    <a:pt x="0" y="50206"/>
                    <a:pt x="2453" y="52654"/>
                    <a:pt x="5465" y="52654"/>
                  </a:cubicBezTo>
                  <a:lnTo>
                    <a:pt x="18497" y="52654"/>
                  </a:lnTo>
                  <a:cubicBezTo>
                    <a:pt x="19221" y="52654"/>
                    <a:pt x="19811" y="53245"/>
                    <a:pt x="19811" y="53972"/>
                  </a:cubicBezTo>
                  <a:cubicBezTo>
                    <a:pt x="19811" y="54697"/>
                    <a:pt x="19221" y="55287"/>
                    <a:pt x="18497" y="55287"/>
                  </a:cubicBezTo>
                  <a:lnTo>
                    <a:pt x="525" y="55287"/>
                  </a:lnTo>
                  <a:lnTo>
                    <a:pt x="525" y="59437"/>
                  </a:lnTo>
                  <a:lnTo>
                    <a:pt x="18497" y="59437"/>
                  </a:lnTo>
                  <a:cubicBezTo>
                    <a:pt x="21509" y="59437"/>
                    <a:pt x="23962" y="56984"/>
                    <a:pt x="23962" y="53972"/>
                  </a:cubicBezTo>
                  <a:cubicBezTo>
                    <a:pt x="23962" y="50960"/>
                    <a:pt x="21509" y="48509"/>
                    <a:pt x="18497" y="48509"/>
                  </a:cubicBezTo>
                  <a:lnTo>
                    <a:pt x="5465" y="48509"/>
                  </a:lnTo>
                  <a:cubicBezTo>
                    <a:pt x="4741" y="48509"/>
                    <a:pt x="4150" y="47918"/>
                    <a:pt x="4150" y="47190"/>
                  </a:cubicBezTo>
                  <a:cubicBezTo>
                    <a:pt x="4150" y="46466"/>
                    <a:pt x="4741" y="45876"/>
                    <a:pt x="5465" y="45876"/>
                  </a:cubicBezTo>
                  <a:lnTo>
                    <a:pt x="18497" y="45876"/>
                  </a:lnTo>
                  <a:cubicBezTo>
                    <a:pt x="21493" y="45876"/>
                    <a:pt x="23934" y="43450"/>
                    <a:pt x="23962" y="40458"/>
                  </a:cubicBezTo>
                  <a:lnTo>
                    <a:pt x="23962" y="0"/>
                  </a:ln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9996" name="Google Shape;9996;p72"/>
            <p:cNvSpPr/>
            <p:nvPr/>
          </p:nvSpPr>
          <p:spPr>
            <a:xfrm>
              <a:off x="9861126" y="3444384"/>
              <a:ext cx="62922" cy="19032"/>
            </a:xfrm>
            <a:custGeom>
              <a:avLst/>
              <a:gdLst/>
              <a:ahLst/>
              <a:cxnLst/>
              <a:rect l="l" t="t" r="r" b="b"/>
              <a:pathLst>
                <a:path w="648" h="196" extrusionOk="0">
                  <a:moveTo>
                    <a:pt x="625" y="0"/>
                  </a:moveTo>
                  <a:cubicBezTo>
                    <a:pt x="464" y="27"/>
                    <a:pt x="299" y="38"/>
                    <a:pt x="138" y="38"/>
                  </a:cubicBezTo>
                  <a:lnTo>
                    <a:pt x="0" y="38"/>
                  </a:lnTo>
                  <a:lnTo>
                    <a:pt x="0" y="195"/>
                  </a:lnTo>
                  <a:lnTo>
                    <a:pt x="138" y="195"/>
                  </a:lnTo>
                  <a:cubicBezTo>
                    <a:pt x="306" y="195"/>
                    <a:pt x="479" y="184"/>
                    <a:pt x="648" y="161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9997" name="Google Shape;9997;p72"/>
            <p:cNvSpPr/>
            <p:nvPr/>
          </p:nvSpPr>
          <p:spPr>
            <a:xfrm>
              <a:off x="9736741" y="3448073"/>
              <a:ext cx="62340" cy="15342"/>
            </a:xfrm>
            <a:custGeom>
              <a:avLst/>
              <a:gdLst/>
              <a:ahLst/>
              <a:cxnLst/>
              <a:rect l="l" t="t" r="r" b="b"/>
              <a:pathLst>
                <a:path w="642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9998" name="Google Shape;9998;p72"/>
            <p:cNvSpPr/>
            <p:nvPr/>
          </p:nvSpPr>
          <p:spPr>
            <a:xfrm>
              <a:off x="9612939" y="3448073"/>
              <a:ext cx="62243" cy="15342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9999" name="Google Shape;9999;p72"/>
            <p:cNvSpPr/>
            <p:nvPr/>
          </p:nvSpPr>
          <p:spPr>
            <a:xfrm>
              <a:off x="9980170" y="3404864"/>
              <a:ext cx="62922" cy="40005"/>
            </a:xfrm>
            <a:custGeom>
              <a:avLst/>
              <a:gdLst/>
              <a:ahLst/>
              <a:cxnLst/>
              <a:rect l="l" t="t" r="r" b="b"/>
              <a:pathLst>
                <a:path w="648" h="412" extrusionOk="0">
                  <a:moveTo>
                    <a:pt x="567" y="1"/>
                  </a:moveTo>
                  <a:cubicBezTo>
                    <a:pt x="387" y="105"/>
                    <a:pt x="196" y="192"/>
                    <a:pt x="0" y="261"/>
                  </a:cubicBezTo>
                  <a:lnTo>
                    <a:pt x="54" y="411"/>
                  </a:lnTo>
                  <a:cubicBezTo>
                    <a:pt x="257" y="338"/>
                    <a:pt x="456" y="250"/>
                    <a:pt x="647" y="139"/>
                  </a:cubicBezTo>
                  <a:lnTo>
                    <a:pt x="5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00" name="Google Shape;10000;p72"/>
            <p:cNvSpPr/>
            <p:nvPr/>
          </p:nvSpPr>
          <p:spPr>
            <a:xfrm>
              <a:off x="10084358" y="3326408"/>
              <a:ext cx="53989" cy="55541"/>
            </a:xfrm>
            <a:custGeom>
              <a:avLst/>
              <a:gdLst/>
              <a:ahLst/>
              <a:cxnLst/>
              <a:rect l="l" t="t" r="r" b="b"/>
              <a:pathLst>
                <a:path w="556" h="572" extrusionOk="0">
                  <a:moveTo>
                    <a:pt x="430" y="1"/>
                  </a:moveTo>
                  <a:cubicBezTo>
                    <a:pt x="303" y="161"/>
                    <a:pt x="158" y="315"/>
                    <a:pt x="0" y="448"/>
                  </a:cubicBezTo>
                  <a:lnTo>
                    <a:pt x="103" y="572"/>
                  </a:lnTo>
                  <a:cubicBezTo>
                    <a:pt x="269" y="425"/>
                    <a:pt x="421" y="269"/>
                    <a:pt x="556" y="100"/>
                  </a:cubicBezTo>
                  <a:lnTo>
                    <a:pt x="4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01" name="Google Shape;10001;p72"/>
            <p:cNvSpPr/>
            <p:nvPr/>
          </p:nvSpPr>
          <p:spPr>
            <a:xfrm>
              <a:off x="10159125" y="3219988"/>
              <a:ext cx="37676" cy="62921"/>
            </a:xfrm>
            <a:custGeom>
              <a:avLst/>
              <a:gdLst/>
              <a:ahLst/>
              <a:cxnLst/>
              <a:rect l="l" t="t" r="r" b="b"/>
              <a:pathLst>
                <a:path w="388" h="648" extrusionOk="0">
                  <a:moveTo>
                    <a:pt x="238" y="0"/>
                  </a:moveTo>
                  <a:cubicBezTo>
                    <a:pt x="177" y="196"/>
                    <a:pt x="97" y="391"/>
                    <a:pt x="0" y="575"/>
                  </a:cubicBezTo>
                  <a:lnTo>
                    <a:pt x="143" y="648"/>
                  </a:lnTo>
                  <a:cubicBezTo>
                    <a:pt x="242" y="456"/>
                    <a:pt x="327" y="253"/>
                    <a:pt x="387" y="46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02" name="Google Shape;10002;p72"/>
            <p:cNvSpPr/>
            <p:nvPr/>
          </p:nvSpPr>
          <p:spPr>
            <a:xfrm>
              <a:off x="10194081" y="3099100"/>
              <a:ext cx="17284" cy="63309"/>
            </a:xfrm>
            <a:custGeom>
              <a:avLst/>
              <a:gdLst/>
              <a:ahLst/>
              <a:cxnLst/>
              <a:rect l="l" t="t" r="r" b="b"/>
              <a:pathLst>
                <a:path w="178" h="652" extrusionOk="0">
                  <a:moveTo>
                    <a:pt x="165" y="0"/>
                  </a:moveTo>
                  <a:lnTo>
                    <a:pt x="8" y="12"/>
                  </a:lnTo>
                  <a:cubicBezTo>
                    <a:pt x="16" y="104"/>
                    <a:pt x="20" y="191"/>
                    <a:pt x="20" y="283"/>
                  </a:cubicBezTo>
                  <a:cubicBezTo>
                    <a:pt x="20" y="398"/>
                    <a:pt x="12" y="518"/>
                    <a:pt x="1" y="636"/>
                  </a:cubicBezTo>
                  <a:lnTo>
                    <a:pt x="158" y="651"/>
                  </a:lnTo>
                  <a:cubicBezTo>
                    <a:pt x="173" y="529"/>
                    <a:pt x="177" y="407"/>
                    <a:pt x="177" y="283"/>
                  </a:cubicBezTo>
                  <a:cubicBezTo>
                    <a:pt x="177" y="188"/>
                    <a:pt x="173" y="92"/>
                    <a:pt x="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03" name="Google Shape;10003;p72"/>
            <p:cNvSpPr/>
            <p:nvPr/>
          </p:nvSpPr>
          <p:spPr>
            <a:xfrm>
              <a:off x="10162815" y="2977435"/>
              <a:ext cx="36511" cy="63309"/>
            </a:xfrm>
            <a:custGeom>
              <a:avLst/>
              <a:gdLst/>
              <a:ahLst/>
              <a:cxnLst/>
              <a:rect l="l" t="t" r="r" b="b"/>
              <a:pathLst>
                <a:path w="376" h="652" extrusionOk="0">
                  <a:moveTo>
                    <a:pt x="142" y="0"/>
                  </a:moveTo>
                  <a:lnTo>
                    <a:pt x="1" y="73"/>
                  </a:lnTo>
                  <a:cubicBezTo>
                    <a:pt x="93" y="257"/>
                    <a:pt x="165" y="452"/>
                    <a:pt x="223" y="652"/>
                  </a:cubicBezTo>
                  <a:lnTo>
                    <a:pt x="376" y="609"/>
                  </a:lnTo>
                  <a:cubicBezTo>
                    <a:pt x="319" y="402"/>
                    <a:pt x="238" y="195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04" name="Google Shape;10004;p72"/>
            <p:cNvSpPr/>
            <p:nvPr/>
          </p:nvSpPr>
          <p:spPr>
            <a:xfrm>
              <a:off x="10090282" y="2876937"/>
              <a:ext cx="53309" cy="56318"/>
            </a:xfrm>
            <a:custGeom>
              <a:avLst/>
              <a:gdLst/>
              <a:ahLst/>
              <a:cxnLst/>
              <a:rect l="l" t="t" r="r" b="b"/>
              <a:pathLst>
                <a:path w="549" h="580" extrusionOk="0">
                  <a:moveTo>
                    <a:pt x="108" y="1"/>
                  </a:moveTo>
                  <a:lnTo>
                    <a:pt x="1" y="120"/>
                  </a:lnTo>
                  <a:cubicBezTo>
                    <a:pt x="154" y="257"/>
                    <a:pt x="295" y="410"/>
                    <a:pt x="418" y="579"/>
                  </a:cubicBezTo>
                  <a:lnTo>
                    <a:pt x="548" y="479"/>
                  </a:lnTo>
                  <a:cubicBezTo>
                    <a:pt x="415" y="307"/>
                    <a:pt x="269" y="146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05" name="Google Shape;10005;p72"/>
            <p:cNvSpPr/>
            <p:nvPr/>
          </p:nvSpPr>
          <p:spPr>
            <a:xfrm>
              <a:off x="9987647" y="2811104"/>
              <a:ext cx="62631" cy="40976"/>
            </a:xfrm>
            <a:custGeom>
              <a:avLst/>
              <a:gdLst/>
              <a:ahLst/>
              <a:cxnLst/>
              <a:rect l="l" t="t" r="r" b="b"/>
              <a:pathLst>
                <a:path w="645" h="422" extrusionOk="0">
                  <a:moveTo>
                    <a:pt x="57" y="0"/>
                  </a:moveTo>
                  <a:lnTo>
                    <a:pt x="0" y="150"/>
                  </a:lnTo>
                  <a:cubicBezTo>
                    <a:pt x="195" y="223"/>
                    <a:pt x="383" y="315"/>
                    <a:pt x="559" y="421"/>
                  </a:cubicBezTo>
                  <a:lnTo>
                    <a:pt x="644" y="288"/>
                  </a:lnTo>
                  <a:cubicBezTo>
                    <a:pt x="456" y="173"/>
                    <a:pt x="261" y="77"/>
                    <a:pt x="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06" name="Google Shape;10006;p72"/>
            <p:cNvSpPr/>
            <p:nvPr/>
          </p:nvSpPr>
          <p:spPr>
            <a:xfrm>
              <a:off x="9868894" y="2789451"/>
              <a:ext cx="63408" cy="20197"/>
            </a:xfrm>
            <a:custGeom>
              <a:avLst/>
              <a:gdLst/>
              <a:ahLst/>
              <a:cxnLst/>
              <a:rect l="l" t="t" r="r" b="b"/>
              <a:pathLst>
                <a:path w="653" h="208" extrusionOk="0">
                  <a:moveTo>
                    <a:pt x="0" y="1"/>
                  </a:moveTo>
                  <a:lnTo>
                    <a:pt x="0" y="162"/>
                  </a:lnTo>
                  <a:lnTo>
                    <a:pt x="58" y="162"/>
                  </a:lnTo>
                  <a:cubicBezTo>
                    <a:pt x="246" y="162"/>
                    <a:pt x="437" y="177"/>
                    <a:pt x="621" y="208"/>
                  </a:cubicBezTo>
                  <a:lnTo>
                    <a:pt x="652" y="51"/>
                  </a:lnTo>
                  <a:cubicBezTo>
                    <a:pt x="456" y="20"/>
                    <a:pt x="258" y="1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07" name="Google Shape;10007;p72"/>
            <p:cNvSpPr/>
            <p:nvPr/>
          </p:nvSpPr>
          <p:spPr>
            <a:xfrm>
              <a:off x="9744994" y="2789451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08" name="Google Shape;10008;p72"/>
            <p:cNvSpPr/>
            <p:nvPr/>
          </p:nvSpPr>
          <p:spPr>
            <a:xfrm>
              <a:off x="9621095" y="2789451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09" name="Google Shape;10009;p72"/>
            <p:cNvSpPr/>
            <p:nvPr/>
          </p:nvSpPr>
          <p:spPr>
            <a:xfrm>
              <a:off x="9497196" y="2789451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10" name="Google Shape;10010;p72"/>
            <p:cNvSpPr/>
            <p:nvPr/>
          </p:nvSpPr>
          <p:spPr>
            <a:xfrm>
              <a:off x="9373296" y="2789451"/>
              <a:ext cx="61854" cy="1573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11" name="Google Shape;10011;p72"/>
            <p:cNvSpPr/>
            <p:nvPr/>
          </p:nvSpPr>
          <p:spPr>
            <a:xfrm>
              <a:off x="9249397" y="2789451"/>
              <a:ext cx="61854" cy="1573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12" name="Google Shape;10012;p72"/>
            <p:cNvSpPr/>
            <p:nvPr/>
          </p:nvSpPr>
          <p:spPr>
            <a:xfrm>
              <a:off x="9125497" y="2789451"/>
              <a:ext cx="61854" cy="1573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13" name="Google Shape;10013;p72"/>
            <p:cNvSpPr/>
            <p:nvPr/>
          </p:nvSpPr>
          <p:spPr>
            <a:xfrm>
              <a:off x="9001598" y="2789451"/>
              <a:ext cx="61854" cy="1573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14" name="Google Shape;10014;p72"/>
            <p:cNvSpPr/>
            <p:nvPr/>
          </p:nvSpPr>
          <p:spPr>
            <a:xfrm>
              <a:off x="8877601" y="2789451"/>
              <a:ext cx="61951" cy="15730"/>
            </a:xfrm>
            <a:custGeom>
              <a:avLst/>
              <a:gdLst/>
              <a:ahLst/>
              <a:cxnLst/>
              <a:rect l="l" t="t" r="r" b="b"/>
              <a:pathLst>
                <a:path w="638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15" name="Google Shape;10015;p72"/>
            <p:cNvSpPr/>
            <p:nvPr/>
          </p:nvSpPr>
          <p:spPr>
            <a:xfrm>
              <a:off x="8753799" y="2789451"/>
              <a:ext cx="61854" cy="1573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16" name="Google Shape;10016;p72"/>
            <p:cNvSpPr/>
            <p:nvPr/>
          </p:nvSpPr>
          <p:spPr>
            <a:xfrm>
              <a:off x="8629511" y="2789451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17" name="Google Shape;10017;p72"/>
            <p:cNvSpPr/>
            <p:nvPr/>
          </p:nvSpPr>
          <p:spPr>
            <a:xfrm>
              <a:off x="8505223" y="2773818"/>
              <a:ext cx="63699" cy="28742"/>
            </a:xfrm>
            <a:custGeom>
              <a:avLst/>
              <a:gdLst/>
              <a:ahLst/>
              <a:cxnLst/>
              <a:rect l="l" t="t" r="r" b="b"/>
              <a:pathLst>
                <a:path w="656" h="296" extrusionOk="0">
                  <a:moveTo>
                    <a:pt x="47" y="1"/>
                  </a:moveTo>
                  <a:lnTo>
                    <a:pt x="1" y="154"/>
                  </a:lnTo>
                  <a:cubicBezTo>
                    <a:pt x="203" y="220"/>
                    <a:pt x="419" y="269"/>
                    <a:pt x="636" y="296"/>
                  </a:cubicBezTo>
                  <a:lnTo>
                    <a:pt x="656" y="135"/>
                  </a:lnTo>
                  <a:cubicBezTo>
                    <a:pt x="449" y="112"/>
                    <a:pt x="246" y="66"/>
                    <a:pt x="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18" name="Google Shape;10018;p72"/>
            <p:cNvSpPr/>
            <p:nvPr/>
          </p:nvSpPr>
          <p:spPr>
            <a:xfrm>
              <a:off x="8394724" y="2716238"/>
              <a:ext cx="59621" cy="47288"/>
            </a:xfrm>
            <a:custGeom>
              <a:avLst/>
              <a:gdLst/>
              <a:ahLst/>
              <a:cxnLst/>
              <a:rect l="l" t="t" r="r" b="b"/>
              <a:pathLst>
                <a:path w="614" h="487" extrusionOk="0">
                  <a:moveTo>
                    <a:pt x="100" y="0"/>
                  </a:moveTo>
                  <a:lnTo>
                    <a:pt x="0" y="123"/>
                  </a:lnTo>
                  <a:cubicBezTo>
                    <a:pt x="165" y="261"/>
                    <a:pt x="349" y="383"/>
                    <a:pt x="537" y="487"/>
                  </a:cubicBezTo>
                  <a:lnTo>
                    <a:pt x="614" y="349"/>
                  </a:lnTo>
                  <a:cubicBezTo>
                    <a:pt x="434" y="249"/>
                    <a:pt x="261" y="130"/>
                    <a:pt x="1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19" name="Google Shape;10019;p72"/>
            <p:cNvSpPr/>
            <p:nvPr/>
          </p:nvSpPr>
          <p:spPr>
            <a:xfrm>
              <a:off x="8314034" y="2623509"/>
              <a:ext cx="47677" cy="59717"/>
            </a:xfrm>
            <a:custGeom>
              <a:avLst/>
              <a:gdLst/>
              <a:ahLst/>
              <a:cxnLst/>
              <a:rect l="l" t="t" r="r" b="b"/>
              <a:pathLst>
                <a:path w="491" h="615" extrusionOk="0">
                  <a:moveTo>
                    <a:pt x="142" y="1"/>
                  </a:moveTo>
                  <a:lnTo>
                    <a:pt x="0" y="77"/>
                  </a:lnTo>
                  <a:cubicBezTo>
                    <a:pt x="108" y="266"/>
                    <a:pt x="230" y="450"/>
                    <a:pt x="368" y="614"/>
                  </a:cubicBezTo>
                  <a:lnTo>
                    <a:pt x="490" y="514"/>
                  </a:lnTo>
                  <a:cubicBezTo>
                    <a:pt x="361" y="353"/>
                    <a:pt x="241" y="181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20" name="Google Shape;10020;p72"/>
            <p:cNvSpPr/>
            <p:nvPr/>
          </p:nvSpPr>
          <p:spPr>
            <a:xfrm>
              <a:off x="8274903" y="2509321"/>
              <a:ext cx="28742" cy="63698"/>
            </a:xfrm>
            <a:custGeom>
              <a:avLst/>
              <a:gdLst/>
              <a:ahLst/>
              <a:cxnLst/>
              <a:rect l="l" t="t" r="r" b="b"/>
              <a:pathLst>
                <a:path w="296" h="656" extrusionOk="0">
                  <a:moveTo>
                    <a:pt x="158" y="1"/>
                  </a:moveTo>
                  <a:lnTo>
                    <a:pt x="0" y="20"/>
                  </a:lnTo>
                  <a:cubicBezTo>
                    <a:pt x="28" y="234"/>
                    <a:pt x="78" y="449"/>
                    <a:pt x="143" y="655"/>
                  </a:cubicBezTo>
                  <a:lnTo>
                    <a:pt x="295" y="606"/>
                  </a:lnTo>
                  <a:cubicBezTo>
                    <a:pt x="230" y="411"/>
                    <a:pt x="184" y="204"/>
                    <a:pt x="1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21" name="Google Shape;10021;p72"/>
            <p:cNvSpPr/>
            <p:nvPr/>
          </p:nvSpPr>
          <p:spPr>
            <a:xfrm>
              <a:off x="8272669" y="2385422"/>
              <a:ext cx="25052" cy="63406"/>
            </a:xfrm>
            <a:custGeom>
              <a:avLst/>
              <a:gdLst/>
              <a:ahLst/>
              <a:cxnLst/>
              <a:rect l="l" t="t" r="r" b="b"/>
              <a:pathLst>
                <a:path w="258" h="653" extrusionOk="0">
                  <a:moveTo>
                    <a:pt x="101" y="0"/>
                  </a:moveTo>
                  <a:cubicBezTo>
                    <a:pt x="46" y="212"/>
                    <a:pt x="16" y="426"/>
                    <a:pt x="0" y="644"/>
                  </a:cubicBezTo>
                  <a:lnTo>
                    <a:pt x="161" y="652"/>
                  </a:lnTo>
                  <a:cubicBezTo>
                    <a:pt x="173" y="445"/>
                    <a:pt x="204" y="238"/>
                    <a:pt x="258" y="39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22" name="Google Shape;10022;p72"/>
            <p:cNvSpPr/>
            <p:nvPr/>
          </p:nvSpPr>
          <p:spPr>
            <a:xfrm>
              <a:off x="8303547" y="2271137"/>
              <a:ext cx="44764" cy="61173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1"/>
                  </a:moveTo>
                  <a:cubicBezTo>
                    <a:pt x="204" y="177"/>
                    <a:pt x="92" y="365"/>
                    <a:pt x="0" y="561"/>
                  </a:cubicBezTo>
                  <a:lnTo>
                    <a:pt x="147" y="630"/>
                  </a:lnTo>
                  <a:cubicBezTo>
                    <a:pt x="234" y="441"/>
                    <a:pt x="342" y="262"/>
                    <a:pt x="460" y="93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23" name="Google Shape;10023;p72"/>
            <p:cNvSpPr/>
            <p:nvPr/>
          </p:nvSpPr>
          <p:spPr>
            <a:xfrm>
              <a:off x="8377537" y="2184427"/>
              <a:ext cx="58164" cy="50395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5" y="1"/>
                  </a:moveTo>
                  <a:cubicBezTo>
                    <a:pt x="331" y="116"/>
                    <a:pt x="158" y="254"/>
                    <a:pt x="1" y="404"/>
                  </a:cubicBezTo>
                  <a:lnTo>
                    <a:pt x="108" y="519"/>
                  </a:lnTo>
                  <a:cubicBezTo>
                    <a:pt x="262" y="377"/>
                    <a:pt x="427" y="246"/>
                    <a:pt x="599" y="135"/>
                  </a:cubicBezTo>
                  <a:lnTo>
                    <a:pt x="5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24" name="Google Shape;10024;p72"/>
            <p:cNvSpPr/>
            <p:nvPr/>
          </p:nvSpPr>
          <p:spPr>
            <a:xfrm>
              <a:off x="8483667" y="2137237"/>
              <a:ext cx="63699" cy="32528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0"/>
                  </a:moveTo>
                  <a:cubicBezTo>
                    <a:pt x="411" y="43"/>
                    <a:pt x="200" y="108"/>
                    <a:pt x="0" y="188"/>
                  </a:cubicBezTo>
                  <a:lnTo>
                    <a:pt x="57" y="334"/>
                  </a:lnTo>
                  <a:cubicBezTo>
                    <a:pt x="253" y="257"/>
                    <a:pt x="453" y="200"/>
                    <a:pt x="655" y="158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25" name="Google Shape;10025;p72"/>
            <p:cNvSpPr/>
            <p:nvPr/>
          </p:nvSpPr>
          <p:spPr>
            <a:xfrm>
              <a:off x="9846561" y="2129469"/>
              <a:ext cx="63020" cy="17575"/>
            </a:xfrm>
            <a:custGeom>
              <a:avLst/>
              <a:gdLst/>
              <a:ahLst/>
              <a:cxnLst/>
              <a:rect l="l" t="t" r="r" b="b"/>
              <a:pathLst>
                <a:path w="649" h="181" extrusionOk="0">
                  <a:moveTo>
                    <a:pt x="629" y="0"/>
                  </a:moveTo>
                  <a:cubicBezTo>
                    <a:pt x="518" y="11"/>
                    <a:pt x="403" y="20"/>
                    <a:pt x="288" y="20"/>
                  </a:cubicBezTo>
                  <a:lnTo>
                    <a:pt x="0" y="20"/>
                  </a:lnTo>
                  <a:lnTo>
                    <a:pt x="0" y="181"/>
                  </a:lnTo>
                  <a:lnTo>
                    <a:pt x="288" y="181"/>
                  </a:lnTo>
                  <a:cubicBezTo>
                    <a:pt x="407" y="181"/>
                    <a:pt x="529" y="172"/>
                    <a:pt x="649" y="161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26" name="Google Shape;10026;p72"/>
            <p:cNvSpPr/>
            <p:nvPr/>
          </p:nvSpPr>
          <p:spPr>
            <a:xfrm>
              <a:off x="9722662" y="2131314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27" name="Google Shape;10027;p72"/>
            <p:cNvSpPr/>
            <p:nvPr/>
          </p:nvSpPr>
          <p:spPr>
            <a:xfrm>
              <a:off x="9598762" y="2131314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28" name="Google Shape;10028;p72"/>
            <p:cNvSpPr/>
            <p:nvPr/>
          </p:nvSpPr>
          <p:spPr>
            <a:xfrm>
              <a:off x="9474863" y="2131314"/>
              <a:ext cx="62243" cy="15730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29" name="Google Shape;10029;p72"/>
            <p:cNvSpPr/>
            <p:nvPr/>
          </p:nvSpPr>
          <p:spPr>
            <a:xfrm>
              <a:off x="9350963" y="2131314"/>
              <a:ext cx="61854" cy="15730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30" name="Google Shape;10030;p72"/>
            <p:cNvSpPr/>
            <p:nvPr/>
          </p:nvSpPr>
          <p:spPr>
            <a:xfrm>
              <a:off x="9227064" y="2131314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31" name="Google Shape;10031;p72"/>
            <p:cNvSpPr/>
            <p:nvPr/>
          </p:nvSpPr>
          <p:spPr>
            <a:xfrm>
              <a:off x="9103164" y="2131314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32" name="Google Shape;10032;p72"/>
            <p:cNvSpPr/>
            <p:nvPr/>
          </p:nvSpPr>
          <p:spPr>
            <a:xfrm>
              <a:off x="8979265" y="2131314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33" name="Google Shape;10033;p72"/>
            <p:cNvSpPr/>
            <p:nvPr/>
          </p:nvSpPr>
          <p:spPr>
            <a:xfrm>
              <a:off x="8855366" y="2131314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34" name="Google Shape;10034;p72"/>
            <p:cNvSpPr/>
            <p:nvPr/>
          </p:nvSpPr>
          <p:spPr>
            <a:xfrm>
              <a:off x="8731466" y="2131314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35" name="Google Shape;10035;p72"/>
            <p:cNvSpPr/>
            <p:nvPr/>
          </p:nvSpPr>
          <p:spPr>
            <a:xfrm>
              <a:off x="8607178" y="2131314"/>
              <a:ext cx="62243" cy="15342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1"/>
                  </a:moveTo>
                  <a:lnTo>
                    <a:pt x="4" y="157"/>
                  </a:lnTo>
                  <a:lnTo>
                    <a:pt x="640" y="15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36" name="Google Shape;10036;p72"/>
            <p:cNvSpPr/>
            <p:nvPr/>
          </p:nvSpPr>
          <p:spPr>
            <a:xfrm>
              <a:off x="9967062" y="2094805"/>
              <a:ext cx="63117" cy="37675"/>
            </a:xfrm>
            <a:custGeom>
              <a:avLst/>
              <a:gdLst/>
              <a:ahLst/>
              <a:cxnLst/>
              <a:rect l="l" t="t" r="r" b="b"/>
              <a:pathLst>
                <a:path w="650" h="388" extrusionOk="0">
                  <a:moveTo>
                    <a:pt x="576" y="1"/>
                  </a:moveTo>
                  <a:cubicBezTo>
                    <a:pt x="392" y="96"/>
                    <a:pt x="197" y="177"/>
                    <a:pt x="1" y="239"/>
                  </a:cubicBezTo>
                  <a:lnTo>
                    <a:pt x="47" y="388"/>
                  </a:lnTo>
                  <a:cubicBezTo>
                    <a:pt x="254" y="326"/>
                    <a:pt x="457" y="246"/>
                    <a:pt x="649" y="142"/>
                  </a:cubicBezTo>
                  <a:lnTo>
                    <a:pt x="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37" name="Google Shape;10037;p72"/>
            <p:cNvSpPr/>
            <p:nvPr/>
          </p:nvSpPr>
          <p:spPr>
            <a:xfrm>
              <a:off x="10073483" y="2020427"/>
              <a:ext cx="55640" cy="53988"/>
            </a:xfrm>
            <a:custGeom>
              <a:avLst/>
              <a:gdLst/>
              <a:ahLst/>
              <a:cxnLst/>
              <a:rect l="l" t="t" r="r" b="b"/>
              <a:pathLst>
                <a:path w="573" h="556" extrusionOk="0">
                  <a:moveTo>
                    <a:pt x="453" y="1"/>
                  </a:moveTo>
                  <a:cubicBezTo>
                    <a:pt x="316" y="158"/>
                    <a:pt x="166" y="299"/>
                    <a:pt x="1" y="430"/>
                  </a:cubicBezTo>
                  <a:lnTo>
                    <a:pt x="100" y="556"/>
                  </a:lnTo>
                  <a:cubicBezTo>
                    <a:pt x="270" y="418"/>
                    <a:pt x="430" y="269"/>
                    <a:pt x="572" y="104"/>
                  </a:cubicBezTo>
                  <a:lnTo>
                    <a:pt x="4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38" name="Google Shape;10038;p72"/>
            <p:cNvSpPr/>
            <p:nvPr/>
          </p:nvSpPr>
          <p:spPr>
            <a:xfrm>
              <a:off x="10152426" y="1916240"/>
              <a:ext cx="39909" cy="62921"/>
            </a:xfrm>
            <a:custGeom>
              <a:avLst/>
              <a:gdLst/>
              <a:ahLst/>
              <a:cxnLst/>
              <a:rect l="l" t="t" r="r" b="b"/>
              <a:pathLst>
                <a:path w="411" h="648" extrusionOk="0">
                  <a:moveTo>
                    <a:pt x="261" y="0"/>
                  </a:moveTo>
                  <a:cubicBezTo>
                    <a:pt x="192" y="196"/>
                    <a:pt x="104" y="387"/>
                    <a:pt x="0" y="568"/>
                  </a:cubicBezTo>
                  <a:lnTo>
                    <a:pt x="138" y="648"/>
                  </a:lnTo>
                  <a:cubicBezTo>
                    <a:pt x="249" y="460"/>
                    <a:pt x="341" y="261"/>
                    <a:pt x="410" y="55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39" name="Google Shape;10039;p72"/>
            <p:cNvSpPr/>
            <p:nvPr/>
          </p:nvSpPr>
          <p:spPr>
            <a:xfrm>
              <a:off x="10192236" y="1809820"/>
              <a:ext cx="19129" cy="63406"/>
            </a:xfrm>
            <a:custGeom>
              <a:avLst/>
              <a:gdLst/>
              <a:ahLst/>
              <a:cxnLst/>
              <a:rect l="l" t="t" r="r" b="b"/>
              <a:pathLst>
                <a:path w="197" h="653" extrusionOk="0">
                  <a:moveTo>
                    <a:pt x="196" y="1"/>
                  </a:moveTo>
                  <a:lnTo>
                    <a:pt x="35" y="8"/>
                  </a:lnTo>
                  <a:cubicBezTo>
                    <a:pt x="35" y="51"/>
                    <a:pt x="39" y="93"/>
                    <a:pt x="39" y="134"/>
                  </a:cubicBezTo>
                  <a:cubicBezTo>
                    <a:pt x="39" y="300"/>
                    <a:pt x="23" y="464"/>
                    <a:pt x="0" y="629"/>
                  </a:cubicBezTo>
                  <a:lnTo>
                    <a:pt x="157" y="652"/>
                  </a:lnTo>
                  <a:cubicBezTo>
                    <a:pt x="184" y="484"/>
                    <a:pt x="196" y="307"/>
                    <a:pt x="196" y="134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40" name="Google Shape;10040;p72"/>
            <p:cNvSpPr/>
            <p:nvPr/>
          </p:nvSpPr>
          <p:spPr>
            <a:xfrm>
              <a:off x="10203403" y="1659510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0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41" name="Google Shape;10041;p72"/>
            <p:cNvSpPr/>
            <p:nvPr/>
          </p:nvSpPr>
          <p:spPr>
            <a:xfrm>
              <a:off x="10203403" y="1535612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1"/>
                  </a:moveTo>
                  <a:lnTo>
                    <a:pt x="0" y="641"/>
                  </a:lnTo>
                  <a:lnTo>
                    <a:pt x="161" y="6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42" name="Google Shape;10042;p72"/>
            <p:cNvSpPr/>
            <p:nvPr/>
          </p:nvSpPr>
          <p:spPr>
            <a:xfrm>
              <a:off x="10203403" y="1411714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43" name="Google Shape;10043;p72"/>
            <p:cNvSpPr/>
            <p:nvPr/>
          </p:nvSpPr>
          <p:spPr>
            <a:xfrm>
              <a:off x="10203403" y="1287816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1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44" name="Google Shape;10044;p72"/>
            <p:cNvSpPr/>
            <p:nvPr/>
          </p:nvSpPr>
          <p:spPr>
            <a:xfrm>
              <a:off x="10203403" y="1163917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45" name="Google Shape;10045;p72"/>
            <p:cNvSpPr/>
            <p:nvPr/>
          </p:nvSpPr>
          <p:spPr>
            <a:xfrm>
              <a:off x="10203403" y="1040019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1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46" name="Google Shape;10046;p72"/>
            <p:cNvSpPr/>
            <p:nvPr/>
          </p:nvSpPr>
          <p:spPr>
            <a:xfrm>
              <a:off x="10203403" y="916121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0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47" name="Google Shape;10047;p72"/>
            <p:cNvSpPr/>
            <p:nvPr/>
          </p:nvSpPr>
          <p:spPr>
            <a:xfrm>
              <a:off x="10203403" y="791834"/>
              <a:ext cx="15731" cy="62144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0" y="1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48" name="Google Shape;10048;p72"/>
            <p:cNvSpPr/>
            <p:nvPr/>
          </p:nvSpPr>
          <p:spPr>
            <a:xfrm>
              <a:off x="10203403" y="667936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0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49" name="Google Shape;10049;p72"/>
            <p:cNvSpPr/>
            <p:nvPr/>
          </p:nvSpPr>
          <p:spPr>
            <a:xfrm>
              <a:off x="10203403" y="544038"/>
              <a:ext cx="15731" cy="62144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0" y="1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50" name="Google Shape;10050;p72"/>
            <p:cNvSpPr/>
            <p:nvPr/>
          </p:nvSpPr>
          <p:spPr>
            <a:xfrm>
              <a:off x="10203403" y="420139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0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51" name="Google Shape;10051;p72"/>
            <p:cNvSpPr/>
            <p:nvPr/>
          </p:nvSpPr>
          <p:spPr>
            <a:xfrm>
              <a:off x="10203403" y="296241"/>
              <a:ext cx="15731" cy="62144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0" y="1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52" name="Google Shape;10052;p72"/>
            <p:cNvSpPr/>
            <p:nvPr/>
          </p:nvSpPr>
          <p:spPr>
            <a:xfrm>
              <a:off x="10203403" y="172343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0"/>
                  </a:moveTo>
                  <a:lnTo>
                    <a:pt x="0" y="640"/>
                  </a:lnTo>
                  <a:lnTo>
                    <a:pt x="161" y="640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53" name="Google Shape;10053;p72"/>
            <p:cNvSpPr/>
            <p:nvPr/>
          </p:nvSpPr>
          <p:spPr>
            <a:xfrm>
              <a:off x="10203403" y="11935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1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54" name="Google Shape;10054;p72"/>
            <p:cNvSpPr/>
            <p:nvPr/>
          </p:nvSpPr>
          <p:spPr>
            <a:xfrm>
              <a:off x="10203403" y="-111963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1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55" name="Google Shape;10055;p72"/>
            <p:cNvSpPr/>
            <p:nvPr/>
          </p:nvSpPr>
          <p:spPr>
            <a:xfrm>
              <a:off x="10203403" y="-236250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1"/>
                  </a:moveTo>
                  <a:lnTo>
                    <a:pt x="0" y="641"/>
                  </a:lnTo>
                  <a:lnTo>
                    <a:pt x="161" y="6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56" name="Google Shape;10056;p72"/>
            <p:cNvSpPr/>
            <p:nvPr/>
          </p:nvSpPr>
          <p:spPr>
            <a:xfrm>
              <a:off x="10203403" y="-360051"/>
              <a:ext cx="15731" cy="62144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0" y="0"/>
                  </a:moveTo>
                  <a:lnTo>
                    <a:pt x="0" y="639"/>
                  </a:lnTo>
                  <a:lnTo>
                    <a:pt x="161" y="639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57" name="Google Shape;10057;p72"/>
            <p:cNvSpPr/>
            <p:nvPr/>
          </p:nvSpPr>
          <p:spPr>
            <a:xfrm>
              <a:off x="10203403" y="-484046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1"/>
                  </a:moveTo>
                  <a:lnTo>
                    <a:pt x="0" y="641"/>
                  </a:lnTo>
                  <a:lnTo>
                    <a:pt x="161" y="6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58" name="Google Shape;10058;p72"/>
            <p:cNvSpPr/>
            <p:nvPr/>
          </p:nvSpPr>
          <p:spPr>
            <a:xfrm>
              <a:off x="10203403" y="-607847"/>
              <a:ext cx="15731" cy="62144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0" y="0"/>
                  </a:moveTo>
                  <a:lnTo>
                    <a:pt x="0" y="639"/>
                  </a:lnTo>
                  <a:lnTo>
                    <a:pt x="161" y="639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59" name="Google Shape;10059;p72"/>
            <p:cNvSpPr/>
            <p:nvPr/>
          </p:nvSpPr>
          <p:spPr>
            <a:xfrm>
              <a:off x="10203403" y="-731843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1"/>
                  </a:moveTo>
                  <a:lnTo>
                    <a:pt x="0" y="641"/>
                  </a:lnTo>
                  <a:lnTo>
                    <a:pt x="161" y="6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60" name="Google Shape;10060;p72"/>
            <p:cNvSpPr/>
            <p:nvPr/>
          </p:nvSpPr>
          <p:spPr>
            <a:xfrm>
              <a:off x="10203403" y="-855644"/>
              <a:ext cx="15731" cy="62144"/>
            </a:xfrm>
            <a:custGeom>
              <a:avLst/>
              <a:gdLst/>
              <a:ahLst/>
              <a:cxnLst/>
              <a:rect l="l" t="t" r="r" b="b"/>
              <a:pathLst>
                <a:path w="162" h="640" extrusionOk="0">
                  <a:moveTo>
                    <a:pt x="0" y="0"/>
                  </a:moveTo>
                  <a:lnTo>
                    <a:pt x="0" y="639"/>
                  </a:lnTo>
                  <a:lnTo>
                    <a:pt x="161" y="639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61" name="Google Shape;10061;p72"/>
            <p:cNvSpPr/>
            <p:nvPr/>
          </p:nvSpPr>
          <p:spPr>
            <a:xfrm>
              <a:off x="10203403" y="-979639"/>
              <a:ext cx="15731" cy="62241"/>
            </a:xfrm>
            <a:custGeom>
              <a:avLst/>
              <a:gdLst/>
              <a:ahLst/>
              <a:cxnLst/>
              <a:rect l="l" t="t" r="r" b="b"/>
              <a:pathLst>
                <a:path w="162" h="641" extrusionOk="0">
                  <a:moveTo>
                    <a:pt x="0" y="1"/>
                  </a:moveTo>
                  <a:lnTo>
                    <a:pt x="0" y="641"/>
                  </a:lnTo>
                  <a:lnTo>
                    <a:pt x="161" y="64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62" name="Google Shape;10062;p72"/>
            <p:cNvSpPr/>
            <p:nvPr/>
          </p:nvSpPr>
          <p:spPr>
            <a:xfrm>
              <a:off x="10203403" y="-1103440"/>
              <a:ext cx="15731" cy="61756"/>
            </a:xfrm>
            <a:custGeom>
              <a:avLst/>
              <a:gdLst/>
              <a:ahLst/>
              <a:cxnLst/>
              <a:rect l="l" t="t" r="r" b="b"/>
              <a:pathLst>
                <a:path w="162" h="636" extrusionOk="0">
                  <a:moveTo>
                    <a:pt x="0" y="0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63" name="Google Shape;10063;p72"/>
            <p:cNvSpPr/>
            <p:nvPr/>
          </p:nvSpPr>
          <p:spPr>
            <a:xfrm>
              <a:off x="10203403" y="-1227436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1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64" name="Google Shape;10064;p72"/>
            <p:cNvSpPr/>
            <p:nvPr/>
          </p:nvSpPr>
          <p:spPr>
            <a:xfrm>
              <a:off x="10203403" y="-1351334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1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65" name="Google Shape;10065;p72"/>
            <p:cNvSpPr/>
            <p:nvPr/>
          </p:nvSpPr>
          <p:spPr>
            <a:xfrm>
              <a:off x="10203403" y="-1475232"/>
              <a:ext cx="15731" cy="61853"/>
            </a:xfrm>
            <a:custGeom>
              <a:avLst/>
              <a:gdLst/>
              <a:ahLst/>
              <a:cxnLst/>
              <a:rect l="l" t="t" r="r" b="b"/>
              <a:pathLst>
                <a:path w="162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66" name="Google Shape;10066;p72"/>
            <p:cNvSpPr/>
            <p:nvPr/>
          </p:nvSpPr>
          <p:spPr>
            <a:xfrm>
              <a:off x="10203403" y="-1586896"/>
              <a:ext cx="15731" cy="61950"/>
            </a:xfrm>
            <a:custGeom>
              <a:avLst/>
              <a:gdLst/>
              <a:ahLst/>
              <a:cxnLst/>
              <a:rect l="l" t="t" r="r" b="b"/>
              <a:pathLst>
                <a:path w="162" h="638" extrusionOk="0">
                  <a:moveTo>
                    <a:pt x="0" y="1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67" name="Google Shape;10067;p72"/>
            <p:cNvSpPr/>
            <p:nvPr/>
          </p:nvSpPr>
          <p:spPr>
            <a:xfrm>
              <a:off x="10203403" y="-1710697"/>
              <a:ext cx="15731" cy="61756"/>
            </a:xfrm>
            <a:custGeom>
              <a:avLst/>
              <a:gdLst/>
              <a:ahLst/>
              <a:cxnLst/>
              <a:rect l="l" t="t" r="r" b="b"/>
              <a:pathLst>
                <a:path w="162" h="636" extrusionOk="0">
                  <a:moveTo>
                    <a:pt x="0" y="0"/>
                  </a:moveTo>
                  <a:lnTo>
                    <a:pt x="0" y="636"/>
                  </a:lnTo>
                  <a:lnTo>
                    <a:pt x="161" y="63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68" name="Google Shape;10068;p72"/>
            <p:cNvSpPr/>
            <p:nvPr/>
          </p:nvSpPr>
          <p:spPr>
            <a:xfrm>
              <a:off x="10203403" y="-1834693"/>
              <a:ext cx="15731" cy="61950"/>
            </a:xfrm>
            <a:custGeom>
              <a:avLst/>
              <a:gdLst/>
              <a:ahLst/>
              <a:cxnLst/>
              <a:rect l="l" t="t" r="r" b="b"/>
              <a:pathLst>
                <a:path w="162" h="638" extrusionOk="0">
                  <a:moveTo>
                    <a:pt x="0" y="1"/>
                  </a:moveTo>
                  <a:lnTo>
                    <a:pt x="0" y="637"/>
                  </a:lnTo>
                  <a:lnTo>
                    <a:pt x="161" y="63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69" name="Google Shape;10069;p72"/>
            <p:cNvSpPr/>
            <p:nvPr/>
          </p:nvSpPr>
          <p:spPr>
            <a:xfrm>
              <a:off x="9492049" y="3448073"/>
              <a:ext cx="62146" cy="15342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70" name="Google Shape;10070;p72"/>
            <p:cNvSpPr/>
            <p:nvPr/>
          </p:nvSpPr>
          <p:spPr>
            <a:xfrm>
              <a:off x="9368053" y="3448073"/>
              <a:ext cx="62243" cy="15342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71" name="Google Shape;10071;p72"/>
            <p:cNvSpPr/>
            <p:nvPr/>
          </p:nvSpPr>
          <p:spPr>
            <a:xfrm>
              <a:off x="9244250" y="3448073"/>
              <a:ext cx="62146" cy="15342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72" name="Google Shape;10072;p72"/>
            <p:cNvSpPr/>
            <p:nvPr/>
          </p:nvSpPr>
          <p:spPr>
            <a:xfrm>
              <a:off x="9120254" y="3448073"/>
              <a:ext cx="62243" cy="15342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73" name="Google Shape;10073;p72"/>
            <p:cNvSpPr/>
            <p:nvPr/>
          </p:nvSpPr>
          <p:spPr>
            <a:xfrm>
              <a:off x="8996452" y="3448073"/>
              <a:ext cx="62146" cy="15342"/>
            </a:xfrm>
            <a:custGeom>
              <a:avLst/>
              <a:gdLst/>
              <a:ahLst/>
              <a:cxnLst/>
              <a:rect l="l" t="t" r="r" b="b"/>
              <a:pathLst>
                <a:path w="640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9" y="157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74" name="Google Shape;10074;p72"/>
            <p:cNvSpPr/>
            <p:nvPr/>
          </p:nvSpPr>
          <p:spPr>
            <a:xfrm>
              <a:off x="8872455" y="3448073"/>
              <a:ext cx="61951" cy="15342"/>
            </a:xfrm>
            <a:custGeom>
              <a:avLst/>
              <a:gdLst/>
              <a:ahLst/>
              <a:cxnLst/>
              <a:rect l="l" t="t" r="r" b="b"/>
              <a:pathLst>
                <a:path w="638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75" name="Google Shape;10075;p72"/>
            <p:cNvSpPr/>
            <p:nvPr/>
          </p:nvSpPr>
          <p:spPr>
            <a:xfrm>
              <a:off x="8748653" y="3448073"/>
              <a:ext cx="61757" cy="15342"/>
            </a:xfrm>
            <a:custGeom>
              <a:avLst/>
              <a:gdLst/>
              <a:ahLst/>
              <a:cxnLst/>
              <a:rect l="l" t="t" r="r" b="b"/>
              <a:pathLst>
                <a:path w="636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76" name="Google Shape;10076;p72"/>
            <p:cNvSpPr/>
            <p:nvPr/>
          </p:nvSpPr>
          <p:spPr>
            <a:xfrm>
              <a:off x="8624656" y="3448073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77" name="Google Shape;10077;p72"/>
            <p:cNvSpPr/>
            <p:nvPr/>
          </p:nvSpPr>
          <p:spPr>
            <a:xfrm>
              <a:off x="8500854" y="3448073"/>
              <a:ext cx="61757" cy="15342"/>
            </a:xfrm>
            <a:custGeom>
              <a:avLst/>
              <a:gdLst/>
              <a:ahLst/>
              <a:cxnLst/>
              <a:rect l="l" t="t" r="r" b="b"/>
              <a:pathLst>
                <a:path w="636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5" y="157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78" name="Google Shape;10078;p72"/>
            <p:cNvSpPr/>
            <p:nvPr/>
          </p:nvSpPr>
          <p:spPr>
            <a:xfrm>
              <a:off x="8376857" y="3448073"/>
              <a:ext cx="61854" cy="15342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79" name="Google Shape;10079;p72"/>
            <p:cNvSpPr/>
            <p:nvPr/>
          </p:nvSpPr>
          <p:spPr>
            <a:xfrm>
              <a:off x="8252570" y="3448073"/>
              <a:ext cx="62243" cy="15342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80" name="Google Shape;10080;p72"/>
            <p:cNvSpPr/>
            <p:nvPr/>
          </p:nvSpPr>
          <p:spPr>
            <a:xfrm>
              <a:off x="8168481" y="3448073"/>
              <a:ext cx="22431" cy="15342"/>
            </a:xfrm>
            <a:custGeom>
              <a:avLst/>
              <a:gdLst/>
              <a:ahLst/>
              <a:cxnLst/>
              <a:rect l="l" t="t" r="r" b="b"/>
              <a:pathLst>
                <a:path w="23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231" y="157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10081" name="Google Shape;10081;p72"/>
          <p:cNvGrpSpPr/>
          <p:nvPr/>
        </p:nvGrpSpPr>
        <p:grpSpPr>
          <a:xfrm flipH="1">
            <a:off x="604768" y="4401795"/>
            <a:ext cx="1475976" cy="662498"/>
            <a:chOff x="6706693" y="1706442"/>
            <a:chExt cx="821767" cy="368854"/>
          </a:xfrm>
        </p:grpSpPr>
        <p:sp>
          <p:nvSpPr>
            <p:cNvPr id="10082" name="Google Shape;10082;p72"/>
            <p:cNvSpPr/>
            <p:nvPr/>
          </p:nvSpPr>
          <p:spPr>
            <a:xfrm>
              <a:off x="7136577" y="1706442"/>
              <a:ext cx="56500" cy="45564"/>
            </a:xfrm>
            <a:custGeom>
              <a:avLst/>
              <a:gdLst/>
              <a:ahLst/>
              <a:cxnLst/>
              <a:rect l="l" t="t" r="r" b="b"/>
              <a:pathLst>
                <a:path w="1173" h="946" extrusionOk="0">
                  <a:moveTo>
                    <a:pt x="590" y="1"/>
                  </a:moveTo>
                  <a:cubicBezTo>
                    <a:pt x="459" y="1"/>
                    <a:pt x="360" y="15"/>
                    <a:pt x="360" y="15"/>
                  </a:cubicBezTo>
                  <a:lnTo>
                    <a:pt x="0" y="945"/>
                  </a:lnTo>
                  <a:lnTo>
                    <a:pt x="1173" y="945"/>
                  </a:lnTo>
                  <a:lnTo>
                    <a:pt x="801" y="15"/>
                  </a:lnTo>
                  <a:cubicBezTo>
                    <a:pt x="728" y="4"/>
                    <a:pt x="655" y="1"/>
                    <a:pt x="5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83" name="Google Shape;10083;p72"/>
            <p:cNvSpPr/>
            <p:nvPr/>
          </p:nvSpPr>
          <p:spPr>
            <a:xfrm>
              <a:off x="7130605" y="1747865"/>
              <a:ext cx="68398" cy="8044"/>
            </a:xfrm>
            <a:custGeom>
              <a:avLst/>
              <a:gdLst/>
              <a:ahLst/>
              <a:cxnLst/>
              <a:rect l="l" t="t" r="r" b="b"/>
              <a:pathLst>
                <a:path w="1420" h="167" extrusionOk="0">
                  <a:moveTo>
                    <a:pt x="1323" y="1"/>
                  </a:moveTo>
                  <a:cubicBezTo>
                    <a:pt x="913" y="5"/>
                    <a:pt x="507" y="13"/>
                    <a:pt x="98" y="16"/>
                  </a:cubicBezTo>
                  <a:cubicBezTo>
                    <a:pt x="1" y="20"/>
                    <a:pt x="1" y="166"/>
                    <a:pt x="98" y="166"/>
                  </a:cubicBezTo>
                  <a:cubicBezTo>
                    <a:pt x="507" y="162"/>
                    <a:pt x="913" y="154"/>
                    <a:pt x="1323" y="151"/>
                  </a:cubicBezTo>
                  <a:cubicBezTo>
                    <a:pt x="1419" y="147"/>
                    <a:pt x="1419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084" name="Google Shape;10084;p72"/>
            <p:cNvSpPr/>
            <p:nvPr/>
          </p:nvSpPr>
          <p:spPr>
            <a:xfrm>
              <a:off x="6709741" y="1751863"/>
              <a:ext cx="815668" cy="270350"/>
            </a:xfrm>
            <a:custGeom>
              <a:avLst/>
              <a:gdLst/>
              <a:ahLst/>
              <a:cxnLst/>
              <a:rect l="l" t="t" r="r" b="b"/>
              <a:pathLst>
                <a:path w="16934" h="5613" extrusionOk="0">
                  <a:moveTo>
                    <a:pt x="9780" y="1"/>
                  </a:moveTo>
                  <a:cubicBezTo>
                    <a:pt x="8530" y="1"/>
                    <a:pt x="7103" y="57"/>
                    <a:pt x="5733" y="240"/>
                  </a:cubicBezTo>
                  <a:lnTo>
                    <a:pt x="3821" y="2608"/>
                  </a:lnTo>
                  <a:cubicBezTo>
                    <a:pt x="3821" y="2608"/>
                    <a:pt x="1031" y="3198"/>
                    <a:pt x="759" y="3294"/>
                  </a:cubicBezTo>
                  <a:cubicBezTo>
                    <a:pt x="488" y="3386"/>
                    <a:pt x="0" y="4314"/>
                    <a:pt x="330" y="5612"/>
                  </a:cubicBezTo>
                  <a:lnTo>
                    <a:pt x="16708" y="5612"/>
                  </a:lnTo>
                  <a:cubicBezTo>
                    <a:pt x="16708" y="5612"/>
                    <a:pt x="16934" y="4164"/>
                    <a:pt x="16573" y="3045"/>
                  </a:cubicBezTo>
                  <a:lnTo>
                    <a:pt x="15072" y="2597"/>
                  </a:lnTo>
                  <a:cubicBezTo>
                    <a:pt x="15072" y="2597"/>
                    <a:pt x="14159" y="722"/>
                    <a:pt x="13458" y="160"/>
                  </a:cubicBezTo>
                  <a:cubicBezTo>
                    <a:pt x="13458" y="160"/>
                    <a:pt x="11867" y="1"/>
                    <a:pt x="9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10085" name="Google Shape;10085;p72"/>
            <p:cNvGrpSpPr/>
            <p:nvPr/>
          </p:nvGrpSpPr>
          <p:grpSpPr>
            <a:xfrm>
              <a:off x="6867617" y="1903827"/>
              <a:ext cx="604343" cy="15220"/>
              <a:chOff x="6867617" y="1903827"/>
              <a:chExt cx="604343" cy="15220"/>
            </a:xfrm>
          </p:grpSpPr>
          <p:sp>
            <p:nvSpPr>
              <p:cNvPr id="10086" name="Google Shape;10086;p72"/>
              <p:cNvSpPr/>
              <p:nvPr/>
            </p:nvSpPr>
            <p:spPr>
              <a:xfrm>
                <a:off x="746434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87" name="Google Shape;10087;p72"/>
              <p:cNvSpPr/>
              <p:nvPr/>
            </p:nvSpPr>
            <p:spPr>
              <a:xfrm>
                <a:off x="745678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88" name="Google Shape;10088;p72"/>
              <p:cNvSpPr/>
              <p:nvPr/>
            </p:nvSpPr>
            <p:spPr>
              <a:xfrm>
                <a:off x="7449225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89" name="Google Shape;10089;p72"/>
              <p:cNvSpPr/>
              <p:nvPr/>
            </p:nvSpPr>
            <p:spPr>
              <a:xfrm>
                <a:off x="744161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90" name="Google Shape;10090;p72"/>
              <p:cNvSpPr/>
              <p:nvPr/>
            </p:nvSpPr>
            <p:spPr>
              <a:xfrm>
                <a:off x="743405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91" name="Google Shape;10091;p72"/>
              <p:cNvSpPr/>
              <p:nvPr/>
            </p:nvSpPr>
            <p:spPr>
              <a:xfrm>
                <a:off x="742653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92" name="Google Shape;10092;p72"/>
              <p:cNvSpPr/>
              <p:nvPr/>
            </p:nvSpPr>
            <p:spPr>
              <a:xfrm>
                <a:off x="741897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93" name="Google Shape;10093;p72"/>
              <p:cNvSpPr/>
              <p:nvPr/>
            </p:nvSpPr>
            <p:spPr>
              <a:xfrm>
                <a:off x="7411366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94" name="Google Shape;10094;p72"/>
              <p:cNvSpPr/>
              <p:nvPr/>
            </p:nvSpPr>
            <p:spPr>
              <a:xfrm>
                <a:off x="740380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95" name="Google Shape;10095;p72"/>
              <p:cNvSpPr/>
              <p:nvPr/>
            </p:nvSpPr>
            <p:spPr>
              <a:xfrm>
                <a:off x="73962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96" name="Google Shape;10096;p72"/>
              <p:cNvSpPr/>
              <p:nvPr/>
            </p:nvSpPr>
            <p:spPr>
              <a:xfrm>
                <a:off x="7388632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97" name="Google Shape;10097;p72"/>
              <p:cNvSpPr/>
              <p:nvPr/>
            </p:nvSpPr>
            <p:spPr>
              <a:xfrm>
                <a:off x="7381118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98" name="Google Shape;10098;p72"/>
              <p:cNvSpPr/>
              <p:nvPr/>
            </p:nvSpPr>
            <p:spPr>
              <a:xfrm>
                <a:off x="7373748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099" name="Google Shape;10099;p72"/>
              <p:cNvSpPr/>
              <p:nvPr/>
            </p:nvSpPr>
            <p:spPr>
              <a:xfrm>
                <a:off x="7366138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00" name="Google Shape;10100;p72"/>
              <p:cNvSpPr/>
              <p:nvPr/>
            </p:nvSpPr>
            <p:spPr>
              <a:xfrm>
                <a:off x="735857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01" name="Google Shape;10101;p72"/>
              <p:cNvSpPr/>
              <p:nvPr/>
            </p:nvSpPr>
            <p:spPr>
              <a:xfrm>
                <a:off x="7351014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02" name="Google Shape;10102;p72"/>
              <p:cNvSpPr/>
              <p:nvPr/>
            </p:nvSpPr>
            <p:spPr>
              <a:xfrm>
                <a:off x="73434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03" name="Google Shape;10103;p72"/>
              <p:cNvSpPr/>
              <p:nvPr/>
            </p:nvSpPr>
            <p:spPr>
              <a:xfrm>
                <a:off x="73358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04" name="Google Shape;10104;p72"/>
              <p:cNvSpPr/>
              <p:nvPr/>
            </p:nvSpPr>
            <p:spPr>
              <a:xfrm>
                <a:off x="73283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05" name="Google Shape;10105;p72"/>
              <p:cNvSpPr/>
              <p:nvPr/>
            </p:nvSpPr>
            <p:spPr>
              <a:xfrm>
                <a:off x="732076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06" name="Google Shape;10106;p72"/>
              <p:cNvSpPr/>
              <p:nvPr/>
            </p:nvSpPr>
            <p:spPr>
              <a:xfrm>
                <a:off x="7313155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07" name="Google Shape;10107;p72"/>
              <p:cNvSpPr/>
              <p:nvPr/>
            </p:nvSpPr>
            <p:spPr>
              <a:xfrm>
                <a:off x="730559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08" name="Google Shape;10108;p72"/>
              <p:cNvSpPr/>
              <p:nvPr/>
            </p:nvSpPr>
            <p:spPr>
              <a:xfrm>
                <a:off x="7298079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09" name="Google Shape;10109;p72"/>
              <p:cNvSpPr/>
              <p:nvPr/>
            </p:nvSpPr>
            <p:spPr>
              <a:xfrm>
                <a:off x="729051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10" name="Google Shape;10110;p72"/>
              <p:cNvSpPr/>
              <p:nvPr/>
            </p:nvSpPr>
            <p:spPr>
              <a:xfrm>
                <a:off x="7283099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11" name="Google Shape;10111;p72"/>
              <p:cNvSpPr/>
              <p:nvPr/>
            </p:nvSpPr>
            <p:spPr>
              <a:xfrm>
                <a:off x="7275537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12" name="Google Shape;10112;p72"/>
              <p:cNvSpPr/>
              <p:nvPr/>
            </p:nvSpPr>
            <p:spPr>
              <a:xfrm>
                <a:off x="7267927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13" name="Google Shape;10113;p72"/>
              <p:cNvSpPr/>
              <p:nvPr/>
            </p:nvSpPr>
            <p:spPr>
              <a:xfrm>
                <a:off x="7260413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14" name="Google Shape;10114;p72"/>
              <p:cNvSpPr/>
              <p:nvPr/>
            </p:nvSpPr>
            <p:spPr>
              <a:xfrm>
                <a:off x="725285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15" name="Google Shape;10115;p72"/>
              <p:cNvSpPr/>
              <p:nvPr/>
            </p:nvSpPr>
            <p:spPr>
              <a:xfrm>
                <a:off x="724528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16" name="Google Shape;10116;p72"/>
              <p:cNvSpPr/>
              <p:nvPr/>
            </p:nvSpPr>
            <p:spPr>
              <a:xfrm>
                <a:off x="723767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17" name="Google Shape;10117;p72"/>
              <p:cNvSpPr/>
              <p:nvPr/>
            </p:nvSpPr>
            <p:spPr>
              <a:xfrm>
                <a:off x="723011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18" name="Google Shape;10118;p72"/>
              <p:cNvSpPr/>
              <p:nvPr/>
            </p:nvSpPr>
            <p:spPr>
              <a:xfrm>
                <a:off x="7222554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19" name="Google Shape;10119;p72"/>
              <p:cNvSpPr/>
              <p:nvPr/>
            </p:nvSpPr>
            <p:spPr>
              <a:xfrm>
                <a:off x="721499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20" name="Google Shape;10120;p72"/>
              <p:cNvSpPr/>
              <p:nvPr/>
            </p:nvSpPr>
            <p:spPr>
              <a:xfrm>
                <a:off x="720743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21" name="Google Shape;10121;p72"/>
              <p:cNvSpPr/>
              <p:nvPr/>
            </p:nvSpPr>
            <p:spPr>
              <a:xfrm>
                <a:off x="719986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22" name="Google Shape;10122;p72"/>
              <p:cNvSpPr/>
              <p:nvPr/>
            </p:nvSpPr>
            <p:spPr>
              <a:xfrm>
                <a:off x="7192306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23" name="Google Shape;10123;p72"/>
              <p:cNvSpPr/>
              <p:nvPr/>
            </p:nvSpPr>
            <p:spPr>
              <a:xfrm>
                <a:off x="7184888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24" name="Google Shape;10124;p72"/>
              <p:cNvSpPr/>
              <p:nvPr/>
            </p:nvSpPr>
            <p:spPr>
              <a:xfrm>
                <a:off x="7177374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25" name="Google Shape;10125;p72"/>
              <p:cNvSpPr/>
              <p:nvPr/>
            </p:nvSpPr>
            <p:spPr>
              <a:xfrm>
                <a:off x="7169764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26" name="Google Shape;10126;p72"/>
              <p:cNvSpPr/>
              <p:nvPr/>
            </p:nvSpPr>
            <p:spPr>
              <a:xfrm>
                <a:off x="716220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27" name="Google Shape;10127;p72"/>
              <p:cNvSpPr/>
              <p:nvPr/>
            </p:nvSpPr>
            <p:spPr>
              <a:xfrm>
                <a:off x="715464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28" name="Google Shape;10128;p72"/>
              <p:cNvSpPr/>
              <p:nvPr/>
            </p:nvSpPr>
            <p:spPr>
              <a:xfrm>
                <a:off x="714707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29" name="Google Shape;10129;p72"/>
              <p:cNvSpPr/>
              <p:nvPr/>
            </p:nvSpPr>
            <p:spPr>
              <a:xfrm>
                <a:off x="713946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30" name="Google Shape;10130;p72"/>
              <p:cNvSpPr/>
              <p:nvPr/>
            </p:nvSpPr>
            <p:spPr>
              <a:xfrm>
                <a:off x="7131953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31" name="Google Shape;10131;p72"/>
              <p:cNvSpPr/>
              <p:nvPr/>
            </p:nvSpPr>
            <p:spPr>
              <a:xfrm>
                <a:off x="712439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32" name="Google Shape;10132;p72"/>
              <p:cNvSpPr/>
              <p:nvPr/>
            </p:nvSpPr>
            <p:spPr>
              <a:xfrm>
                <a:off x="71168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33" name="Google Shape;10133;p72"/>
              <p:cNvSpPr/>
              <p:nvPr/>
            </p:nvSpPr>
            <p:spPr>
              <a:xfrm>
                <a:off x="7109219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34" name="Google Shape;10134;p72"/>
              <p:cNvSpPr/>
              <p:nvPr/>
            </p:nvSpPr>
            <p:spPr>
              <a:xfrm>
                <a:off x="710165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35" name="Google Shape;10135;p72"/>
              <p:cNvSpPr/>
              <p:nvPr/>
            </p:nvSpPr>
            <p:spPr>
              <a:xfrm>
                <a:off x="7094095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36" name="Google Shape;10136;p72"/>
              <p:cNvSpPr/>
              <p:nvPr/>
            </p:nvSpPr>
            <p:spPr>
              <a:xfrm>
                <a:off x="7086725" y="1903827"/>
                <a:ext cx="7418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3" y="158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37" name="Google Shape;10137;p72"/>
              <p:cNvSpPr/>
              <p:nvPr/>
            </p:nvSpPr>
            <p:spPr>
              <a:xfrm>
                <a:off x="7079163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38" name="Google Shape;10138;p72"/>
              <p:cNvSpPr/>
              <p:nvPr/>
            </p:nvSpPr>
            <p:spPr>
              <a:xfrm>
                <a:off x="7071601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39" name="Google Shape;10139;p72"/>
              <p:cNvSpPr/>
              <p:nvPr/>
            </p:nvSpPr>
            <p:spPr>
              <a:xfrm>
                <a:off x="7063991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40" name="Google Shape;10140;p72"/>
              <p:cNvSpPr/>
              <p:nvPr/>
            </p:nvSpPr>
            <p:spPr>
              <a:xfrm>
                <a:off x="7056429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41" name="Google Shape;10141;p72"/>
              <p:cNvSpPr/>
              <p:nvPr/>
            </p:nvSpPr>
            <p:spPr>
              <a:xfrm>
                <a:off x="7048915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42" name="Google Shape;10142;p72"/>
              <p:cNvSpPr/>
              <p:nvPr/>
            </p:nvSpPr>
            <p:spPr>
              <a:xfrm>
                <a:off x="7041304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43" name="Google Shape;10143;p72"/>
              <p:cNvSpPr/>
              <p:nvPr/>
            </p:nvSpPr>
            <p:spPr>
              <a:xfrm>
                <a:off x="7033742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44" name="Google Shape;10144;p72"/>
              <p:cNvSpPr/>
              <p:nvPr/>
            </p:nvSpPr>
            <p:spPr>
              <a:xfrm>
                <a:off x="7026180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45" name="Google Shape;10145;p72"/>
              <p:cNvSpPr/>
              <p:nvPr/>
            </p:nvSpPr>
            <p:spPr>
              <a:xfrm>
                <a:off x="7018618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46" name="Google Shape;10146;p72"/>
              <p:cNvSpPr/>
              <p:nvPr/>
            </p:nvSpPr>
            <p:spPr>
              <a:xfrm>
                <a:off x="7011008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47" name="Google Shape;10147;p72"/>
              <p:cNvSpPr/>
              <p:nvPr/>
            </p:nvSpPr>
            <p:spPr>
              <a:xfrm>
                <a:off x="7003494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48" name="Google Shape;10148;p72"/>
              <p:cNvSpPr/>
              <p:nvPr/>
            </p:nvSpPr>
            <p:spPr>
              <a:xfrm>
                <a:off x="699593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49" name="Google Shape;10149;p72"/>
              <p:cNvSpPr/>
              <p:nvPr/>
            </p:nvSpPr>
            <p:spPr>
              <a:xfrm>
                <a:off x="6988514" y="1911437"/>
                <a:ext cx="7466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4" y="157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50" name="Google Shape;10150;p72"/>
              <p:cNvSpPr/>
              <p:nvPr/>
            </p:nvSpPr>
            <p:spPr>
              <a:xfrm>
                <a:off x="6980952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51" name="Google Shape;10151;p72"/>
              <p:cNvSpPr/>
              <p:nvPr/>
            </p:nvSpPr>
            <p:spPr>
              <a:xfrm>
                <a:off x="697339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52" name="Google Shape;10152;p72"/>
              <p:cNvSpPr/>
              <p:nvPr/>
            </p:nvSpPr>
            <p:spPr>
              <a:xfrm>
                <a:off x="6965828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53" name="Google Shape;10153;p72"/>
              <p:cNvSpPr/>
              <p:nvPr/>
            </p:nvSpPr>
            <p:spPr>
              <a:xfrm>
                <a:off x="6958266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54" name="Google Shape;10154;p72"/>
              <p:cNvSpPr/>
              <p:nvPr/>
            </p:nvSpPr>
            <p:spPr>
              <a:xfrm>
                <a:off x="695070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55" name="Google Shape;10155;p72"/>
              <p:cNvSpPr/>
              <p:nvPr/>
            </p:nvSpPr>
            <p:spPr>
              <a:xfrm>
                <a:off x="6943141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56" name="Google Shape;10156;p72"/>
              <p:cNvSpPr/>
              <p:nvPr/>
            </p:nvSpPr>
            <p:spPr>
              <a:xfrm>
                <a:off x="6935531" y="1903827"/>
                <a:ext cx="7659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57" name="Google Shape;10157;p72"/>
              <p:cNvSpPr/>
              <p:nvPr/>
            </p:nvSpPr>
            <p:spPr>
              <a:xfrm>
                <a:off x="6927969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58" name="Google Shape;10158;p72"/>
              <p:cNvSpPr/>
              <p:nvPr/>
            </p:nvSpPr>
            <p:spPr>
              <a:xfrm>
                <a:off x="6920455" y="1903827"/>
                <a:ext cx="7562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59" name="Google Shape;10159;p72"/>
              <p:cNvSpPr/>
              <p:nvPr/>
            </p:nvSpPr>
            <p:spPr>
              <a:xfrm>
                <a:off x="6912845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60" name="Google Shape;10160;p72"/>
              <p:cNvSpPr/>
              <p:nvPr/>
            </p:nvSpPr>
            <p:spPr>
              <a:xfrm>
                <a:off x="6905283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8" y="158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61" name="Google Shape;10161;p72"/>
              <p:cNvSpPr/>
              <p:nvPr/>
            </p:nvSpPr>
            <p:spPr>
              <a:xfrm>
                <a:off x="6897720" y="1911437"/>
                <a:ext cx="7610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62" name="Google Shape;10162;p72"/>
              <p:cNvSpPr/>
              <p:nvPr/>
            </p:nvSpPr>
            <p:spPr>
              <a:xfrm>
                <a:off x="6890303" y="1903827"/>
                <a:ext cx="7466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154" y="158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63" name="Google Shape;10163;p72"/>
              <p:cNvSpPr/>
              <p:nvPr/>
            </p:nvSpPr>
            <p:spPr>
              <a:xfrm>
                <a:off x="6882789" y="1911437"/>
                <a:ext cx="7562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157" y="157"/>
                    </a:lnTo>
                    <a:lnTo>
                      <a:pt x="1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64" name="Google Shape;10164;p72"/>
              <p:cNvSpPr/>
              <p:nvPr/>
            </p:nvSpPr>
            <p:spPr>
              <a:xfrm>
                <a:off x="6875227" y="1903827"/>
                <a:ext cx="7610" cy="7658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157" y="158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165" name="Google Shape;10165;p72"/>
              <p:cNvSpPr/>
              <p:nvPr/>
            </p:nvSpPr>
            <p:spPr>
              <a:xfrm>
                <a:off x="6867617" y="1911437"/>
                <a:ext cx="7659" cy="7610"/>
              </a:xfrm>
              <a:custGeom>
                <a:avLst/>
                <a:gdLst/>
                <a:ahLst/>
                <a:cxnLst/>
                <a:rect l="l" t="t" r="r" b="b"/>
                <a:pathLst>
                  <a:path w="159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158" y="157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10166" name="Google Shape;10166;p72"/>
            <p:cNvSpPr/>
            <p:nvPr/>
          </p:nvSpPr>
          <p:spPr>
            <a:xfrm>
              <a:off x="7485013" y="1913460"/>
              <a:ext cx="43447" cy="61892"/>
            </a:xfrm>
            <a:custGeom>
              <a:avLst/>
              <a:gdLst/>
              <a:ahLst/>
              <a:cxnLst/>
              <a:rect l="l" t="t" r="r" b="b"/>
              <a:pathLst>
                <a:path w="902" h="1285" extrusionOk="0">
                  <a:moveTo>
                    <a:pt x="382" y="0"/>
                  </a:moveTo>
                  <a:cubicBezTo>
                    <a:pt x="238" y="0"/>
                    <a:pt x="78" y="11"/>
                    <a:pt x="51" y="39"/>
                  </a:cubicBezTo>
                  <a:cubicBezTo>
                    <a:pt x="0" y="92"/>
                    <a:pt x="322" y="1284"/>
                    <a:pt x="380" y="1284"/>
                  </a:cubicBezTo>
                  <a:lnTo>
                    <a:pt x="741" y="1284"/>
                  </a:lnTo>
                  <a:cubicBezTo>
                    <a:pt x="901" y="1284"/>
                    <a:pt x="767" y="23"/>
                    <a:pt x="626" y="20"/>
                  </a:cubicBezTo>
                  <a:cubicBezTo>
                    <a:pt x="610" y="8"/>
                    <a:pt x="501" y="0"/>
                    <a:pt x="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67" name="Google Shape;10167;p72"/>
            <p:cNvSpPr/>
            <p:nvPr/>
          </p:nvSpPr>
          <p:spPr>
            <a:xfrm>
              <a:off x="7496476" y="1923045"/>
              <a:ext cx="17774" cy="771"/>
            </a:xfrm>
            <a:custGeom>
              <a:avLst/>
              <a:gdLst/>
              <a:ahLst/>
              <a:cxnLst/>
              <a:rect l="l" t="t" r="r" b="b"/>
              <a:pathLst>
                <a:path w="369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68" name="Google Shape;10168;p72"/>
            <p:cNvSpPr/>
            <p:nvPr/>
          </p:nvSpPr>
          <p:spPr>
            <a:xfrm>
              <a:off x="7497584" y="1929114"/>
              <a:ext cx="17774" cy="819"/>
            </a:xfrm>
            <a:custGeom>
              <a:avLst/>
              <a:gdLst/>
              <a:ahLst/>
              <a:cxnLst/>
              <a:rect l="l" t="t" r="r" b="b"/>
              <a:pathLst>
                <a:path w="369" h="17" extrusionOk="0">
                  <a:moveTo>
                    <a:pt x="0" y="1"/>
                  </a:moveTo>
                  <a:lnTo>
                    <a:pt x="0" y="17"/>
                  </a:lnTo>
                  <a:lnTo>
                    <a:pt x="368" y="17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69" name="Google Shape;10169;p72"/>
            <p:cNvSpPr/>
            <p:nvPr/>
          </p:nvSpPr>
          <p:spPr>
            <a:xfrm>
              <a:off x="7498885" y="1935231"/>
              <a:ext cx="17726" cy="771"/>
            </a:xfrm>
            <a:custGeom>
              <a:avLst/>
              <a:gdLst/>
              <a:ahLst/>
              <a:cxnLst/>
              <a:rect l="l" t="t" r="r" b="b"/>
              <a:pathLst>
                <a:path w="368" h="16" extrusionOk="0">
                  <a:moveTo>
                    <a:pt x="0" y="1"/>
                  </a:moveTo>
                  <a:lnTo>
                    <a:pt x="0" y="16"/>
                  </a:lnTo>
                  <a:lnTo>
                    <a:pt x="368" y="16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70" name="Google Shape;10170;p72"/>
            <p:cNvSpPr/>
            <p:nvPr/>
          </p:nvSpPr>
          <p:spPr>
            <a:xfrm>
              <a:off x="6724611" y="1929307"/>
              <a:ext cx="33284" cy="48887"/>
            </a:xfrm>
            <a:custGeom>
              <a:avLst/>
              <a:gdLst/>
              <a:ahLst/>
              <a:cxnLst/>
              <a:rect l="l" t="t" r="r" b="b"/>
              <a:pathLst>
                <a:path w="691" h="1015" extrusionOk="0">
                  <a:moveTo>
                    <a:pt x="238" y="1"/>
                  </a:moveTo>
                  <a:cubicBezTo>
                    <a:pt x="0" y="430"/>
                    <a:pt x="0" y="947"/>
                    <a:pt x="0" y="947"/>
                  </a:cubicBezTo>
                  <a:cubicBezTo>
                    <a:pt x="95" y="992"/>
                    <a:pt x="235" y="1015"/>
                    <a:pt x="351" y="1015"/>
                  </a:cubicBezTo>
                  <a:cubicBezTo>
                    <a:pt x="451" y="1015"/>
                    <a:pt x="533" y="998"/>
                    <a:pt x="552" y="966"/>
                  </a:cubicBezTo>
                  <a:cubicBezTo>
                    <a:pt x="598" y="894"/>
                    <a:pt x="690" y="165"/>
                    <a:pt x="678" y="101"/>
                  </a:cubicBezTo>
                  <a:cubicBezTo>
                    <a:pt x="667" y="39"/>
                    <a:pt x="238" y="1"/>
                    <a:pt x="2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71" name="Google Shape;10171;p72"/>
            <p:cNvSpPr/>
            <p:nvPr/>
          </p:nvSpPr>
          <p:spPr>
            <a:xfrm>
              <a:off x="6892759" y="1769299"/>
              <a:ext cx="93782" cy="108179"/>
            </a:xfrm>
            <a:custGeom>
              <a:avLst/>
              <a:gdLst/>
              <a:ahLst/>
              <a:cxnLst/>
              <a:rect l="l" t="t" r="r" b="b"/>
              <a:pathLst>
                <a:path w="1947" h="2246" extrusionOk="0">
                  <a:moveTo>
                    <a:pt x="1808" y="1"/>
                  </a:moveTo>
                  <a:lnTo>
                    <a:pt x="0" y="2246"/>
                  </a:lnTo>
                  <a:lnTo>
                    <a:pt x="0" y="2246"/>
                  </a:lnTo>
                  <a:lnTo>
                    <a:pt x="560" y="2173"/>
                  </a:lnTo>
                  <a:cubicBezTo>
                    <a:pt x="560" y="2173"/>
                    <a:pt x="1483" y="1311"/>
                    <a:pt x="1946" y="28"/>
                  </a:cubicBezTo>
                  <a:lnTo>
                    <a:pt x="18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72" name="Google Shape;10172;p72"/>
            <p:cNvSpPr/>
            <p:nvPr/>
          </p:nvSpPr>
          <p:spPr>
            <a:xfrm>
              <a:off x="7456594" y="1995921"/>
              <a:ext cx="68735" cy="31066"/>
            </a:xfrm>
            <a:custGeom>
              <a:avLst/>
              <a:gdLst/>
              <a:ahLst/>
              <a:cxnLst/>
              <a:rect l="l" t="t" r="r" b="b"/>
              <a:pathLst>
                <a:path w="1427" h="645" extrusionOk="0">
                  <a:moveTo>
                    <a:pt x="89" y="1"/>
                  </a:moveTo>
                  <a:lnTo>
                    <a:pt x="1" y="645"/>
                  </a:lnTo>
                  <a:lnTo>
                    <a:pt x="1101" y="645"/>
                  </a:lnTo>
                  <a:cubicBezTo>
                    <a:pt x="1250" y="626"/>
                    <a:pt x="1426" y="62"/>
                    <a:pt x="1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73" name="Google Shape;10173;p72"/>
            <p:cNvSpPr/>
            <p:nvPr/>
          </p:nvSpPr>
          <p:spPr>
            <a:xfrm>
              <a:off x="7310795" y="1934316"/>
              <a:ext cx="145851" cy="88479"/>
            </a:xfrm>
            <a:custGeom>
              <a:avLst/>
              <a:gdLst/>
              <a:ahLst/>
              <a:cxnLst/>
              <a:rect l="l" t="t" r="r" b="b"/>
              <a:pathLst>
                <a:path w="3028" h="1837" extrusionOk="0">
                  <a:moveTo>
                    <a:pt x="1527" y="1"/>
                  </a:moveTo>
                  <a:cubicBezTo>
                    <a:pt x="766" y="1"/>
                    <a:pt x="0" y="620"/>
                    <a:pt x="0" y="1836"/>
                  </a:cubicBezTo>
                  <a:lnTo>
                    <a:pt x="3028" y="1836"/>
                  </a:lnTo>
                  <a:cubicBezTo>
                    <a:pt x="3028" y="606"/>
                    <a:pt x="2280" y="1"/>
                    <a:pt x="15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74" name="Google Shape;10174;p72"/>
            <p:cNvSpPr/>
            <p:nvPr/>
          </p:nvSpPr>
          <p:spPr>
            <a:xfrm>
              <a:off x="6814489" y="1934124"/>
              <a:ext cx="145851" cy="88672"/>
            </a:xfrm>
            <a:custGeom>
              <a:avLst/>
              <a:gdLst/>
              <a:ahLst/>
              <a:cxnLst/>
              <a:rect l="l" t="t" r="r" b="b"/>
              <a:pathLst>
                <a:path w="3028" h="1841" extrusionOk="0">
                  <a:moveTo>
                    <a:pt x="1523" y="1"/>
                  </a:moveTo>
                  <a:cubicBezTo>
                    <a:pt x="763" y="1"/>
                    <a:pt x="0" y="617"/>
                    <a:pt x="0" y="1828"/>
                  </a:cubicBezTo>
                  <a:lnTo>
                    <a:pt x="3028" y="1840"/>
                  </a:lnTo>
                  <a:cubicBezTo>
                    <a:pt x="3028" y="607"/>
                    <a:pt x="2277" y="1"/>
                    <a:pt x="1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75" name="Google Shape;10175;p72"/>
            <p:cNvSpPr/>
            <p:nvPr/>
          </p:nvSpPr>
          <p:spPr>
            <a:xfrm>
              <a:off x="6800087" y="1945539"/>
              <a:ext cx="174848" cy="129757"/>
            </a:xfrm>
            <a:custGeom>
              <a:avLst/>
              <a:gdLst/>
              <a:ahLst/>
              <a:cxnLst/>
              <a:rect l="l" t="t" r="r" b="b"/>
              <a:pathLst>
                <a:path w="3630" h="2694" extrusionOk="0">
                  <a:moveTo>
                    <a:pt x="1814" y="1"/>
                  </a:moveTo>
                  <a:cubicBezTo>
                    <a:pt x="1512" y="1"/>
                    <a:pt x="1187" y="100"/>
                    <a:pt x="870" y="330"/>
                  </a:cubicBezTo>
                  <a:cubicBezTo>
                    <a:pt x="839" y="350"/>
                    <a:pt x="816" y="373"/>
                    <a:pt x="798" y="399"/>
                  </a:cubicBezTo>
                  <a:cubicBezTo>
                    <a:pt x="0" y="1500"/>
                    <a:pt x="769" y="2693"/>
                    <a:pt x="1816" y="2693"/>
                  </a:cubicBezTo>
                  <a:cubicBezTo>
                    <a:pt x="2118" y="2693"/>
                    <a:pt x="2442" y="2594"/>
                    <a:pt x="2759" y="2366"/>
                  </a:cubicBezTo>
                  <a:cubicBezTo>
                    <a:pt x="2786" y="2343"/>
                    <a:pt x="2813" y="2320"/>
                    <a:pt x="2832" y="2293"/>
                  </a:cubicBezTo>
                  <a:cubicBezTo>
                    <a:pt x="3629" y="1193"/>
                    <a:pt x="2860" y="1"/>
                    <a:pt x="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76" name="Google Shape;10176;p72"/>
            <p:cNvSpPr/>
            <p:nvPr/>
          </p:nvSpPr>
          <p:spPr>
            <a:xfrm>
              <a:off x="6832551" y="1969670"/>
              <a:ext cx="109870" cy="81399"/>
            </a:xfrm>
            <a:custGeom>
              <a:avLst/>
              <a:gdLst/>
              <a:ahLst/>
              <a:cxnLst/>
              <a:rect l="l" t="t" r="r" b="b"/>
              <a:pathLst>
                <a:path w="2281" h="1690" extrusionOk="0">
                  <a:moveTo>
                    <a:pt x="1140" y="1"/>
                  </a:moveTo>
                  <a:cubicBezTo>
                    <a:pt x="950" y="1"/>
                    <a:pt x="745" y="64"/>
                    <a:pt x="545" y="209"/>
                  </a:cubicBezTo>
                  <a:cubicBezTo>
                    <a:pt x="529" y="220"/>
                    <a:pt x="515" y="236"/>
                    <a:pt x="503" y="252"/>
                  </a:cubicBezTo>
                  <a:cubicBezTo>
                    <a:pt x="1" y="940"/>
                    <a:pt x="482" y="1689"/>
                    <a:pt x="1140" y="1689"/>
                  </a:cubicBezTo>
                  <a:cubicBezTo>
                    <a:pt x="1331" y="1689"/>
                    <a:pt x="1536" y="1627"/>
                    <a:pt x="1737" y="1481"/>
                  </a:cubicBezTo>
                  <a:cubicBezTo>
                    <a:pt x="1752" y="1470"/>
                    <a:pt x="1764" y="1458"/>
                    <a:pt x="1775" y="1442"/>
                  </a:cubicBezTo>
                  <a:cubicBezTo>
                    <a:pt x="2280" y="751"/>
                    <a:pt x="1797" y="1"/>
                    <a:pt x="1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77" name="Google Shape;10177;p72"/>
            <p:cNvSpPr/>
            <p:nvPr/>
          </p:nvSpPr>
          <p:spPr>
            <a:xfrm>
              <a:off x="6841077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2" y="12"/>
                  </a:moveTo>
                  <a:cubicBezTo>
                    <a:pt x="1226" y="12"/>
                    <a:pt x="1464" y="119"/>
                    <a:pt x="1633" y="291"/>
                  </a:cubicBezTo>
                  <a:cubicBezTo>
                    <a:pt x="1805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9" y="1633"/>
                  </a:cubicBezTo>
                  <a:cubicBezTo>
                    <a:pt x="1663" y="1648"/>
                    <a:pt x="1652" y="1663"/>
                    <a:pt x="1633" y="1679"/>
                  </a:cubicBezTo>
                  <a:cubicBezTo>
                    <a:pt x="1406" y="1840"/>
                    <a:pt x="1176" y="1913"/>
                    <a:pt x="962" y="1913"/>
                  </a:cubicBezTo>
                  <a:cubicBezTo>
                    <a:pt x="701" y="1913"/>
                    <a:pt x="464" y="1805"/>
                    <a:pt x="292" y="1633"/>
                  </a:cubicBezTo>
                  <a:cubicBezTo>
                    <a:pt x="119" y="1460"/>
                    <a:pt x="16" y="1227"/>
                    <a:pt x="16" y="962"/>
                  </a:cubicBezTo>
                  <a:cubicBezTo>
                    <a:pt x="16" y="747"/>
                    <a:pt x="85" y="518"/>
                    <a:pt x="249" y="291"/>
                  </a:cubicBezTo>
                  <a:cubicBezTo>
                    <a:pt x="260" y="277"/>
                    <a:pt x="276" y="261"/>
                    <a:pt x="292" y="249"/>
                  </a:cubicBezTo>
                  <a:cubicBezTo>
                    <a:pt x="517" y="84"/>
                    <a:pt x="747" y="12"/>
                    <a:pt x="962" y="12"/>
                  </a:cubicBezTo>
                  <a:close/>
                  <a:moveTo>
                    <a:pt x="962" y="1"/>
                  </a:moveTo>
                  <a:cubicBezTo>
                    <a:pt x="747" y="1"/>
                    <a:pt x="513" y="70"/>
                    <a:pt x="283" y="238"/>
                  </a:cubicBezTo>
                  <a:cubicBezTo>
                    <a:pt x="264" y="249"/>
                    <a:pt x="249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0" y="1927"/>
                    <a:pt x="962" y="1927"/>
                  </a:cubicBezTo>
                  <a:cubicBezTo>
                    <a:pt x="1180" y="1927"/>
                    <a:pt x="1414" y="1855"/>
                    <a:pt x="1644" y="1690"/>
                  </a:cubicBezTo>
                  <a:cubicBezTo>
                    <a:pt x="1659" y="1674"/>
                    <a:pt x="1675" y="1660"/>
                    <a:pt x="1690" y="1640"/>
                  </a:cubicBezTo>
                  <a:cubicBezTo>
                    <a:pt x="1855" y="1414"/>
                    <a:pt x="1928" y="1181"/>
                    <a:pt x="1928" y="962"/>
                  </a:cubicBezTo>
                  <a:cubicBezTo>
                    <a:pt x="1928" y="429"/>
                    <a:pt x="1495" y="1"/>
                    <a:pt x="9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78" name="Google Shape;10178;p72"/>
            <p:cNvSpPr/>
            <p:nvPr/>
          </p:nvSpPr>
          <p:spPr>
            <a:xfrm>
              <a:off x="6841318" y="1978051"/>
              <a:ext cx="92337" cy="64686"/>
            </a:xfrm>
            <a:custGeom>
              <a:avLst/>
              <a:gdLst/>
              <a:ahLst/>
              <a:cxnLst/>
              <a:rect l="l" t="t" r="r" b="b"/>
              <a:pathLst>
                <a:path w="1917" h="1343" extrusionOk="0">
                  <a:moveTo>
                    <a:pt x="977" y="1"/>
                  </a:moveTo>
                  <a:cubicBezTo>
                    <a:pt x="320" y="1"/>
                    <a:pt x="1" y="822"/>
                    <a:pt x="623" y="1277"/>
                  </a:cubicBezTo>
                  <a:cubicBezTo>
                    <a:pt x="635" y="1284"/>
                    <a:pt x="650" y="1291"/>
                    <a:pt x="666" y="1296"/>
                  </a:cubicBezTo>
                  <a:cubicBezTo>
                    <a:pt x="763" y="1328"/>
                    <a:pt x="855" y="1342"/>
                    <a:pt x="942" y="1342"/>
                  </a:cubicBezTo>
                  <a:cubicBezTo>
                    <a:pt x="1595" y="1342"/>
                    <a:pt x="1916" y="519"/>
                    <a:pt x="1290" y="66"/>
                  </a:cubicBezTo>
                  <a:cubicBezTo>
                    <a:pt x="1279" y="58"/>
                    <a:pt x="1267" y="50"/>
                    <a:pt x="1252" y="46"/>
                  </a:cubicBezTo>
                  <a:cubicBezTo>
                    <a:pt x="1156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79" name="Google Shape;10179;p72"/>
            <p:cNvSpPr/>
            <p:nvPr/>
          </p:nvSpPr>
          <p:spPr>
            <a:xfrm>
              <a:off x="6852685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1" y="472"/>
                  </a:moveTo>
                  <a:lnTo>
                    <a:pt x="751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67" y="614"/>
                  </a:lnTo>
                  <a:lnTo>
                    <a:pt x="774" y="637"/>
                  </a:lnTo>
                  <a:lnTo>
                    <a:pt x="824" y="622"/>
                  </a:lnTo>
                  <a:lnTo>
                    <a:pt x="817" y="591"/>
                  </a:lnTo>
                  <a:lnTo>
                    <a:pt x="901" y="545"/>
                  </a:lnTo>
                  <a:lnTo>
                    <a:pt x="859" y="633"/>
                  </a:lnTo>
                  <a:lnTo>
                    <a:pt x="828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8" y="829"/>
                  </a:lnTo>
                  <a:lnTo>
                    <a:pt x="859" y="817"/>
                  </a:lnTo>
                  <a:lnTo>
                    <a:pt x="901" y="905"/>
                  </a:lnTo>
                  <a:lnTo>
                    <a:pt x="817" y="863"/>
                  </a:lnTo>
                  <a:lnTo>
                    <a:pt x="824" y="832"/>
                  </a:lnTo>
                  <a:lnTo>
                    <a:pt x="774" y="817"/>
                  </a:lnTo>
                  <a:lnTo>
                    <a:pt x="767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1" y="886"/>
                  </a:lnTo>
                  <a:lnTo>
                    <a:pt x="721" y="982"/>
                  </a:lnTo>
                  <a:lnTo>
                    <a:pt x="690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5" y="836"/>
                  </a:lnTo>
                  <a:lnTo>
                    <a:pt x="667" y="817"/>
                  </a:lnTo>
                  <a:lnTo>
                    <a:pt x="621" y="832"/>
                  </a:lnTo>
                  <a:lnTo>
                    <a:pt x="629" y="863"/>
                  </a:lnTo>
                  <a:lnTo>
                    <a:pt x="541" y="905"/>
                  </a:lnTo>
                  <a:lnTo>
                    <a:pt x="541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0" y="771"/>
                  </a:lnTo>
                  <a:lnTo>
                    <a:pt x="621" y="752"/>
                  </a:lnTo>
                  <a:lnTo>
                    <a:pt x="575" y="729"/>
                  </a:lnTo>
                  <a:lnTo>
                    <a:pt x="560" y="756"/>
                  </a:lnTo>
                  <a:lnTo>
                    <a:pt x="468" y="725"/>
                  </a:lnTo>
                  <a:lnTo>
                    <a:pt x="560" y="694"/>
                  </a:lnTo>
                  <a:lnTo>
                    <a:pt x="575" y="725"/>
                  </a:lnTo>
                  <a:lnTo>
                    <a:pt x="621" y="698"/>
                  </a:lnTo>
                  <a:lnTo>
                    <a:pt x="610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1" y="545"/>
                  </a:lnTo>
                  <a:lnTo>
                    <a:pt x="629" y="591"/>
                  </a:lnTo>
                  <a:lnTo>
                    <a:pt x="621" y="622"/>
                  </a:lnTo>
                  <a:lnTo>
                    <a:pt x="667" y="637"/>
                  </a:lnTo>
                  <a:lnTo>
                    <a:pt x="675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0" y="564"/>
                  </a:lnTo>
                  <a:lnTo>
                    <a:pt x="721" y="472"/>
                  </a:lnTo>
                  <a:close/>
                  <a:moveTo>
                    <a:pt x="625" y="1"/>
                  </a:moveTo>
                  <a:lnTo>
                    <a:pt x="575" y="20"/>
                  </a:lnTo>
                  <a:lnTo>
                    <a:pt x="694" y="388"/>
                  </a:lnTo>
                  <a:lnTo>
                    <a:pt x="644" y="541"/>
                  </a:lnTo>
                  <a:lnTo>
                    <a:pt x="502" y="468"/>
                  </a:lnTo>
                  <a:lnTo>
                    <a:pt x="327" y="123"/>
                  </a:lnTo>
                  <a:lnTo>
                    <a:pt x="281" y="146"/>
                  </a:lnTo>
                  <a:lnTo>
                    <a:pt x="422" y="426"/>
                  </a:lnTo>
                  <a:lnTo>
                    <a:pt x="422" y="426"/>
                  </a:lnTo>
                  <a:lnTo>
                    <a:pt x="143" y="284"/>
                  </a:lnTo>
                  <a:lnTo>
                    <a:pt x="120" y="330"/>
                  </a:lnTo>
                  <a:lnTo>
                    <a:pt x="465" y="507"/>
                  </a:lnTo>
                  <a:lnTo>
                    <a:pt x="537" y="648"/>
                  </a:lnTo>
                  <a:lnTo>
                    <a:pt x="384" y="698"/>
                  </a:lnTo>
                  <a:lnTo>
                    <a:pt x="16" y="579"/>
                  </a:lnTo>
                  <a:lnTo>
                    <a:pt x="0" y="629"/>
                  </a:lnTo>
                  <a:lnTo>
                    <a:pt x="299" y="725"/>
                  </a:lnTo>
                  <a:lnTo>
                    <a:pt x="0" y="825"/>
                  </a:lnTo>
                  <a:lnTo>
                    <a:pt x="16" y="871"/>
                  </a:lnTo>
                  <a:lnTo>
                    <a:pt x="384" y="752"/>
                  </a:lnTo>
                  <a:lnTo>
                    <a:pt x="537" y="802"/>
                  </a:lnTo>
                  <a:lnTo>
                    <a:pt x="465" y="947"/>
                  </a:lnTo>
                  <a:lnTo>
                    <a:pt x="120" y="1124"/>
                  </a:lnTo>
                  <a:lnTo>
                    <a:pt x="143" y="1170"/>
                  </a:lnTo>
                  <a:lnTo>
                    <a:pt x="422" y="1024"/>
                  </a:lnTo>
                  <a:lnTo>
                    <a:pt x="281" y="1308"/>
                  </a:lnTo>
                  <a:lnTo>
                    <a:pt x="327" y="1331"/>
                  </a:lnTo>
                  <a:lnTo>
                    <a:pt x="502" y="986"/>
                  </a:lnTo>
                  <a:lnTo>
                    <a:pt x="644" y="913"/>
                  </a:lnTo>
                  <a:lnTo>
                    <a:pt x="694" y="1066"/>
                  </a:lnTo>
                  <a:lnTo>
                    <a:pt x="575" y="1434"/>
                  </a:lnTo>
                  <a:lnTo>
                    <a:pt x="625" y="1449"/>
                  </a:lnTo>
                  <a:lnTo>
                    <a:pt x="721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48" y="1066"/>
                  </a:lnTo>
                  <a:lnTo>
                    <a:pt x="797" y="913"/>
                  </a:lnTo>
                  <a:lnTo>
                    <a:pt x="943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0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0" y="426"/>
                  </a:lnTo>
                  <a:lnTo>
                    <a:pt x="1020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3" y="468"/>
                  </a:lnTo>
                  <a:lnTo>
                    <a:pt x="797" y="541"/>
                  </a:lnTo>
                  <a:lnTo>
                    <a:pt x="748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1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80" name="Google Shape;10180;p72"/>
            <p:cNvSpPr/>
            <p:nvPr/>
          </p:nvSpPr>
          <p:spPr>
            <a:xfrm>
              <a:off x="6875468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47" y="0"/>
                  </a:moveTo>
                  <a:cubicBezTo>
                    <a:pt x="205" y="0"/>
                    <a:pt x="161" y="14"/>
                    <a:pt x="118" y="44"/>
                  </a:cubicBezTo>
                  <a:cubicBezTo>
                    <a:pt x="114" y="48"/>
                    <a:pt x="110" y="52"/>
                    <a:pt x="110" y="56"/>
                  </a:cubicBezTo>
                  <a:cubicBezTo>
                    <a:pt x="0" y="208"/>
                    <a:pt x="105" y="373"/>
                    <a:pt x="249" y="373"/>
                  </a:cubicBezTo>
                  <a:cubicBezTo>
                    <a:pt x="290" y="373"/>
                    <a:pt x="334" y="360"/>
                    <a:pt x="378" y="328"/>
                  </a:cubicBezTo>
                  <a:cubicBezTo>
                    <a:pt x="382" y="324"/>
                    <a:pt x="386" y="320"/>
                    <a:pt x="390" y="316"/>
                  </a:cubicBezTo>
                  <a:cubicBezTo>
                    <a:pt x="500" y="164"/>
                    <a:pt x="392" y="0"/>
                    <a:pt x="2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81" name="Google Shape;10181;p72"/>
            <p:cNvSpPr/>
            <p:nvPr/>
          </p:nvSpPr>
          <p:spPr>
            <a:xfrm>
              <a:off x="7297501" y="1945539"/>
              <a:ext cx="174800" cy="129757"/>
            </a:xfrm>
            <a:custGeom>
              <a:avLst/>
              <a:gdLst/>
              <a:ahLst/>
              <a:cxnLst/>
              <a:rect l="l" t="t" r="r" b="b"/>
              <a:pathLst>
                <a:path w="3629" h="2694" extrusionOk="0">
                  <a:moveTo>
                    <a:pt x="1816" y="1"/>
                  </a:moveTo>
                  <a:cubicBezTo>
                    <a:pt x="1514" y="1"/>
                    <a:pt x="1188" y="100"/>
                    <a:pt x="870" y="330"/>
                  </a:cubicBezTo>
                  <a:cubicBezTo>
                    <a:pt x="844" y="350"/>
                    <a:pt x="821" y="373"/>
                    <a:pt x="798" y="399"/>
                  </a:cubicBezTo>
                  <a:cubicBezTo>
                    <a:pt x="0" y="1500"/>
                    <a:pt x="771" y="2693"/>
                    <a:pt x="1818" y="2693"/>
                  </a:cubicBezTo>
                  <a:cubicBezTo>
                    <a:pt x="2119" y="2693"/>
                    <a:pt x="2443" y="2594"/>
                    <a:pt x="2759" y="2366"/>
                  </a:cubicBezTo>
                  <a:cubicBezTo>
                    <a:pt x="2790" y="2343"/>
                    <a:pt x="2813" y="2320"/>
                    <a:pt x="2832" y="2293"/>
                  </a:cubicBezTo>
                  <a:cubicBezTo>
                    <a:pt x="3629" y="1193"/>
                    <a:pt x="2862" y="1"/>
                    <a:pt x="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82" name="Google Shape;10182;p72"/>
            <p:cNvSpPr/>
            <p:nvPr/>
          </p:nvSpPr>
          <p:spPr>
            <a:xfrm>
              <a:off x="7330158" y="1969670"/>
              <a:ext cx="109726" cy="81399"/>
            </a:xfrm>
            <a:custGeom>
              <a:avLst/>
              <a:gdLst/>
              <a:ahLst/>
              <a:cxnLst/>
              <a:rect l="l" t="t" r="r" b="b"/>
              <a:pathLst>
                <a:path w="2278" h="1690" extrusionOk="0">
                  <a:moveTo>
                    <a:pt x="1137" y="1"/>
                  </a:moveTo>
                  <a:cubicBezTo>
                    <a:pt x="947" y="1"/>
                    <a:pt x="741" y="64"/>
                    <a:pt x="541" y="209"/>
                  </a:cubicBezTo>
                  <a:cubicBezTo>
                    <a:pt x="525" y="220"/>
                    <a:pt x="514" y="236"/>
                    <a:pt x="502" y="252"/>
                  </a:cubicBezTo>
                  <a:cubicBezTo>
                    <a:pt x="0" y="940"/>
                    <a:pt x="482" y="1689"/>
                    <a:pt x="1138" y="1689"/>
                  </a:cubicBezTo>
                  <a:cubicBezTo>
                    <a:pt x="1328" y="1689"/>
                    <a:pt x="1533" y="1627"/>
                    <a:pt x="1733" y="1481"/>
                  </a:cubicBezTo>
                  <a:cubicBezTo>
                    <a:pt x="1748" y="1470"/>
                    <a:pt x="1763" y="1458"/>
                    <a:pt x="1775" y="1442"/>
                  </a:cubicBezTo>
                  <a:cubicBezTo>
                    <a:pt x="2277" y="751"/>
                    <a:pt x="1795" y="1"/>
                    <a:pt x="11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83" name="Google Shape;10183;p72"/>
            <p:cNvSpPr/>
            <p:nvPr/>
          </p:nvSpPr>
          <p:spPr>
            <a:xfrm>
              <a:off x="7338491" y="1964035"/>
              <a:ext cx="92867" cy="92862"/>
            </a:xfrm>
            <a:custGeom>
              <a:avLst/>
              <a:gdLst/>
              <a:ahLst/>
              <a:cxnLst/>
              <a:rect l="l" t="t" r="r" b="b"/>
              <a:pathLst>
                <a:path w="1928" h="1928" extrusionOk="0">
                  <a:moveTo>
                    <a:pt x="966" y="12"/>
                  </a:moveTo>
                  <a:cubicBezTo>
                    <a:pt x="1226" y="12"/>
                    <a:pt x="1464" y="119"/>
                    <a:pt x="1636" y="291"/>
                  </a:cubicBezTo>
                  <a:cubicBezTo>
                    <a:pt x="1809" y="464"/>
                    <a:pt x="1912" y="701"/>
                    <a:pt x="1912" y="962"/>
                  </a:cubicBezTo>
                  <a:cubicBezTo>
                    <a:pt x="1912" y="1177"/>
                    <a:pt x="1843" y="1407"/>
                    <a:pt x="1678" y="1633"/>
                  </a:cubicBezTo>
                  <a:cubicBezTo>
                    <a:pt x="1667" y="1648"/>
                    <a:pt x="1652" y="1663"/>
                    <a:pt x="1636" y="1679"/>
                  </a:cubicBezTo>
                  <a:cubicBezTo>
                    <a:pt x="1410" y="1840"/>
                    <a:pt x="1180" y="1913"/>
                    <a:pt x="966" y="1913"/>
                  </a:cubicBezTo>
                  <a:cubicBezTo>
                    <a:pt x="702" y="1913"/>
                    <a:pt x="464" y="1805"/>
                    <a:pt x="295" y="1633"/>
                  </a:cubicBezTo>
                  <a:cubicBezTo>
                    <a:pt x="122" y="1460"/>
                    <a:pt x="16" y="1227"/>
                    <a:pt x="16" y="962"/>
                  </a:cubicBezTo>
                  <a:cubicBezTo>
                    <a:pt x="16" y="747"/>
                    <a:pt x="88" y="518"/>
                    <a:pt x="249" y="291"/>
                  </a:cubicBezTo>
                  <a:cubicBezTo>
                    <a:pt x="265" y="277"/>
                    <a:pt x="276" y="261"/>
                    <a:pt x="295" y="249"/>
                  </a:cubicBezTo>
                  <a:cubicBezTo>
                    <a:pt x="521" y="84"/>
                    <a:pt x="751" y="12"/>
                    <a:pt x="966" y="12"/>
                  </a:cubicBezTo>
                  <a:close/>
                  <a:moveTo>
                    <a:pt x="966" y="1"/>
                  </a:moveTo>
                  <a:cubicBezTo>
                    <a:pt x="748" y="1"/>
                    <a:pt x="513" y="70"/>
                    <a:pt x="288" y="238"/>
                  </a:cubicBezTo>
                  <a:cubicBezTo>
                    <a:pt x="269" y="249"/>
                    <a:pt x="253" y="265"/>
                    <a:pt x="237" y="284"/>
                  </a:cubicBezTo>
                  <a:cubicBezTo>
                    <a:pt x="73" y="510"/>
                    <a:pt x="0" y="744"/>
                    <a:pt x="0" y="962"/>
                  </a:cubicBezTo>
                  <a:cubicBezTo>
                    <a:pt x="0" y="1495"/>
                    <a:pt x="433" y="1927"/>
                    <a:pt x="966" y="1927"/>
                  </a:cubicBezTo>
                  <a:cubicBezTo>
                    <a:pt x="1180" y="1927"/>
                    <a:pt x="1418" y="1855"/>
                    <a:pt x="1644" y="1690"/>
                  </a:cubicBezTo>
                  <a:cubicBezTo>
                    <a:pt x="1663" y="1674"/>
                    <a:pt x="1678" y="1660"/>
                    <a:pt x="1690" y="1640"/>
                  </a:cubicBezTo>
                  <a:cubicBezTo>
                    <a:pt x="1859" y="1414"/>
                    <a:pt x="1928" y="1181"/>
                    <a:pt x="1928" y="962"/>
                  </a:cubicBezTo>
                  <a:cubicBezTo>
                    <a:pt x="1928" y="429"/>
                    <a:pt x="1498" y="1"/>
                    <a:pt x="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84" name="Google Shape;10184;p72"/>
            <p:cNvSpPr/>
            <p:nvPr/>
          </p:nvSpPr>
          <p:spPr>
            <a:xfrm>
              <a:off x="7338780" y="1978051"/>
              <a:ext cx="92289" cy="64686"/>
            </a:xfrm>
            <a:custGeom>
              <a:avLst/>
              <a:gdLst/>
              <a:ahLst/>
              <a:cxnLst/>
              <a:rect l="l" t="t" r="r" b="b"/>
              <a:pathLst>
                <a:path w="1916" h="1343" extrusionOk="0">
                  <a:moveTo>
                    <a:pt x="977" y="1"/>
                  </a:moveTo>
                  <a:cubicBezTo>
                    <a:pt x="322" y="1"/>
                    <a:pt x="0" y="822"/>
                    <a:pt x="627" y="1277"/>
                  </a:cubicBezTo>
                  <a:cubicBezTo>
                    <a:pt x="638" y="1284"/>
                    <a:pt x="653" y="1291"/>
                    <a:pt x="664" y="1296"/>
                  </a:cubicBezTo>
                  <a:cubicBezTo>
                    <a:pt x="762" y="1328"/>
                    <a:pt x="855" y="1342"/>
                    <a:pt x="942" y="1342"/>
                  </a:cubicBezTo>
                  <a:cubicBezTo>
                    <a:pt x="1597" y="1342"/>
                    <a:pt x="1915" y="519"/>
                    <a:pt x="1293" y="66"/>
                  </a:cubicBezTo>
                  <a:cubicBezTo>
                    <a:pt x="1282" y="58"/>
                    <a:pt x="1266" y="50"/>
                    <a:pt x="1251" y="46"/>
                  </a:cubicBezTo>
                  <a:cubicBezTo>
                    <a:pt x="1155" y="15"/>
                    <a:pt x="1063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85" name="Google Shape;10185;p72"/>
            <p:cNvSpPr/>
            <p:nvPr/>
          </p:nvSpPr>
          <p:spPr>
            <a:xfrm>
              <a:off x="7350099" y="1975450"/>
              <a:ext cx="69602" cy="69839"/>
            </a:xfrm>
            <a:custGeom>
              <a:avLst/>
              <a:gdLst/>
              <a:ahLst/>
              <a:cxnLst/>
              <a:rect l="l" t="t" r="r" b="b"/>
              <a:pathLst>
                <a:path w="1445" h="1450" extrusionOk="0">
                  <a:moveTo>
                    <a:pt x="725" y="472"/>
                  </a:moveTo>
                  <a:lnTo>
                    <a:pt x="755" y="564"/>
                  </a:lnTo>
                  <a:lnTo>
                    <a:pt x="725" y="579"/>
                  </a:lnTo>
                  <a:lnTo>
                    <a:pt x="748" y="625"/>
                  </a:lnTo>
                  <a:lnTo>
                    <a:pt x="771" y="614"/>
                  </a:lnTo>
                  <a:lnTo>
                    <a:pt x="778" y="637"/>
                  </a:lnTo>
                  <a:lnTo>
                    <a:pt x="829" y="622"/>
                  </a:lnTo>
                  <a:lnTo>
                    <a:pt x="817" y="591"/>
                  </a:lnTo>
                  <a:lnTo>
                    <a:pt x="905" y="545"/>
                  </a:lnTo>
                  <a:lnTo>
                    <a:pt x="905" y="545"/>
                  </a:lnTo>
                  <a:lnTo>
                    <a:pt x="859" y="633"/>
                  </a:lnTo>
                  <a:lnTo>
                    <a:pt x="829" y="622"/>
                  </a:lnTo>
                  <a:lnTo>
                    <a:pt x="813" y="671"/>
                  </a:lnTo>
                  <a:lnTo>
                    <a:pt x="836" y="679"/>
                  </a:lnTo>
                  <a:lnTo>
                    <a:pt x="824" y="698"/>
                  </a:lnTo>
                  <a:lnTo>
                    <a:pt x="870" y="725"/>
                  </a:lnTo>
                  <a:lnTo>
                    <a:pt x="886" y="694"/>
                  </a:lnTo>
                  <a:lnTo>
                    <a:pt x="978" y="725"/>
                  </a:lnTo>
                  <a:lnTo>
                    <a:pt x="886" y="756"/>
                  </a:lnTo>
                  <a:lnTo>
                    <a:pt x="870" y="729"/>
                  </a:lnTo>
                  <a:lnTo>
                    <a:pt x="824" y="752"/>
                  </a:lnTo>
                  <a:lnTo>
                    <a:pt x="836" y="771"/>
                  </a:lnTo>
                  <a:lnTo>
                    <a:pt x="813" y="779"/>
                  </a:lnTo>
                  <a:lnTo>
                    <a:pt x="829" y="829"/>
                  </a:lnTo>
                  <a:lnTo>
                    <a:pt x="859" y="817"/>
                  </a:lnTo>
                  <a:lnTo>
                    <a:pt x="905" y="905"/>
                  </a:lnTo>
                  <a:lnTo>
                    <a:pt x="905" y="905"/>
                  </a:lnTo>
                  <a:lnTo>
                    <a:pt x="817" y="863"/>
                  </a:lnTo>
                  <a:lnTo>
                    <a:pt x="829" y="832"/>
                  </a:lnTo>
                  <a:lnTo>
                    <a:pt x="778" y="817"/>
                  </a:lnTo>
                  <a:lnTo>
                    <a:pt x="771" y="836"/>
                  </a:lnTo>
                  <a:lnTo>
                    <a:pt x="748" y="829"/>
                  </a:lnTo>
                  <a:lnTo>
                    <a:pt x="725" y="875"/>
                  </a:lnTo>
                  <a:lnTo>
                    <a:pt x="755" y="886"/>
                  </a:lnTo>
                  <a:lnTo>
                    <a:pt x="725" y="982"/>
                  </a:lnTo>
                  <a:lnTo>
                    <a:pt x="694" y="886"/>
                  </a:lnTo>
                  <a:lnTo>
                    <a:pt x="721" y="875"/>
                  </a:lnTo>
                  <a:lnTo>
                    <a:pt x="698" y="829"/>
                  </a:lnTo>
                  <a:lnTo>
                    <a:pt x="679" y="836"/>
                  </a:lnTo>
                  <a:lnTo>
                    <a:pt x="671" y="817"/>
                  </a:lnTo>
                  <a:lnTo>
                    <a:pt x="622" y="832"/>
                  </a:lnTo>
                  <a:lnTo>
                    <a:pt x="629" y="863"/>
                  </a:lnTo>
                  <a:lnTo>
                    <a:pt x="544" y="905"/>
                  </a:lnTo>
                  <a:lnTo>
                    <a:pt x="587" y="817"/>
                  </a:lnTo>
                  <a:lnTo>
                    <a:pt x="617" y="829"/>
                  </a:lnTo>
                  <a:lnTo>
                    <a:pt x="633" y="779"/>
                  </a:lnTo>
                  <a:lnTo>
                    <a:pt x="613" y="771"/>
                  </a:lnTo>
                  <a:lnTo>
                    <a:pt x="622" y="752"/>
                  </a:lnTo>
                  <a:lnTo>
                    <a:pt x="576" y="729"/>
                  </a:lnTo>
                  <a:lnTo>
                    <a:pt x="564" y="756"/>
                  </a:lnTo>
                  <a:lnTo>
                    <a:pt x="468" y="725"/>
                  </a:lnTo>
                  <a:lnTo>
                    <a:pt x="564" y="694"/>
                  </a:lnTo>
                  <a:lnTo>
                    <a:pt x="576" y="725"/>
                  </a:lnTo>
                  <a:lnTo>
                    <a:pt x="622" y="698"/>
                  </a:lnTo>
                  <a:lnTo>
                    <a:pt x="613" y="679"/>
                  </a:lnTo>
                  <a:lnTo>
                    <a:pt x="633" y="671"/>
                  </a:lnTo>
                  <a:lnTo>
                    <a:pt x="617" y="622"/>
                  </a:lnTo>
                  <a:lnTo>
                    <a:pt x="587" y="633"/>
                  </a:lnTo>
                  <a:lnTo>
                    <a:pt x="544" y="545"/>
                  </a:lnTo>
                  <a:lnTo>
                    <a:pt x="629" y="591"/>
                  </a:lnTo>
                  <a:lnTo>
                    <a:pt x="622" y="622"/>
                  </a:lnTo>
                  <a:lnTo>
                    <a:pt x="671" y="637"/>
                  </a:lnTo>
                  <a:lnTo>
                    <a:pt x="679" y="614"/>
                  </a:lnTo>
                  <a:lnTo>
                    <a:pt x="698" y="625"/>
                  </a:lnTo>
                  <a:lnTo>
                    <a:pt x="721" y="579"/>
                  </a:lnTo>
                  <a:lnTo>
                    <a:pt x="694" y="564"/>
                  </a:lnTo>
                  <a:lnTo>
                    <a:pt x="725" y="472"/>
                  </a:lnTo>
                  <a:close/>
                  <a:moveTo>
                    <a:pt x="625" y="1"/>
                  </a:moveTo>
                  <a:lnTo>
                    <a:pt x="576" y="20"/>
                  </a:lnTo>
                  <a:lnTo>
                    <a:pt x="698" y="388"/>
                  </a:lnTo>
                  <a:lnTo>
                    <a:pt x="648" y="541"/>
                  </a:lnTo>
                  <a:lnTo>
                    <a:pt x="502" y="468"/>
                  </a:lnTo>
                  <a:lnTo>
                    <a:pt x="326" y="123"/>
                  </a:lnTo>
                  <a:lnTo>
                    <a:pt x="280" y="146"/>
                  </a:lnTo>
                  <a:lnTo>
                    <a:pt x="426" y="426"/>
                  </a:lnTo>
                  <a:lnTo>
                    <a:pt x="426" y="426"/>
                  </a:lnTo>
                  <a:lnTo>
                    <a:pt x="142" y="284"/>
                  </a:lnTo>
                  <a:lnTo>
                    <a:pt x="120" y="330"/>
                  </a:lnTo>
                  <a:lnTo>
                    <a:pt x="464" y="507"/>
                  </a:lnTo>
                  <a:lnTo>
                    <a:pt x="537" y="648"/>
                  </a:lnTo>
                  <a:lnTo>
                    <a:pt x="383" y="698"/>
                  </a:lnTo>
                  <a:lnTo>
                    <a:pt x="16" y="579"/>
                  </a:lnTo>
                  <a:lnTo>
                    <a:pt x="1" y="629"/>
                  </a:lnTo>
                  <a:lnTo>
                    <a:pt x="300" y="725"/>
                  </a:lnTo>
                  <a:lnTo>
                    <a:pt x="1" y="825"/>
                  </a:lnTo>
                  <a:lnTo>
                    <a:pt x="16" y="871"/>
                  </a:lnTo>
                  <a:lnTo>
                    <a:pt x="383" y="752"/>
                  </a:lnTo>
                  <a:lnTo>
                    <a:pt x="537" y="802"/>
                  </a:lnTo>
                  <a:lnTo>
                    <a:pt x="464" y="947"/>
                  </a:lnTo>
                  <a:lnTo>
                    <a:pt x="120" y="1124"/>
                  </a:lnTo>
                  <a:lnTo>
                    <a:pt x="142" y="1170"/>
                  </a:lnTo>
                  <a:lnTo>
                    <a:pt x="426" y="1024"/>
                  </a:lnTo>
                  <a:lnTo>
                    <a:pt x="280" y="1308"/>
                  </a:lnTo>
                  <a:lnTo>
                    <a:pt x="326" y="1331"/>
                  </a:lnTo>
                  <a:lnTo>
                    <a:pt x="502" y="986"/>
                  </a:lnTo>
                  <a:lnTo>
                    <a:pt x="648" y="913"/>
                  </a:lnTo>
                  <a:lnTo>
                    <a:pt x="698" y="1066"/>
                  </a:lnTo>
                  <a:lnTo>
                    <a:pt x="576" y="1434"/>
                  </a:lnTo>
                  <a:lnTo>
                    <a:pt x="625" y="1449"/>
                  </a:lnTo>
                  <a:lnTo>
                    <a:pt x="725" y="1147"/>
                  </a:lnTo>
                  <a:lnTo>
                    <a:pt x="820" y="1449"/>
                  </a:lnTo>
                  <a:lnTo>
                    <a:pt x="870" y="1434"/>
                  </a:lnTo>
                  <a:lnTo>
                    <a:pt x="751" y="1066"/>
                  </a:lnTo>
                  <a:lnTo>
                    <a:pt x="801" y="913"/>
                  </a:lnTo>
                  <a:lnTo>
                    <a:pt x="944" y="986"/>
                  </a:lnTo>
                  <a:lnTo>
                    <a:pt x="1119" y="1331"/>
                  </a:lnTo>
                  <a:lnTo>
                    <a:pt x="1165" y="1308"/>
                  </a:lnTo>
                  <a:lnTo>
                    <a:pt x="1024" y="1024"/>
                  </a:lnTo>
                  <a:lnTo>
                    <a:pt x="1303" y="1170"/>
                  </a:lnTo>
                  <a:lnTo>
                    <a:pt x="1326" y="1124"/>
                  </a:lnTo>
                  <a:lnTo>
                    <a:pt x="981" y="947"/>
                  </a:lnTo>
                  <a:lnTo>
                    <a:pt x="909" y="802"/>
                  </a:lnTo>
                  <a:lnTo>
                    <a:pt x="1062" y="752"/>
                  </a:lnTo>
                  <a:lnTo>
                    <a:pt x="1430" y="871"/>
                  </a:lnTo>
                  <a:lnTo>
                    <a:pt x="1445" y="825"/>
                  </a:lnTo>
                  <a:lnTo>
                    <a:pt x="1146" y="725"/>
                  </a:lnTo>
                  <a:lnTo>
                    <a:pt x="1445" y="629"/>
                  </a:lnTo>
                  <a:lnTo>
                    <a:pt x="1430" y="579"/>
                  </a:lnTo>
                  <a:lnTo>
                    <a:pt x="1062" y="698"/>
                  </a:lnTo>
                  <a:lnTo>
                    <a:pt x="909" y="648"/>
                  </a:lnTo>
                  <a:lnTo>
                    <a:pt x="981" y="507"/>
                  </a:lnTo>
                  <a:lnTo>
                    <a:pt x="1326" y="330"/>
                  </a:lnTo>
                  <a:lnTo>
                    <a:pt x="1303" y="284"/>
                  </a:lnTo>
                  <a:lnTo>
                    <a:pt x="1024" y="426"/>
                  </a:lnTo>
                  <a:lnTo>
                    <a:pt x="1024" y="426"/>
                  </a:lnTo>
                  <a:lnTo>
                    <a:pt x="1165" y="146"/>
                  </a:lnTo>
                  <a:lnTo>
                    <a:pt x="1119" y="123"/>
                  </a:lnTo>
                  <a:lnTo>
                    <a:pt x="944" y="468"/>
                  </a:lnTo>
                  <a:lnTo>
                    <a:pt x="801" y="541"/>
                  </a:lnTo>
                  <a:lnTo>
                    <a:pt x="751" y="388"/>
                  </a:lnTo>
                  <a:lnTo>
                    <a:pt x="870" y="20"/>
                  </a:lnTo>
                  <a:lnTo>
                    <a:pt x="820" y="1"/>
                  </a:lnTo>
                  <a:lnTo>
                    <a:pt x="725" y="304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86" name="Google Shape;10186;p72"/>
            <p:cNvSpPr/>
            <p:nvPr/>
          </p:nvSpPr>
          <p:spPr>
            <a:xfrm>
              <a:off x="7372833" y="2001412"/>
              <a:ext cx="24132" cy="18014"/>
            </a:xfrm>
            <a:custGeom>
              <a:avLst/>
              <a:gdLst/>
              <a:ahLst/>
              <a:cxnLst/>
              <a:rect l="l" t="t" r="r" b="b"/>
              <a:pathLst>
                <a:path w="501" h="374" extrusionOk="0">
                  <a:moveTo>
                    <a:pt x="251" y="0"/>
                  </a:moveTo>
                  <a:cubicBezTo>
                    <a:pt x="210" y="0"/>
                    <a:pt x="165" y="14"/>
                    <a:pt x="122" y="44"/>
                  </a:cubicBezTo>
                  <a:lnTo>
                    <a:pt x="111" y="56"/>
                  </a:lnTo>
                  <a:cubicBezTo>
                    <a:pt x="1" y="208"/>
                    <a:pt x="108" y="373"/>
                    <a:pt x="253" y="373"/>
                  </a:cubicBezTo>
                  <a:cubicBezTo>
                    <a:pt x="295" y="373"/>
                    <a:pt x="340" y="360"/>
                    <a:pt x="383" y="328"/>
                  </a:cubicBezTo>
                  <a:cubicBezTo>
                    <a:pt x="387" y="324"/>
                    <a:pt x="391" y="320"/>
                    <a:pt x="391" y="316"/>
                  </a:cubicBezTo>
                  <a:cubicBezTo>
                    <a:pt x="501" y="164"/>
                    <a:pt x="395" y="0"/>
                    <a:pt x="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87" name="Google Shape;10187;p72"/>
            <p:cNvSpPr/>
            <p:nvPr/>
          </p:nvSpPr>
          <p:spPr>
            <a:xfrm>
              <a:off x="6706693" y="1990093"/>
              <a:ext cx="85690" cy="37280"/>
            </a:xfrm>
            <a:custGeom>
              <a:avLst/>
              <a:gdLst/>
              <a:ahLst/>
              <a:cxnLst/>
              <a:rect l="l" t="t" r="r" b="b"/>
              <a:pathLst>
                <a:path w="1779" h="774" extrusionOk="0">
                  <a:moveTo>
                    <a:pt x="465" y="0"/>
                  </a:moveTo>
                  <a:cubicBezTo>
                    <a:pt x="250" y="0"/>
                    <a:pt x="36" y="13"/>
                    <a:pt x="24" y="53"/>
                  </a:cubicBezTo>
                  <a:cubicBezTo>
                    <a:pt x="1" y="126"/>
                    <a:pt x="245" y="643"/>
                    <a:pt x="464" y="774"/>
                  </a:cubicBezTo>
                  <a:lnTo>
                    <a:pt x="1713" y="774"/>
                  </a:lnTo>
                  <a:cubicBezTo>
                    <a:pt x="1713" y="774"/>
                    <a:pt x="1779" y="666"/>
                    <a:pt x="1713" y="601"/>
                  </a:cubicBezTo>
                  <a:lnTo>
                    <a:pt x="1253" y="601"/>
                  </a:lnTo>
                  <a:cubicBezTo>
                    <a:pt x="1253" y="601"/>
                    <a:pt x="1001" y="49"/>
                    <a:pt x="909" y="23"/>
                  </a:cubicBezTo>
                  <a:cubicBezTo>
                    <a:pt x="866" y="11"/>
                    <a:pt x="665" y="0"/>
                    <a:pt x="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88" name="Google Shape;10188;p72"/>
            <p:cNvSpPr/>
            <p:nvPr/>
          </p:nvSpPr>
          <p:spPr>
            <a:xfrm>
              <a:off x="6952341" y="1761207"/>
              <a:ext cx="439914" cy="112802"/>
            </a:xfrm>
            <a:custGeom>
              <a:avLst/>
              <a:gdLst/>
              <a:ahLst/>
              <a:cxnLst/>
              <a:rect l="l" t="t" r="r" b="b"/>
              <a:pathLst>
                <a:path w="9133" h="2342" extrusionOk="0">
                  <a:moveTo>
                    <a:pt x="4535" y="0"/>
                  </a:moveTo>
                  <a:cubicBezTo>
                    <a:pt x="3505" y="0"/>
                    <a:pt x="2340" y="39"/>
                    <a:pt x="1158" y="157"/>
                  </a:cubicBezTo>
                  <a:cubicBezTo>
                    <a:pt x="1158" y="157"/>
                    <a:pt x="350" y="1490"/>
                    <a:pt x="0" y="2341"/>
                  </a:cubicBezTo>
                  <a:lnTo>
                    <a:pt x="9013" y="2341"/>
                  </a:lnTo>
                  <a:cubicBezTo>
                    <a:pt x="9082" y="2341"/>
                    <a:pt x="9133" y="2268"/>
                    <a:pt x="9101" y="2207"/>
                  </a:cubicBezTo>
                  <a:cubicBezTo>
                    <a:pt x="8944" y="1844"/>
                    <a:pt x="8492" y="836"/>
                    <a:pt x="8105" y="157"/>
                  </a:cubicBezTo>
                  <a:cubicBezTo>
                    <a:pt x="8105" y="157"/>
                    <a:pt x="6593" y="0"/>
                    <a:pt x="45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89" name="Google Shape;10189;p72"/>
            <p:cNvSpPr/>
            <p:nvPr/>
          </p:nvSpPr>
          <p:spPr>
            <a:xfrm>
              <a:off x="6955472" y="1762652"/>
              <a:ext cx="429365" cy="109864"/>
            </a:xfrm>
            <a:custGeom>
              <a:avLst/>
              <a:gdLst/>
              <a:ahLst/>
              <a:cxnLst/>
              <a:rect l="l" t="t" r="r" b="b"/>
              <a:pathLst>
                <a:path w="8914" h="2281" extrusionOk="0">
                  <a:moveTo>
                    <a:pt x="4469" y="1"/>
                  </a:moveTo>
                  <a:cubicBezTo>
                    <a:pt x="3292" y="1"/>
                    <a:pt x="2174" y="51"/>
                    <a:pt x="1143" y="150"/>
                  </a:cubicBezTo>
                  <a:cubicBezTo>
                    <a:pt x="1124" y="154"/>
                    <a:pt x="1108" y="166"/>
                    <a:pt x="1097" y="181"/>
                  </a:cubicBezTo>
                  <a:cubicBezTo>
                    <a:pt x="966" y="395"/>
                    <a:pt x="349" y="1441"/>
                    <a:pt x="16" y="2192"/>
                  </a:cubicBezTo>
                  <a:cubicBezTo>
                    <a:pt x="1" y="2235"/>
                    <a:pt x="32" y="2281"/>
                    <a:pt x="73" y="2281"/>
                  </a:cubicBezTo>
                  <a:lnTo>
                    <a:pt x="8408" y="2281"/>
                  </a:lnTo>
                  <a:cubicBezTo>
                    <a:pt x="8711" y="2281"/>
                    <a:pt x="8914" y="1966"/>
                    <a:pt x="8787" y="1690"/>
                  </a:cubicBezTo>
                  <a:cubicBezTo>
                    <a:pt x="8580" y="1242"/>
                    <a:pt x="8297" y="641"/>
                    <a:pt x="8037" y="181"/>
                  </a:cubicBezTo>
                  <a:cubicBezTo>
                    <a:pt x="8025" y="166"/>
                    <a:pt x="8010" y="154"/>
                    <a:pt x="7987" y="150"/>
                  </a:cubicBezTo>
                  <a:cubicBezTo>
                    <a:pt x="7715" y="127"/>
                    <a:pt x="6300" y="1"/>
                    <a:pt x="4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90" name="Google Shape;10190;p72"/>
            <p:cNvSpPr/>
            <p:nvPr/>
          </p:nvSpPr>
          <p:spPr>
            <a:xfrm>
              <a:off x="7117744" y="1761400"/>
              <a:ext cx="17918" cy="112610"/>
            </a:xfrm>
            <a:custGeom>
              <a:avLst/>
              <a:gdLst/>
              <a:ahLst/>
              <a:cxnLst/>
              <a:rect l="l" t="t" r="r" b="b"/>
              <a:pathLst>
                <a:path w="372" h="2338" extrusionOk="0">
                  <a:moveTo>
                    <a:pt x="360" y="0"/>
                  </a:moveTo>
                  <a:cubicBezTo>
                    <a:pt x="96" y="1184"/>
                    <a:pt x="0" y="2337"/>
                    <a:pt x="0" y="2337"/>
                  </a:cubicBezTo>
                  <a:lnTo>
                    <a:pt x="15" y="2337"/>
                  </a:lnTo>
                  <a:cubicBezTo>
                    <a:pt x="15" y="2337"/>
                    <a:pt x="15" y="2318"/>
                    <a:pt x="20" y="2287"/>
                  </a:cubicBezTo>
                  <a:cubicBezTo>
                    <a:pt x="43" y="2050"/>
                    <a:pt x="142" y="1039"/>
                    <a:pt x="372" y="4"/>
                  </a:cubicBezTo>
                  <a:lnTo>
                    <a:pt x="3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91" name="Google Shape;10191;p72"/>
            <p:cNvSpPr/>
            <p:nvPr/>
          </p:nvSpPr>
          <p:spPr>
            <a:xfrm>
              <a:off x="7298224" y="1766505"/>
              <a:ext cx="31453" cy="106204"/>
            </a:xfrm>
            <a:custGeom>
              <a:avLst/>
              <a:gdLst/>
              <a:ahLst/>
              <a:cxnLst/>
              <a:rect l="l" t="t" r="r" b="b"/>
              <a:pathLst>
                <a:path w="653" h="2205" extrusionOk="0">
                  <a:moveTo>
                    <a:pt x="16" y="1"/>
                  </a:moveTo>
                  <a:lnTo>
                    <a:pt x="1" y="9"/>
                  </a:lnTo>
                  <a:cubicBezTo>
                    <a:pt x="158" y="411"/>
                    <a:pt x="319" y="963"/>
                    <a:pt x="438" y="1407"/>
                  </a:cubicBezTo>
                  <a:cubicBezTo>
                    <a:pt x="498" y="1633"/>
                    <a:pt x="549" y="1833"/>
                    <a:pt x="583" y="1975"/>
                  </a:cubicBezTo>
                  <a:cubicBezTo>
                    <a:pt x="602" y="2047"/>
                    <a:pt x="613" y="2101"/>
                    <a:pt x="625" y="2143"/>
                  </a:cubicBezTo>
                  <a:cubicBezTo>
                    <a:pt x="633" y="2181"/>
                    <a:pt x="636" y="2204"/>
                    <a:pt x="636" y="2204"/>
                  </a:cubicBezTo>
                  <a:lnTo>
                    <a:pt x="652" y="2201"/>
                  </a:lnTo>
                  <a:cubicBezTo>
                    <a:pt x="652" y="2201"/>
                    <a:pt x="330" y="814"/>
                    <a:pt x="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92" name="Google Shape;10192;p72"/>
            <p:cNvSpPr/>
            <p:nvPr/>
          </p:nvSpPr>
          <p:spPr>
            <a:xfrm>
              <a:off x="6930185" y="1878203"/>
              <a:ext cx="409087" cy="132550"/>
            </a:xfrm>
            <a:custGeom>
              <a:avLst/>
              <a:gdLst/>
              <a:ahLst/>
              <a:cxnLst/>
              <a:rect l="l" t="t" r="r" b="b"/>
              <a:pathLst>
                <a:path w="8493" h="2752" extrusionOk="0">
                  <a:moveTo>
                    <a:pt x="8320" y="0"/>
                  </a:moveTo>
                  <a:lnTo>
                    <a:pt x="8305" y="8"/>
                  </a:lnTo>
                  <a:cubicBezTo>
                    <a:pt x="8351" y="119"/>
                    <a:pt x="8392" y="303"/>
                    <a:pt x="8427" y="460"/>
                  </a:cubicBezTo>
                  <a:cubicBezTo>
                    <a:pt x="8443" y="541"/>
                    <a:pt x="8454" y="614"/>
                    <a:pt x="8461" y="663"/>
                  </a:cubicBezTo>
                  <a:cubicBezTo>
                    <a:pt x="8470" y="690"/>
                    <a:pt x="8473" y="709"/>
                    <a:pt x="8473" y="725"/>
                  </a:cubicBezTo>
                  <a:cubicBezTo>
                    <a:pt x="8475" y="732"/>
                    <a:pt x="8476" y="737"/>
                    <a:pt x="8476" y="741"/>
                  </a:cubicBezTo>
                  <a:lnTo>
                    <a:pt x="8476" y="741"/>
                  </a:lnTo>
                  <a:cubicBezTo>
                    <a:pt x="8239" y="782"/>
                    <a:pt x="8058" y="926"/>
                    <a:pt x="7918" y="1120"/>
                  </a:cubicBezTo>
                  <a:cubicBezTo>
                    <a:pt x="7699" y="1415"/>
                    <a:pt x="7580" y="1820"/>
                    <a:pt x="7511" y="2154"/>
                  </a:cubicBezTo>
                  <a:cubicBezTo>
                    <a:pt x="7449" y="2451"/>
                    <a:pt x="7434" y="2692"/>
                    <a:pt x="7432" y="2736"/>
                  </a:cubicBezTo>
                  <a:lnTo>
                    <a:pt x="1046" y="2736"/>
                  </a:lnTo>
                  <a:cubicBezTo>
                    <a:pt x="953" y="2005"/>
                    <a:pt x="698" y="1563"/>
                    <a:pt x="460" y="1307"/>
                  </a:cubicBezTo>
                  <a:cubicBezTo>
                    <a:pt x="249" y="1071"/>
                    <a:pt x="56" y="989"/>
                    <a:pt x="19" y="975"/>
                  </a:cubicBezTo>
                  <a:lnTo>
                    <a:pt x="19" y="975"/>
                  </a:lnTo>
                  <a:lnTo>
                    <a:pt x="411" y="46"/>
                  </a:lnTo>
                  <a:lnTo>
                    <a:pt x="400" y="43"/>
                  </a:lnTo>
                  <a:lnTo>
                    <a:pt x="1" y="985"/>
                  </a:lnTo>
                  <a:lnTo>
                    <a:pt x="9" y="985"/>
                  </a:lnTo>
                  <a:lnTo>
                    <a:pt x="12" y="989"/>
                  </a:lnTo>
                  <a:cubicBezTo>
                    <a:pt x="35" y="996"/>
                    <a:pt x="246" y="1081"/>
                    <a:pt x="472" y="1341"/>
                  </a:cubicBezTo>
                  <a:cubicBezTo>
                    <a:pt x="699" y="1599"/>
                    <a:pt x="943" y="2036"/>
                    <a:pt x="1031" y="2744"/>
                  </a:cubicBezTo>
                  <a:lnTo>
                    <a:pt x="1031" y="2752"/>
                  </a:lnTo>
                  <a:lnTo>
                    <a:pt x="7442" y="2752"/>
                  </a:lnTo>
                  <a:lnTo>
                    <a:pt x="7442" y="2744"/>
                  </a:lnTo>
                  <a:cubicBezTo>
                    <a:pt x="7442" y="2744"/>
                    <a:pt x="7446" y="2736"/>
                    <a:pt x="7446" y="2725"/>
                  </a:cubicBezTo>
                  <a:cubicBezTo>
                    <a:pt x="7454" y="2625"/>
                    <a:pt x="7492" y="2165"/>
                    <a:pt x="7642" y="1717"/>
                  </a:cubicBezTo>
                  <a:cubicBezTo>
                    <a:pt x="7715" y="1491"/>
                    <a:pt x="7818" y="1269"/>
                    <a:pt x="7956" y="1093"/>
                  </a:cubicBezTo>
                  <a:cubicBezTo>
                    <a:pt x="8094" y="920"/>
                    <a:pt x="8266" y="789"/>
                    <a:pt x="8484" y="755"/>
                  </a:cubicBezTo>
                  <a:lnTo>
                    <a:pt x="8493" y="752"/>
                  </a:lnTo>
                  <a:lnTo>
                    <a:pt x="8493" y="748"/>
                  </a:lnTo>
                  <a:cubicBezTo>
                    <a:pt x="8493" y="748"/>
                    <a:pt x="8473" y="617"/>
                    <a:pt x="8438" y="460"/>
                  </a:cubicBezTo>
                  <a:cubicBezTo>
                    <a:pt x="8408" y="303"/>
                    <a:pt x="8366" y="115"/>
                    <a:pt x="83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93" name="Google Shape;10193;p72"/>
            <p:cNvSpPr/>
            <p:nvPr/>
          </p:nvSpPr>
          <p:spPr>
            <a:xfrm>
              <a:off x="7111097" y="1878203"/>
              <a:ext cx="7418" cy="127396"/>
            </a:xfrm>
            <a:custGeom>
              <a:avLst/>
              <a:gdLst/>
              <a:ahLst/>
              <a:cxnLst/>
              <a:rect l="l" t="t" r="r" b="b"/>
              <a:pathLst>
                <a:path w="154" h="2645" extrusionOk="0">
                  <a:moveTo>
                    <a:pt x="138" y="0"/>
                  </a:moveTo>
                  <a:cubicBezTo>
                    <a:pt x="23" y="499"/>
                    <a:pt x="0" y="1315"/>
                    <a:pt x="0" y="1909"/>
                  </a:cubicBezTo>
                  <a:cubicBezTo>
                    <a:pt x="0" y="2334"/>
                    <a:pt x="11" y="2644"/>
                    <a:pt x="11" y="2644"/>
                  </a:cubicBezTo>
                  <a:lnTo>
                    <a:pt x="27" y="2644"/>
                  </a:lnTo>
                  <a:cubicBezTo>
                    <a:pt x="27" y="2644"/>
                    <a:pt x="27" y="2625"/>
                    <a:pt x="23" y="2587"/>
                  </a:cubicBezTo>
                  <a:cubicBezTo>
                    <a:pt x="20" y="2480"/>
                    <a:pt x="15" y="2227"/>
                    <a:pt x="15" y="1909"/>
                  </a:cubicBezTo>
                  <a:cubicBezTo>
                    <a:pt x="15" y="1315"/>
                    <a:pt x="38" y="499"/>
                    <a:pt x="153" y="4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94" name="Google Shape;10194;p72"/>
            <p:cNvSpPr/>
            <p:nvPr/>
          </p:nvSpPr>
          <p:spPr>
            <a:xfrm>
              <a:off x="7076369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0" y="1"/>
                  </a:moveTo>
                  <a:lnTo>
                    <a:pt x="0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95" name="Google Shape;10195;p72"/>
            <p:cNvSpPr/>
            <p:nvPr/>
          </p:nvSpPr>
          <p:spPr>
            <a:xfrm>
              <a:off x="7284015" y="1896072"/>
              <a:ext cx="22013" cy="626"/>
            </a:xfrm>
            <a:custGeom>
              <a:avLst/>
              <a:gdLst/>
              <a:ahLst/>
              <a:cxnLst/>
              <a:rect l="l" t="t" r="r" b="b"/>
              <a:pathLst>
                <a:path w="457" h="13" extrusionOk="0">
                  <a:moveTo>
                    <a:pt x="1" y="1"/>
                  </a:moveTo>
                  <a:lnTo>
                    <a:pt x="1" y="13"/>
                  </a:lnTo>
                  <a:lnTo>
                    <a:pt x="457" y="13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96" name="Google Shape;10196;p72"/>
            <p:cNvSpPr/>
            <p:nvPr/>
          </p:nvSpPr>
          <p:spPr>
            <a:xfrm>
              <a:off x="6948825" y="1883549"/>
              <a:ext cx="440829" cy="819"/>
            </a:xfrm>
            <a:custGeom>
              <a:avLst/>
              <a:gdLst/>
              <a:ahLst/>
              <a:cxnLst/>
              <a:rect l="l" t="t" r="r" b="b"/>
              <a:pathLst>
                <a:path w="9152" h="17" extrusionOk="0">
                  <a:moveTo>
                    <a:pt x="1" y="1"/>
                  </a:moveTo>
                  <a:lnTo>
                    <a:pt x="1" y="16"/>
                  </a:lnTo>
                  <a:lnTo>
                    <a:pt x="9151" y="16"/>
                  </a:lnTo>
                  <a:lnTo>
                    <a:pt x="91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97" name="Google Shape;10197;p72"/>
            <p:cNvSpPr/>
            <p:nvPr/>
          </p:nvSpPr>
          <p:spPr>
            <a:xfrm>
              <a:off x="6939288" y="1839092"/>
              <a:ext cx="67194" cy="39303"/>
            </a:xfrm>
            <a:custGeom>
              <a:avLst/>
              <a:gdLst/>
              <a:ahLst/>
              <a:cxnLst/>
              <a:rect l="l" t="t" r="r" b="b"/>
              <a:pathLst>
                <a:path w="1395" h="816" extrusionOk="0">
                  <a:moveTo>
                    <a:pt x="1083" y="0"/>
                  </a:moveTo>
                  <a:cubicBezTo>
                    <a:pt x="875" y="0"/>
                    <a:pt x="569" y="21"/>
                    <a:pt x="425" y="54"/>
                  </a:cubicBezTo>
                  <a:cubicBezTo>
                    <a:pt x="352" y="69"/>
                    <a:pt x="202" y="445"/>
                    <a:pt x="202" y="445"/>
                  </a:cubicBezTo>
                  <a:lnTo>
                    <a:pt x="69" y="445"/>
                  </a:lnTo>
                  <a:cubicBezTo>
                    <a:pt x="69" y="445"/>
                    <a:pt x="0" y="697"/>
                    <a:pt x="69" y="797"/>
                  </a:cubicBezTo>
                  <a:cubicBezTo>
                    <a:pt x="69" y="797"/>
                    <a:pt x="580" y="816"/>
                    <a:pt x="936" y="816"/>
                  </a:cubicBezTo>
                  <a:cubicBezTo>
                    <a:pt x="1115" y="816"/>
                    <a:pt x="1254" y="811"/>
                    <a:pt x="1272" y="797"/>
                  </a:cubicBezTo>
                  <a:cubicBezTo>
                    <a:pt x="1329" y="751"/>
                    <a:pt x="1394" y="38"/>
                    <a:pt x="1272" y="11"/>
                  </a:cubicBezTo>
                  <a:cubicBezTo>
                    <a:pt x="1237" y="4"/>
                    <a:pt x="1168" y="0"/>
                    <a:pt x="10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98" name="Google Shape;10198;p72"/>
            <p:cNvSpPr/>
            <p:nvPr/>
          </p:nvSpPr>
          <p:spPr>
            <a:xfrm>
              <a:off x="6975605" y="1867124"/>
              <a:ext cx="20519" cy="1493"/>
            </a:xfrm>
            <a:custGeom>
              <a:avLst/>
              <a:gdLst/>
              <a:ahLst/>
              <a:cxnLst/>
              <a:rect l="l" t="t" r="r" b="b"/>
              <a:pathLst>
                <a:path w="426" h="31" extrusionOk="0">
                  <a:moveTo>
                    <a:pt x="0" y="0"/>
                  </a:moveTo>
                  <a:lnTo>
                    <a:pt x="0" y="16"/>
                  </a:lnTo>
                  <a:lnTo>
                    <a:pt x="426" y="31"/>
                  </a:lnTo>
                  <a:lnTo>
                    <a:pt x="42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199" name="Google Shape;10199;p72"/>
            <p:cNvSpPr/>
            <p:nvPr/>
          </p:nvSpPr>
          <p:spPr>
            <a:xfrm>
              <a:off x="6745081" y="1878010"/>
              <a:ext cx="170417" cy="36798"/>
            </a:xfrm>
            <a:custGeom>
              <a:avLst/>
              <a:gdLst/>
              <a:ahLst/>
              <a:cxnLst/>
              <a:rect l="l" t="t" r="r" b="b"/>
              <a:pathLst>
                <a:path w="3538" h="764" extrusionOk="0">
                  <a:moveTo>
                    <a:pt x="3534" y="1"/>
                  </a:moveTo>
                  <a:cubicBezTo>
                    <a:pt x="3534" y="1"/>
                    <a:pt x="3522" y="4"/>
                    <a:pt x="3503" y="8"/>
                  </a:cubicBezTo>
                  <a:cubicBezTo>
                    <a:pt x="3346" y="47"/>
                    <a:pt x="2653" y="227"/>
                    <a:pt x="1978" y="395"/>
                  </a:cubicBezTo>
                  <a:cubicBezTo>
                    <a:pt x="1641" y="480"/>
                    <a:pt x="1311" y="564"/>
                    <a:pt x="1058" y="629"/>
                  </a:cubicBezTo>
                  <a:cubicBezTo>
                    <a:pt x="932" y="660"/>
                    <a:pt x="824" y="687"/>
                    <a:pt x="744" y="706"/>
                  </a:cubicBezTo>
                  <a:cubicBezTo>
                    <a:pt x="663" y="724"/>
                    <a:pt x="610" y="736"/>
                    <a:pt x="594" y="740"/>
                  </a:cubicBezTo>
                  <a:cubicBezTo>
                    <a:pt x="552" y="744"/>
                    <a:pt x="472" y="747"/>
                    <a:pt x="384" y="747"/>
                  </a:cubicBezTo>
                  <a:cubicBezTo>
                    <a:pt x="295" y="747"/>
                    <a:pt x="200" y="744"/>
                    <a:pt x="127" y="744"/>
                  </a:cubicBezTo>
                  <a:cubicBezTo>
                    <a:pt x="89" y="740"/>
                    <a:pt x="58" y="740"/>
                    <a:pt x="35" y="740"/>
                  </a:cubicBezTo>
                  <a:lnTo>
                    <a:pt x="0" y="740"/>
                  </a:lnTo>
                  <a:lnTo>
                    <a:pt x="0" y="752"/>
                  </a:lnTo>
                  <a:cubicBezTo>
                    <a:pt x="0" y="752"/>
                    <a:pt x="207" y="763"/>
                    <a:pt x="384" y="763"/>
                  </a:cubicBezTo>
                  <a:cubicBezTo>
                    <a:pt x="472" y="763"/>
                    <a:pt x="552" y="759"/>
                    <a:pt x="598" y="752"/>
                  </a:cubicBezTo>
                  <a:cubicBezTo>
                    <a:pt x="614" y="752"/>
                    <a:pt x="671" y="736"/>
                    <a:pt x="763" y="717"/>
                  </a:cubicBezTo>
                  <a:cubicBezTo>
                    <a:pt x="1388" y="564"/>
                    <a:pt x="3537" y="16"/>
                    <a:pt x="3537" y="16"/>
                  </a:cubicBezTo>
                  <a:lnTo>
                    <a:pt x="35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00" name="Google Shape;10200;p72"/>
            <p:cNvSpPr/>
            <p:nvPr/>
          </p:nvSpPr>
          <p:spPr>
            <a:xfrm>
              <a:off x="6732173" y="1970104"/>
              <a:ext cx="14065" cy="819"/>
            </a:xfrm>
            <a:custGeom>
              <a:avLst/>
              <a:gdLst/>
              <a:ahLst/>
              <a:cxnLst/>
              <a:rect l="l" t="t" r="r" b="b"/>
              <a:pathLst>
                <a:path w="292" h="17" extrusionOk="0">
                  <a:moveTo>
                    <a:pt x="291" y="1"/>
                  </a:moveTo>
                  <a:lnTo>
                    <a:pt x="1" y="4"/>
                  </a:lnTo>
                  <a:lnTo>
                    <a:pt x="1" y="16"/>
                  </a:lnTo>
                  <a:lnTo>
                    <a:pt x="291" y="16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01" name="Google Shape;10201;p72"/>
            <p:cNvSpPr/>
            <p:nvPr/>
          </p:nvSpPr>
          <p:spPr>
            <a:xfrm>
              <a:off x="6734003" y="1964950"/>
              <a:ext cx="14065" cy="771"/>
            </a:xfrm>
            <a:custGeom>
              <a:avLst/>
              <a:gdLst/>
              <a:ahLst/>
              <a:cxnLst/>
              <a:rect l="l" t="t" r="r" b="b"/>
              <a:pathLst>
                <a:path w="292" h="16" extrusionOk="0">
                  <a:moveTo>
                    <a:pt x="0" y="0"/>
                  </a:moveTo>
                  <a:lnTo>
                    <a:pt x="0" y="16"/>
                  </a:lnTo>
                  <a:lnTo>
                    <a:pt x="292" y="16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02" name="Google Shape;10202;p72"/>
            <p:cNvSpPr/>
            <p:nvPr/>
          </p:nvSpPr>
          <p:spPr>
            <a:xfrm>
              <a:off x="6735689" y="1959796"/>
              <a:ext cx="14017" cy="771"/>
            </a:xfrm>
            <a:custGeom>
              <a:avLst/>
              <a:gdLst/>
              <a:ahLst/>
              <a:cxnLst/>
              <a:rect l="l" t="t" r="r" b="b"/>
              <a:pathLst>
                <a:path w="291" h="16" extrusionOk="0">
                  <a:moveTo>
                    <a:pt x="0" y="0"/>
                  </a:moveTo>
                  <a:lnTo>
                    <a:pt x="0" y="15"/>
                  </a:lnTo>
                  <a:lnTo>
                    <a:pt x="291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10203" name="Google Shape;10203;p72"/>
          <p:cNvGrpSpPr/>
          <p:nvPr/>
        </p:nvGrpSpPr>
        <p:grpSpPr>
          <a:xfrm>
            <a:off x="2245180" y="3880571"/>
            <a:ext cx="177548" cy="768131"/>
            <a:chOff x="8742709" y="2196290"/>
            <a:chExt cx="250703" cy="1084471"/>
          </a:xfrm>
        </p:grpSpPr>
        <p:sp>
          <p:nvSpPr>
            <p:cNvPr id="10204" name="Google Shape;10204;p72"/>
            <p:cNvSpPr/>
            <p:nvPr/>
          </p:nvSpPr>
          <p:spPr>
            <a:xfrm>
              <a:off x="8938305" y="2203989"/>
              <a:ext cx="55107" cy="407796"/>
            </a:xfrm>
            <a:custGeom>
              <a:avLst/>
              <a:gdLst/>
              <a:ahLst/>
              <a:cxnLst/>
              <a:rect l="l" t="t" r="r" b="b"/>
              <a:pathLst>
                <a:path w="637" h="4714" extrusionOk="0">
                  <a:moveTo>
                    <a:pt x="0" y="1"/>
                  </a:moveTo>
                  <a:lnTo>
                    <a:pt x="0" y="4714"/>
                  </a:lnTo>
                  <a:cubicBezTo>
                    <a:pt x="0" y="4714"/>
                    <a:pt x="421" y="4687"/>
                    <a:pt x="533" y="4625"/>
                  </a:cubicBezTo>
                  <a:cubicBezTo>
                    <a:pt x="533" y="4625"/>
                    <a:pt x="636" y="1534"/>
                    <a:pt x="441" y="161"/>
                  </a:cubicBezTo>
                  <a:cubicBezTo>
                    <a:pt x="441" y="161"/>
                    <a:pt x="226" y="35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05" name="Google Shape;10205;p72"/>
            <p:cNvSpPr/>
            <p:nvPr/>
          </p:nvSpPr>
          <p:spPr>
            <a:xfrm>
              <a:off x="8828525" y="2609109"/>
              <a:ext cx="54155" cy="628563"/>
            </a:xfrm>
            <a:custGeom>
              <a:avLst/>
              <a:gdLst/>
              <a:ahLst/>
              <a:cxnLst/>
              <a:rect l="l" t="t" r="r" b="b"/>
              <a:pathLst>
                <a:path w="626" h="7266" extrusionOk="0">
                  <a:moveTo>
                    <a:pt x="625" y="0"/>
                  </a:moveTo>
                  <a:lnTo>
                    <a:pt x="1" y="31"/>
                  </a:lnTo>
                  <a:lnTo>
                    <a:pt x="104" y="7266"/>
                  </a:lnTo>
                  <a:cubicBezTo>
                    <a:pt x="104" y="7266"/>
                    <a:pt x="326" y="7266"/>
                    <a:pt x="530" y="7220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06" name="Google Shape;10206;p72"/>
            <p:cNvSpPr/>
            <p:nvPr/>
          </p:nvSpPr>
          <p:spPr>
            <a:xfrm>
              <a:off x="8864686" y="2627362"/>
              <a:ext cx="10381" cy="598372"/>
            </a:xfrm>
            <a:custGeom>
              <a:avLst/>
              <a:gdLst/>
              <a:ahLst/>
              <a:cxnLst/>
              <a:rect l="l" t="t" r="r" b="b"/>
              <a:pathLst>
                <a:path w="120" h="6917" extrusionOk="0">
                  <a:moveTo>
                    <a:pt x="62" y="0"/>
                  </a:moveTo>
                  <a:lnTo>
                    <a:pt x="0" y="6909"/>
                  </a:lnTo>
                  <a:lnTo>
                    <a:pt x="0" y="6917"/>
                  </a:lnTo>
                  <a:lnTo>
                    <a:pt x="58" y="6917"/>
                  </a:lnTo>
                  <a:lnTo>
                    <a:pt x="58" y="6909"/>
                  </a:lnTo>
                  <a:lnTo>
                    <a:pt x="119" y="4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07" name="Google Shape;10207;p72"/>
            <p:cNvSpPr/>
            <p:nvPr/>
          </p:nvSpPr>
          <p:spPr>
            <a:xfrm>
              <a:off x="8828525" y="2613694"/>
              <a:ext cx="54155" cy="13409"/>
            </a:xfrm>
            <a:custGeom>
              <a:avLst/>
              <a:gdLst/>
              <a:ahLst/>
              <a:cxnLst/>
              <a:rect l="l" t="t" r="r" b="b"/>
              <a:pathLst>
                <a:path w="626" h="155" extrusionOk="0">
                  <a:moveTo>
                    <a:pt x="625" y="1"/>
                  </a:moveTo>
                  <a:lnTo>
                    <a:pt x="1" y="24"/>
                  </a:lnTo>
                  <a:lnTo>
                    <a:pt x="12" y="154"/>
                  </a:lnTo>
                  <a:cubicBezTo>
                    <a:pt x="17" y="154"/>
                    <a:pt x="22" y="154"/>
                    <a:pt x="26" y="154"/>
                  </a:cubicBezTo>
                  <a:cubicBezTo>
                    <a:pt x="299" y="154"/>
                    <a:pt x="618" y="54"/>
                    <a:pt x="618" y="54"/>
                  </a:cubicBez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08" name="Google Shape;10208;p72"/>
            <p:cNvSpPr/>
            <p:nvPr/>
          </p:nvSpPr>
          <p:spPr>
            <a:xfrm>
              <a:off x="8742709" y="2196290"/>
              <a:ext cx="203645" cy="422070"/>
            </a:xfrm>
            <a:custGeom>
              <a:avLst/>
              <a:gdLst/>
              <a:ahLst/>
              <a:cxnLst/>
              <a:rect l="l" t="t" r="r" b="b"/>
              <a:pathLst>
                <a:path w="2354" h="4879" extrusionOk="0">
                  <a:moveTo>
                    <a:pt x="1092" y="1"/>
                  </a:moveTo>
                  <a:cubicBezTo>
                    <a:pt x="447" y="1"/>
                    <a:pt x="84" y="90"/>
                    <a:pt x="84" y="90"/>
                  </a:cubicBezTo>
                  <a:cubicBezTo>
                    <a:pt x="1" y="1810"/>
                    <a:pt x="176" y="4829"/>
                    <a:pt x="176" y="4829"/>
                  </a:cubicBezTo>
                  <a:cubicBezTo>
                    <a:pt x="366" y="4865"/>
                    <a:pt x="622" y="4878"/>
                    <a:pt x="890" y="4878"/>
                  </a:cubicBezTo>
                  <a:cubicBezTo>
                    <a:pt x="1541" y="4878"/>
                    <a:pt x="2261" y="4803"/>
                    <a:pt x="2261" y="4803"/>
                  </a:cubicBezTo>
                  <a:cubicBezTo>
                    <a:pt x="2353" y="2366"/>
                    <a:pt x="2261" y="90"/>
                    <a:pt x="2261" y="90"/>
                  </a:cubicBezTo>
                  <a:cubicBezTo>
                    <a:pt x="1808" y="23"/>
                    <a:pt x="1415" y="1"/>
                    <a:pt x="10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09" name="Google Shape;10209;p72"/>
            <p:cNvSpPr/>
            <p:nvPr/>
          </p:nvSpPr>
          <p:spPr>
            <a:xfrm>
              <a:off x="8761222" y="2209612"/>
              <a:ext cx="167483" cy="395599"/>
            </a:xfrm>
            <a:custGeom>
              <a:avLst/>
              <a:gdLst/>
              <a:ahLst/>
              <a:cxnLst/>
              <a:rect l="l" t="t" r="r" b="b"/>
              <a:pathLst>
                <a:path w="1936" h="4573" extrusionOk="0">
                  <a:moveTo>
                    <a:pt x="878" y="58"/>
                  </a:moveTo>
                  <a:cubicBezTo>
                    <a:pt x="1188" y="58"/>
                    <a:pt x="1509" y="80"/>
                    <a:pt x="1841" y="120"/>
                  </a:cubicBezTo>
                  <a:lnTo>
                    <a:pt x="1841" y="120"/>
                  </a:lnTo>
                  <a:cubicBezTo>
                    <a:pt x="1853" y="469"/>
                    <a:pt x="1879" y="1301"/>
                    <a:pt x="1879" y="2350"/>
                  </a:cubicBezTo>
                  <a:cubicBezTo>
                    <a:pt x="1879" y="2994"/>
                    <a:pt x="1867" y="3717"/>
                    <a:pt x="1841" y="4456"/>
                  </a:cubicBezTo>
                  <a:lnTo>
                    <a:pt x="1841" y="4456"/>
                  </a:lnTo>
                  <a:cubicBezTo>
                    <a:pt x="1592" y="4475"/>
                    <a:pt x="1119" y="4511"/>
                    <a:pt x="683" y="4511"/>
                  </a:cubicBezTo>
                  <a:cubicBezTo>
                    <a:pt x="480" y="4511"/>
                    <a:pt x="305" y="4504"/>
                    <a:pt x="164" y="4490"/>
                  </a:cubicBezTo>
                  <a:lnTo>
                    <a:pt x="164" y="4490"/>
                  </a:lnTo>
                  <a:cubicBezTo>
                    <a:pt x="136" y="3974"/>
                    <a:pt x="59" y="2393"/>
                    <a:pt x="59" y="1032"/>
                  </a:cubicBezTo>
                  <a:cubicBezTo>
                    <a:pt x="59" y="707"/>
                    <a:pt x="62" y="394"/>
                    <a:pt x="73" y="113"/>
                  </a:cubicBezTo>
                  <a:lnTo>
                    <a:pt x="73" y="113"/>
                  </a:lnTo>
                  <a:cubicBezTo>
                    <a:pt x="230" y="90"/>
                    <a:pt x="505" y="58"/>
                    <a:pt x="878" y="58"/>
                  </a:cubicBezTo>
                  <a:close/>
                  <a:moveTo>
                    <a:pt x="878" y="1"/>
                  </a:moveTo>
                  <a:cubicBezTo>
                    <a:pt x="484" y="1"/>
                    <a:pt x="197" y="35"/>
                    <a:pt x="43" y="58"/>
                  </a:cubicBezTo>
                  <a:lnTo>
                    <a:pt x="16" y="62"/>
                  </a:lnTo>
                  <a:lnTo>
                    <a:pt x="16" y="85"/>
                  </a:lnTo>
                  <a:cubicBezTo>
                    <a:pt x="5" y="376"/>
                    <a:pt x="1" y="694"/>
                    <a:pt x="1" y="1032"/>
                  </a:cubicBezTo>
                  <a:cubicBezTo>
                    <a:pt x="1" y="2419"/>
                    <a:pt x="82" y="4028"/>
                    <a:pt x="108" y="4518"/>
                  </a:cubicBezTo>
                  <a:lnTo>
                    <a:pt x="108" y="4541"/>
                  </a:lnTo>
                  <a:lnTo>
                    <a:pt x="135" y="4546"/>
                  </a:lnTo>
                  <a:cubicBezTo>
                    <a:pt x="280" y="4560"/>
                    <a:pt x="464" y="4572"/>
                    <a:pt x="683" y="4572"/>
                  </a:cubicBezTo>
                  <a:cubicBezTo>
                    <a:pt x="1139" y="4572"/>
                    <a:pt x="1630" y="4534"/>
                    <a:pt x="1875" y="4511"/>
                  </a:cubicBezTo>
                  <a:lnTo>
                    <a:pt x="1898" y="4507"/>
                  </a:lnTo>
                  <a:lnTo>
                    <a:pt x="1902" y="4484"/>
                  </a:lnTo>
                  <a:cubicBezTo>
                    <a:pt x="1928" y="3733"/>
                    <a:pt x="1936" y="3001"/>
                    <a:pt x="1936" y="2350"/>
                  </a:cubicBezTo>
                  <a:cubicBezTo>
                    <a:pt x="1936" y="1276"/>
                    <a:pt x="1913" y="426"/>
                    <a:pt x="1902" y="93"/>
                  </a:cubicBezTo>
                  <a:lnTo>
                    <a:pt x="1898" y="70"/>
                  </a:lnTo>
                  <a:lnTo>
                    <a:pt x="1875" y="66"/>
                  </a:lnTo>
                  <a:cubicBezTo>
                    <a:pt x="1534" y="24"/>
                    <a:pt x="1200" y="1"/>
                    <a:pt x="8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10210" name="Google Shape;10210;p72"/>
            <p:cNvGrpSpPr/>
            <p:nvPr/>
          </p:nvGrpSpPr>
          <p:grpSpPr>
            <a:xfrm>
              <a:off x="8794962" y="2230201"/>
              <a:ext cx="91528" cy="351743"/>
              <a:chOff x="8426487" y="2163076"/>
              <a:chExt cx="91528" cy="351743"/>
            </a:xfrm>
          </p:grpSpPr>
          <p:sp>
            <p:nvSpPr>
              <p:cNvPr id="10211" name="Google Shape;10211;p72"/>
              <p:cNvSpPr/>
              <p:nvPr/>
            </p:nvSpPr>
            <p:spPr>
              <a:xfrm>
                <a:off x="8426487" y="2163076"/>
                <a:ext cx="91528" cy="106837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1235" extrusionOk="0">
                    <a:moveTo>
                      <a:pt x="529" y="0"/>
                    </a:moveTo>
                    <a:cubicBezTo>
                      <a:pt x="237" y="0"/>
                      <a:pt x="0" y="276"/>
                      <a:pt x="0" y="617"/>
                    </a:cubicBezTo>
                    <a:cubicBezTo>
                      <a:pt x="0" y="958"/>
                      <a:pt x="237" y="1234"/>
                      <a:pt x="529" y="1234"/>
                    </a:cubicBezTo>
                    <a:cubicBezTo>
                      <a:pt x="824" y="1234"/>
                      <a:pt x="1058" y="958"/>
                      <a:pt x="1058" y="617"/>
                    </a:cubicBezTo>
                    <a:cubicBezTo>
                      <a:pt x="1058" y="276"/>
                      <a:pt x="824" y="0"/>
                      <a:pt x="5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12" name="Google Shape;10212;p72"/>
              <p:cNvSpPr/>
              <p:nvPr/>
            </p:nvSpPr>
            <p:spPr>
              <a:xfrm>
                <a:off x="8429428" y="2169045"/>
                <a:ext cx="79330" cy="94899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097" extrusionOk="0">
                    <a:moveTo>
                      <a:pt x="460" y="0"/>
                    </a:moveTo>
                    <a:cubicBezTo>
                      <a:pt x="203" y="0"/>
                      <a:pt x="0" y="246"/>
                      <a:pt x="0" y="548"/>
                    </a:cubicBezTo>
                    <a:cubicBezTo>
                      <a:pt x="0" y="851"/>
                      <a:pt x="203" y="1096"/>
                      <a:pt x="460" y="1096"/>
                    </a:cubicBezTo>
                    <a:cubicBezTo>
                      <a:pt x="713" y="1096"/>
                      <a:pt x="916" y="851"/>
                      <a:pt x="916" y="548"/>
                    </a:cubicBezTo>
                    <a:cubicBezTo>
                      <a:pt x="916" y="246"/>
                      <a:pt x="713" y="0"/>
                      <a:pt x="4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13" name="Google Shape;10213;p72"/>
              <p:cNvSpPr/>
              <p:nvPr/>
            </p:nvSpPr>
            <p:spPr>
              <a:xfrm>
                <a:off x="8469914" y="2180291"/>
                <a:ext cx="10641" cy="70677"/>
              </a:xfrm>
              <a:custGeom>
                <a:avLst/>
                <a:gdLst/>
                <a:ahLst/>
                <a:cxnLst/>
                <a:rect l="l" t="t" r="r" b="b"/>
                <a:pathLst>
                  <a:path w="123" h="817" extrusionOk="0">
                    <a:moveTo>
                      <a:pt x="65" y="1"/>
                    </a:moveTo>
                    <a:cubicBezTo>
                      <a:pt x="23" y="208"/>
                      <a:pt x="0" y="418"/>
                      <a:pt x="0" y="629"/>
                    </a:cubicBezTo>
                    <a:cubicBezTo>
                      <a:pt x="0" y="690"/>
                      <a:pt x="0" y="756"/>
                      <a:pt x="4" y="816"/>
                    </a:cubicBezTo>
                    <a:lnTo>
                      <a:pt x="65" y="816"/>
                    </a:lnTo>
                    <a:cubicBezTo>
                      <a:pt x="61" y="752"/>
                      <a:pt x="57" y="690"/>
                      <a:pt x="57" y="629"/>
                    </a:cubicBezTo>
                    <a:cubicBezTo>
                      <a:pt x="57" y="422"/>
                      <a:pt x="80" y="215"/>
                      <a:pt x="122" y="12"/>
                    </a:cubicBezTo>
                    <a:lnTo>
                      <a:pt x="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14" name="Google Shape;10214;p72"/>
              <p:cNvSpPr/>
              <p:nvPr/>
            </p:nvSpPr>
            <p:spPr>
              <a:xfrm>
                <a:off x="8449671" y="2180637"/>
                <a:ext cx="10035" cy="6738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779" extrusionOk="0">
                    <a:moveTo>
                      <a:pt x="58" y="0"/>
                    </a:moveTo>
                    <a:cubicBezTo>
                      <a:pt x="19" y="192"/>
                      <a:pt x="1" y="388"/>
                      <a:pt x="1" y="582"/>
                    </a:cubicBezTo>
                    <a:cubicBezTo>
                      <a:pt x="1" y="648"/>
                      <a:pt x="4" y="713"/>
                      <a:pt x="8" y="778"/>
                    </a:cubicBezTo>
                    <a:lnTo>
                      <a:pt x="65" y="775"/>
                    </a:lnTo>
                    <a:cubicBezTo>
                      <a:pt x="61" y="709"/>
                      <a:pt x="58" y="644"/>
                      <a:pt x="58" y="582"/>
                    </a:cubicBezTo>
                    <a:cubicBezTo>
                      <a:pt x="58" y="391"/>
                      <a:pt x="77" y="200"/>
                      <a:pt x="116" y="12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15" name="Google Shape;10215;p72"/>
              <p:cNvSpPr/>
              <p:nvPr/>
            </p:nvSpPr>
            <p:spPr>
              <a:xfrm>
                <a:off x="8438079" y="2224411"/>
                <a:ext cx="59778" cy="12284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42" extrusionOk="0">
                    <a:moveTo>
                      <a:pt x="20" y="0"/>
                    </a:moveTo>
                    <a:lnTo>
                      <a:pt x="0" y="53"/>
                    </a:lnTo>
                    <a:cubicBezTo>
                      <a:pt x="172" y="115"/>
                      <a:pt x="349" y="142"/>
                      <a:pt x="529" y="142"/>
                    </a:cubicBezTo>
                    <a:cubicBezTo>
                      <a:pt x="582" y="142"/>
                      <a:pt x="636" y="142"/>
                      <a:pt x="690" y="134"/>
                    </a:cubicBezTo>
                    <a:lnTo>
                      <a:pt x="682" y="76"/>
                    </a:lnTo>
                    <a:cubicBezTo>
                      <a:pt x="632" y="81"/>
                      <a:pt x="582" y="85"/>
                      <a:pt x="529" y="85"/>
                    </a:cubicBezTo>
                    <a:cubicBezTo>
                      <a:pt x="356" y="85"/>
                      <a:pt x="184" y="58"/>
                      <a:pt x="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16" name="Google Shape;10216;p72"/>
              <p:cNvSpPr/>
              <p:nvPr/>
            </p:nvSpPr>
            <p:spPr>
              <a:xfrm>
                <a:off x="8441020" y="2200534"/>
                <a:ext cx="54069" cy="1003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16" extrusionOk="0">
                    <a:moveTo>
                      <a:pt x="16" y="0"/>
                    </a:moveTo>
                    <a:lnTo>
                      <a:pt x="0" y="58"/>
                    </a:lnTo>
                    <a:cubicBezTo>
                      <a:pt x="158" y="96"/>
                      <a:pt x="315" y="115"/>
                      <a:pt x="476" y="115"/>
                    </a:cubicBezTo>
                    <a:cubicBezTo>
                      <a:pt x="525" y="115"/>
                      <a:pt x="575" y="112"/>
                      <a:pt x="625" y="108"/>
                    </a:cubicBezTo>
                    <a:lnTo>
                      <a:pt x="617" y="50"/>
                    </a:lnTo>
                    <a:cubicBezTo>
                      <a:pt x="571" y="54"/>
                      <a:pt x="525" y="58"/>
                      <a:pt x="476" y="58"/>
                    </a:cubicBezTo>
                    <a:cubicBezTo>
                      <a:pt x="322" y="58"/>
                      <a:pt x="165" y="39"/>
                      <a:pt x="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17" name="Google Shape;10217;p72"/>
              <p:cNvSpPr/>
              <p:nvPr/>
            </p:nvSpPr>
            <p:spPr>
              <a:xfrm>
                <a:off x="8426487" y="2285399"/>
                <a:ext cx="91528" cy="107183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1239" extrusionOk="0">
                    <a:moveTo>
                      <a:pt x="529" y="1"/>
                    </a:moveTo>
                    <a:cubicBezTo>
                      <a:pt x="237" y="1"/>
                      <a:pt x="0" y="276"/>
                      <a:pt x="0" y="618"/>
                    </a:cubicBezTo>
                    <a:cubicBezTo>
                      <a:pt x="0" y="958"/>
                      <a:pt x="237" y="1238"/>
                      <a:pt x="529" y="1238"/>
                    </a:cubicBezTo>
                    <a:cubicBezTo>
                      <a:pt x="824" y="1238"/>
                      <a:pt x="1058" y="958"/>
                      <a:pt x="1058" y="618"/>
                    </a:cubicBezTo>
                    <a:cubicBezTo>
                      <a:pt x="1058" y="276"/>
                      <a:pt x="824" y="1"/>
                      <a:pt x="5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18" name="Google Shape;10218;p72"/>
              <p:cNvSpPr/>
              <p:nvPr/>
            </p:nvSpPr>
            <p:spPr>
              <a:xfrm>
                <a:off x="8429428" y="2291368"/>
                <a:ext cx="79330" cy="95245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101" extrusionOk="0">
                    <a:moveTo>
                      <a:pt x="460" y="1"/>
                    </a:moveTo>
                    <a:cubicBezTo>
                      <a:pt x="203" y="1"/>
                      <a:pt x="0" y="245"/>
                      <a:pt x="0" y="549"/>
                    </a:cubicBezTo>
                    <a:cubicBezTo>
                      <a:pt x="0" y="855"/>
                      <a:pt x="203" y="1100"/>
                      <a:pt x="460" y="1100"/>
                    </a:cubicBezTo>
                    <a:cubicBezTo>
                      <a:pt x="713" y="1100"/>
                      <a:pt x="916" y="855"/>
                      <a:pt x="916" y="549"/>
                    </a:cubicBezTo>
                    <a:cubicBezTo>
                      <a:pt x="916" y="245"/>
                      <a:pt x="713" y="1"/>
                      <a:pt x="4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19" name="Google Shape;10219;p72"/>
              <p:cNvSpPr/>
              <p:nvPr/>
            </p:nvSpPr>
            <p:spPr>
              <a:xfrm>
                <a:off x="8469914" y="2302960"/>
                <a:ext cx="10641" cy="70677"/>
              </a:xfrm>
              <a:custGeom>
                <a:avLst/>
                <a:gdLst/>
                <a:ahLst/>
                <a:cxnLst/>
                <a:rect l="l" t="t" r="r" b="b"/>
                <a:pathLst>
                  <a:path w="123" h="817" extrusionOk="0">
                    <a:moveTo>
                      <a:pt x="65" y="1"/>
                    </a:moveTo>
                    <a:cubicBezTo>
                      <a:pt x="23" y="203"/>
                      <a:pt x="0" y="415"/>
                      <a:pt x="0" y="625"/>
                    </a:cubicBezTo>
                    <a:cubicBezTo>
                      <a:pt x="0" y="691"/>
                      <a:pt x="0" y="751"/>
                      <a:pt x="4" y="817"/>
                    </a:cubicBezTo>
                    <a:lnTo>
                      <a:pt x="65" y="813"/>
                    </a:lnTo>
                    <a:cubicBezTo>
                      <a:pt x="61" y="751"/>
                      <a:pt x="57" y="686"/>
                      <a:pt x="57" y="625"/>
                    </a:cubicBezTo>
                    <a:cubicBezTo>
                      <a:pt x="57" y="418"/>
                      <a:pt x="80" y="211"/>
                      <a:pt x="122" y="12"/>
                    </a:cubicBezTo>
                    <a:lnTo>
                      <a:pt x="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20" name="Google Shape;10220;p72"/>
              <p:cNvSpPr/>
              <p:nvPr/>
            </p:nvSpPr>
            <p:spPr>
              <a:xfrm>
                <a:off x="8449671" y="2302960"/>
                <a:ext cx="10035" cy="6730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778" extrusionOk="0">
                    <a:moveTo>
                      <a:pt x="58" y="1"/>
                    </a:moveTo>
                    <a:cubicBezTo>
                      <a:pt x="19" y="192"/>
                      <a:pt x="1" y="387"/>
                      <a:pt x="1" y="583"/>
                    </a:cubicBezTo>
                    <a:cubicBezTo>
                      <a:pt x="1" y="648"/>
                      <a:pt x="4" y="714"/>
                      <a:pt x="8" y="778"/>
                    </a:cubicBezTo>
                    <a:lnTo>
                      <a:pt x="65" y="774"/>
                    </a:lnTo>
                    <a:cubicBezTo>
                      <a:pt x="61" y="714"/>
                      <a:pt x="58" y="648"/>
                      <a:pt x="58" y="583"/>
                    </a:cubicBezTo>
                    <a:cubicBezTo>
                      <a:pt x="58" y="392"/>
                      <a:pt x="77" y="199"/>
                      <a:pt x="116" y="12"/>
                    </a:cubicBez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21" name="Google Shape;10221;p72"/>
              <p:cNvSpPr/>
              <p:nvPr/>
            </p:nvSpPr>
            <p:spPr>
              <a:xfrm>
                <a:off x="8438079" y="2346734"/>
                <a:ext cx="59778" cy="12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46" extrusionOk="0">
                    <a:moveTo>
                      <a:pt x="20" y="1"/>
                    </a:moveTo>
                    <a:lnTo>
                      <a:pt x="0" y="54"/>
                    </a:lnTo>
                    <a:cubicBezTo>
                      <a:pt x="172" y="116"/>
                      <a:pt x="349" y="146"/>
                      <a:pt x="529" y="146"/>
                    </a:cubicBezTo>
                    <a:cubicBezTo>
                      <a:pt x="582" y="146"/>
                      <a:pt x="636" y="142"/>
                      <a:pt x="690" y="139"/>
                    </a:cubicBezTo>
                    <a:lnTo>
                      <a:pt x="682" y="77"/>
                    </a:lnTo>
                    <a:cubicBezTo>
                      <a:pt x="632" y="84"/>
                      <a:pt x="582" y="84"/>
                      <a:pt x="529" y="84"/>
                    </a:cubicBezTo>
                    <a:cubicBezTo>
                      <a:pt x="356" y="84"/>
                      <a:pt x="184" y="58"/>
                      <a:pt x="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22" name="Google Shape;10222;p72"/>
              <p:cNvSpPr/>
              <p:nvPr/>
            </p:nvSpPr>
            <p:spPr>
              <a:xfrm>
                <a:off x="8441020" y="2322857"/>
                <a:ext cx="54069" cy="1003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16" extrusionOk="0">
                    <a:moveTo>
                      <a:pt x="16" y="1"/>
                    </a:moveTo>
                    <a:lnTo>
                      <a:pt x="0" y="58"/>
                    </a:lnTo>
                    <a:cubicBezTo>
                      <a:pt x="158" y="96"/>
                      <a:pt x="315" y="116"/>
                      <a:pt x="476" y="116"/>
                    </a:cubicBezTo>
                    <a:cubicBezTo>
                      <a:pt x="525" y="116"/>
                      <a:pt x="575" y="116"/>
                      <a:pt x="625" y="111"/>
                    </a:cubicBezTo>
                    <a:lnTo>
                      <a:pt x="617" y="50"/>
                    </a:lnTo>
                    <a:cubicBezTo>
                      <a:pt x="571" y="54"/>
                      <a:pt x="525" y="58"/>
                      <a:pt x="476" y="58"/>
                    </a:cubicBezTo>
                    <a:cubicBezTo>
                      <a:pt x="322" y="58"/>
                      <a:pt x="165" y="38"/>
                      <a:pt x="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23" name="Google Shape;10223;p72"/>
              <p:cNvSpPr/>
              <p:nvPr/>
            </p:nvSpPr>
            <p:spPr>
              <a:xfrm>
                <a:off x="8426487" y="2407722"/>
                <a:ext cx="91528" cy="107096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1238" extrusionOk="0">
                    <a:moveTo>
                      <a:pt x="529" y="0"/>
                    </a:moveTo>
                    <a:cubicBezTo>
                      <a:pt x="237" y="0"/>
                      <a:pt x="0" y="276"/>
                      <a:pt x="0" y="621"/>
                    </a:cubicBezTo>
                    <a:cubicBezTo>
                      <a:pt x="0" y="962"/>
                      <a:pt x="237" y="1238"/>
                      <a:pt x="529" y="1238"/>
                    </a:cubicBezTo>
                    <a:cubicBezTo>
                      <a:pt x="824" y="1238"/>
                      <a:pt x="1058" y="962"/>
                      <a:pt x="1058" y="621"/>
                    </a:cubicBezTo>
                    <a:cubicBezTo>
                      <a:pt x="1058" y="276"/>
                      <a:pt x="824" y="0"/>
                      <a:pt x="5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24" name="Google Shape;10224;p72"/>
              <p:cNvSpPr/>
              <p:nvPr/>
            </p:nvSpPr>
            <p:spPr>
              <a:xfrm>
                <a:off x="8429428" y="2413691"/>
                <a:ext cx="79330" cy="95158"/>
              </a:xfrm>
              <a:custGeom>
                <a:avLst/>
                <a:gdLst/>
                <a:ahLst/>
                <a:cxnLst/>
                <a:rect l="l" t="t" r="r" b="b"/>
                <a:pathLst>
                  <a:path w="917" h="1100" extrusionOk="0">
                    <a:moveTo>
                      <a:pt x="460" y="0"/>
                    </a:moveTo>
                    <a:cubicBezTo>
                      <a:pt x="203" y="0"/>
                      <a:pt x="0" y="246"/>
                      <a:pt x="0" y="552"/>
                    </a:cubicBezTo>
                    <a:cubicBezTo>
                      <a:pt x="0" y="854"/>
                      <a:pt x="203" y="1100"/>
                      <a:pt x="460" y="1100"/>
                    </a:cubicBezTo>
                    <a:cubicBezTo>
                      <a:pt x="713" y="1100"/>
                      <a:pt x="916" y="854"/>
                      <a:pt x="916" y="552"/>
                    </a:cubicBezTo>
                    <a:cubicBezTo>
                      <a:pt x="916" y="246"/>
                      <a:pt x="713" y="0"/>
                      <a:pt x="4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25" name="Google Shape;10225;p72"/>
              <p:cNvSpPr/>
              <p:nvPr/>
            </p:nvSpPr>
            <p:spPr>
              <a:xfrm>
                <a:off x="8469914" y="2425284"/>
                <a:ext cx="10641" cy="70677"/>
              </a:xfrm>
              <a:custGeom>
                <a:avLst/>
                <a:gdLst/>
                <a:ahLst/>
                <a:cxnLst/>
                <a:rect l="l" t="t" r="r" b="b"/>
                <a:pathLst>
                  <a:path w="123" h="817" extrusionOk="0">
                    <a:moveTo>
                      <a:pt x="65" y="0"/>
                    </a:moveTo>
                    <a:cubicBezTo>
                      <a:pt x="23" y="204"/>
                      <a:pt x="0" y="414"/>
                      <a:pt x="0" y="625"/>
                    </a:cubicBezTo>
                    <a:cubicBezTo>
                      <a:pt x="0" y="690"/>
                      <a:pt x="0" y="752"/>
                      <a:pt x="4" y="817"/>
                    </a:cubicBezTo>
                    <a:lnTo>
                      <a:pt x="65" y="812"/>
                    </a:lnTo>
                    <a:cubicBezTo>
                      <a:pt x="61" y="752"/>
                      <a:pt x="57" y="690"/>
                      <a:pt x="57" y="625"/>
                    </a:cubicBezTo>
                    <a:cubicBezTo>
                      <a:pt x="57" y="421"/>
                      <a:pt x="80" y="215"/>
                      <a:pt x="122" y="12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26" name="Google Shape;10226;p72"/>
              <p:cNvSpPr/>
              <p:nvPr/>
            </p:nvSpPr>
            <p:spPr>
              <a:xfrm>
                <a:off x="8449671" y="2425284"/>
                <a:ext cx="10035" cy="676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782" extrusionOk="0">
                    <a:moveTo>
                      <a:pt x="58" y="0"/>
                    </a:moveTo>
                    <a:cubicBezTo>
                      <a:pt x="19" y="192"/>
                      <a:pt x="1" y="387"/>
                      <a:pt x="1" y="582"/>
                    </a:cubicBezTo>
                    <a:cubicBezTo>
                      <a:pt x="1" y="648"/>
                      <a:pt x="4" y="717"/>
                      <a:pt x="8" y="782"/>
                    </a:cubicBezTo>
                    <a:lnTo>
                      <a:pt x="65" y="778"/>
                    </a:lnTo>
                    <a:cubicBezTo>
                      <a:pt x="61" y="713"/>
                      <a:pt x="58" y="648"/>
                      <a:pt x="58" y="582"/>
                    </a:cubicBezTo>
                    <a:cubicBezTo>
                      <a:pt x="58" y="391"/>
                      <a:pt x="77" y="200"/>
                      <a:pt x="116" y="12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27" name="Google Shape;10227;p72"/>
              <p:cNvSpPr/>
              <p:nvPr/>
            </p:nvSpPr>
            <p:spPr>
              <a:xfrm>
                <a:off x="8438079" y="2469057"/>
                <a:ext cx="59778" cy="12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46" extrusionOk="0">
                    <a:moveTo>
                      <a:pt x="20" y="0"/>
                    </a:moveTo>
                    <a:lnTo>
                      <a:pt x="0" y="58"/>
                    </a:lnTo>
                    <a:cubicBezTo>
                      <a:pt x="172" y="115"/>
                      <a:pt x="349" y="145"/>
                      <a:pt x="529" y="145"/>
                    </a:cubicBezTo>
                    <a:cubicBezTo>
                      <a:pt x="582" y="145"/>
                      <a:pt x="636" y="142"/>
                      <a:pt x="690" y="138"/>
                    </a:cubicBezTo>
                    <a:lnTo>
                      <a:pt x="682" y="81"/>
                    </a:lnTo>
                    <a:cubicBezTo>
                      <a:pt x="632" y="85"/>
                      <a:pt x="582" y="88"/>
                      <a:pt x="529" y="88"/>
                    </a:cubicBezTo>
                    <a:cubicBezTo>
                      <a:pt x="356" y="88"/>
                      <a:pt x="184" y="58"/>
                      <a:pt x="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28" name="Google Shape;10228;p72"/>
              <p:cNvSpPr/>
              <p:nvPr/>
            </p:nvSpPr>
            <p:spPr>
              <a:xfrm>
                <a:off x="8441020" y="2445181"/>
                <a:ext cx="54069" cy="1003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16" extrusionOk="0">
                    <a:moveTo>
                      <a:pt x="16" y="0"/>
                    </a:moveTo>
                    <a:lnTo>
                      <a:pt x="0" y="58"/>
                    </a:lnTo>
                    <a:cubicBezTo>
                      <a:pt x="158" y="96"/>
                      <a:pt x="315" y="115"/>
                      <a:pt x="476" y="115"/>
                    </a:cubicBezTo>
                    <a:cubicBezTo>
                      <a:pt x="525" y="115"/>
                      <a:pt x="575" y="115"/>
                      <a:pt x="625" y="111"/>
                    </a:cubicBezTo>
                    <a:lnTo>
                      <a:pt x="617" y="54"/>
                    </a:lnTo>
                    <a:cubicBezTo>
                      <a:pt x="571" y="58"/>
                      <a:pt x="525" y="58"/>
                      <a:pt x="476" y="58"/>
                    </a:cubicBezTo>
                    <a:cubicBezTo>
                      <a:pt x="322" y="58"/>
                      <a:pt x="165" y="39"/>
                      <a:pt x="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29" name="Google Shape;10229;p72"/>
              <p:cNvSpPr/>
              <p:nvPr/>
            </p:nvSpPr>
            <p:spPr>
              <a:xfrm>
                <a:off x="8430466" y="2168180"/>
                <a:ext cx="79243" cy="50347"/>
              </a:xfrm>
              <a:custGeom>
                <a:avLst/>
                <a:gdLst/>
                <a:ahLst/>
                <a:cxnLst/>
                <a:rect l="l" t="t" r="r" b="b"/>
                <a:pathLst>
                  <a:path w="916" h="582" extrusionOk="0">
                    <a:moveTo>
                      <a:pt x="450" y="1"/>
                    </a:moveTo>
                    <a:cubicBezTo>
                      <a:pt x="294" y="1"/>
                      <a:pt x="64" y="95"/>
                      <a:pt x="0" y="432"/>
                    </a:cubicBezTo>
                    <a:cubicBezTo>
                      <a:pt x="0" y="432"/>
                      <a:pt x="88" y="106"/>
                      <a:pt x="306" y="106"/>
                    </a:cubicBezTo>
                    <a:cubicBezTo>
                      <a:pt x="525" y="106"/>
                      <a:pt x="755" y="558"/>
                      <a:pt x="904" y="581"/>
                    </a:cubicBezTo>
                    <a:cubicBezTo>
                      <a:pt x="916" y="171"/>
                      <a:pt x="647" y="14"/>
                      <a:pt x="487" y="3"/>
                    </a:cubicBezTo>
                    <a:cubicBezTo>
                      <a:pt x="475" y="2"/>
                      <a:pt x="463" y="1"/>
                      <a:pt x="4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30" name="Google Shape;10230;p72"/>
              <p:cNvSpPr/>
              <p:nvPr/>
            </p:nvSpPr>
            <p:spPr>
              <a:xfrm>
                <a:off x="8430466" y="2291195"/>
                <a:ext cx="79243" cy="50261"/>
              </a:xfrm>
              <a:custGeom>
                <a:avLst/>
                <a:gdLst/>
                <a:ahLst/>
                <a:cxnLst/>
                <a:rect l="l" t="t" r="r" b="b"/>
                <a:pathLst>
                  <a:path w="916" h="581" extrusionOk="0">
                    <a:moveTo>
                      <a:pt x="450" y="1"/>
                    </a:moveTo>
                    <a:cubicBezTo>
                      <a:pt x="294" y="1"/>
                      <a:pt x="64" y="95"/>
                      <a:pt x="0" y="431"/>
                    </a:cubicBezTo>
                    <a:cubicBezTo>
                      <a:pt x="0" y="431"/>
                      <a:pt x="88" y="106"/>
                      <a:pt x="306" y="106"/>
                    </a:cubicBezTo>
                    <a:cubicBezTo>
                      <a:pt x="525" y="106"/>
                      <a:pt x="755" y="558"/>
                      <a:pt x="904" y="581"/>
                    </a:cubicBezTo>
                    <a:cubicBezTo>
                      <a:pt x="916" y="171"/>
                      <a:pt x="647" y="14"/>
                      <a:pt x="487" y="3"/>
                    </a:cubicBezTo>
                    <a:cubicBezTo>
                      <a:pt x="475" y="1"/>
                      <a:pt x="463" y="1"/>
                      <a:pt x="4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31" name="Google Shape;10231;p72"/>
              <p:cNvSpPr/>
              <p:nvPr/>
            </p:nvSpPr>
            <p:spPr>
              <a:xfrm>
                <a:off x="8430466" y="2413864"/>
                <a:ext cx="79243" cy="50347"/>
              </a:xfrm>
              <a:custGeom>
                <a:avLst/>
                <a:gdLst/>
                <a:ahLst/>
                <a:cxnLst/>
                <a:rect l="l" t="t" r="r" b="b"/>
                <a:pathLst>
                  <a:path w="916" h="582" extrusionOk="0">
                    <a:moveTo>
                      <a:pt x="452" y="0"/>
                    </a:moveTo>
                    <a:cubicBezTo>
                      <a:pt x="296" y="0"/>
                      <a:pt x="64" y="93"/>
                      <a:pt x="0" y="431"/>
                    </a:cubicBezTo>
                    <a:cubicBezTo>
                      <a:pt x="0" y="431"/>
                      <a:pt x="88" y="106"/>
                      <a:pt x="306" y="106"/>
                    </a:cubicBezTo>
                    <a:cubicBezTo>
                      <a:pt x="525" y="106"/>
                      <a:pt x="755" y="553"/>
                      <a:pt x="904" y="581"/>
                    </a:cubicBezTo>
                    <a:cubicBezTo>
                      <a:pt x="916" y="171"/>
                      <a:pt x="647" y="14"/>
                      <a:pt x="487" y="2"/>
                    </a:cubicBezTo>
                    <a:cubicBezTo>
                      <a:pt x="475" y="1"/>
                      <a:pt x="464" y="0"/>
                      <a:pt x="4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10232" name="Google Shape;10232;p72"/>
            <p:cNvSpPr/>
            <p:nvPr/>
          </p:nvSpPr>
          <p:spPr>
            <a:xfrm>
              <a:off x="8795739" y="3227991"/>
              <a:ext cx="113847" cy="52770"/>
            </a:xfrm>
            <a:custGeom>
              <a:avLst/>
              <a:gdLst/>
              <a:ahLst/>
              <a:cxnLst/>
              <a:rect l="l" t="t" r="r" b="b"/>
              <a:pathLst>
                <a:path w="1316" h="610" extrusionOk="0">
                  <a:moveTo>
                    <a:pt x="885" y="0"/>
                  </a:moveTo>
                  <a:cubicBezTo>
                    <a:pt x="667" y="0"/>
                    <a:pt x="451" y="13"/>
                    <a:pt x="238" y="39"/>
                  </a:cubicBezTo>
                  <a:lnTo>
                    <a:pt x="0" y="609"/>
                  </a:lnTo>
                  <a:lnTo>
                    <a:pt x="1315" y="609"/>
                  </a:lnTo>
                  <a:lnTo>
                    <a:pt x="1100" y="4"/>
                  </a:lnTo>
                  <a:cubicBezTo>
                    <a:pt x="1028" y="1"/>
                    <a:pt x="956" y="0"/>
                    <a:pt x="8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10233" name="Google Shape;10233;p72"/>
          <p:cNvGrpSpPr/>
          <p:nvPr/>
        </p:nvGrpSpPr>
        <p:grpSpPr>
          <a:xfrm>
            <a:off x="1776616" y="3815924"/>
            <a:ext cx="304126" cy="832653"/>
            <a:chOff x="8081081" y="420775"/>
            <a:chExt cx="429436" cy="1175565"/>
          </a:xfrm>
        </p:grpSpPr>
        <p:sp>
          <p:nvSpPr>
            <p:cNvPr id="10234" name="Google Shape;10234;p72"/>
            <p:cNvSpPr/>
            <p:nvPr/>
          </p:nvSpPr>
          <p:spPr>
            <a:xfrm>
              <a:off x="8287059" y="834546"/>
              <a:ext cx="12890" cy="748549"/>
            </a:xfrm>
            <a:custGeom>
              <a:avLst/>
              <a:gdLst/>
              <a:ahLst/>
              <a:cxnLst/>
              <a:rect l="l" t="t" r="r" b="b"/>
              <a:pathLst>
                <a:path w="149" h="8653" extrusionOk="0">
                  <a:moveTo>
                    <a:pt x="0" y="0"/>
                  </a:moveTo>
                  <a:lnTo>
                    <a:pt x="0" y="8652"/>
                  </a:lnTo>
                  <a:lnTo>
                    <a:pt x="149" y="8652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35" name="Google Shape;10235;p72"/>
            <p:cNvSpPr/>
            <p:nvPr/>
          </p:nvSpPr>
          <p:spPr>
            <a:xfrm>
              <a:off x="8081081" y="420775"/>
              <a:ext cx="429436" cy="429337"/>
            </a:xfrm>
            <a:custGeom>
              <a:avLst/>
              <a:gdLst/>
              <a:ahLst/>
              <a:cxnLst/>
              <a:rect l="l" t="t" r="r" b="b"/>
              <a:pathLst>
                <a:path w="4964" h="4963" extrusionOk="0">
                  <a:moveTo>
                    <a:pt x="2480" y="1"/>
                  </a:moveTo>
                  <a:cubicBezTo>
                    <a:pt x="1112" y="1"/>
                    <a:pt x="1" y="1112"/>
                    <a:pt x="1" y="2484"/>
                  </a:cubicBezTo>
                  <a:cubicBezTo>
                    <a:pt x="1" y="2817"/>
                    <a:pt x="66" y="3139"/>
                    <a:pt x="185" y="3430"/>
                  </a:cubicBezTo>
                  <a:cubicBezTo>
                    <a:pt x="231" y="3537"/>
                    <a:pt x="281" y="3641"/>
                    <a:pt x="342" y="3740"/>
                  </a:cubicBezTo>
                  <a:cubicBezTo>
                    <a:pt x="361" y="3775"/>
                    <a:pt x="381" y="3809"/>
                    <a:pt x="404" y="3840"/>
                  </a:cubicBezTo>
                  <a:cubicBezTo>
                    <a:pt x="576" y="4104"/>
                    <a:pt x="798" y="4334"/>
                    <a:pt x="1055" y="4514"/>
                  </a:cubicBezTo>
                  <a:cubicBezTo>
                    <a:pt x="1457" y="4798"/>
                    <a:pt x="1952" y="4962"/>
                    <a:pt x="2480" y="4962"/>
                  </a:cubicBezTo>
                  <a:cubicBezTo>
                    <a:pt x="3852" y="4962"/>
                    <a:pt x="4963" y="3855"/>
                    <a:pt x="4963" y="2484"/>
                  </a:cubicBezTo>
                  <a:cubicBezTo>
                    <a:pt x="4963" y="1950"/>
                    <a:pt x="4795" y="1457"/>
                    <a:pt x="4507" y="1050"/>
                  </a:cubicBezTo>
                  <a:cubicBezTo>
                    <a:pt x="4258" y="698"/>
                    <a:pt x="3917" y="415"/>
                    <a:pt x="3522" y="231"/>
                  </a:cubicBezTo>
                  <a:cubicBezTo>
                    <a:pt x="3476" y="211"/>
                    <a:pt x="3430" y="188"/>
                    <a:pt x="3381" y="169"/>
                  </a:cubicBezTo>
                  <a:cubicBezTo>
                    <a:pt x="3269" y="127"/>
                    <a:pt x="3154" y="93"/>
                    <a:pt x="3036" y="65"/>
                  </a:cubicBezTo>
                  <a:cubicBezTo>
                    <a:pt x="2856" y="24"/>
                    <a:pt x="2672" y="1"/>
                    <a:pt x="24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36" name="Google Shape;10236;p72"/>
            <p:cNvSpPr/>
            <p:nvPr/>
          </p:nvSpPr>
          <p:spPr>
            <a:xfrm>
              <a:off x="8112657" y="452610"/>
              <a:ext cx="366024" cy="366100"/>
            </a:xfrm>
            <a:custGeom>
              <a:avLst/>
              <a:gdLst/>
              <a:ahLst/>
              <a:cxnLst/>
              <a:rect l="l" t="t" r="r" b="b"/>
              <a:pathLst>
                <a:path w="4231" h="4232" extrusionOk="0">
                  <a:moveTo>
                    <a:pt x="2115" y="119"/>
                  </a:moveTo>
                  <a:cubicBezTo>
                    <a:pt x="3215" y="119"/>
                    <a:pt x="4112" y="1016"/>
                    <a:pt x="4112" y="2116"/>
                  </a:cubicBezTo>
                  <a:cubicBezTo>
                    <a:pt x="4112" y="3215"/>
                    <a:pt x="3215" y="4112"/>
                    <a:pt x="2115" y="4112"/>
                  </a:cubicBezTo>
                  <a:cubicBezTo>
                    <a:pt x="1015" y="4112"/>
                    <a:pt x="122" y="3215"/>
                    <a:pt x="122" y="2116"/>
                  </a:cubicBezTo>
                  <a:cubicBezTo>
                    <a:pt x="122" y="1016"/>
                    <a:pt x="1015" y="119"/>
                    <a:pt x="2115" y="119"/>
                  </a:cubicBezTo>
                  <a:close/>
                  <a:moveTo>
                    <a:pt x="2115" y="1"/>
                  </a:moveTo>
                  <a:cubicBezTo>
                    <a:pt x="950" y="1"/>
                    <a:pt x="0" y="947"/>
                    <a:pt x="0" y="2116"/>
                  </a:cubicBezTo>
                  <a:cubicBezTo>
                    <a:pt x="0" y="3284"/>
                    <a:pt x="950" y="4231"/>
                    <a:pt x="2115" y="4231"/>
                  </a:cubicBezTo>
                  <a:cubicBezTo>
                    <a:pt x="3284" y="4231"/>
                    <a:pt x="4231" y="3284"/>
                    <a:pt x="4231" y="2116"/>
                  </a:cubicBezTo>
                  <a:cubicBezTo>
                    <a:pt x="4231" y="947"/>
                    <a:pt x="3284" y="1"/>
                    <a:pt x="21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37" name="Google Shape;10237;p72"/>
            <p:cNvSpPr/>
            <p:nvPr/>
          </p:nvSpPr>
          <p:spPr>
            <a:xfrm>
              <a:off x="8256434" y="1538207"/>
              <a:ext cx="74053" cy="58133"/>
            </a:xfrm>
            <a:custGeom>
              <a:avLst/>
              <a:gdLst/>
              <a:ahLst/>
              <a:cxnLst/>
              <a:rect l="l" t="t" r="r" b="b"/>
              <a:pathLst>
                <a:path w="856" h="672" extrusionOk="0">
                  <a:moveTo>
                    <a:pt x="208" y="0"/>
                  </a:moveTo>
                  <a:lnTo>
                    <a:pt x="1" y="672"/>
                  </a:lnTo>
                  <a:lnTo>
                    <a:pt x="855" y="672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10238" name="Google Shape;10238;p72"/>
          <p:cNvGrpSpPr/>
          <p:nvPr/>
        </p:nvGrpSpPr>
        <p:grpSpPr>
          <a:xfrm>
            <a:off x="6926498" y="3974890"/>
            <a:ext cx="936969" cy="806872"/>
            <a:chOff x="4392173" y="3619365"/>
            <a:chExt cx="936969" cy="806872"/>
          </a:xfrm>
        </p:grpSpPr>
        <p:grpSp>
          <p:nvGrpSpPr>
            <p:cNvPr id="10239" name="Google Shape;10239;p72"/>
            <p:cNvGrpSpPr/>
            <p:nvPr/>
          </p:nvGrpSpPr>
          <p:grpSpPr>
            <a:xfrm>
              <a:off x="4392173" y="4218513"/>
              <a:ext cx="275877" cy="203099"/>
              <a:chOff x="4392173" y="4014525"/>
              <a:chExt cx="275877" cy="203099"/>
            </a:xfrm>
          </p:grpSpPr>
          <p:sp>
            <p:nvSpPr>
              <p:cNvPr id="10240" name="Google Shape;10240;p72"/>
              <p:cNvSpPr/>
              <p:nvPr/>
            </p:nvSpPr>
            <p:spPr>
              <a:xfrm>
                <a:off x="4392173" y="4014525"/>
                <a:ext cx="275877" cy="203099"/>
              </a:xfrm>
              <a:custGeom>
                <a:avLst/>
                <a:gdLst/>
                <a:ahLst/>
                <a:cxnLst/>
                <a:rect l="l" t="t" r="r" b="b"/>
                <a:pathLst>
                  <a:path w="2460" h="1811" extrusionOk="0">
                    <a:moveTo>
                      <a:pt x="1227" y="0"/>
                    </a:moveTo>
                    <a:cubicBezTo>
                      <a:pt x="518" y="0"/>
                      <a:pt x="1" y="817"/>
                      <a:pt x="557" y="1560"/>
                    </a:cubicBezTo>
                    <a:cubicBezTo>
                      <a:pt x="561" y="1560"/>
                      <a:pt x="561" y="1564"/>
                      <a:pt x="565" y="1568"/>
                    </a:cubicBezTo>
                    <a:cubicBezTo>
                      <a:pt x="787" y="1738"/>
                      <a:pt x="1015" y="1811"/>
                      <a:pt x="1227" y="1811"/>
                    </a:cubicBezTo>
                    <a:cubicBezTo>
                      <a:pt x="1938" y="1811"/>
                      <a:pt x="2460" y="986"/>
                      <a:pt x="1887" y="239"/>
                    </a:cubicBezTo>
                    <a:cubicBezTo>
                      <a:pt x="1883" y="239"/>
                      <a:pt x="1883" y="234"/>
                      <a:pt x="1880" y="234"/>
                    </a:cubicBezTo>
                    <a:cubicBezTo>
                      <a:pt x="1660" y="71"/>
                      <a:pt x="1435" y="0"/>
                      <a:pt x="1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41" name="Google Shape;10241;p72"/>
              <p:cNvSpPr/>
              <p:nvPr/>
            </p:nvSpPr>
            <p:spPr>
              <a:xfrm>
                <a:off x="4457216" y="4062189"/>
                <a:ext cx="145789" cy="107437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958" extrusionOk="0">
                    <a:moveTo>
                      <a:pt x="647" y="0"/>
                    </a:moveTo>
                    <a:cubicBezTo>
                      <a:pt x="273" y="0"/>
                      <a:pt x="0" y="427"/>
                      <a:pt x="288" y="826"/>
                    </a:cubicBezTo>
                    <a:lnTo>
                      <a:pt x="292" y="826"/>
                    </a:lnTo>
                    <a:cubicBezTo>
                      <a:pt x="411" y="918"/>
                      <a:pt x="533" y="957"/>
                      <a:pt x="647" y="957"/>
                    </a:cubicBezTo>
                    <a:cubicBezTo>
                      <a:pt x="1024" y="957"/>
                      <a:pt x="1299" y="522"/>
                      <a:pt x="993" y="124"/>
                    </a:cubicBezTo>
                    <a:lnTo>
                      <a:pt x="989" y="120"/>
                    </a:lnTo>
                    <a:cubicBezTo>
                      <a:pt x="874" y="36"/>
                      <a:pt x="756" y="0"/>
                      <a:pt x="6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42" name="Google Shape;10242;p72"/>
              <p:cNvSpPr/>
              <p:nvPr/>
            </p:nvSpPr>
            <p:spPr>
              <a:xfrm>
                <a:off x="4481103" y="4079909"/>
                <a:ext cx="98015" cy="72111"/>
              </a:xfrm>
              <a:custGeom>
                <a:avLst/>
                <a:gdLst/>
                <a:ahLst/>
                <a:cxnLst/>
                <a:rect l="l" t="t" r="r" b="b"/>
                <a:pathLst>
                  <a:path w="874" h="643" extrusionOk="0">
                    <a:moveTo>
                      <a:pt x="432" y="0"/>
                    </a:moveTo>
                    <a:cubicBezTo>
                      <a:pt x="182" y="0"/>
                      <a:pt x="1" y="286"/>
                      <a:pt x="194" y="553"/>
                    </a:cubicBezTo>
                    <a:cubicBezTo>
                      <a:pt x="274" y="615"/>
                      <a:pt x="356" y="642"/>
                      <a:pt x="433" y="642"/>
                    </a:cubicBezTo>
                    <a:cubicBezTo>
                      <a:pt x="687" y="642"/>
                      <a:pt x="874" y="346"/>
                      <a:pt x="665" y="81"/>
                    </a:cubicBezTo>
                    <a:lnTo>
                      <a:pt x="661" y="81"/>
                    </a:lnTo>
                    <a:cubicBezTo>
                      <a:pt x="584" y="24"/>
                      <a:pt x="505" y="0"/>
                      <a:pt x="4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grpSp>
            <p:nvGrpSpPr>
              <p:cNvPr id="10243" name="Google Shape;10243;p72"/>
              <p:cNvGrpSpPr/>
              <p:nvPr/>
            </p:nvGrpSpPr>
            <p:grpSpPr>
              <a:xfrm>
                <a:off x="4432320" y="4019413"/>
                <a:ext cx="194681" cy="194805"/>
                <a:chOff x="4432320" y="4258288"/>
                <a:chExt cx="194681" cy="194805"/>
              </a:xfrm>
            </p:grpSpPr>
            <p:sp>
              <p:nvSpPr>
                <p:cNvPr id="10244" name="Google Shape;10244;p72"/>
                <p:cNvSpPr/>
                <p:nvPr/>
              </p:nvSpPr>
              <p:spPr>
                <a:xfrm>
                  <a:off x="4528090" y="4258288"/>
                  <a:ext cx="3589" cy="3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50" extrusionOk="0">
                      <a:moveTo>
                        <a:pt x="16" y="1"/>
                      </a:moveTo>
                      <a:cubicBezTo>
                        <a:pt x="5" y="1"/>
                        <a:pt x="1" y="77"/>
                        <a:pt x="1" y="173"/>
                      </a:cubicBezTo>
                      <a:cubicBezTo>
                        <a:pt x="1" y="268"/>
                        <a:pt x="5" y="349"/>
                        <a:pt x="16" y="349"/>
                      </a:cubicBezTo>
                      <a:cubicBezTo>
                        <a:pt x="24" y="349"/>
                        <a:pt x="31" y="268"/>
                        <a:pt x="31" y="173"/>
                      </a:cubicBezTo>
                      <a:cubicBezTo>
                        <a:pt x="31" y="77"/>
                        <a:pt x="24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45" name="Google Shape;10245;p72"/>
                <p:cNvSpPr/>
                <p:nvPr/>
              </p:nvSpPr>
              <p:spPr>
                <a:xfrm>
                  <a:off x="4528090" y="4414290"/>
                  <a:ext cx="3589" cy="38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346" extrusionOk="0">
                      <a:moveTo>
                        <a:pt x="16" y="0"/>
                      </a:moveTo>
                      <a:cubicBezTo>
                        <a:pt x="5" y="0"/>
                        <a:pt x="1" y="77"/>
                        <a:pt x="1" y="173"/>
                      </a:cubicBezTo>
                      <a:cubicBezTo>
                        <a:pt x="1" y="269"/>
                        <a:pt x="5" y="345"/>
                        <a:pt x="16" y="345"/>
                      </a:cubicBezTo>
                      <a:cubicBezTo>
                        <a:pt x="24" y="345"/>
                        <a:pt x="31" y="269"/>
                        <a:pt x="31" y="173"/>
                      </a:cubicBezTo>
                      <a:cubicBezTo>
                        <a:pt x="31" y="77"/>
                        <a:pt x="24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46" name="Google Shape;10246;p72"/>
                <p:cNvSpPr/>
                <p:nvPr/>
              </p:nvSpPr>
              <p:spPr>
                <a:xfrm>
                  <a:off x="4588311" y="4354177"/>
                  <a:ext cx="38690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31" extrusionOk="0">
                      <a:moveTo>
                        <a:pt x="173" y="0"/>
                      </a:moveTo>
                      <a:cubicBezTo>
                        <a:pt x="76" y="0"/>
                        <a:pt x="0" y="7"/>
                        <a:pt x="0" y="16"/>
                      </a:cubicBezTo>
                      <a:cubicBezTo>
                        <a:pt x="0" y="23"/>
                        <a:pt x="76" y="30"/>
                        <a:pt x="173" y="30"/>
                      </a:cubicBezTo>
                      <a:cubicBezTo>
                        <a:pt x="269" y="30"/>
                        <a:pt x="345" y="23"/>
                        <a:pt x="345" y="16"/>
                      </a:cubicBezTo>
                      <a:cubicBezTo>
                        <a:pt x="345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47" name="Google Shape;10247;p72"/>
                <p:cNvSpPr/>
                <p:nvPr/>
              </p:nvSpPr>
              <p:spPr>
                <a:xfrm>
                  <a:off x="4432320" y="4354177"/>
                  <a:ext cx="39251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8" y="30"/>
                        <a:pt x="349" y="23"/>
                        <a:pt x="349" y="16"/>
                      </a:cubicBezTo>
                      <a:cubicBezTo>
                        <a:pt x="349" y="7"/>
                        <a:pt x="268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48" name="Google Shape;10248;p72"/>
                <p:cNvSpPr/>
                <p:nvPr/>
              </p:nvSpPr>
              <p:spPr>
                <a:xfrm>
                  <a:off x="4570256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251" y="1"/>
                      </a:moveTo>
                      <a:cubicBezTo>
                        <a:pt x="238" y="1"/>
                        <a:pt x="183" y="48"/>
                        <a:pt x="119" y="113"/>
                      </a:cubicBezTo>
                      <a:cubicBezTo>
                        <a:pt x="53" y="178"/>
                        <a:pt x="0" y="239"/>
                        <a:pt x="8" y="247"/>
                      </a:cubicBezTo>
                      <a:cubicBezTo>
                        <a:pt x="8" y="247"/>
                        <a:pt x="8" y="247"/>
                        <a:pt x="9" y="247"/>
                      </a:cubicBezTo>
                      <a:cubicBezTo>
                        <a:pt x="20" y="247"/>
                        <a:pt x="75" y="198"/>
                        <a:pt x="142" y="132"/>
                      </a:cubicBezTo>
                      <a:cubicBezTo>
                        <a:pt x="207" y="67"/>
                        <a:pt x="257" y="5"/>
                        <a:pt x="253" y="1"/>
                      </a:cubicBezTo>
                      <a:cubicBezTo>
                        <a:pt x="253" y="1"/>
                        <a:pt x="252" y="1"/>
                        <a:pt x="25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49" name="Google Shape;10249;p72"/>
                <p:cNvSpPr/>
                <p:nvPr/>
              </p:nvSpPr>
              <p:spPr>
                <a:xfrm>
                  <a:off x="4460132" y="4397131"/>
                  <a:ext cx="29046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47" extrusionOk="0">
                      <a:moveTo>
                        <a:pt x="249" y="0"/>
                      </a:moveTo>
                      <a:cubicBezTo>
                        <a:pt x="241" y="0"/>
                        <a:pt x="182" y="49"/>
                        <a:pt x="120" y="111"/>
                      </a:cubicBezTo>
                      <a:cubicBezTo>
                        <a:pt x="51" y="180"/>
                        <a:pt x="1" y="238"/>
                        <a:pt x="9" y="245"/>
                      </a:cubicBezTo>
                      <a:cubicBezTo>
                        <a:pt x="9" y="246"/>
                        <a:pt x="10" y="246"/>
                        <a:pt x="11" y="246"/>
                      </a:cubicBezTo>
                      <a:cubicBezTo>
                        <a:pt x="21" y="246"/>
                        <a:pt x="75" y="198"/>
                        <a:pt x="139" y="134"/>
                      </a:cubicBezTo>
                      <a:cubicBezTo>
                        <a:pt x="208" y="65"/>
                        <a:pt x="258" y="8"/>
                        <a:pt x="250" y="1"/>
                      </a:cubicBezTo>
                      <a:cubicBezTo>
                        <a:pt x="250" y="0"/>
                        <a:pt x="250" y="0"/>
                        <a:pt x="24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50" name="Google Shape;10250;p72"/>
                <p:cNvSpPr/>
                <p:nvPr/>
              </p:nvSpPr>
              <p:spPr>
                <a:xfrm>
                  <a:off x="4570256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9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8"/>
                        <a:pt x="53" y="65"/>
                        <a:pt x="119" y="134"/>
                      </a:cubicBezTo>
                      <a:cubicBezTo>
                        <a:pt x="183" y="198"/>
                        <a:pt x="237" y="246"/>
                        <a:pt x="251" y="246"/>
                      </a:cubicBezTo>
                      <a:cubicBezTo>
                        <a:pt x="252" y="246"/>
                        <a:pt x="253" y="246"/>
                        <a:pt x="253" y="245"/>
                      </a:cubicBezTo>
                      <a:cubicBezTo>
                        <a:pt x="257" y="238"/>
                        <a:pt x="207" y="180"/>
                        <a:pt x="142" y="111"/>
                      </a:cubicBezTo>
                      <a:cubicBezTo>
                        <a:pt x="76" y="49"/>
                        <a:pt x="21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51" name="Google Shape;10251;p72"/>
                <p:cNvSpPr/>
                <p:nvPr/>
              </p:nvSpPr>
              <p:spPr>
                <a:xfrm>
                  <a:off x="4460132" y="4286999"/>
                  <a:ext cx="29046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48" extrusionOk="0">
                      <a:moveTo>
                        <a:pt x="11" y="1"/>
                      </a:move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1" y="5"/>
                        <a:pt x="51" y="67"/>
                        <a:pt x="120" y="132"/>
                      </a:cubicBezTo>
                      <a:cubicBezTo>
                        <a:pt x="183" y="198"/>
                        <a:pt x="242" y="247"/>
                        <a:pt x="250" y="247"/>
                      </a:cubicBezTo>
                      <a:cubicBezTo>
                        <a:pt x="250" y="247"/>
                        <a:pt x="250" y="247"/>
                        <a:pt x="250" y="247"/>
                      </a:cubicBezTo>
                      <a:cubicBezTo>
                        <a:pt x="258" y="239"/>
                        <a:pt x="208" y="178"/>
                        <a:pt x="139" y="113"/>
                      </a:cubicBezTo>
                      <a:cubicBezTo>
                        <a:pt x="74" y="48"/>
                        <a:pt x="2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52" name="Google Shape;10252;p72"/>
                <p:cNvSpPr/>
                <p:nvPr/>
              </p:nvSpPr>
              <p:spPr>
                <a:xfrm>
                  <a:off x="4551753" y="4266026"/>
                  <a:ext cx="16822" cy="3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319" extrusionOk="0">
                      <a:moveTo>
                        <a:pt x="142" y="1"/>
                      </a:moveTo>
                      <a:cubicBezTo>
                        <a:pt x="133" y="1"/>
                        <a:pt x="95" y="68"/>
                        <a:pt x="62" y="153"/>
                      </a:cubicBezTo>
                      <a:cubicBezTo>
                        <a:pt x="24" y="242"/>
                        <a:pt x="1" y="319"/>
                        <a:pt x="8" y="319"/>
                      </a:cubicBezTo>
                      <a:cubicBezTo>
                        <a:pt x="8" y="319"/>
                        <a:pt x="8" y="319"/>
                        <a:pt x="9" y="319"/>
                      </a:cubicBezTo>
                      <a:cubicBezTo>
                        <a:pt x="18" y="319"/>
                        <a:pt x="51" y="251"/>
                        <a:pt x="89" y="165"/>
                      </a:cubicBezTo>
                      <a:cubicBezTo>
                        <a:pt x="127" y="77"/>
                        <a:pt x="150" y="4"/>
                        <a:pt x="142" y="1"/>
                      </a:cubicBezTo>
                      <a:cubicBezTo>
                        <a:pt x="142" y="1"/>
                        <a:pt x="142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53" name="Google Shape;10253;p72"/>
                <p:cNvSpPr/>
                <p:nvPr/>
              </p:nvSpPr>
              <p:spPr>
                <a:xfrm>
                  <a:off x="4490747" y="4409467"/>
                  <a:ext cx="17270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323" extrusionOk="0">
                      <a:moveTo>
                        <a:pt x="146" y="1"/>
                      </a:moveTo>
                      <a:cubicBezTo>
                        <a:pt x="136" y="1"/>
                        <a:pt x="99" y="68"/>
                        <a:pt x="62" y="154"/>
                      </a:cubicBezTo>
                      <a:cubicBezTo>
                        <a:pt x="27" y="243"/>
                        <a:pt x="0" y="319"/>
                        <a:pt x="8" y="323"/>
                      </a:cubicBezTo>
                      <a:cubicBezTo>
                        <a:pt x="16" y="323"/>
                        <a:pt x="54" y="254"/>
                        <a:pt x="92" y="166"/>
                      </a:cubicBezTo>
                      <a:cubicBezTo>
                        <a:pt x="127" y="78"/>
                        <a:pt x="154" y="6"/>
                        <a:pt x="146" y="1"/>
                      </a:cubicBezTo>
                      <a:cubicBezTo>
                        <a:pt x="146" y="1"/>
                        <a:pt x="146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54" name="Google Shape;10254;p72"/>
                <p:cNvSpPr/>
                <p:nvPr/>
              </p:nvSpPr>
              <p:spPr>
                <a:xfrm>
                  <a:off x="4583153" y="4378402"/>
                  <a:ext cx="36559" cy="15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8" extrusionOk="0">
                      <a:moveTo>
                        <a:pt x="8" y="1"/>
                      </a:moveTo>
                      <a:cubicBezTo>
                        <a:pt x="6" y="1"/>
                        <a:pt x="4" y="1"/>
                        <a:pt x="4" y="2"/>
                      </a:cubicBezTo>
                      <a:cubicBezTo>
                        <a:pt x="0" y="10"/>
                        <a:pt x="69" y="44"/>
                        <a:pt x="157" y="83"/>
                      </a:cubicBezTo>
                      <a:cubicBezTo>
                        <a:pt x="234" y="116"/>
                        <a:pt x="298" y="138"/>
                        <a:pt x="317" y="138"/>
                      </a:cubicBezTo>
                      <a:cubicBezTo>
                        <a:pt x="320" y="138"/>
                        <a:pt x="321" y="137"/>
                        <a:pt x="322" y="136"/>
                      </a:cubicBezTo>
                      <a:cubicBezTo>
                        <a:pt x="326" y="129"/>
                        <a:pt x="257" y="94"/>
                        <a:pt x="168" y="56"/>
                      </a:cubicBezTo>
                      <a:cubicBezTo>
                        <a:pt x="92" y="22"/>
                        <a:pt x="26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55" name="Google Shape;10255;p72"/>
                <p:cNvSpPr/>
                <p:nvPr/>
              </p:nvSpPr>
              <p:spPr>
                <a:xfrm>
                  <a:off x="4439498" y="4317504"/>
                  <a:ext cx="36784" cy="15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" h="141" extrusionOk="0">
                      <a:moveTo>
                        <a:pt x="10" y="0"/>
                      </a:moveTo>
                      <a:cubicBezTo>
                        <a:pt x="7" y="0"/>
                        <a:pt x="6" y="0"/>
                        <a:pt x="6" y="1"/>
                      </a:cubicBezTo>
                      <a:cubicBezTo>
                        <a:pt x="1" y="13"/>
                        <a:pt x="70" y="47"/>
                        <a:pt x="158" y="85"/>
                      </a:cubicBezTo>
                      <a:cubicBezTo>
                        <a:pt x="235" y="119"/>
                        <a:pt x="304" y="141"/>
                        <a:pt x="319" y="141"/>
                      </a:cubicBezTo>
                      <a:cubicBezTo>
                        <a:pt x="322" y="141"/>
                        <a:pt x="323" y="140"/>
                        <a:pt x="323" y="139"/>
                      </a:cubicBezTo>
                      <a:cubicBezTo>
                        <a:pt x="327" y="131"/>
                        <a:pt x="258" y="93"/>
                        <a:pt x="170" y="59"/>
                      </a:cubicBezTo>
                      <a:cubicBezTo>
                        <a:pt x="93" y="25"/>
                        <a:pt x="27" y="0"/>
                        <a:pt x="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56" name="Google Shape;10256;p72"/>
                <p:cNvSpPr/>
                <p:nvPr/>
              </p:nvSpPr>
              <p:spPr>
                <a:xfrm>
                  <a:off x="4583489" y="4319074"/>
                  <a:ext cx="37120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35" extrusionOk="0">
                      <a:moveTo>
                        <a:pt x="322" y="1"/>
                      </a:moveTo>
                      <a:cubicBezTo>
                        <a:pt x="303" y="1"/>
                        <a:pt x="235" y="22"/>
                        <a:pt x="158" y="53"/>
                      </a:cubicBezTo>
                      <a:cubicBezTo>
                        <a:pt x="70" y="87"/>
                        <a:pt x="1" y="125"/>
                        <a:pt x="4" y="133"/>
                      </a:cubicBezTo>
                      <a:cubicBezTo>
                        <a:pt x="5" y="134"/>
                        <a:pt x="7" y="134"/>
                        <a:pt x="9" y="134"/>
                      </a:cubicBezTo>
                      <a:cubicBezTo>
                        <a:pt x="28" y="134"/>
                        <a:pt x="93" y="112"/>
                        <a:pt x="170" y="79"/>
                      </a:cubicBezTo>
                      <a:cubicBezTo>
                        <a:pt x="257" y="45"/>
                        <a:pt x="331" y="10"/>
                        <a:pt x="326" y="2"/>
                      </a:cubicBezTo>
                      <a:cubicBezTo>
                        <a:pt x="326" y="1"/>
                        <a:pt x="324" y="1"/>
                        <a:pt x="32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57" name="Google Shape;10257;p72"/>
                <p:cNvSpPr/>
                <p:nvPr/>
              </p:nvSpPr>
              <p:spPr>
                <a:xfrm>
                  <a:off x="4439161" y="4377616"/>
                  <a:ext cx="36559" cy="15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4" extrusionOk="0">
                      <a:moveTo>
                        <a:pt x="321" y="0"/>
                      </a:moveTo>
                      <a:cubicBezTo>
                        <a:pt x="303" y="0"/>
                        <a:pt x="235" y="22"/>
                        <a:pt x="158" y="51"/>
                      </a:cubicBezTo>
                      <a:cubicBezTo>
                        <a:pt x="69" y="90"/>
                        <a:pt x="0" y="124"/>
                        <a:pt x="4" y="132"/>
                      </a:cubicBezTo>
                      <a:cubicBezTo>
                        <a:pt x="4" y="133"/>
                        <a:pt x="5" y="134"/>
                        <a:pt x="8" y="134"/>
                      </a:cubicBezTo>
                      <a:cubicBezTo>
                        <a:pt x="24" y="134"/>
                        <a:pt x="92" y="112"/>
                        <a:pt x="169" y="83"/>
                      </a:cubicBezTo>
                      <a:cubicBezTo>
                        <a:pt x="257" y="44"/>
                        <a:pt x="326" y="9"/>
                        <a:pt x="326" y="2"/>
                      </a:cubicBezTo>
                      <a:cubicBezTo>
                        <a:pt x="325" y="1"/>
                        <a:pt x="324" y="0"/>
                        <a:pt x="32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58" name="Google Shape;10258;p72"/>
                <p:cNvSpPr/>
                <p:nvPr/>
              </p:nvSpPr>
              <p:spPr>
                <a:xfrm>
                  <a:off x="4550968" y="4410028"/>
                  <a:ext cx="16373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" h="323" extrusionOk="0">
                      <a:moveTo>
                        <a:pt x="8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4"/>
                        <a:pt x="23" y="77"/>
                        <a:pt x="57" y="165"/>
                      </a:cubicBezTo>
                      <a:cubicBezTo>
                        <a:pt x="91" y="255"/>
                        <a:pt x="128" y="323"/>
                        <a:pt x="137" y="323"/>
                      </a:cubicBezTo>
                      <a:cubicBezTo>
                        <a:pt x="138" y="323"/>
                        <a:pt x="138" y="322"/>
                        <a:pt x="138" y="322"/>
                      </a:cubicBezTo>
                      <a:cubicBezTo>
                        <a:pt x="145" y="318"/>
                        <a:pt x="122" y="245"/>
                        <a:pt x="84" y="153"/>
                      </a:cubicBezTo>
                      <a:cubicBezTo>
                        <a:pt x="51" y="68"/>
                        <a:pt x="17" y="0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59" name="Google Shape;10259;p72"/>
                <p:cNvSpPr/>
                <p:nvPr/>
              </p:nvSpPr>
              <p:spPr>
                <a:xfrm>
                  <a:off x="4492429" y="4265578"/>
                  <a:ext cx="16485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" h="323" extrusionOk="0">
                      <a:moveTo>
                        <a:pt x="9" y="1"/>
                      </a:moveTo>
                      <a:cubicBezTo>
                        <a:pt x="9" y="1"/>
                        <a:pt x="8" y="1"/>
                        <a:pt x="8" y="1"/>
                      </a:cubicBezTo>
                      <a:cubicBezTo>
                        <a:pt x="1" y="5"/>
                        <a:pt x="24" y="77"/>
                        <a:pt x="58" y="166"/>
                      </a:cubicBezTo>
                      <a:cubicBezTo>
                        <a:pt x="93" y="254"/>
                        <a:pt x="127" y="323"/>
                        <a:pt x="135" y="323"/>
                      </a:cubicBezTo>
                      <a:cubicBezTo>
                        <a:pt x="146" y="318"/>
                        <a:pt x="123" y="242"/>
                        <a:pt x="85" y="154"/>
                      </a:cubicBezTo>
                      <a:cubicBezTo>
                        <a:pt x="51" y="68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60" name="Google Shape;10260;p72"/>
                <p:cNvSpPr/>
                <p:nvPr/>
              </p:nvSpPr>
              <p:spPr>
                <a:xfrm>
                  <a:off x="4539641" y="4259970"/>
                  <a:ext cx="9196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342" extrusionOk="0">
                      <a:moveTo>
                        <a:pt x="74" y="0"/>
                      </a:moveTo>
                      <a:cubicBezTo>
                        <a:pt x="66" y="0"/>
                        <a:pt x="47" y="74"/>
                        <a:pt x="28" y="170"/>
                      </a:cubicBezTo>
                      <a:cubicBezTo>
                        <a:pt x="9" y="262"/>
                        <a:pt x="1" y="342"/>
                        <a:pt x="9" y="342"/>
                      </a:cubicBezTo>
                      <a:cubicBezTo>
                        <a:pt x="9" y="342"/>
                        <a:pt x="10" y="342"/>
                        <a:pt x="10" y="342"/>
                      </a:cubicBezTo>
                      <a:cubicBezTo>
                        <a:pt x="21" y="342"/>
                        <a:pt x="40" y="267"/>
                        <a:pt x="59" y="173"/>
                      </a:cubicBezTo>
                      <a:cubicBezTo>
                        <a:pt x="74" y="81"/>
                        <a:pt x="82" y="5"/>
                        <a:pt x="7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61" name="Google Shape;10261;p72"/>
                <p:cNvSpPr/>
                <p:nvPr/>
              </p:nvSpPr>
              <p:spPr>
                <a:xfrm>
                  <a:off x="4510484" y="4413393"/>
                  <a:ext cx="9084" cy="38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39" extrusionOk="0">
                      <a:moveTo>
                        <a:pt x="73" y="1"/>
                      </a:moveTo>
                      <a:cubicBezTo>
                        <a:pt x="65" y="1"/>
                        <a:pt x="43" y="76"/>
                        <a:pt x="27" y="165"/>
                      </a:cubicBezTo>
                      <a:cubicBezTo>
                        <a:pt x="8" y="261"/>
                        <a:pt x="1" y="338"/>
                        <a:pt x="8" y="338"/>
                      </a:cubicBezTo>
                      <a:cubicBezTo>
                        <a:pt x="8" y="338"/>
                        <a:pt x="8" y="339"/>
                        <a:pt x="9" y="339"/>
                      </a:cubicBezTo>
                      <a:cubicBezTo>
                        <a:pt x="17" y="339"/>
                        <a:pt x="40" y="263"/>
                        <a:pt x="54" y="173"/>
                      </a:cubicBezTo>
                      <a:cubicBezTo>
                        <a:pt x="73" y="77"/>
                        <a:pt x="81" y="1"/>
                        <a:pt x="73" y="1"/>
                      </a:cubicBezTo>
                      <a:cubicBezTo>
                        <a:pt x="73" y="1"/>
                        <a:pt x="73" y="1"/>
                        <a:pt x="7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62" name="Google Shape;10262;p72"/>
                <p:cNvSpPr/>
                <p:nvPr/>
              </p:nvSpPr>
              <p:spPr>
                <a:xfrm>
                  <a:off x="4587078" y="4366289"/>
                  <a:ext cx="38690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74" extrusionOk="0">
                      <a:moveTo>
                        <a:pt x="17" y="0"/>
                      </a:moveTo>
                      <a:cubicBezTo>
                        <a:pt x="7" y="0"/>
                        <a:pt x="1" y="1"/>
                        <a:pt x="0" y="3"/>
                      </a:cubicBezTo>
                      <a:cubicBezTo>
                        <a:pt x="0" y="14"/>
                        <a:pt x="76" y="34"/>
                        <a:pt x="168" y="53"/>
                      </a:cubicBezTo>
                      <a:cubicBezTo>
                        <a:pt x="237" y="64"/>
                        <a:pt x="296" y="73"/>
                        <a:pt x="323" y="73"/>
                      </a:cubicBezTo>
                      <a:cubicBezTo>
                        <a:pt x="334" y="73"/>
                        <a:pt x="340" y="72"/>
                        <a:pt x="340" y="69"/>
                      </a:cubicBezTo>
                      <a:cubicBezTo>
                        <a:pt x="345" y="60"/>
                        <a:pt x="268" y="41"/>
                        <a:pt x="176" y="23"/>
                      </a:cubicBezTo>
                      <a:cubicBezTo>
                        <a:pt x="105" y="8"/>
                        <a:pt x="45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63" name="Google Shape;10263;p72"/>
                <p:cNvSpPr/>
                <p:nvPr/>
              </p:nvSpPr>
              <p:spPr>
                <a:xfrm>
                  <a:off x="4434003" y="4337018"/>
                  <a:ext cx="38354" cy="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2" extrusionOk="0">
                      <a:moveTo>
                        <a:pt x="17" y="0"/>
                      </a:moveTo>
                      <a:cubicBezTo>
                        <a:pt x="7" y="0"/>
                        <a:pt x="1" y="1"/>
                        <a:pt x="0" y="3"/>
                      </a:cubicBezTo>
                      <a:cubicBezTo>
                        <a:pt x="0" y="11"/>
                        <a:pt x="73" y="34"/>
                        <a:pt x="170" y="54"/>
                      </a:cubicBezTo>
                      <a:cubicBezTo>
                        <a:pt x="236" y="64"/>
                        <a:pt x="297" y="72"/>
                        <a:pt x="325" y="72"/>
                      </a:cubicBezTo>
                      <a:cubicBezTo>
                        <a:pt x="336" y="72"/>
                        <a:pt x="341" y="71"/>
                        <a:pt x="341" y="68"/>
                      </a:cubicBezTo>
                      <a:cubicBezTo>
                        <a:pt x="341" y="61"/>
                        <a:pt x="269" y="42"/>
                        <a:pt x="173" y="22"/>
                      </a:cubicBezTo>
                      <a:cubicBezTo>
                        <a:pt x="105" y="8"/>
                        <a:pt x="45" y="0"/>
                        <a:pt x="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64" name="Google Shape;10264;p72"/>
                <p:cNvSpPr/>
                <p:nvPr/>
              </p:nvSpPr>
              <p:spPr>
                <a:xfrm>
                  <a:off x="4577546" y="4301130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290" y="0"/>
                      </a:moveTo>
                      <a:cubicBezTo>
                        <a:pt x="276" y="0"/>
                        <a:pt x="212" y="37"/>
                        <a:pt x="142" y="86"/>
                      </a:cubicBezTo>
                      <a:cubicBezTo>
                        <a:pt x="62" y="139"/>
                        <a:pt x="0" y="190"/>
                        <a:pt x="4" y="193"/>
                      </a:cubicBezTo>
                      <a:cubicBezTo>
                        <a:pt x="5" y="194"/>
                        <a:pt x="6" y="194"/>
                        <a:pt x="7" y="194"/>
                      </a:cubicBezTo>
                      <a:cubicBezTo>
                        <a:pt x="22" y="194"/>
                        <a:pt x="83" y="158"/>
                        <a:pt x="158" y="109"/>
                      </a:cubicBezTo>
                      <a:cubicBezTo>
                        <a:pt x="238" y="56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65" name="Google Shape;10265;p72"/>
                <p:cNvSpPr/>
                <p:nvPr/>
              </p:nvSpPr>
              <p:spPr>
                <a:xfrm>
                  <a:off x="4448581" y="4388383"/>
                  <a:ext cx="33307" cy="22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" h="199" extrusionOk="0">
                      <a:moveTo>
                        <a:pt x="290" y="0"/>
                      </a:moveTo>
                      <a:cubicBezTo>
                        <a:pt x="276" y="0"/>
                        <a:pt x="212" y="37"/>
                        <a:pt x="139" y="86"/>
                      </a:cubicBezTo>
                      <a:cubicBezTo>
                        <a:pt x="62" y="139"/>
                        <a:pt x="1" y="189"/>
                        <a:pt x="5" y="197"/>
                      </a:cubicBezTo>
                      <a:cubicBezTo>
                        <a:pt x="5" y="198"/>
                        <a:pt x="6" y="198"/>
                        <a:pt x="7" y="198"/>
                      </a:cubicBezTo>
                      <a:cubicBezTo>
                        <a:pt x="20" y="198"/>
                        <a:pt x="84" y="162"/>
                        <a:pt x="158" y="113"/>
                      </a:cubicBezTo>
                      <a:cubicBezTo>
                        <a:pt x="234" y="59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66" name="Google Shape;10266;p72"/>
                <p:cNvSpPr/>
                <p:nvPr/>
              </p:nvSpPr>
              <p:spPr>
                <a:xfrm>
                  <a:off x="4561621" y="4403972"/>
                  <a:ext cx="23775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89" extrusionOk="0">
                      <a:moveTo>
                        <a:pt x="9" y="0"/>
                      </a:moveTo>
                      <a:cubicBezTo>
                        <a:pt x="9" y="0"/>
                        <a:pt x="8" y="0"/>
                        <a:pt x="8" y="0"/>
                      </a:cubicBezTo>
                      <a:cubicBezTo>
                        <a:pt x="1" y="9"/>
                        <a:pt x="39" y="78"/>
                        <a:pt x="93" y="154"/>
                      </a:cubicBezTo>
                      <a:cubicBezTo>
                        <a:pt x="143" y="229"/>
                        <a:pt x="190" y="289"/>
                        <a:pt x="202" y="289"/>
                      </a:cubicBezTo>
                      <a:cubicBezTo>
                        <a:pt x="203" y="289"/>
                        <a:pt x="204" y="289"/>
                        <a:pt x="204" y="288"/>
                      </a:cubicBezTo>
                      <a:cubicBezTo>
                        <a:pt x="211" y="284"/>
                        <a:pt x="173" y="215"/>
                        <a:pt x="119" y="138"/>
                      </a:cubicBezTo>
                      <a:cubicBezTo>
                        <a:pt x="68" y="60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67" name="Google Shape;10267;p72"/>
                <p:cNvSpPr/>
                <p:nvPr/>
              </p:nvSpPr>
              <p:spPr>
                <a:xfrm>
                  <a:off x="4474374" y="427499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5" y="1"/>
                      </a:moveTo>
                      <a:cubicBezTo>
                        <a:pt x="5" y="1"/>
                        <a:pt x="5" y="1"/>
                        <a:pt x="4" y="1"/>
                      </a:cubicBezTo>
                      <a:cubicBezTo>
                        <a:pt x="1" y="9"/>
                        <a:pt x="39" y="73"/>
                        <a:pt x="93" y="154"/>
                      </a:cubicBezTo>
                      <a:cubicBezTo>
                        <a:pt x="144" y="232"/>
                        <a:pt x="189" y="289"/>
                        <a:pt x="200" y="289"/>
                      </a:cubicBezTo>
                      <a:cubicBezTo>
                        <a:pt x="200" y="289"/>
                        <a:pt x="200" y="289"/>
                        <a:pt x="200" y="289"/>
                      </a:cubicBezTo>
                      <a:cubicBezTo>
                        <a:pt x="208" y="285"/>
                        <a:pt x="169" y="216"/>
                        <a:pt x="116" y="139"/>
                      </a:cubicBezTo>
                      <a:cubicBezTo>
                        <a:pt x="64" y="61"/>
                        <a:pt x="15" y="1"/>
                        <a:pt x="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68" name="Google Shape;10268;p72"/>
                <p:cNvSpPr/>
                <p:nvPr/>
              </p:nvSpPr>
              <p:spPr>
                <a:xfrm>
                  <a:off x="4561621" y="4274998"/>
                  <a:ext cx="22990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" h="289" extrusionOk="0">
                      <a:moveTo>
                        <a:pt x="198" y="0"/>
                      </a:moveTo>
                      <a:cubicBezTo>
                        <a:pt x="187" y="0"/>
                        <a:pt x="140" y="59"/>
                        <a:pt x="89" y="135"/>
                      </a:cubicBezTo>
                      <a:cubicBezTo>
                        <a:pt x="35" y="216"/>
                        <a:pt x="1" y="280"/>
                        <a:pt x="4" y="289"/>
                      </a:cubicBezTo>
                      <a:cubicBezTo>
                        <a:pt x="5" y="289"/>
                        <a:pt x="5" y="289"/>
                        <a:pt x="5" y="289"/>
                      </a:cubicBezTo>
                      <a:cubicBezTo>
                        <a:pt x="15" y="289"/>
                        <a:pt x="63" y="228"/>
                        <a:pt x="116" y="151"/>
                      </a:cubicBezTo>
                      <a:cubicBezTo>
                        <a:pt x="169" y="73"/>
                        <a:pt x="204" y="4"/>
                        <a:pt x="199" y="1"/>
                      </a:cubicBezTo>
                      <a:cubicBezTo>
                        <a:pt x="199" y="0"/>
                        <a:pt x="199" y="0"/>
                        <a:pt x="1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69" name="Google Shape;10269;p72"/>
                <p:cNvSpPr/>
                <p:nvPr/>
              </p:nvSpPr>
              <p:spPr>
                <a:xfrm>
                  <a:off x="4474823" y="440430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199" y="1"/>
                      </a:moveTo>
                      <a:cubicBezTo>
                        <a:pt x="189" y="1"/>
                        <a:pt x="141" y="61"/>
                        <a:pt x="89" y="135"/>
                      </a:cubicBezTo>
                      <a:cubicBezTo>
                        <a:pt x="35" y="216"/>
                        <a:pt x="0" y="285"/>
                        <a:pt x="8" y="289"/>
                      </a:cubicBezTo>
                      <a:cubicBezTo>
                        <a:pt x="8" y="289"/>
                        <a:pt x="8" y="289"/>
                        <a:pt x="9" y="289"/>
                      </a:cubicBezTo>
                      <a:cubicBezTo>
                        <a:pt x="19" y="289"/>
                        <a:pt x="64" y="233"/>
                        <a:pt x="115" y="155"/>
                      </a:cubicBezTo>
                      <a:cubicBezTo>
                        <a:pt x="169" y="75"/>
                        <a:pt x="207" y="6"/>
                        <a:pt x="200" y="1"/>
                      </a:cubicBezTo>
                      <a:cubicBezTo>
                        <a:pt x="200" y="1"/>
                        <a:pt x="200" y="1"/>
                        <a:pt x="19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70" name="Google Shape;10270;p72"/>
                <p:cNvSpPr/>
                <p:nvPr/>
              </p:nvSpPr>
              <p:spPr>
                <a:xfrm>
                  <a:off x="4577994" y="4388047"/>
                  <a:ext cx="33195" cy="22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8" extrusionOk="0">
                      <a:moveTo>
                        <a:pt x="5" y="0"/>
                      </a:moveTo>
                      <a:cubicBezTo>
                        <a:pt x="4" y="0"/>
                        <a:pt x="4" y="0"/>
                        <a:pt x="4" y="1"/>
                      </a:cubicBezTo>
                      <a:cubicBezTo>
                        <a:pt x="0" y="8"/>
                        <a:pt x="58" y="59"/>
                        <a:pt x="138" y="112"/>
                      </a:cubicBezTo>
                      <a:cubicBezTo>
                        <a:pt x="212" y="161"/>
                        <a:pt x="277" y="197"/>
                        <a:pt x="289" y="197"/>
                      </a:cubicBezTo>
                      <a:cubicBezTo>
                        <a:pt x="291" y="197"/>
                        <a:pt x="291" y="197"/>
                        <a:pt x="292" y="197"/>
                      </a:cubicBezTo>
                      <a:cubicBezTo>
                        <a:pt x="295" y="188"/>
                        <a:pt x="234" y="139"/>
                        <a:pt x="157" y="85"/>
                      </a:cubicBezTo>
                      <a:cubicBezTo>
                        <a:pt x="80" y="38"/>
                        <a:pt x="14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71" name="Google Shape;10271;p72"/>
                <p:cNvSpPr/>
                <p:nvPr/>
              </p:nvSpPr>
              <p:spPr>
                <a:xfrm>
                  <a:off x="4448245" y="4301578"/>
                  <a:ext cx="33643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5" extrusionOk="0">
                      <a:moveTo>
                        <a:pt x="7" y="1"/>
                      </a:moveTo>
                      <a:cubicBezTo>
                        <a:pt x="6" y="1"/>
                        <a:pt x="5" y="1"/>
                        <a:pt x="4" y="2"/>
                      </a:cubicBezTo>
                      <a:cubicBezTo>
                        <a:pt x="0" y="9"/>
                        <a:pt x="61" y="55"/>
                        <a:pt x="142" y="109"/>
                      </a:cubicBezTo>
                      <a:cubicBezTo>
                        <a:pt x="215" y="158"/>
                        <a:pt x="276" y="194"/>
                        <a:pt x="292" y="194"/>
                      </a:cubicBezTo>
                      <a:cubicBezTo>
                        <a:pt x="294" y="194"/>
                        <a:pt x="295" y="194"/>
                        <a:pt x="295" y="193"/>
                      </a:cubicBezTo>
                      <a:cubicBezTo>
                        <a:pt x="299" y="186"/>
                        <a:pt x="237" y="140"/>
                        <a:pt x="157" y="86"/>
                      </a:cubicBezTo>
                      <a:cubicBezTo>
                        <a:pt x="84" y="37"/>
                        <a:pt x="23" y="1"/>
                        <a:pt x="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72" name="Google Shape;10272;p72"/>
                <p:cNvSpPr/>
                <p:nvPr/>
              </p:nvSpPr>
              <p:spPr>
                <a:xfrm>
                  <a:off x="4587078" y="4336569"/>
                  <a:ext cx="38241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" h="74" extrusionOk="0">
                      <a:moveTo>
                        <a:pt x="326" y="1"/>
                      </a:moveTo>
                      <a:cubicBezTo>
                        <a:pt x="299" y="1"/>
                        <a:pt x="237" y="8"/>
                        <a:pt x="168" y="23"/>
                      </a:cubicBezTo>
                      <a:cubicBezTo>
                        <a:pt x="73" y="42"/>
                        <a:pt x="0" y="61"/>
                        <a:pt x="0" y="69"/>
                      </a:cubicBezTo>
                      <a:cubicBezTo>
                        <a:pt x="1" y="72"/>
                        <a:pt x="8" y="74"/>
                        <a:pt x="19" y="74"/>
                      </a:cubicBezTo>
                      <a:cubicBezTo>
                        <a:pt x="47" y="74"/>
                        <a:pt x="105" y="63"/>
                        <a:pt x="172" y="49"/>
                      </a:cubicBezTo>
                      <a:cubicBezTo>
                        <a:pt x="268" y="35"/>
                        <a:pt x="340" y="12"/>
                        <a:pt x="340" y="3"/>
                      </a:cubicBezTo>
                      <a:cubicBezTo>
                        <a:pt x="340" y="2"/>
                        <a:pt x="335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73" name="Google Shape;10273;p72"/>
                <p:cNvSpPr/>
                <p:nvPr/>
              </p:nvSpPr>
              <p:spPr>
                <a:xfrm>
                  <a:off x="4434003" y="4366738"/>
                  <a:ext cx="38354" cy="8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5" extrusionOk="0">
                      <a:moveTo>
                        <a:pt x="327" y="0"/>
                      </a:moveTo>
                      <a:cubicBezTo>
                        <a:pt x="300" y="0"/>
                        <a:pt x="238" y="8"/>
                        <a:pt x="170" y="22"/>
                      </a:cubicBezTo>
                      <a:cubicBezTo>
                        <a:pt x="73" y="42"/>
                        <a:pt x="0" y="65"/>
                        <a:pt x="0" y="72"/>
                      </a:cubicBezTo>
                      <a:cubicBezTo>
                        <a:pt x="1" y="74"/>
                        <a:pt x="7" y="75"/>
                        <a:pt x="17" y="75"/>
                      </a:cubicBezTo>
                      <a:cubicBezTo>
                        <a:pt x="45" y="75"/>
                        <a:pt x="106" y="67"/>
                        <a:pt x="177" y="53"/>
                      </a:cubicBezTo>
                      <a:cubicBezTo>
                        <a:pt x="269" y="33"/>
                        <a:pt x="341" y="10"/>
                        <a:pt x="341" y="3"/>
                      </a:cubicBezTo>
                      <a:cubicBezTo>
                        <a:pt x="341" y="1"/>
                        <a:pt x="336" y="0"/>
                        <a:pt x="32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74" name="Google Shape;10274;p72"/>
                <p:cNvSpPr/>
                <p:nvPr/>
              </p:nvSpPr>
              <p:spPr>
                <a:xfrm>
                  <a:off x="4540090" y="4413056"/>
                  <a:ext cx="964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42" extrusionOk="0">
                      <a:moveTo>
                        <a:pt x="9" y="0"/>
                      </a:moveTo>
                      <a:lnTo>
                        <a:pt x="9" y="0"/>
                      </a:lnTo>
                      <a:cubicBezTo>
                        <a:pt x="1" y="4"/>
                        <a:pt x="9" y="80"/>
                        <a:pt x="28" y="176"/>
                      </a:cubicBezTo>
                      <a:cubicBezTo>
                        <a:pt x="47" y="268"/>
                        <a:pt x="66" y="341"/>
                        <a:pt x="78" y="341"/>
                      </a:cubicBezTo>
                      <a:cubicBezTo>
                        <a:pt x="85" y="341"/>
                        <a:pt x="78" y="260"/>
                        <a:pt x="59" y="168"/>
                      </a:cubicBezTo>
                      <a:cubicBezTo>
                        <a:pt x="39" y="73"/>
                        <a:pt x="16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275" name="Google Shape;10275;p72"/>
                <p:cNvSpPr/>
                <p:nvPr/>
              </p:nvSpPr>
              <p:spPr>
                <a:xfrm>
                  <a:off x="4510035" y="4260419"/>
                  <a:ext cx="9084" cy="37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38" extrusionOk="0">
                      <a:moveTo>
                        <a:pt x="9" y="1"/>
                      </a:moveTo>
                      <a:cubicBezTo>
                        <a:pt x="9" y="1"/>
                        <a:pt x="9" y="1"/>
                        <a:pt x="8" y="1"/>
                      </a:cubicBezTo>
                      <a:cubicBezTo>
                        <a:pt x="1" y="1"/>
                        <a:pt x="8" y="77"/>
                        <a:pt x="28" y="173"/>
                      </a:cubicBezTo>
                      <a:cubicBezTo>
                        <a:pt x="43" y="263"/>
                        <a:pt x="65" y="338"/>
                        <a:pt x="73" y="338"/>
                      </a:cubicBezTo>
                      <a:cubicBezTo>
                        <a:pt x="73" y="338"/>
                        <a:pt x="73" y="338"/>
                        <a:pt x="74" y="338"/>
                      </a:cubicBezTo>
                      <a:cubicBezTo>
                        <a:pt x="81" y="338"/>
                        <a:pt x="74" y="261"/>
                        <a:pt x="54" y="166"/>
                      </a:cubicBezTo>
                      <a:cubicBezTo>
                        <a:pt x="36" y="76"/>
                        <a:pt x="17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</p:grpSp>
        </p:grpSp>
        <p:grpSp>
          <p:nvGrpSpPr>
            <p:cNvPr id="10276" name="Google Shape;10276;p72"/>
            <p:cNvGrpSpPr/>
            <p:nvPr/>
          </p:nvGrpSpPr>
          <p:grpSpPr>
            <a:xfrm>
              <a:off x="4415050" y="3902974"/>
              <a:ext cx="914092" cy="469794"/>
              <a:chOff x="4415050" y="3065562"/>
              <a:chExt cx="914092" cy="469794"/>
            </a:xfrm>
          </p:grpSpPr>
          <p:sp>
            <p:nvSpPr>
              <p:cNvPr id="10277" name="Google Shape;10277;p72"/>
              <p:cNvSpPr/>
              <p:nvPr/>
            </p:nvSpPr>
            <p:spPr>
              <a:xfrm>
                <a:off x="4561285" y="3338873"/>
                <a:ext cx="53717" cy="65831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7" extrusionOk="0">
                    <a:moveTo>
                      <a:pt x="230" y="1"/>
                    </a:moveTo>
                    <a:lnTo>
                      <a:pt x="0" y="480"/>
                    </a:lnTo>
                    <a:lnTo>
                      <a:pt x="268" y="586"/>
                    </a:lnTo>
                    <a:lnTo>
                      <a:pt x="478" y="139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78" name="Google Shape;10278;p72"/>
              <p:cNvSpPr/>
              <p:nvPr/>
            </p:nvSpPr>
            <p:spPr>
              <a:xfrm>
                <a:off x="4415050" y="3355247"/>
                <a:ext cx="272624" cy="180109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1606" extrusionOk="0">
                    <a:moveTo>
                      <a:pt x="940" y="1"/>
                    </a:moveTo>
                    <a:cubicBezTo>
                      <a:pt x="367" y="1"/>
                      <a:pt x="1" y="514"/>
                      <a:pt x="1" y="514"/>
                    </a:cubicBezTo>
                    <a:lnTo>
                      <a:pt x="2193" y="1606"/>
                    </a:lnTo>
                    <a:cubicBezTo>
                      <a:pt x="2193" y="1606"/>
                      <a:pt x="2431" y="725"/>
                      <a:pt x="1529" y="180"/>
                    </a:cubicBezTo>
                    <a:cubicBezTo>
                      <a:pt x="1316" y="50"/>
                      <a:pt x="1118" y="1"/>
                      <a:pt x="9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79" name="Google Shape;10279;p72"/>
              <p:cNvSpPr/>
              <p:nvPr/>
            </p:nvSpPr>
            <p:spPr>
              <a:xfrm>
                <a:off x="4544463" y="3065562"/>
                <a:ext cx="784679" cy="441413"/>
              </a:xfrm>
              <a:custGeom>
                <a:avLst/>
                <a:gdLst/>
                <a:ahLst/>
                <a:cxnLst/>
                <a:rect l="l" t="t" r="r" b="b"/>
                <a:pathLst>
                  <a:path w="6997" h="3936" extrusionOk="0">
                    <a:moveTo>
                      <a:pt x="1116" y="1"/>
                    </a:moveTo>
                    <a:lnTo>
                      <a:pt x="215" y="2173"/>
                    </a:lnTo>
                    <a:cubicBezTo>
                      <a:pt x="135" y="2330"/>
                      <a:pt x="0" y="2484"/>
                      <a:pt x="283" y="2641"/>
                    </a:cubicBezTo>
                    <a:cubicBezTo>
                      <a:pt x="743" y="2901"/>
                      <a:pt x="1081" y="3288"/>
                      <a:pt x="1134" y="3936"/>
                    </a:cubicBezTo>
                    <a:lnTo>
                      <a:pt x="3729" y="3936"/>
                    </a:lnTo>
                    <a:cubicBezTo>
                      <a:pt x="3912" y="3936"/>
                      <a:pt x="4073" y="3813"/>
                      <a:pt x="4123" y="3637"/>
                    </a:cubicBezTo>
                    <a:lnTo>
                      <a:pt x="6997" y="3805"/>
                    </a:lnTo>
                    <a:cubicBezTo>
                      <a:pt x="6772" y="3081"/>
                      <a:pt x="6376" y="2449"/>
                      <a:pt x="5732" y="1947"/>
                    </a:cubicBezTo>
                    <a:lnTo>
                      <a:pt x="3081" y="2031"/>
                    </a:lnTo>
                    <a:cubicBezTo>
                      <a:pt x="3353" y="2280"/>
                      <a:pt x="3522" y="2579"/>
                      <a:pt x="3564" y="2931"/>
                    </a:cubicBezTo>
                    <a:cubicBezTo>
                      <a:pt x="3606" y="3262"/>
                      <a:pt x="3350" y="3552"/>
                      <a:pt x="3016" y="3552"/>
                    </a:cubicBezTo>
                    <a:lnTo>
                      <a:pt x="1679" y="3552"/>
                    </a:lnTo>
                    <a:cubicBezTo>
                      <a:pt x="1544" y="3552"/>
                      <a:pt x="1426" y="3476"/>
                      <a:pt x="1372" y="3354"/>
                    </a:cubicBezTo>
                    <a:lnTo>
                      <a:pt x="1065" y="2656"/>
                    </a:lnTo>
                    <a:cubicBezTo>
                      <a:pt x="955" y="2399"/>
                      <a:pt x="939" y="2112"/>
                      <a:pt x="1024" y="1847"/>
                    </a:cubicBezTo>
                    <a:lnTo>
                      <a:pt x="1387" y="154"/>
                    </a:lnTo>
                    <a:lnTo>
                      <a:pt x="111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80" name="Google Shape;10280;p72"/>
              <p:cNvSpPr/>
              <p:nvPr/>
            </p:nvSpPr>
            <p:spPr>
              <a:xfrm>
                <a:off x="5006829" y="3355920"/>
                <a:ext cx="300100" cy="134801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202" extrusionOk="0">
                    <a:moveTo>
                      <a:pt x="1059" y="1"/>
                    </a:moveTo>
                    <a:cubicBezTo>
                      <a:pt x="117" y="1"/>
                      <a:pt x="0" y="1048"/>
                      <a:pt x="0" y="1048"/>
                    </a:cubicBezTo>
                    <a:lnTo>
                      <a:pt x="2675" y="1201"/>
                    </a:lnTo>
                    <a:cubicBezTo>
                      <a:pt x="2675" y="1201"/>
                      <a:pt x="2227" y="94"/>
                      <a:pt x="1177" y="6"/>
                    </a:cubicBezTo>
                    <a:cubicBezTo>
                      <a:pt x="1136" y="2"/>
                      <a:pt x="1097" y="1"/>
                      <a:pt x="10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10281" name="Google Shape;10281;p72"/>
            <p:cNvSpPr/>
            <p:nvPr/>
          </p:nvSpPr>
          <p:spPr>
            <a:xfrm>
              <a:off x="4790169" y="4214886"/>
              <a:ext cx="40596" cy="50803"/>
            </a:xfrm>
            <a:custGeom>
              <a:avLst/>
              <a:gdLst/>
              <a:ahLst/>
              <a:cxnLst/>
              <a:rect l="l" t="t" r="r" b="b"/>
              <a:pathLst>
                <a:path w="362" h="453" extrusionOk="0">
                  <a:moveTo>
                    <a:pt x="1" y="1"/>
                  </a:moveTo>
                  <a:lnTo>
                    <a:pt x="59" y="453"/>
                  </a:lnTo>
                  <a:lnTo>
                    <a:pt x="323" y="453"/>
                  </a:lnTo>
                  <a:lnTo>
                    <a:pt x="361" y="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82" name="Google Shape;10282;p72"/>
            <p:cNvSpPr/>
            <p:nvPr/>
          </p:nvSpPr>
          <p:spPr>
            <a:xfrm>
              <a:off x="4822017" y="3962658"/>
              <a:ext cx="249859" cy="143549"/>
            </a:xfrm>
            <a:custGeom>
              <a:avLst/>
              <a:gdLst/>
              <a:ahLst/>
              <a:cxnLst/>
              <a:rect l="l" t="t" r="r" b="b"/>
              <a:pathLst>
                <a:path w="2228" h="1280" extrusionOk="0">
                  <a:moveTo>
                    <a:pt x="901" y="0"/>
                  </a:moveTo>
                  <a:cubicBezTo>
                    <a:pt x="901" y="0"/>
                    <a:pt x="921" y="361"/>
                    <a:pt x="951" y="521"/>
                  </a:cubicBezTo>
                  <a:cubicBezTo>
                    <a:pt x="807" y="508"/>
                    <a:pt x="666" y="500"/>
                    <a:pt x="527" y="500"/>
                  </a:cubicBezTo>
                  <a:cubicBezTo>
                    <a:pt x="345" y="500"/>
                    <a:pt x="169" y="514"/>
                    <a:pt x="1" y="544"/>
                  </a:cubicBezTo>
                  <a:lnTo>
                    <a:pt x="74" y="1107"/>
                  </a:lnTo>
                  <a:cubicBezTo>
                    <a:pt x="74" y="1107"/>
                    <a:pt x="718" y="1279"/>
                    <a:pt x="1270" y="1279"/>
                  </a:cubicBezTo>
                  <a:cubicBezTo>
                    <a:pt x="1574" y="1279"/>
                    <a:pt x="1850" y="1227"/>
                    <a:pt x="1975" y="1065"/>
                  </a:cubicBezTo>
                  <a:cubicBezTo>
                    <a:pt x="2227" y="732"/>
                    <a:pt x="1798" y="0"/>
                    <a:pt x="1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83" name="Google Shape;10283;p72"/>
            <p:cNvSpPr/>
            <p:nvPr/>
          </p:nvSpPr>
          <p:spPr>
            <a:xfrm>
              <a:off x="4772114" y="4021089"/>
              <a:ext cx="101267" cy="197828"/>
            </a:xfrm>
            <a:custGeom>
              <a:avLst/>
              <a:gdLst/>
              <a:ahLst/>
              <a:cxnLst/>
              <a:rect l="l" t="t" r="r" b="b"/>
              <a:pathLst>
                <a:path w="903" h="1764" extrusionOk="0">
                  <a:moveTo>
                    <a:pt x="708" y="0"/>
                  </a:moveTo>
                  <a:cubicBezTo>
                    <a:pt x="641" y="0"/>
                    <a:pt x="266" y="7"/>
                    <a:pt x="116" y="158"/>
                  </a:cubicBezTo>
                  <a:cubicBezTo>
                    <a:pt x="1" y="268"/>
                    <a:pt x="93" y="1177"/>
                    <a:pt x="162" y="1729"/>
                  </a:cubicBezTo>
                  <a:cubicBezTo>
                    <a:pt x="228" y="1754"/>
                    <a:pt x="301" y="1764"/>
                    <a:pt x="375" y="1764"/>
                  </a:cubicBezTo>
                  <a:cubicBezTo>
                    <a:pt x="425" y="1764"/>
                    <a:pt x="474" y="1759"/>
                    <a:pt x="522" y="1752"/>
                  </a:cubicBezTo>
                  <a:cubicBezTo>
                    <a:pt x="584" y="1257"/>
                    <a:pt x="680" y="793"/>
                    <a:pt x="519" y="586"/>
                  </a:cubicBezTo>
                  <a:lnTo>
                    <a:pt x="519" y="586"/>
                  </a:lnTo>
                  <a:lnTo>
                    <a:pt x="902" y="664"/>
                  </a:lnTo>
                  <a:lnTo>
                    <a:pt x="718" y="0"/>
                  </a:lnTo>
                  <a:cubicBezTo>
                    <a:pt x="718" y="0"/>
                    <a:pt x="715" y="0"/>
                    <a:pt x="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84" name="Google Shape;10284;p72"/>
            <p:cNvSpPr/>
            <p:nvPr/>
          </p:nvSpPr>
          <p:spPr>
            <a:xfrm>
              <a:off x="4726247" y="4256269"/>
              <a:ext cx="119547" cy="52934"/>
            </a:xfrm>
            <a:custGeom>
              <a:avLst/>
              <a:gdLst/>
              <a:ahLst/>
              <a:cxnLst/>
              <a:rect l="l" t="t" r="r" b="b"/>
              <a:pathLst>
                <a:path w="1066" h="472" extrusionOk="0">
                  <a:moveTo>
                    <a:pt x="902" y="0"/>
                  </a:moveTo>
                  <a:cubicBezTo>
                    <a:pt x="895" y="0"/>
                    <a:pt x="888" y="1"/>
                    <a:pt x="882" y="3"/>
                  </a:cubicBezTo>
                  <a:cubicBezTo>
                    <a:pt x="836" y="24"/>
                    <a:pt x="783" y="35"/>
                    <a:pt x="730" y="35"/>
                  </a:cubicBezTo>
                  <a:cubicBezTo>
                    <a:pt x="694" y="35"/>
                    <a:pt x="658" y="30"/>
                    <a:pt x="625" y="19"/>
                  </a:cubicBezTo>
                  <a:cubicBezTo>
                    <a:pt x="615" y="15"/>
                    <a:pt x="604" y="13"/>
                    <a:pt x="594" y="13"/>
                  </a:cubicBezTo>
                  <a:cubicBezTo>
                    <a:pt x="571" y="13"/>
                    <a:pt x="550" y="23"/>
                    <a:pt x="537" y="42"/>
                  </a:cubicBezTo>
                  <a:cubicBezTo>
                    <a:pt x="475" y="122"/>
                    <a:pt x="414" y="176"/>
                    <a:pt x="268" y="237"/>
                  </a:cubicBezTo>
                  <a:cubicBezTo>
                    <a:pt x="228" y="235"/>
                    <a:pt x="189" y="232"/>
                    <a:pt x="153" y="232"/>
                  </a:cubicBezTo>
                  <a:cubicBezTo>
                    <a:pt x="67" y="232"/>
                    <a:pt x="3" y="248"/>
                    <a:pt x="1" y="332"/>
                  </a:cubicBezTo>
                  <a:cubicBezTo>
                    <a:pt x="98" y="425"/>
                    <a:pt x="219" y="471"/>
                    <a:pt x="391" y="471"/>
                  </a:cubicBezTo>
                  <a:cubicBezTo>
                    <a:pt x="449" y="471"/>
                    <a:pt x="512" y="466"/>
                    <a:pt x="583" y="456"/>
                  </a:cubicBezTo>
                  <a:cubicBezTo>
                    <a:pt x="640" y="460"/>
                    <a:pt x="694" y="463"/>
                    <a:pt x="746" y="463"/>
                  </a:cubicBezTo>
                  <a:cubicBezTo>
                    <a:pt x="876" y="463"/>
                    <a:pt x="986" y="443"/>
                    <a:pt x="1066" y="375"/>
                  </a:cubicBezTo>
                  <a:cubicBezTo>
                    <a:pt x="1039" y="252"/>
                    <a:pt x="1016" y="125"/>
                    <a:pt x="958" y="30"/>
                  </a:cubicBezTo>
                  <a:cubicBezTo>
                    <a:pt x="947" y="9"/>
                    <a:pt x="924" y="0"/>
                    <a:pt x="9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85" name="Google Shape;10285;p72"/>
            <p:cNvSpPr/>
            <p:nvPr/>
          </p:nvSpPr>
          <p:spPr>
            <a:xfrm>
              <a:off x="4947057" y="3717609"/>
              <a:ext cx="67623" cy="62803"/>
            </a:xfrm>
            <a:custGeom>
              <a:avLst/>
              <a:gdLst/>
              <a:ahLst/>
              <a:cxnLst/>
              <a:rect l="l" t="t" r="r" b="b"/>
              <a:pathLst>
                <a:path w="603" h="560" extrusionOk="0">
                  <a:moveTo>
                    <a:pt x="469" y="1"/>
                  </a:moveTo>
                  <a:lnTo>
                    <a:pt x="1" y="142"/>
                  </a:lnTo>
                  <a:lnTo>
                    <a:pt x="219" y="560"/>
                  </a:lnTo>
                  <a:lnTo>
                    <a:pt x="602" y="365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86" name="Google Shape;10286;p72"/>
            <p:cNvSpPr/>
            <p:nvPr/>
          </p:nvSpPr>
          <p:spPr>
            <a:xfrm>
              <a:off x="4901308" y="3642703"/>
              <a:ext cx="91286" cy="115848"/>
            </a:xfrm>
            <a:custGeom>
              <a:avLst/>
              <a:gdLst/>
              <a:ahLst/>
              <a:cxnLst/>
              <a:rect l="l" t="t" r="r" b="b"/>
              <a:pathLst>
                <a:path w="814" h="1033" extrusionOk="0">
                  <a:moveTo>
                    <a:pt x="416" y="1"/>
                  </a:moveTo>
                  <a:cubicBezTo>
                    <a:pt x="414" y="1"/>
                    <a:pt x="412" y="1"/>
                    <a:pt x="411" y="1"/>
                  </a:cubicBezTo>
                  <a:cubicBezTo>
                    <a:pt x="204" y="9"/>
                    <a:pt x="0" y="246"/>
                    <a:pt x="46" y="522"/>
                  </a:cubicBezTo>
                  <a:cubicBezTo>
                    <a:pt x="101" y="852"/>
                    <a:pt x="188" y="1033"/>
                    <a:pt x="320" y="1033"/>
                  </a:cubicBezTo>
                  <a:cubicBezTo>
                    <a:pt x="384" y="1033"/>
                    <a:pt x="458" y="990"/>
                    <a:pt x="545" y="901"/>
                  </a:cubicBezTo>
                  <a:cubicBezTo>
                    <a:pt x="782" y="656"/>
                    <a:pt x="813" y="782"/>
                    <a:pt x="805" y="503"/>
                  </a:cubicBezTo>
                  <a:cubicBezTo>
                    <a:pt x="798" y="222"/>
                    <a:pt x="624" y="1"/>
                    <a:pt x="416" y="1"/>
                  </a:cubicBezTo>
                  <a:close/>
                </a:path>
              </a:pathLst>
            </a:custGeom>
            <a:solidFill>
              <a:srgbClr val="D39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87" name="Google Shape;10287;p72"/>
            <p:cNvSpPr/>
            <p:nvPr/>
          </p:nvSpPr>
          <p:spPr>
            <a:xfrm>
              <a:off x="4890761" y="3758544"/>
              <a:ext cx="169451" cy="294499"/>
            </a:xfrm>
            <a:custGeom>
              <a:avLst/>
              <a:gdLst/>
              <a:ahLst/>
              <a:cxnLst/>
              <a:rect l="l" t="t" r="r" b="b"/>
              <a:pathLst>
                <a:path w="1511" h="2626" extrusionOk="0">
                  <a:moveTo>
                    <a:pt x="1104" y="0"/>
                  </a:moveTo>
                  <a:lnTo>
                    <a:pt x="721" y="195"/>
                  </a:lnTo>
                  <a:cubicBezTo>
                    <a:pt x="288" y="770"/>
                    <a:pt x="0" y="1073"/>
                    <a:pt x="0" y="1073"/>
                  </a:cubicBezTo>
                  <a:cubicBezTo>
                    <a:pt x="15" y="1279"/>
                    <a:pt x="112" y="1338"/>
                    <a:pt x="235" y="1338"/>
                  </a:cubicBezTo>
                  <a:cubicBezTo>
                    <a:pt x="243" y="1338"/>
                    <a:pt x="250" y="1338"/>
                    <a:pt x="258" y="1337"/>
                  </a:cubicBezTo>
                  <a:cubicBezTo>
                    <a:pt x="269" y="1728"/>
                    <a:pt x="288" y="2103"/>
                    <a:pt x="338" y="2341"/>
                  </a:cubicBezTo>
                  <a:cubicBezTo>
                    <a:pt x="626" y="2562"/>
                    <a:pt x="896" y="2626"/>
                    <a:pt x="1187" y="2626"/>
                  </a:cubicBezTo>
                  <a:cubicBezTo>
                    <a:pt x="1292" y="2626"/>
                    <a:pt x="1399" y="2618"/>
                    <a:pt x="1511" y="2605"/>
                  </a:cubicBezTo>
                  <a:cubicBezTo>
                    <a:pt x="1511" y="2605"/>
                    <a:pt x="1346" y="517"/>
                    <a:pt x="11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88" name="Google Shape;10288;p72"/>
            <p:cNvSpPr/>
            <p:nvPr/>
          </p:nvSpPr>
          <p:spPr>
            <a:xfrm>
              <a:off x="4916778" y="3633832"/>
              <a:ext cx="210048" cy="191211"/>
            </a:xfrm>
            <a:custGeom>
              <a:avLst/>
              <a:gdLst/>
              <a:ahLst/>
              <a:cxnLst/>
              <a:rect l="l" t="t" r="r" b="b"/>
              <a:pathLst>
                <a:path w="1873" h="1705" extrusionOk="0">
                  <a:moveTo>
                    <a:pt x="453" y="0"/>
                  </a:moveTo>
                  <a:cubicBezTo>
                    <a:pt x="198" y="0"/>
                    <a:pt x="1" y="196"/>
                    <a:pt x="56" y="292"/>
                  </a:cubicBezTo>
                  <a:cubicBezTo>
                    <a:pt x="214" y="403"/>
                    <a:pt x="271" y="560"/>
                    <a:pt x="523" y="564"/>
                  </a:cubicBezTo>
                  <a:cubicBezTo>
                    <a:pt x="540" y="519"/>
                    <a:pt x="572" y="498"/>
                    <a:pt x="602" y="498"/>
                  </a:cubicBezTo>
                  <a:cubicBezTo>
                    <a:pt x="660" y="498"/>
                    <a:pt x="712" y="577"/>
                    <a:pt x="647" y="721"/>
                  </a:cubicBezTo>
                  <a:cubicBezTo>
                    <a:pt x="673" y="1123"/>
                    <a:pt x="834" y="1545"/>
                    <a:pt x="1164" y="1671"/>
                  </a:cubicBezTo>
                  <a:cubicBezTo>
                    <a:pt x="1225" y="1695"/>
                    <a:pt x="1287" y="1705"/>
                    <a:pt x="1348" y="1705"/>
                  </a:cubicBezTo>
                  <a:cubicBezTo>
                    <a:pt x="1582" y="1705"/>
                    <a:pt x="1792" y="1556"/>
                    <a:pt x="1850" y="1464"/>
                  </a:cubicBezTo>
                  <a:cubicBezTo>
                    <a:pt x="1873" y="1430"/>
                    <a:pt x="1646" y="1441"/>
                    <a:pt x="1455" y="1330"/>
                  </a:cubicBezTo>
                  <a:cubicBezTo>
                    <a:pt x="1359" y="1273"/>
                    <a:pt x="1130" y="1112"/>
                    <a:pt x="1018" y="691"/>
                  </a:cubicBezTo>
                  <a:cubicBezTo>
                    <a:pt x="980" y="553"/>
                    <a:pt x="1045" y="419"/>
                    <a:pt x="930" y="269"/>
                  </a:cubicBezTo>
                  <a:cubicBezTo>
                    <a:pt x="777" y="69"/>
                    <a:pt x="605" y="0"/>
                    <a:pt x="453" y="0"/>
                  </a:cubicBezTo>
                  <a:close/>
                </a:path>
              </a:pathLst>
            </a:custGeom>
            <a:solidFill>
              <a:srgbClr val="5B2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10289" name="Google Shape;10289;p72"/>
            <p:cNvGrpSpPr/>
            <p:nvPr/>
          </p:nvGrpSpPr>
          <p:grpSpPr>
            <a:xfrm>
              <a:off x="4890727" y="3666132"/>
              <a:ext cx="90388" cy="110466"/>
              <a:chOff x="4415052" y="3666132"/>
              <a:chExt cx="90388" cy="110466"/>
            </a:xfrm>
          </p:grpSpPr>
          <p:sp>
            <p:nvSpPr>
              <p:cNvPr id="10290" name="Google Shape;10290;p72"/>
              <p:cNvSpPr/>
              <p:nvPr/>
            </p:nvSpPr>
            <p:spPr>
              <a:xfrm>
                <a:off x="4439612" y="3696637"/>
                <a:ext cx="25457" cy="29495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63" extrusionOk="0">
                    <a:moveTo>
                      <a:pt x="77" y="0"/>
                    </a:moveTo>
                    <a:cubicBezTo>
                      <a:pt x="77" y="0"/>
                      <a:pt x="0" y="177"/>
                      <a:pt x="11" y="234"/>
                    </a:cubicBezTo>
                    <a:cubicBezTo>
                      <a:pt x="16" y="254"/>
                      <a:pt x="43" y="262"/>
                      <a:pt x="77" y="262"/>
                    </a:cubicBezTo>
                    <a:cubicBezTo>
                      <a:pt x="141" y="262"/>
                      <a:pt x="226" y="233"/>
                      <a:pt x="218" y="195"/>
                    </a:cubicBezTo>
                    <a:cubicBezTo>
                      <a:pt x="211" y="138"/>
                      <a:pt x="77" y="0"/>
                      <a:pt x="77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91" name="Google Shape;10291;p72"/>
              <p:cNvSpPr/>
              <p:nvPr/>
            </p:nvSpPr>
            <p:spPr>
              <a:xfrm>
                <a:off x="4415052" y="3681496"/>
                <a:ext cx="74913" cy="9510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848" extrusionOk="0">
                    <a:moveTo>
                      <a:pt x="281" y="1"/>
                    </a:moveTo>
                    <a:lnTo>
                      <a:pt x="0" y="128"/>
                    </a:lnTo>
                    <a:lnTo>
                      <a:pt x="273" y="848"/>
                    </a:lnTo>
                    <a:lnTo>
                      <a:pt x="299" y="848"/>
                    </a:lnTo>
                    <a:cubicBezTo>
                      <a:pt x="460" y="848"/>
                      <a:pt x="580" y="786"/>
                      <a:pt x="667" y="694"/>
                    </a:cubicBezTo>
                    <a:lnTo>
                      <a:pt x="652" y="660"/>
                    </a:lnTo>
                    <a:cubicBezTo>
                      <a:pt x="614" y="683"/>
                      <a:pt x="584" y="691"/>
                      <a:pt x="549" y="691"/>
                    </a:cubicBezTo>
                    <a:cubicBezTo>
                      <a:pt x="449" y="691"/>
                      <a:pt x="377" y="588"/>
                      <a:pt x="322" y="395"/>
                    </a:cubicBezTo>
                    <a:lnTo>
                      <a:pt x="296" y="395"/>
                    </a:lnTo>
                    <a:cubicBezTo>
                      <a:pt x="262" y="395"/>
                      <a:pt x="235" y="388"/>
                      <a:pt x="230" y="369"/>
                    </a:cubicBezTo>
                    <a:cubicBezTo>
                      <a:pt x="223" y="330"/>
                      <a:pt x="253" y="238"/>
                      <a:pt x="276" y="181"/>
                    </a:cubicBezTo>
                    <a:cubicBezTo>
                      <a:pt x="265" y="120"/>
                      <a:pt x="269" y="59"/>
                      <a:pt x="281" y="1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92" name="Google Shape;10292;p72"/>
              <p:cNvSpPr/>
              <p:nvPr/>
            </p:nvSpPr>
            <p:spPr>
              <a:xfrm>
                <a:off x="4488169" y="3744301"/>
                <a:ext cx="14242" cy="1514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35" extrusionOk="0">
                    <a:moveTo>
                      <a:pt x="123" y="0"/>
                    </a:moveTo>
                    <a:cubicBezTo>
                      <a:pt x="81" y="46"/>
                      <a:pt x="38" y="81"/>
                      <a:pt x="0" y="100"/>
                    </a:cubicBezTo>
                    <a:lnTo>
                      <a:pt x="15" y="134"/>
                    </a:lnTo>
                    <a:cubicBezTo>
                      <a:pt x="58" y="97"/>
                      <a:pt x="92" y="51"/>
                      <a:pt x="126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93" name="Google Shape;10293;p72"/>
              <p:cNvSpPr/>
              <p:nvPr/>
            </p:nvSpPr>
            <p:spPr>
              <a:xfrm>
                <a:off x="4444770" y="3674655"/>
                <a:ext cx="60670" cy="8433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752" extrusionOk="0">
                    <a:moveTo>
                      <a:pt x="158" y="0"/>
                    </a:moveTo>
                    <a:lnTo>
                      <a:pt x="16" y="62"/>
                    </a:lnTo>
                    <a:cubicBezTo>
                      <a:pt x="4" y="120"/>
                      <a:pt x="0" y="181"/>
                      <a:pt x="11" y="242"/>
                    </a:cubicBezTo>
                    <a:cubicBezTo>
                      <a:pt x="23" y="216"/>
                      <a:pt x="31" y="196"/>
                      <a:pt x="31" y="196"/>
                    </a:cubicBezTo>
                    <a:cubicBezTo>
                      <a:pt x="31" y="196"/>
                      <a:pt x="165" y="334"/>
                      <a:pt x="172" y="391"/>
                    </a:cubicBezTo>
                    <a:cubicBezTo>
                      <a:pt x="181" y="422"/>
                      <a:pt x="115" y="449"/>
                      <a:pt x="57" y="456"/>
                    </a:cubicBezTo>
                    <a:cubicBezTo>
                      <a:pt x="112" y="649"/>
                      <a:pt x="184" y="752"/>
                      <a:pt x="284" y="752"/>
                    </a:cubicBezTo>
                    <a:cubicBezTo>
                      <a:pt x="319" y="752"/>
                      <a:pt x="349" y="744"/>
                      <a:pt x="387" y="721"/>
                    </a:cubicBezTo>
                    <a:cubicBezTo>
                      <a:pt x="425" y="702"/>
                      <a:pt x="468" y="667"/>
                      <a:pt x="510" y="621"/>
                    </a:cubicBezTo>
                    <a:lnTo>
                      <a:pt x="513" y="621"/>
                    </a:lnTo>
                    <a:cubicBezTo>
                      <a:pt x="522" y="606"/>
                      <a:pt x="529" y="591"/>
                      <a:pt x="540" y="575"/>
                    </a:cubicBezTo>
                    <a:lnTo>
                      <a:pt x="513" y="200"/>
                    </a:lnTo>
                    <a:cubicBezTo>
                      <a:pt x="330" y="189"/>
                      <a:pt x="257" y="92"/>
                      <a:pt x="158" y="0"/>
                    </a:cubicBez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294" name="Google Shape;10294;p72"/>
              <p:cNvSpPr/>
              <p:nvPr/>
            </p:nvSpPr>
            <p:spPr>
              <a:xfrm>
                <a:off x="4462377" y="3666132"/>
                <a:ext cx="40036" cy="3095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76" extrusionOk="0">
                    <a:moveTo>
                      <a:pt x="169" y="0"/>
                    </a:moveTo>
                    <a:lnTo>
                      <a:pt x="1" y="76"/>
                    </a:lnTo>
                    <a:cubicBezTo>
                      <a:pt x="100" y="168"/>
                      <a:pt x="173" y="265"/>
                      <a:pt x="356" y="276"/>
                    </a:cubicBezTo>
                    <a:lnTo>
                      <a:pt x="342" y="69"/>
                    </a:lnTo>
                    <a:lnTo>
                      <a:pt x="169" y="0"/>
                    </a:lnTo>
                    <a:close/>
                  </a:path>
                </a:pathLst>
              </a:custGeom>
              <a:solidFill>
                <a:srgbClr val="5867C9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</p:grpSp>
        <p:sp>
          <p:nvSpPr>
            <p:cNvPr id="10295" name="Google Shape;10295;p72"/>
            <p:cNvSpPr/>
            <p:nvPr/>
          </p:nvSpPr>
          <p:spPr>
            <a:xfrm>
              <a:off x="4861940" y="3619365"/>
              <a:ext cx="193899" cy="127960"/>
            </a:xfrm>
            <a:custGeom>
              <a:avLst/>
              <a:gdLst/>
              <a:ahLst/>
              <a:cxnLst/>
              <a:rect l="l" t="t" r="r" b="b"/>
              <a:pathLst>
                <a:path w="1729" h="1141" extrusionOk="0">
                  <a:moveTo>
                    <a:pt x="989" y="1"/>
                  </a:moveTo>
                  <a:cubicBezTo>
                    <a:pt x="457" y="1"/>
                    <a:pt x="0" y="656"/>
                    <a:pt x="97" y="743"/>
                  </a:cubicBezTo>
                  <a:lnTo>
                    <a:pt x="714" y="578"/>
                  </a:lnTo>
                  <a:cubicBezTo>
                    <a:pt x="724" y="575"/>
                    <a:pt x="734" y="574"/>
                    <a:pt x="745" y="574"/>
                  </a:cubicBezTo>
                  <a:cubicBezTo>
                    <a:pt x="774" y="574"/>
                    <a:pt x="803" y="584"/>
                    <a:pt x="825" y="601"/>
                  </a:cubicBezTo>
                  <a:lnTo>
                    <a:pt x="898" y="666"/>
                  </a:lnTo>
                  <a:cubicBezTo>
                    <a:pt x="932" y="697"/>
                    <a:pt x="947" y="739"/>
                    <a:pt x="936" y="785"/>
                  </a:cubicBezTo>
                  <a:lnTo>
                    <a:pt x="894" y="1004"/>
                  </a:lnTo>
                  <a:cubicBezTo>
                    <a:pt x="883" y="1053"/>
                    <a:pt x="913" y="1099"/>
                    <a:pt x="963" y="1110"/>
                  </a:cubicBezTo>
                  <a:lnTo>
                    <a:pt x="1120" y="1137"/>
                  </a:lnTo>
                  <a:cubicBezTo>
                    <a:pt x="1127" y="1139"/>
                    <a:pt x="1134" y="1140"/>
                    <a:pt x="1141" y="1140"/>
                  </a:cubicBezTo>
                  <a:cubicBezTo>
                    <a:pt x="1161" y="1140"/>
                    <a:pt x="1179" y="1132"/>
                    <a:pt x="1196" y="1119"/>
                  </a:cubicBezTo>
                  <a:lnTo>
                    <a:pt x="1561" y="808"/>
                  </a:lnTo>
                  <a:cubicBezTo>
                    <a:pt x="1561" y="808"/>
                    <a:pt x="1729" y="187"/>
                    <a:pt x="1166" y="26"/>
                  </a:cubicBezTo>
                  <a:cubicBezTo>
                    <a:pt x="1106" y="9"/>
                    <a:pt x="1047" y="1"/>
                    <a:pt x="9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96" name="Google Shape;10296;p72"/>
            <p:cNvSpPr/>
            <p:nvPr/>
          </p:nvSpPr>
          <p:spPr>
            <a:xfrm>
              <a:off x="5265767" y="4195100"/>
              <a:ext cx="50129" cy="58429"/>
            </a:xfrm>
            <a:custGeom>
              <a:avLst/>
              <a:gdLst/>
              <a:ahLst/>
              <a:cxnLst/>
              <a:rect l="l" t="t" r="r" b="b"/>
              <a:pathLst>
                <a:path w="447" h="521" extrusionOk="0">
                  <a:moveTo>
                    <a:pt x="340" y="1"/>
                  </a:moveTo>
                  <a:lnTo>
                    <a:pt x="156" y="39"/>
                  </a:lnTo>
                  <a:cubicBezTo>
                    <a:pt x="0" y="73"/>
                    <a:pt x="94" y="520"/>
                    <a:pt x="243" y="520"/>
                  </a:cubicBezTo>
                  <a:cubicBezTo>
                    <a:pt x="248" y="520"/>
                    <a:pt x="253" y="519"/>
                    <a:pt x="259" y="518"/>
                  </a:cubicBezTo>
                  <a:lnTo>
                    <a:pt x="446" y="476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97" name="Google Shape;10297;p72"/>
            <p:cNvSpPr/>
            <p:nvPr/>
          </p:nvSpPr>
          <p:spPr>
            <a:xfrm>
              <a:off x="5303783" y="4193642"/>
              <a:ext cx="21980" cy="54840"/>
            </a:xfrm>
            <a:custGeom>
              <a:avLst/>
              <a:gdLst/>
              <a:ahLst/>
              <a:cxnLst/>
              <a:rect l="l" t="t" r="r" b="b"/>
              <a:pathLst>
                <a:path w="196" h="489" extrusionOk="0">
                  <a:moveTo>
                    <a:pt x="68" y="1"/>
                  </a:moveTo>
                  <a:cubicBezTo>
                    <a:pt x="65" y="1"/>
                    <a:pt x="61" y="1"/>
                    <a:pt x="58" y="2"/>
                  </a:cubicBezTo>
                  <a:lnTo>
                    <a:pt x="1" y="14"/>
                  </a:lnTo>
                  <a:lnTo>
                    <a:pt x="107" y="489"/>
                  </a:lnTo>
                  <a:lnTo>
                    <a:pt x="162" y="478"/>
                  </a:lnTo>
                  <a:cubicBezTo>
                    <a:pt x="180" y="473"/>
                    <a:pt x="196" y="450"/>
                    <a:pt x="188" y="432"/>
                  </a:cubicBezTo>
                  <a:lnTo>
                    <a:pt x="104" y="29"/>
                  </a:lnTo>
                  <a:cubicBezTo>
                    <a:pt x="101" y="13"/>
                    <a:pt x="85" y="1"/>
                    <a:pt x="68" y="1"/>
                  </a:cubicBezTo>
                  <a:close/>
                </a:path>
              </a:pathLst>
            </a:custGeom>
            <a:solidFill>
              <a:srgbClr val="FEB5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98" name="Google Shape;10298;p72"/>
            <p:cNvSpPr/>
            <p:nvPr/>
          </p:nvSpPr>
          <p:spPr>
            <a:xfrm>
              <a:off x="4717164" y="3840975"/>
              <a:ext cx="24672" cy="46653"/>
            </a:xfrm>
            <a:custGeom>
              <a:avLst/>
              <a:gdLst/>
              <a:ahLst/>
              <a:cxnLst/>
              <a:rect l="l" t="t" r="r" b="b"/>
              <a:pathLst>
                <a:path w="220" h="416" extrusionOk="0">
                  <a:moveTo>
                    <a:pt x="108" y="0"/>
                  </a:moveTo>
                  <a:cubicBezTo>
                    <a:pt x="107" y="0"/>
                    <a:pt x="106" y="0"/>
                    <a:pt x="105" y="1"/>
                  </a:cubicBezTo>
                  <a:cubicBezTo>
                    <a:pt x="70" y="4"/>
                    <a:pt x="1" y="112"/>
                    <a:pt x="20" y="227"/>
                  </a:cubicBezTo>
                  <a:cubicBezTo>
                    <a:pt x="38" y="337"/>
                    <a:pt x="134" y="415"/>
                    <a:pt x="169" y="415"/>
                  </a:cubicBezTo>
                  <a:cubicBezTo>
                    <a:pt x="171" y="415"/>
                    <a:pt x="172" y="415"/>
                    <a:pt x="174" y="415"/>
                  </a:cubicBezTo>
                  <a:cubicBezTo>
                    <a:pt x="208" y="411"/>
                    <a:pt x="220" y="311"/>
                    <a:pt x="200" y="196"/>
                  </a:cubicBezTo>
                  <a:cubicBezTo>
                    <a:pt x="182" y="90"/>
                    <a:pt x="13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299" name="Google Shape;10299;p72"/>
            <p:cNvSpPr/>
            <p:nvPr/>
          </p:nvSpPr>
          <p:spPr>
            <a:xfrm>
              <a:off x="4651896" y="3825498"/>
              <a:ext cx="21195" cy="43513"/>
            </a:xfrm>
            <a:custGeom>
              <a:avLst/>
              <a:gdLst/>
              <a:ahLst/>
              <a:cxnLst/>
              <a:rect l="l" t="t" r="r" b="b"/>
              <a:pathLst>
                <a:path w="189" h="388" extrusionOk="0">
                  <a:moveTo>
                    <a:pt x="136" y="1"/>
                  </a:moveTo>
                  <a:cubicBezTo>
                    <a:pt x="100" y="1"/>
                    <a:pt x="20" y="80"/>
                    <a:pt x="12" y="185"/>
                  </a:cubicBezTo>
                  <a:cubicBezTo>
                    <a:pt x="1" y="292"/>
                    <a:pt x="73" y="384"/>
                    <a:pt x="107" y="388"/>
                  </a:cubicBezTo>
                  <a:cubicBezTo>
                    <a:pt x="138" y="388"/>
                    <a:pt x="169" y="303"/>
                    <a:pt x="176" y="196"/>
                  </a:cubicBezTo>
                  <a:cubicBezTo>
                    <a:pt x="188" y="93"/>
                    <a:pt x="169" y="1"/>
                    <a:pt x="138" y="1"/>
                  </a:cubicBezTo>
                  <a:cubicBezTo>
                    <a:pt x="138" y="1"/>
                    <a:pt x="13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00" name="Google Shape;10300;p72"/>
            <p:cNvSpPr/>
            <p:nvPr/>
          </p:nvSpPr>
          <p:spPr>
            <a:xfrm>
              <a:off x="4682848" y="3860265"/>
              <a:ext cx="45531" cy="64148"/>
            </a:xfrm>
            <a:custGeom>
              <a:avLst/>
              <a:gdLst/>
              <a:ahLst/>
              <a:cxnLst/>
              <a:rect l="l" t="t" r="r" b="b"/>
              <a:pathLst>
                <a:path w="406" h="572" extrusionOk="0">
                  <a:moveTo>
                    <a:pt x="391" y="1"/>
                  </a:moveTo>
                  <a:cubicBezTo>
                    <a:pt x="123" y="85"/>
                    <a:pt x="0" y="277"/>
                    <a:pt x="31" y="572"/>
                  </a:cubicBezTo>
                  <a:lnTo>
                    <a:pt x="89" y="568"/>
                  </a:lnTo>
                  <a:cubicBezTo>
                    <a:pt x="61" y="300"/>
                    <a:pt x="165" y="135"/>
                    <a:pt x="406" y="59"/>
                  </a:cubicBezTo>
                  <a:lnTo>
                    <a:pt x="3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01" name="Google Shape;10301;p72"/>
            <p:cNvSpPr/>
            <p:nvPr/>
          </p:nvSpPr>
          <p:spPr>
            <a:xfrm>
              <a:off x="4650551" y="3844788"/>
              <a:ext cx="28036" cy="65494"/>
            </a:xfrm>
            <a:custGeom>
              <a:avLst/>
              <a:gdLst/>
              <a:ahLst/>
              <a:cxnLst/>
              <a:rect l="l" t="t" r="r" b="b"/>
              <a:pathLst>
                <a:path w="250" h="584" extrusionOk="0">
                  <a:moveTo>
                    <a:pt x="27" y="1"/>
                  </a:moveTo>
                  <a:lnTo>
                    <a:pt x="27" y="1"/>
                  </a:lnTo>
                  <a:cubicBezTo>
                    <a:pt x="1" y="208"/>
                    <a:pt x="70" y="427"/>
                    <a:pt x="204" y="584"/>
                  </a:cubicBezTo>
                  <a:lnTo>
                    <a:pt x="250" y="545"/>
                  </a:lnTo>
                  <a:cubicBezTo>
                    <a:pt x="124" y="400"/>
                    <a:pt x="62" y="197"/>
                    <a:pt x="85" y="5"/>
                  </a:cubicBezTo>
                  <a:lnTo>
                    <a:pt x="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02" name="Google Shape;10302;p72"/>
            <p:cNvSpPr/>
            <p:nvPr/>
          </p:nvSpPr>
          <p:spPr>
            <a:xfrm>
              <a:off x="4717612" y="3919593"/>
              <a:ext cx="43064" cy="26467"/>
            </a:xfrm>
            <a:custGeom>
              <a:avLst/>
              <a:gdLst/>
              <a:ahLst/>
              <a:cxnLst/>
              <a:rect l="l" t="t" r="r" b="b"/>
              <a:pathLst>
                <a:path w="384" h="236" extrusionOk="0">
                  <a:moveTo>
                    <a:pt x="0" y="1"/>
                  </a:moveTo>
                  <a:lnTo>
                    <a:pt x="0" y="235"/>
                  </a:lnTo>
                  <a:lnTo>
                    <a:pt x="315" y="189"/>
                  </a:lnTo>
                  <a:cubicBezTo>
                    <a:pt x="353" y="189"/>
                    <a:pt x="384" y="154"/>
                    <a:pt x="384" y="120"/>
                  </a:cubicBezTo>
                  <a:cubicBezTo>
                    <a:pt x="384" y="81"/>
                    <a:pt x="357" y="51"/>
                    <a:pt x="322" y="4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03" name="Google Shape;10303;p72"/>
            <p:cNvSpPr/>
            <p:nvPr/>
          </p:nvSpPr>
          <p:spPr>
            <a:xfrm>
              <a:off x="4643261" y="3895929"/>
              <a:ext cx="74464" cy="70204"/>
            </a:xfrm>
            <a:custGeom>
              <a:avLst/>
              <a:gdLst/>
              <a:ahLst/>
              <a:cxnLst/>
              <a:rect l="l" t="t" r="r" b="b"/>
              <a:pathLst>
                <a:path w="664" h="626" extrusionOk="0">
                  <a:moveTo>
                    <a:pt x="0" y="1"/>
                  </a:moveTo>
                  <a:lnTo>
                    <a:pt x="32" y="469"/>
                  </a:lnTo>
                  <a:lnTo>
                    <a:pt x="380" y="625"/>
                  </a:lnTo>
                  <a:lnTo>
                    <a:pt x="663" y="446"/>
                  </a:lnTo>
                  <a:lnTo>
                    <a:pt x="663" y="212"/>
                  </a:lnTo>
                  <a:cubicBezTo>
                    <a:pt x="525" y="116"/>
                    <a:pt x="345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grpSp>
          <p:nvGrpSpPr>
            <p:cNvPr id="10304" name="Google Shape;10304;p72"/>
            <p:cNvGrpSpPr/>
            <p:nvPr/>
          </p:nvGrpSpPr>
          <p:grpSpPr>
            <a:xfrm>
              <a:off x="5005739" y="4223137"/>
              <a:ext cx="276213" cy="203099"/>
              <a:chOff x="5408064" y="4254475"/>
              <a:chExt cx="276213" cy="203099"/>
            </a:xfrm>
          </p:grpSpPr>
          <p:sp>
            <p:nvSpPr>
              <p:cNvPr id="10305" name="Google Shape;10305;p72"/>
              <p:cNvSpPr/>
              <p:nvPr/>
            </p:nvSpPr>
            <p:spPr>
              <a:xfrm>
                <a:off x="5408064" y="4254475"/>
                <a:ext cx="276213" cy="203099"/>
              </a:xfrm>
              <a:custGeom>
                <a:avLst/>
                <a:gdLst/>
                <a:ahLst/>
                <a:cxnLst/>
                <a:rect l="l" t="t" r="r" b="b"/>
                <a:pathLst>
                  <a:path w="2463" h="1811" extrusionOk="0">
                    <a:moveTo>
                      <a:pt x="1230" y="0"/>
                    </a:moveTo>
                    <a:cubicBezTo>
                      <a:pt x="522" y="0"/>
                      <a:pt x="1" y="819"/>
                      <a:pt x="568" y="1563"/>
                    </a:cubicBezTo>
                    <a:cubicBezTo>
                      <a:pt x="568" y="1567"/>
                      <a:pt x="571" y="1567"/>
                      <a:pt x="571" y="1571"/>
                    </a:cubicBezTo>
                    <a:cubicBezTo>
                      <a:pt x="792" y="1738"/>
                      <a:pt x="1019" y="1810"/>
                      <a:pt x="1230" y="1810"/>
                    </a:cubicBezTo>
                    <a:cubicBezTo>
                      <a:pt x="1941" y="1810"/>
                      <a:pt x="2462" y="990"/>
                      <a:pt x="1898" y="245"/>
                    </a:cubicBezTo>
                    <a:cubicBezTo>
                      <a:pt x="1894" y="245"/>
                      <a:pt x="1894" y="242"/>
                      <a:pt x="1889" y="242"/>
                    </a:cubicBezTo>
                    <a:cubicBezTo>
                      <a:pt x="1669" y="73"/>
                      <a:pt x="1441" y="0"/>
                      <a:pt x="12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306" name="Google Shape;10306;p72"/>
              <p:cNvSpPr/>
              <p:nvPr/>
            </p:nvSpPr>
            <p:spPr>
              <a:xfrm>
                <a:off x="5473331" y="4302027"/>
                <a:ext cx="145789" cy="10766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960" extrusionOk="0">
                    <a:moveTo>
                      <a:pt x="649" y="1"/>
                    </a:moveTo>
                    <a:cubicBezTo>
                      <a:pt x="275" y="1"/>
                      <a:pt x="1" y="433"/>
                      <a:pt x="296" y="829"/>
                    </a:cubicBezTo>
                    <a:lnTo>
                      <a:pt x="300" y="833"/>
                    </a:lnTo>
                    <a:cubicBezTo>
                      <a:pt x="417" y="921"/>
                      <a:pt x="538" y="959"/>
                      <a:pt x="649" y="959"/>
                    </a:cubicBezTo>
                    <a:cubicBezTo>
                      <a:pt x="1026" y="959"/>
                      <a:pt x="1300" y="525"/>
                      <a:pt x="1001" y="131"/>
                    </a:cubicBezTo>
                    <a:lnTo>
                      <a:pt x="997" y="128"/>
                    </a:lnTo>
                    <a:cubicBezTo>
                      <a:pt x="881" y="39"/>
                      <a:pt x="760" y="1"/>
                      <a:pt x="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sp>
            <p:nvSpPr>
              <p:cNvPr id="10307" name="Google Shape;10307;p72"/>
              <p:cNvSpPr/>
              <p:nvPr/>
            </p:nvSpPr>
            <p:spPr>
              <a:xfrm>
                <a:off x="5497106" y="4319747"/>
                <a:ext cx="98015" cy="72223"/>
              </a:xfrm>
              <a:custGeom>
                <a:avLst/>
                <a:gdLst/>
                <a:ahLst/>
                <a:cxnLst/>
                <a:rect l="l" t="t" r="r" b="b"/>
                <a:pathLst>
                  <a:path w="874" h="644" extrusionOk="0">
                    <a:moveTo>
                      <a:pt x="438" y="1"/>
                    </a:moveTo>
                    <a:cubicBezTo>
                      <a:pt x="186" y="1"/>
                      <a:pt x="1" y="290"/>
                      <a:pt x="199" y="556"/>
                    </a:cubicBezTo>
                    <a:lnTo>
                      <a:pt x="203" y="556"/>
                    </a:lnTo>
                    <a:cubicBezTo>
                      <a:pt x="282" y="617"/>
                      <a:pt x="364" y="643"/>
                      <a:pt x="439" y="643"/>
                    </a:cubicBezTo>
                    <a:cubicBezTo>
                      <a:pt x="691" y="643"/>
                      <a:pt x="874" y="350"/>
                      <a:pt x="670" y="85"/>
                    </a:cubicBezTo>
                    <a:cubicBezTo>
                      <a:pt x="593" y="26"/>
                      <a:pt x="512" y="1"/>
                      <a:pt x="4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noProof="0" dirty="0"/>
              </a:p>
            </p:txBody>
          </p:sp>
          <p:grpSp>
            <p:nvGrpSpPr>
              <p:cNvPr id="10308" name="Google Shape;10308;p72"/>
              <p:cNvGrpSpPr/>
              <p:nvPr/>
            </p:nvGrpSpPr>
            <p:grpSpPr>
              <a:xfrm>
                <a:off x="5449420" y="4258288"/>
                <a:ext cx="194793" cy="194805"/>
                <a:chOff x="5060097" y="4258288"/>
                <a:chExt cx="194793" cy="194805"/>
              </a:xfrm>
            </p:grpSpPr>
            <p:sp>
              <p:nvSpPr>
                <p:cNvPr id="10309" name="Google Shape;10309;p72"/>
                <p:cNvSpPr/>
                <p:nvPr/>
              </p:nvSpPr>
              <p:spPr>
                <a:xfrm>
                  <a:off x="5155530" y="4258288"/>
                  <a:ext cx="3476" cy="3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50" extrusionOk="0">
                      <a:moveTo>
                        <a:pt x="16" y="1"/>
                      </a:moveTo>
                      <a:cubicBezTo>
                        <a:pt x="8" y="1"/>
                        <a:pt x="0" y="77"/>
                        <a:pt x="0" y="173"/>
                      </a:cubicBezTo>
                      <a:cubicBezTo>
                        <a:pt x="0" y="268"/>
                        <a:pt x="8" y="349"/>
                        <a:pt x="16" y="349"/>
                      </a:cubicBezTo>
                      <a:cubicBezTo>
                        <a:pt x="23" y="349"/>
                        <a:pt x="31" y="268"/>
                        <a:pt x="31" y="173"/>
                      </a:cubicBezTo>
                      <a:cubicBezTo>
                        <a:pt x="31" y="77"/>
                        <a:pt x="23" y="1"/>
                        <a:pt x="1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10" name="Google Shape;10310;p72"/>
                <p:cNvSpPr/>
                <p:nvPr/>
              </p:nvSpPr>
              <p:spPr>
                <a:xfrm>
                  <a:off x="5155530" y="4414290"/>
                  <a:ext cx="3476" cy="38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46" extrusionOk="0">
                      <a:moveTo>
                        <a:pt x="16" y="0"/>
                      </a:moveTo>
                      <a:cubicBezTo>
                        <a:pt x="8" y="0"/>
                        <a:pt x="0" y="77"/>
                        <a:pt x="0" y="173"/>
                      </a:cubicBezTo>
                      <a:cubicBezTo>
                        <a:pt x="0" y="269"/>
                        <a:pt x="8" y="345"/>
                        <a:pt x="16" y="345"/>
                      </a:cubicBezTo>
                      <a:cubicBezTo>
                        <a:pt x="23" y="345"/>
                        <a:pt x="31" y="269"/>
                        <a:pt x="31" y="173"/>
                      </a:cubicBezTo>
                      <a:cubicBezTo>
                        <a:pt x="31" y="77"/>
                        <a:pt x="23" y="0"/>
                        <a:pt x="1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11" name="Google Shape;10311;p72"/>
                <p:cNvSpPr/>
                <p:nvPr/>
              </p:nvSpPr>
              <p:spPr>
                <a:xfrm>
                  <a:off x="5216088" y="4354177"/>
                  <a:ext cx="38802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9" y="30"/>
                        <a:pt x="346" y="23"/>
                        <a:pt x="346" y="16"/>
                      </a:cubicBezTo>
                      <a:cubicBezTo>
                        <a:pt x="346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12" name="Google Shape;10312;p72"/>
                <p:cNvSpPr/>
                <p:nvPr/>
              </p:nvSpPr>
              <p:spPr>
                <a:xfrm>
                  <a:off x="5060097" y="4354177"/>
                  <a:ext cx="38802" cy="3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31" extrusionOk="0">
                      <a:moveTo>
                        <a:pt x="173" y="0"/>
                      </a:moveTo>
                      <a:cubicBezTo>
                        <a:pt x="77" y="0"/>
                        <a:pt x="1" y="7"/>
                        <a:pt x="1" y="16"/>
                      </a:cubicBezTo>
                      <a:cubicBezTo>
                        <a:pt x="1" y="23"/>
                        <a:pt x="77" y="30"/>
                        <a:pt x="173" y="30"/>
                      </a:cubicBezTo>
                      <a:cubicBezTo>
                        <a:pt x="269" y="30"/>
                        <a:pt x="345" y="23"/>
                        <a:pt x="345" y="16"/>
                      </a:cubicBezTo>
                      <a:cubicBezTo>
                        <a:pt x="345" y="7"/>
                        <a:pt x="26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13" name="Google Shape;10313;p72"/>
                <p:cNvSpPr/>
                <p:nvPr/>
              </p:nvSpPr>
              <p:spPr>
                <a:xfrm>
                  <a:off x="5198145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247" y="1"/>
                      </a:moveTo>
                      <a:cubicBezTo>
                        <a:pt x="237" y="1"/>
                        <a:pt x="180" y="48"/>
                        <a:pt x="119" y="113"/>
                      </a:cubicBezTo>
                      <a:cubicBezTo>
                        <a:pt x="50" y="178"/>
                        <a:pt x="0" y="239"/>
                        <a:pt x="4" y="247"/>
                      </a:cubicBezTo>
                      <a:cubicBezTo>
                        <a:pt x="4" y="247"/>
                        <a:pt x="4" y="247"/>
                        <a:pt x="5" y="247"/>
                      </a:cubicBezTo>
                      <a:cubicBezTo>
                        <a:pt x="15" y="247"/>
                        <a:pt x="75" y="198"/>
                        <a:pt x="138" y="132"/>
                      </a:cubicBezTo>
                      <a:cubicBezTo>
                        <a:pt x="207" y="67"/>
                        <a:pt x="257" y="5"/>
                        <a:pt x="248" y="1"/>
                      </a:cubicBezTo>
                      <a:cubicBezTo>
                        <a:pt x="248" y="1"/>
                        <a:pt x="248" y="1"/>
                        <a:pt x="24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14" name="Google Shape;10314;p72"/>
                <p:cNvSpPr/>
                <p:nvPr/>
              </p:nvSpPr>
              <p:spPr>
                <a:xfrm>
                  <a:off x="5087684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252" y="0"/>
                      </a:moveTo>
                      <a:cubicBezTo>
                        <a:pt x="240" y="0"/>
                        <a:pt x="185" y="49"/>
                        <a:pt x="119" y="111"/>
                      </a:cubicBezTo>
                      <a:cubicBezTo>
                        <a:pt x="50" y="180"/>
                        <a:pt x="0" y="238"/>
                        <a:pt x="7" y="245"/>
                      </a:cubicBezTo>
                      <a:cubicBezTo>
                        <a:pt x="8" y="246"/>
                        <a:pt x="8" y="246"/>
                        <a:pt x="9" y="246"/>
                      </a:cubicBezTo>
                      <a:cubicBezTo>
                        <a:pt x="20" y="246"/>
                        <a:pt x="78" y="198"/>
                        <a:pt x="142" y="134"/>
                      </a:cubicBezTo>
                      <a:cubicBezTo>
                        <a:pt x="207" y="65"/>
                        <a:pt x="257" y="8"/>
                        <a:pt x="253" y="1"/>
                      </a:cubicBezTo>
                      <a:cubicBezTo>
                        <a:pt x="253" y="0"/>
                        <a:pt x="252" y="0"/>
                        <a:pt x="25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15" name="Google Shape;10315;p72"/>
                <p:cNvSpPr/>
                <p:nvPr/>
              </p:nvSpPr>
              <p:spPr>
                <a:xfrm>
                  <a:off x="5198145" y="4397131"/>
                  <a:ext cx="28821" cy="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7" extrusionOk="0">
                      <a:moveTo>
                        <a:pt x="5" y="0"/>
                      </a:moveTo>
                      <a:cubicBezTo>
                        <a:pt x="4" y="0"/>
                        <a:pt x="4" y="0"/>
                        <a:pt x="4" y="1"/>
                      </a:cubicBezTo>
                      <a:cubicBezTo>
                        <a:pt x="0" y="8"/>
                        <a:pt x="50" y="65"/>
                        <a:pt x="119" y="134"/>
                      </a:cubicBezTo>
                      <a:cubicBezTo>
                        <a:pt x="179" y="198"/>
                        <a:pt x="236" y="246"/>
                        <a:pt x="247" y="246"/>
                      </a:cubicBezTo>
                      <a:cubicBezTo>
                        <a:pt x="247" y="246"/>
                        <a:pt x="248" y="246"/>
                        <a:pt x="248" y="245"/>
                      </a:cubicBezTo>
                      <a:cubicBezTo>
                        <a:pt x="257" y="238"/>
                        <a:pt x="207" y="180"/>
                        <a:pt x="138" y="111"/>
                      </a:cubicBezTo>
                      <a:cubicBezTo>
                        <a:pt x="75" y="49"/>
                        <a:pt x="16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16" name="Google Shape;10316;p72"/>
                <p:cNvSpPr/>
                <p:nvPr/>
              </p:nvSpPr>
              <p:spPr>
                <a:xfrm>
                  <a:off x="5087684" y="4286999"/>
                  <a:ext cx="28821" cy="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248" extrusionOk="0">
                      <a:moveTo>
                        <a:pt x="9" y="1"/>
                      </a:moveTo>
                      <a:cubicBezTo>
                        <a:pt x="8" y="1"/>
                        <a:pt x="8" y="1"/>
                        <a:pt x="7" y="1"/>
                      </a:cubicBezTo>
                      <a:cubicBezTo>
                        <a:pt x="0" y="5"/>
                        <a:pt x="50" y="67"/>
                        <a:pt x="119" y="132"/>
                      </a:cubicBezTo>
                      <a:cubicBezTo>
                        <a:pt x="185" y="198"/>
                        <a:pt x="241" y="247"/>
                        <a:pt x="252" y="247"/>
                      </a:cubicBezTo>
                      <a:cubicBezTo>
                        <a:pt x="252" y="247"/>
                        <a:pt x="253" y="247"/>
                        <a:pt x="253" y="247"/>
                      </a:cubicBezTo>
                      <a:cubicBezTo>
                        <a:pt x="257" y="239"/>
                        <a:pt x="207" y="178"/>
                        <a:pt x="142" y="113"/>
                      </a:cubicBezTo>
                      <a:cubicBezTo>
                        <a:pt x="77" y="48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17" name="Google Shape;10317;p72"/>
                <p:cNvSpPr/>
                <p:nvPr/>
              </p:nvSpPr>
              <p:spPr>
                <a:xfrm>
                  <a:off x="5179080" y="4266026"/>
                  <a:ext cx="17382" cy="3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319" extrusionOk="0">
                      <a:moveTo>
                        <a:pt x="146" y="1"/>
                      </a:moveTo>
                      <a:cubicBezTo>
                        <a:pt x="133" y="1"/>
                        <a:pt x="100" y="68"/>
                        <a:pt x="62" y="153"/>
                      </a:cubicBezTo>
                      <a:cubicBezTo>
                        <a:pt x="27" y="242"/>
                        <a:pt x="1" y="319"/>
                        <a:pt x="9" y="319"/>
                      </a:cubicBezTo>
                      <a:cubicBezTo>
                        <a:pt x="9" y="319"/>
                        <a:pt x="9" y="319"/>
                        <a:pt x="10" y="319"/>
                      </a:cubicBezTo>
                      <a:cubicBezTo>
                        <a:pt x="18" y="319"/>
                        <a:pt x="56" y="251"/>
                        <a:pt x="93" y="165"/>
                      </a:cubicBezTo>
                      <a:cubicBezTo>
                        <a:pt x="128" y="77"/>
                        <a:pt x="154" y="4"/>
                        <a:pt x="147" y="1"/>
                      </a:cubicBezTo>
                      <a:cubicBezTo>
                        <a:pt x="147" y="1"/>
                        <a:pt x="146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18" name="Google Shape;10318;p72"/>
                <p:cNvSpPr/>
                <p:nvPr/>
              </p:nvSpPr>
              <p:spPr>
                <a:xfrm>
                  <a:off x="5118523" y="4409467"/>
                  <a:ext cx="16822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323" extrusionOk="0">
                      <a:moveTo>
                        <a:pt x="142" y="1"/>
                      </a:moveTo>
                      <a:cubicBezTo>
                        <a:pt x="133" y="1"/>
                        <a:pt x="96" y="68"/>
                        <a:pt x="62" y="154"/>
                      </a:cubicBezTo>
                      <a:cubicBezTo>
                        <a:pt x="24" y="243"/>
                        <a:pt x="1" y="319"/>
                        <a:pt x="8" y="323"/>
                      </a:cubicBezTo>
                      <a:cubicBezTo>
                        <a:pt x="16" y="323"/>
                        <a:pt x="51" y="254"/>
                        <a:pt x="89" y="166"/>
                      </a:cubicBezTo>
                      <a:cubicBezTo>
                        <a:pt x="127" y="78"/>
                        <a:pt x="150" y="6"/>
                        <a:pt x="143" y="1"/>
                      </a:cubicBezTo>
                      <a:cubicBezTo>
                        <a:pt x="142" y="1"/>
                        <a:pt x="142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19" name="Google Shape;10319;p72"/>
                <p:cNvSpPr/>
                <p:nvPr/>
              </p:nvSpPr>
              <p:spPr>
                <a:xfrm>
                  <a:off x="5210929" y="4378402"/>
                  <a:ext cx="36671" cy="15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38" extrusionOk="0">
                      <a:moveTo>
                        <a:pt x="9" y="1"/>
                      </a:moveTo>
                      <a:cubicBezTo>
                        <a:pt x="7" y="1"/>
                        <a:pt x="5" y="1"/>
                        <a:pt x="5" y="2"/>
                      </a:cubicBezTo>
                      <a:cubicBezTo>
                        <a:pt x="1" y="10"/>
                        <a:pt x="70" y="44"/>
                        <a:pt x="157" y="83"/>
                      </a:cubicBezTo>
                      <a:cubicBezTo>
                        <a:pt x="234" y="116"/>
                        <a:pt x="298" y="138"/>
                        <a:pt x="317" y="138"/>
                      </a:cubicBezTo>
                      <a:cubicBezTo>
                        <a:pt x="320" y="138"/>
                        <a:pt x="322" y="137"/>
                        <a:pt x="323" y="136"/>
                      </a:cubicBezTo>
                      <a:cubicBezTo>
                        <a:pt x="327" y="129"/>
                        <a:pt x="258" y="94"/>
                        <a:pt x="169" y="56"/>
                      </a:cubicBezTo>
                      <a:cubicBezTo>
                        <a:pt x="92" y="22"/>
                        <a:pt x="27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20" name="Google Shape;10320;p72"/>
                <p:cNvSpPr/>
                <p:nvPr/>
              </p:nvSpPr>
              <p:spPr>
                <a:xfrm>
                  <a:off x="5067386" y="4317504"/>
                  <a:ext cx="36671" cy="15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41" extrusionOk="0">
                      <a:moveTo>
                        <a:pt x="5" y="0"/>
                      </a:moveTo>
                      <a:cubicBezTo>
                        <a:pt x="3" y="0"/>
                        <a:pt x="1" y="0"/>
                        <a:pt x="1" y="1"/>
                      </a:cubicBezTo>
                      <a:cubicBezTo>
                        <a:pt x="1" y="13"/>
                        <a:pt x="70" y="47"/>
                        <a:pt x="158" y="85"/>
                      </a:cubicBezTo>
                      <a:cubicBezTo>
                        <a:pt x="235" y="119"/>
                        <a:pt x="301" y="141"/>
                        <a:pt x="318" y="141"/>
                      </a:cubicBezTo>
                      <a:cubicBezTo>
                        <a:pt x="321" y="141"/>
                        <a:pt x="322" y="140"/>
                        <a:pt x="323" y="139"/>
                      </a:cubicBezTo>
                      <a:cubicBezTo>
                        <a:pt x="326" y="131"/>
                        <a:pt x="257" y="93"/>
                        <a:pt x="169" y="59"/>
                      </a:cubicBezTo>
                      <a:cubicBezTo>
                        <a:pt x="91" y="25"/>
                        <a:pt x="2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21" name="Google Shape;10321;p72"/>
                <p:cNvSpPr/>
                <p:nvPr/>
              </p:nvSpPr>
              <p:spPr>
                <a:xfrm>
                  <a:off x="5211378" y="4319074"/>
                  <a:ext cx="36671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135" extrusionOk="0">
                      <a:moveTo>
                        <a:pt x="318" y="1"/>
                      </a:moveTo>
                      <a:cubicBezTo>
                        <a:pt x="300" y="1"/>
                        <a:pt x="234" y="22"/>
                        <a:pt x="158" y="53"/>
                      </a:cubicBezTo>
                      <a:cubicBezTo>
                        <a:pt x="70" y="87"/>
                        <a:pt x="1" y="125"/>
                        <a:pt x="4" y="133"/>
                      </a:cubicBezTo>
                      <a:cubicBezTo>
                        <a:pt x="4" y="134"/>
                        <a:pt x="6" y="134"/>
                        <a:pt x="8" y="134"/>
                      </a:cubicBezTo>
                      <a:cubicBezTo>
                        <a:pt x="24" y="134"/>
                        <a:pt x="92" y="112"/>
                        <a:pt x="169" y="79"/>
                      </a:cubicBezTo>
                      <a:cubicBezTo>
                        <a:pt x="257" y="45"/>
                        <a:pt x="326" y="10"/>
                        <a:pt x="323" y="2"/>
                      </a:cubicBezTo>
                      <a:cubicBezTo>
                        <a:pt x="322" y="1"/>
                        <a:pt x="320" y="1"/>
                        <a:pt x="31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22" name="Google Shape;10322;p72"/>
                <p:cNvSpPr/>
                <p:nvPr/>
              </p:nvSpPr>
              <p:spPr>
                <a:xfrm>
                  <a:off x="5067050" y="4377616"/>
                  <a:ext cx="36559" cy="15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34" extrusionOk="0">
                      <a:moveTo>
                        <a:pt x="317" y="0"/>
                      </a:moveTo>
                      <a:cubicBezTo>
                        <a:pt x="300" y="0"/>
                        <a:pt x="234" y="22"/>
                        <a:pt x="157" y="51"/>
                      </a:cubicBezTo>
                      <a:cubicBezTo>
                        <a:pt x="65" y="90"/>
                        <a:pt x="0" y="124"/>
                        <a:pt x="0" y="132"/>
                      </a:cubicBezTo>
                      <a:cubicBezTo>
                        <a:pt x="1" y="133"/>
                        <a:pt x="2" y="134"/>
                        <a:pt x="5" y="134"/>
                      </a:cubicBezTo>
                      <a:cubicBezTo>
                        <a:pt x="22" y="134"/>
                        <a:pt x="88" y="112"/>
                        <a:pt x="168" y="83"/>
                      </a:cubicBezTo>
                      <a:cubicBezTo>
                        <a:pt x="257" y="44"/>
                        <a:pt x="326" y="9"/>
                        <a:pt x="322" y="2"/>
                      </a:cubicBezTo>
                      <a:cubicBezTo>
                        <a:pt x="322" y="1"/>
                        <a:pt x="320" y="0"/>
                        <a:pt x="3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23" name="Google Shape;10323;p72"/>
                <p:cNvSpPr/>
                <p:nvPr/>
              </p:nvSpPr>
              <p:spPr>
                <a:xfrm>
                  <a:off x="5178295" y="4410028"/>
                  <a:ext cx="16373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" h="323" extrusionOk="0">
                      <a:moveTo>
                        <a:pt x="9" y="0"/>
                      </a:move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0" y="4"/>
                        <a:pt x="23" y="77"/>
                        <a:pt x="62" y="165"/>
                      </a:cubicBezTo>
                      <a:cubicBezTo>
                        <a:pt x="95" y="255"/>
                        <a:pt x="129" y="323"/>
                        <a:pt x="138" y="323"/>
                      </a:cubicBezTo>
                      <a:cubicBezTo>
                        <a:pt x="138" y="323"/>
                        <a:pt x="138" y="322"/>
                        <a:pt x="138" y="322"/>
                      </a:cubicBezTo>
                      <a:cubicBezTo>
                        <a:pt x="146" y="318"/>
                        <a:pt x="123" y="245"/>
                        <a:pt x="89" y="153"/>
                      </a:cubicBezTo>
                      <a:cubicBezTo>
                        <a:pt x="51" y="68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24" name="Google Shape;10324;p72"/>
                <p:cNvSpPr/>
                <p:nvPr/>
              </p:nvSpPr>
              <p:spPr>
                <a:xfrm>
                  <a:off x="5119757" y="4265578"/>
                  <a:ext cx="16597" cy="36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" h="323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9" y="1"/>
                      </a:cubicBezTo>
                      <a:cubicBezTo>
                        <a:pt x="1" y="5"/>
                        <a:pt x="24" y="77"/>
                        <a:pt x="59" y="166"/>
                      </a:cubicBezTo>
                      <a:cubicBezTo>
                        <a:pt x="97" y="254"/>
                        <a:pt x="132" y="323"/>
                        <a:pt x="139" y="323"/>
                      </a:cubicBezTo>
                      <a:cubicBezTo>
                        <a:pt x="147" y="318"/>
                        <a:pt x="124" y="242"/>
                        <a:pt x="89" y="154"/>
                      </a:cubicBezTo>
                      <a:cubicBezTo>
                        <a:pt x="52" y="68"/>
                        <a:pt x="19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25" name="Google Shape;10325;p72"/>
                <p:cNvSpPr/>
                <p:nvPr/>
              </p:nvSpPr>
              <p:spPr>
                <a:xfrm>
                  <a:off x="5167530" y="4259970"/>
                  <a:ext cx="908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42" extrusionOk="0">
                      <a:moveTo>
                        <a:pt x="73" y="0"/>
                      </a:moveTo>
                      <a:cubicBezTo>
                        <a:pt x="66" y="0"/>
                        <a:pt x="43" y="74"/>
                        <a:pt x="24" y="170"/>
                      </a:cubicBezTo>
                      <a:cubicBezTo>
                        <a:pt x="8" y="262"/>
                        <a:pt x="1" y="342"/>
                        <a:pt x="8" y="342"/>
                      </a:cubicBezTo>
                      <a:cubicBezTo>
                        <a:pt x="8" y="342"/>
                        <a:pt x="9" y="342"/>
                        <a:pt x="9" y="342"/>
                      </a:cubicBezTo>
                      <a:cubicBezTo>
                        <a:pt x="16" y="342"/>
                        <a:pt x="35" y="267"/>
                        <a:pt x="54" y="173"/>
                      </a:cubicBezTo>
                      <a:cubicBezTo>
                        <a:pt x="73" y="81"/>
                        <a:pt x="81" y="5"/>
                        <a:pt x="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26" name="Google Shape;10326;p72"/>
                <p:cNvSpPr/>
                <p:nvPr/>
              </p:nvSpPr>
              <p:spPr>
                <a:xfrm>
                  <a:off x="5137812" y="4413393"/>
                  <a:ext cx="9644" cy="38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39" extrusionOk="0">
                      <a:moveTo>
                        <a:pt x="77" y="1"/>
                      </a:moveTo>
                      <a:cubicBezTo>
                        <a:pt x="65" y="1"/>
                        <a:pt x="46" y="76"/>
                        <a:pt x="28" y="165"/>
                      </a:cubicBezTo>
                      <a:cubicBezTo>
                        <a:pt x="9" y="261"/>
                        <a:pt x="1" y="338"/>
                        <a:pt x="13" y="338"/>
                      </a:cubicBezTo>
                      <a:cubicBezTo>
                        <a:pt x="13" y="338"/>
                        <a:pt x="13" y="339"/>
                        <a:pt x="13" y="339"/>
                      </a:cubicBezTo>
                      <a:cubicBezTo>
                        <a:pt x="21" y="339"/>
                        <a:pt x="40" y="263"/>
                        <a:pt x="59" y="173"/>
                      </a:cubicBezTo>
                      <a:cubicBezTo>
                        <a:pt x="78" y="77"/>
                        <a:pt x="86" y="1"/>
                        <a:pt x="78" y="1"/>
                      </a:cubicBezTo>
                      <a:cubicBezTo>
                        <a:pt x="78" y="1"/>
                        <a:pt x="78" y="1"/>
                        <a:pt x="7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27" name="Google Shape;10327;p72"/>
                <p:cNvSpPr/>
                <p:nvPr/>
              </p:nvSpPr>
              <p:spPr>
                <a:xfrm>
                  <a:off x="5214854" y="4366289"/>
                  <a:ext cx="38354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74" extrusionOk="0">
                      <a:moveTo>
                        <a:pt x="15" y="0"/>
                      </a:moveTo>
                      <a:cubicBezTo>
                        <a:pt x="6" y="0"/>
                        <a:pt x="0" y="1"/>
                        <a:pt x="0" y="3"/>
                      </a:cubicBezTo>
                      <a:cubicBezTo>
                        <a:pt x="0" y="14"/>
                        <a:pt x="73" y="34"/>
                        <a:pt x="168" y="53"/>
                      </a:cubicBezTo>
                      <a:cubicBezTo>
                        <a:pt x="234" y="64"/>
                        <a:pt x="293" y="73"/>
                        <a:pt x="322" y="73"/>
                      </a:cubicBezTo>
                      <a:cubicBezTo>
                        <a:pt x="333" y="73"/>
                        <a:pt x="340" y="72"/>
                        <a:pt x="341" y="69"/>
                      </a:cubicBezTo>
                      <a:cubicBezTo>
                        <a:pt x="341" y="60"/>
                        <a:pt x="269" y="41"/>
                        <a:pt x="173" y="23"/>
                      </a:cubicBezTo>
                      <a:cubicBezTo>
                        <a:pt x="105" y="8"/>
                        <a:pt x="43" y="0"/>
                        <a:pt x="1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28" name="Google Shape;10328;p72"/>
                <p:cNvSpPr/>
                <p:nvPr/>
              </p:nvSpPr>
              <p:spPr>
                <a:xfrm>
                  <a:off x="5061442" y="4337018"/>
                  <a:ext cx="38802" cy="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2" extrusionOk="0">
                      <a:moveTo>
                        <a:pt x="18" y="0"/>
                      </a:moveTo>
                      <a:cubicBezTo>
                        <a:pt x="9" y="0"/>
                        <a:pt x="4" y="1"/>
                        <a:pt x="4" y="3"/>
                      </a:cubicBezTo>
                      <a:cubicBezTo>
                        <a:pt x="0" y="11"/>
                        <a:pt x="77" y="34"/>
                        <a:pt x="169" y="54"/>
                      </a:cubicBezTo>
                      <a:cubicBezTo>
                        <a:pt x="238" y="64"/>
                        <a:pt x="298" y="72"/>
                        <a:pt x="325" y="72"/>
                      </a:cubicBezTo>
                      <a:cubicBezTo>
                        <a:pt x="335" y="72"/>
                        <a:pt x="341" y="71"/>
                        <a:pt x="341" y="68"/>
                      </a:cubicBezTo>
                      <a:cubicBezTo>
                        <a:pt x="345" y="61"/>
                        <a:pt x="268" y="42"/>
                        <a:pt x="176" y="22"/>
                      </a:cubicBezTo>
                      <a:cubicBezTo>
                        <a:pt x="105" y="8"/>
                        <a:pt x="45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29" name="Google Shape;10329;p72"/>
                <p:cNvSpPr/>
                <p:nvPr/>
              </p:nvSpPr>
              <p:spPr>
                <a:xfrm>
                  <a:off x="5205322" y="4301130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290" y="0"/>
                      </a:moveTo>
                      <a:cubicBezTo>
                        <a:pt x="277" y="0"/>
                        <a:pt x="213" y="37"/>
                        <a:pt x="138" y="86"/>
                      </a:cubicBezTo>
                      <a:cubicBezTo>
                        <a:pt x="58" y="139"/>
                        <a:pt x="0" y="190"/>
                        <a:pt x="5" y="193"/>
                      </a:cubicBezTo>
                      <a:cubicBezTo>
                        <a:pt x="5" y="194"/>
                        <a:pt x="6" y="194"/>
                        <a:pt x="7" y="194"/>
                      </a:cubicBezTo>
                      <a:cubicBezTo>
                        <a:pt x="20" y="194"/>
                        <a:pt x="84" y="158"/>
                        <a:pt x="154" y="109"/>
                      </a:cubicBezTo>
                      <a:cubicBezTo>
                        <a:pt x="235" y="56"/>
                        <a:pt x="296" y="10"/>
                        <a:pt x="292" y="1"/>
                      </a:cubicBezTo>
                      <a:cubicBezTo>
                        <a:pt x="292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30" name="Google Shape;10330;p72"/>
                <p:cNvSpPr/>
                <p:nvPr/>
              </p:nvSpPr>
              <p:spPr>
                <a:xfrm>
                  <a:off x="5076021" y="4388383"/>
                  <a:ext cx="33643" cy="22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9" extrusionOk="0">
                      <a:moveTo>
                        <a:pt x="290" y="0"/>
                      </a:moveTo>
                      <a:cubicBezTo>
                        <a:pt x="277" y="0"/>
                        <a:pt x="216" y="37"/>
                        <a:pt x="142" y="86"/>
                      </a:cubicBezTo>
                      <a:cubicBezTo>
                        <a:pt x="62" y="139"/>
                        <a:pt x="0" y="189"/>
                        <a:pt x="8" y="197"/>
                      </a:cubicBezTo>
                      <a:cubicBezTo>
                        <a:pt x="9" y="198"/>
                        <a:pt x="9" y="198"/>
                        <a:pt x="11" y="198"/>
                      </a:cubicBezTo>
                      <a:cubicBezTo>
                        <a:pt x="24" y="198"/>
                        <a:pt x="87" y="162"/>
                        <a:pt x="157" y="113"/>
                      </a:cubicBezTo>
                      <a:cubicBezTo>
                        <a:pt x="238" y="59"/>
                        <a:pt x="299" y="10"/>
                        <a:pt x="292" y="1"/>
                      </a:cubicBezTo>
                      <a:cubicBezTo>
                        <a:pt x="291" y="1"/>
                        <a:pt x="291" y="0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31" name="Google Shape;10331;p72"/>
                <p:cNvSpPr/>
                <p:nvPr/>
              </p:nvSpPr>
              <p:spPr>
                <a:xfrm>
                  <a:off x="5189398" y="4403972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9" y="0"/>
                      </a:move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1" y="9"/>
                        <a:pt x="39" y="78"/>
                        <a:pt x="93" y="154"/>
                      </a:cubicBezTo>
                      <a:cubicBezTo>
                        <a:pt x="144" y="229"/>
                        <a:pt x="191" y="289"/>
                        <a:pt x="199" y="289"/>
                      </a:cubicBezTo>
                      <a:cubicBezTo>
                        <a:pt x="200" y="289"/>
                        <a:pt x="200" y="289"/>
                        <a:pt x="200" y="288"/>
                      </a:cubicBezTo>
                      <a:cubicBezTo>
                        <a:pt x="208" y="284"/>
                        <a:pt x="170" y="215"/>
                        <a:pt x="116" y="138"/>
                      </a:cubicBezTo>
                      <a:cubicBezTo>
                        <a:pt x="64" y="60"/>
                        <a:pt x="16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32" name="Google Shape;10332;p72"/>
                <p:cNvSpPr/>
                <p:nvPr/>
              </p:nvSpPr>
              <p:spPr>
                <a:xfrm>
                  <a:off x="5101814" y="4274998"/>
                  <a:ext cx="23214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" h="289" extrusionOk="0">
                      <a:moveTo>
                        <a:pt x="9" y="1"/>
                      </a:moveTo>
                      <a:cubicBezTo>
                        <a:pt x="9" y="1"/>
                        <a:pt x="9" y="1"/>
                        <a:pt x="8" y="1"/>
                      </a:cubicBezTo>
                      <a:cubicBezTo>
                        <a:pt x="0" y="9"/>
                        <a:pt x="39" y="73"/>
                        <a:pt x="92" y="154"/>
                      </a:cubicBezTo>
                      <a:cubicBezTo>
                        <a:pt x="145" y="232"/>
                        <a:pt x="193" y="289"/>
                        <a:pt x="203" y="289"/>
                      </a:cubicBezTo>
                      <a:cubicBezTo>
                        <a:pt x="203" y="289"/>
                        <a:pt x="203" y="289"/>
                        <a:pt x="203" y="289"/>
                      </a:cubicBezTo>
                      <a:cubicBezTo>
                        <a:pt x="207" y="285"/>
                        <a:pt x="173" y="216"/>
                        <a:pt x="119" y="139"/>
                      </a:cubicBezTo>
                      <a:cubicBezTo>
                        <a:pt x="67" y="61"/>
                        <a:pt x="19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33" name="Google Shape;10333;p72"/>
                <p:cNvSpPr/>
                <p:nvPr/>
              </p:nvSpPr>
              <p:spPr>
                <a:xfrm>
                  <a:off x="5189061" y="427499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198" y="0"/>
                      </a:moveTo>
                      <a:cubicBezTo>
                        <a:pt x="186" y="0"/>
                        <a:pt x="142" y="59"/>
                        <a:pt x="92" y="135"/>
                      </a:cubicBezTo>
                      <a:cubicBezTo>
                        <a:pt x="39" y="216"/>
                        <a:pt x="0" y="280"/>
                        <a:pt x="7" y="289"/>
                      </a:cubicBezTo>
                      <a:cubicBezTo>
                        <a:pt x="8" y="289"/>
                        <a:pt x="8" y="289"/>
                        <a:pt x="8" y="289"/>
                      </a:cubicBezTo>
                      <a:cubicBezTo>
                        <a:pt x="18" y="289"/>
                        <a:pt x="63" y="228"/>
                        <a:pt x="115" y="151"/>
                      </a:cubicBezTo>
                      <a:cubicBezTo>
                        <a:pt x="168" y="73"/>
                        <a:pt x="207" y="4"/>
                        <a:pt x="200" y="1"/>
                      </a:cubicBezTo>
                      <a:cubicBezTo>
                        <a:pt x="199" y="0"/>
                        <a:pt x="199" y="0"/>
                        <a:pt x="1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34" name="Google Shape;10334;p72"/>
                <p:cNvSpPr/>
                <p:nvPr/>
              </p:nvSpPr>
              <p:spPr>
                <a:xfrm>
                  <a:off x="5102150" y="4404308"/>
                  <a:ext cx="23326" cy="32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289" extrusionOk="0">
                      <a:moveTo>
                        <a:pt x="200" y="1"/>
                      </a:moveTo>
                      <a:cubicBezTo>
                        <a:pt x="194" y="1"/>
                        <a:pt x="145" y="61"/>
                        <a:pt x="93" y="135"/>
                      </a:cubicBezTo>
                      <a:cubicBezTo>
                        <a:pt x="39" y="216"/>
                        <a:pt x="1" y="285"/>
                        <a:pt x="9" y="289"/>
                      </a:cubicBezTo>
                      <a:cubicBezTo>
                        <a:pt x="9" y="289"/>
                        <a:pt x="10" y="289"/>
                        <a:pt x="10" y="289"/>
                      </a:cubicBezTo>
                      <a:cubicBezTo>
                        <a:pt x="19" y="289"/>
                        <a:pt x="68" y="233"/>
                        <a:pt x="120" y="155"/>
                      </a:cubicBezTo>
                      <a:cubicBezTo>
                        <a:pt x="170" y="75"/>
                        <a:pt x="208" y="6"/>
                        <a:pt x="200" y="1"/>
                      </a:cubicBezTo>
                      <a:cubicBezTo>
                        <a:pt x="200" y="1"/>
                        <a:pt x="200" y="1"/>
                        <a:pt x="20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35" name="Google Shape;10335;p72"/>
                <p:cNvSpPr/>
                <p:nvPr/>
              </p:nvSpPr>
              <p:spPr>
                <a:xfrm>
                  <a:off x="5205322" y="4388047"/>
                  <a:ext cx="33643" cy="22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98" extrusionOk="0">
                      <a:moveTo>
                        <a:pt x="6" y="0"/>
                      </a:moveTo>
                      <a:cubicBezTo>
                        <a:pt x="6" y="0"/>
                        <a:pt x="5" y="0"/>
                        <a:pt x="5" y="1"/>
                      </a:cubicBezTo>
                      <a:cubicBezTo>
                        <a:pt x="0" y="8"/>
                        <a:pt x="62" y="59"/>
                        <a:pt x="143" y="112"/>
                      </a:cubicBezTo>
                      <a:cubicBezTo>
                        <a:pt x="216" y="161"/>
                        <a:pt x="277" y="197"/>
                        <a:pt x="290" y="197"/>
                      </a:cubicBezTo>
                      <a:cubicBezTo>
                        <a:pt x="291" y="197"/>
                        <a:pt x="292" y="197"/>
                        <a:pt x="292" y="197"/>
                      </a:cubicBezTo>
                      <a:cubicBezTo>
                        <a:pt x="299" y="188"/>
                        <a:pt x="239" y="139"/>
                        <a:pt x="158" y="85"/>
                      </a:cubicBezTo>
                      <a:cubicBezTo>
                        <a:pt x="81" y="38"/>
                        <a:pt x="18" y="0"/>
                        <a:pt x="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36" name="Google Shape;10336;p72"/>
                <p:cNvSpPr/>
                <p:nvPr/>
              </p:nvSpPr>
              <p:spPr>
                <a:xfrm>
                  <a:off x="5076021" y="4301578"/>
                  <a:ext cx="33195" cy="2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195" extrusionOk="0">
                      <a:moveTo>
                        <a:pt x="7" y="1"/>
                      </a:moveTo>
                      <a:cubicBezTo>
                        <a:pt x="5" y="1"/>
                        <a:pt x="4" y="1"/>
                        <a:pt x="4" y="2"/>
                      </a:cubicBezTo>
                      <a:cubicBezTo>
                        <a:pt x="0" y="9"/>
                        <a:pt x="58" y="55"/>
                        <a:pt x="138" y="109"/>
                      </a:cubicBezTo>
                      <a:cubicBezTo>
                        <a:pt x="212" y="158"/>
                        <a:pt x="276" y="194"/>
                        <a:pt x="289" y="194"/>
                      </a:cubicBezTo>
                      <a:cubicBezTo>
                        <a:pt x="291" y="194"/>
                        <a:pt x="291" y="194"/>
                        <a:pt x="292" y="193"/>
                      </a:cubicBezTo>
                      <a:cubicBezTo>
                        <a:pt x="295" y="186"/>
                        <a:pt x="234" y="140"/>
                        <a:pt x="157" y="86"/>
                      </a:cubicBezTo>
                      <a:cubicBezTo>
                        <a:pt x="85" y="37"/>
                        <a:pt x="21" y="1"/>
                        <a:pt x="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37" name="Google Shape;10337;p72"/>
                <p:cNvSpPr/>
                <p:nvPr/>
              </p:nvSpPr>
              <p:spPr>
                <a:xfrm>
                  <a:off x="5214405" y="4336569"/>
                  <a:ext cx="38802" cy="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4" extrusionOk="0">
                      <a:moveTo>
                        <a:pt x="327" y="1"/>
                      </a:moveTo>
                      <a:cubicBezTo>
                        <a:pt x="301" y="1"/>
                        <a:pt x="240" y="8"/>
                        <a:pt x="169" y="23"/>
                      </a:cubicBezTo>
                      <a:cubicBezTo>
                        <a:pt x="77" y="42"/>
                        <a:pt x="0" y="61"/>
                        <a:pt x="4" y="69"/>
                      </a:cubicBezTo>
                      <a:cubicBezTo>
                        <a:pt x="4" y="72"/>
                        <a:pt x="10" y="74"/>
                        <a:pt x="21" y="74"/>
                      </a:cubicBezTo>
                      <a:cubicBezTo>
                        <a:pt x="50" y="74"/>
                        <a:pt x="110" y="63"/>
                        <a:pt x="177" y="49"/>
                      </a:cubicBezTo>
                      <a:cubicBezTo>
                        <a:pt x="269" y="35"/>
                        <a:pt x="345" y="12"/>
                        <a:pt x="342" y="3"/>
                      </a:cubicBezTo>
                      <a:cubicBezTo>
                        <a:pt x="342" y="2"/>
                        <a:pt x="336" y="1"/>
                        <a:pt x="32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38" name="Google Shape;10338;p72"/>
                <p:cNvSpPr/>
                <p:nvPr/>
              </p:nvSpPr>
              <p:spPr>
                <a:xfrm>
                  <a:off x="5061442" y="4366738"/>
                  <a:ext cx="38802" cy="8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75" extrusionOk="0">
                      <a:moveTo>
                        <a:pt x="329" y="0"/>
                      </a:moveTo>
                      <a:cubicBezTo>
                        <a:pt x="300" y="0"/>
                        <a:pt x="240" y="8"/>
                        <a:pt x="169" y="22"/>
                      </a:cubicBezTo>
                      <a:cubicBezTo>
                        <a:pt x="77" y="42"/>
                        <a:pt x="0" y="65"/>
                        <a:pt x="4" y="72"/>
                      </a:cubicBezTo>
                      <a:cubicBezTo>
                        <a:pt x="4" y="74"/>
                        <a:pt x="9" y="75"/>
                        <a:pt x="19" y="75"/>
                      </a:cubicBezTo>
                      <a:cubicBezTo>
                        <a:pt x="46" y="75"/>
                        <a:pt x="108" y="67"/>
                        <a:pt x="176" y="53"/>
                      </a:cubicBezTo>
                      <a:cubicBezTo>
                        <a:pt x="268" y="33"/>
                        <a:pt x="345" y="10"/>
                        <a:pt x="345" y="3"/>
                      </a:cubicBezTo>
                      <a:cubicBezTo>
                        <a:pt x="344" y="1"/>
                        <a:pt x="338" y="0"/>
                        <a:pt x="32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39" name="Google Shape;10339;p72"/>
                <p:cNvSpPr/>
                <p:nvPr/>
              </p:nvSpPr>
              <p:spPr>
                <a:xfrm>
                  <a:off x="5167978" y="4413056"/>
                  <a:ext cx="9084" cy="3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42" extrusionOk="0">
                      <a:moveTo>
                        <a:pt x="8" y="0"/>
                      </a:moveTo>
                      <a:cubicBezTo>
                        <a:pt x="0" y="4"/>
                        <a:pt x="8" y="80"/>
                        <a:pt x="27" y="176"/>
                      </a:cubicBezTo>
                      <a:cubicBezTo>
                        <a:pt x="43" y="268"/>
                        <a:pt x="66" y="341"/>
                        <a:pt x="73" y="341"/>
                      </a:cubicBezTo>
                      <a:cubicBezTo>
                        <a:pt x="80" y="341"/>
                        <a:pt x="73" y="260"/>
                        <a:pt x="54" y="168"/>
                      </a:cubicBezTo>
                      <a:cubicBezTo>
                        <a:pt x="39" y="73"/>
                        <a:pt x="16" y="0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  <p:sp>
              <p:nvSpPr>
                <p:cNvPr id="10340" name="Google Shape;10340;p72"/>
                <p:cNvSpPr/>
                <p:nvPr/>
              </p:nvSpPr>
              <p:spPr>
                <a:xfrm>
                  <a:off x="5137475" y="4260419"/>
                  <a:ext cx="9532" cy="37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338" extrusionOk="0">
                      <a:moveTo>
                        <a:pt x="8" y="1"/>
                      </a:move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0" y="1"/>
                        <a:pt x="8" y="77"/>
                        <a:pt x="27" y="173"/>
                      </a:cubicBezTo>
                      <a:cubicBezTo>
                        <a:pt x="46" y="263"/>
                        <a:pt x="68" y="338"/>
                        <a:pt x="76" y="338"/>
                      </a:cubicBezTo>
                      <a:cubicBezTo>
                        <a:pt x="76" y="338"/>
                        <a:pt x="76" y="338"/>
                        <a:pt x="77" y="338"/>
                      </a:cubicBezTo>
                      <a:cubicBezTo>
                        <a:pt x="85" y="338"/>
                        <a:pt x="77" y="261"/>
                        <a:pt x="58" y="166"/>
                      </a:cubicBezTo>
                      <a:cubicBezTo>
                        <a:pt x="39" y="76"/>
                        <a:pt x="17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it-IT" noProof="0" dirty="0"/>
                </a:p>
              </p:txBody>
            </p:sp>
          </p:grpSp>
        </p:grpSp>
        <p:sp>
          <p:nvSpPr>
            <p:cNvPr id="10341" name="Google Shape;10341;p72"/>
            <p:cNvSpPr/>
            <p:nvPr/>
          </p:nvSpPr>
          <p:spPr>
            <a:xfrm>
              <a:off x="4869678" y="4040379"/>
              <a:ext cx="342267" cy="92970"/>
            </a:xfrm>
            <a:custGeom>
              <a:avLst/>
              <a:gdLst/>
              <a:ahLst/>
              <a:cxnLst/>
              <a:rect l="l" t="t" r="r" b="b"/>
              <a:pathLst>
                <a:path w="3052" h="829" extrusionOk="0">
                  <a:moveTo>
                    <a:pt x="2893" y="0"/>
                  </a:moveTo>
                  <a:cubicBezTo>
                    <a:pt x="2891" y="0"/>
                    <a:pt x="2889" y="0"/>
                    <a:pt x="2887" y="0"/>
                  </a:cubicBezTo>
                  <a:lnTo>
                    <a:pt x="2086" y="299"/>
                  </a:lnTo>
                  <a:lnTo>
                    <a:pt x="200" y="430"/>
                  </a:lnTo>
                  <a:cubicBezTo>
                    <a:pt x="39" y="480"/>
                    <a:pt x="1" y="694"/>
                    <a:pt x="139" y="798"/>
                  </a:cubicBezTo>
                  <a:lnTo>
                    <a:pt x="181" y="828"/>
                  </a:lnTo>
                  <a:lnTo>
                    <a:pt x="2832" y="744"/>
                  </a:lnTo>
                  <a:cubicBezTo>
                    <a:pt x="2963" y="564"/>
                    <a:pt x="3025" y="365"/>
                    <a:pt x="3044" y="158"/>
                  </a:cubicBezTo>
                  <a:cubicBezTo>
                    <a:pt x="3051" y="72"/>
                    <a:pt x="2979" y="0"/>
                    <a:pt x="28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42" name="Google Shape;10342;p72"/>
            <p:cNvSpPr/>
            <p:nvPr/>
          </p:nvSpPr>
          <p:spPr>
            <a:xfrm>
              <a:off x="4621730" y="3895592"/>
              <a:ext cx="51699" cy="67176"/>
            </a:xfrm>
            <a:custGeom>
              <a:avLst/>
              <a:gdLst/>
              <a:ahLst/>
              <a:cxnLst/>
              <a:rect l="l" t="t" r="r" b="b"/>
              <a:pathLst>
                <a:path w="461" h="599" extrusionOk="0">
                  <a:moveTo>
                    <a:pt x="1" y="0"/>
                  </a:moveTo>
                  <a:lnTo>
                    <a:pt x="1" y="598"/>
                  </a:lnTo>
                  <a:lnTo>
                    <a:pt x="162" y="598"/>
                  </a:lnTo>
                  <a:cubicBezTo>
                    <a:pt x="327" y="598"/>
                    <a:pt x="461" y="464"/>
                    <a:pt x="461" y="299"/>
                  </a:cubicBezTo>
                  <a:cubicBezTo>
                    <a:pt x="461" y="135"/>
                    <a:pt x="327" y="0"/>
                    <a:pt x="1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43" name="Google Shape;10343;p72"/>
            <p:cNvSpPr/>
            <p:nvPr/>
          </p:nvSpPr>
          <p:spPr>
            <a:xfrm>
              <a:off x="4606703" y="3895592"/>
              <a:ext cx="15140" cy="67176"/>
            </a:xfrm>
            <a:custGeom>
              <a:avLst/>
              <a:gdLst/>
              <a:ahLst/>
              <a:cxnLst/>
              <a:rect l="l" t="t" r="r" b="b"/>
              <a:pathLst>
                <a:path w="135" h="599" extrusionOk="0">
                  <a:moveTo>
                    <a:pt x="1" y="0"/>
                  </a:moveTo>
                  <a:lnTo>
                    <a:pt x="1" y="4"/>
                  </a:lnTo>
                  <a:lnTo>
                    <a:pt x="1" y="598"/>
                  </a:lnTo>
                  <a:lnTo>
                    <a:pt x="135" y="598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44" name="Google Shape;10344;p72"/>
            <p:cNvSpPr/>
            <p:nvPr/>
          </p:nvSpPr>
          <p:spPr>
            <a:xfrm>
              <a:off x="4716715" y="3871143"/>
              <a:ext cx="164405" cy="73344"/>
            </a:xfrm>
            <a:custGeom>
              <a:avLst/>
              <a:gdLst/>
              <a:ahLst/>
              <a:cxnLst/>
              <a:rect l="l" t="t" r="r" b="b"/>
              <a:pathLst>
                <a:path w="1466" h="654" extrusionOk="0">
                  <a:moveTo>
                    <a:pt x="1334" y="0"/>
                  </a:moveTo>
                  <a:cubicBezTo>
                    <a:pt x="1174" y="54"/>
                    <a:pt x="717" y="215"/>
                    <a:pt x="491" y="353"/>
                  </a:cubicBezTo>
                  <a:cubicBezTo>
                    <a:pt x="491" y="353"/>
                    <a:pt x="317" y="231"/>
                    <a:pt x="213" y="231"/>
                  </a:cubicBezTo>
                  <a:cubicBezTo>
                    <a:pt x="204" y="231"/>
                    <a:pt x="196" y="232"/>
                    <a:pt x="189" y="234"/>
                  </a:cubicBezTo>
                  <a:cubicBezTo>
                    <a:pt x="93" y="257"/>
                    <a:pt x="1" y="406"/>
                    <a:pt x="12" y="524"/>
                  </a:cubicBezTo>
                  <a:cubicBezTo>
                    <a:pt x="18" y="610"/>
                    <a:pt x="80" y="653"/>
                    <a:pt x="141" y="653"/>
                  </a:cubicBezTo>
                  <a:cubicBezTo>
                    <a:pt x="166" y="653"/>
                    <a:pt x="191" y="646"/>
                    <a:pt x="212" y="632"/>
                  </a:cubicBezTo>
                  <a:cubicBezTo>
                    <a:pt x="288" y="579"/>
                    <a:pt x="238" y="502"/>
                    <a:pt x="288" y="483"/>
                  </a:cubicBezTo>
                  <a:cubicBezTo>
                    <a:pt x="290" y="482"/>
                    <a:pt x="293" y="482"/>
                    <a:pt x="296" y="482"/>
                  </a:cubicBezTo>
                  <a:cubicBezTo>
                    <a:pt x="320" y="482"/>
                    <a:pt x="361" y="514"/>
                    <a:pt x="396" y="547"/>
                  </a:cubicBezTo>
                  <a:cubicBezTo>
                    <a:pt x="416" y="568"/>
                    <a:pt x="444" y="579"/>
                    <a:pt x="471" y="579"/>
                  </a:cubicBezTo>
                  <a:cubicBezTo>
                    <a:pt x="494" y="579"/>
                    <a:pt x="518" y="571"/>
                    <a:pt x="537" y="556"/>
                  </a:cubicBezTo>
                  <a:lnTo>
                    <a:pt x="568" y="533"/>
                  </a:lnTo>
                  <a:cubicBezTo>
                    <a:pt x="921" y="487"/>
                    <a:pt x="1239" y="421"/>
                    <a:pt x="1465" y="303"/>
                  </a:cubicBezTo>
                  <a:cubicBezTo>
                    <a:pt x="1453" y="272"/>
                    <a:pt x="1442" y="245"/>
                    <a:pt x="1430" y="215"/>
                  </a:cubicBezTo>
                  <a:cubicBezTo>
                    <a:pt x="1403" y="142"/>
                    <a:pt x="1380" y="61"/>
                    <a:pt x="1334" y="0"/>
                  </a:cubicBezTo>
                  <a:close/>
                </a:path>
              </a:pathLst>
            </a:custGeom>
            <a:solidFill>
              <a:srgbClr val="FCC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45" name="Google Shape;10345;p72"/>
            <p:cNvSpPr/>
            <p:nvPr/>
          </p:nvSpPr>
          <p:spPr>
            <a:xfrm>
              <a:off x="4858127" y="3803965"/>
              <a:ext cx="157452" cy="106764"/>
            </a:xfrm>
            <a:custGeom>
              <a:avLst/>
              <a:gdLst/>
              <a:ahLst/>
              <a:cxnLst/>
              <a:rect l="l" t="t" r="r" b="b"/>
              <a:pathLst>
                <a:path w="1404" h="952" extrusionOk="0">
                  <a:moveTo>
                    <a:pt x="1147" y="1"/>
                  </a:moveTo>
                  <a:cubicBezTo>
                    <a:pt x="1088" y="1"/>
                    <a:pt x="1027" y="18"/>
                    <a:pt x="974" y="47"/>
                  </a:cubicBezTo>
                  <a:cubicBezTo>
                    <a:pt x="599" y="242"/>
                    <a:pt x="73" y="591"/>
                    <a:pt x="1" y="614"/>
                  </a:cubicBezTo>
                  <a:cubicBezTo>
                    <a:pt x="12" y="722"/>
                    <a:pt x="54" y="829"/>
                    <a:pt x="96" y="925"/>
                  </a:cubicBezTo>
                  <a:cubicBezTo>
                    <a:pt x="104" y="932"/>
                    <a:pt x="108" y="944"/>
                    <a:pt x="112" y="952"/>
                  </a:cubicBezTo>
                  <a:cubicBezTo>
                    <a:pt x="169" y="929"/>
                    <a:pt x="863" y="725"/>
                    <a:pt x="1181" y="561"/>
                  </a:cubicBezTo>
                  <a:cubicBezTo>
                    <a:pt x="1262" y="518"/>
                    <a:pt x="1354" y="426"/>
                    <a:pt x="1377" y="346"/>
                  </a:cubicBezTo>
                  <a:cubicBezTo>
                    <a:pt x="1400" y="273"/>
                    <a:pt x="1403" y="216"/>
                    <a:pt x="1372" y="147"/>
                  </a:cubicBezTo>
                  <a:cubicBezTo>
                    <a:pt x="1324" y="42"/>
                    <a:pt x="1237" y="1"/>
                    <a:pt x="11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grpSp>
        <p:nvGrpSpPr>
          <p:cNvPr id="10346" name="Google Shape;10346;p72"/>
          <p:cNvGrpSpPr/>
          <p:nvPr/>
        </p:nvGrpSpPr>
        <p:grpSpPr>
          <a:xfrm rot="5400000">
            <a:off x="7005999" y="-213915"/>
            <a:ext cx="2655981" cy="2714505"/>
            <a:chOff x="2226326" y="2296542"/>
            <a:chExt cx="1140591" cy="1165724"/>
          </a:xfrm>
        </p:grpSpPr>
        <p:sp>
          <p:nvSpPr>
            <p:cNvPr id="10347" name="Google Shape;10347;p72"/>
            <p:cNvSpPr/>
            <p:nvPr/>
          </p:nvSpPr>
          <p:spPr>
            <a:xfrm>
              <a:off x="2226326" y="2296542"/>
              <a:ext cx="1140591" cy="1165724"/>
            </a:xfrm>
            <a:custGeom>
              <a:avLst/>
              <a:gdLst/>
              <a:ahLst/>
              <a:cxnLst/>
              <a:rect l="l" t="t" r="r" b="b"/>
              <a:pathLst>
                <a:path w="23962" h="24490" extrusionOk="0">
                  <a:moveTo>
                    <a:pt x="614" y="0"/>
                  </a:moveTo>
                  <a:lnTo>
                    <a:pt x="614" y="4150"/>
                  </a:lnTo>
                  <a:lnTo>
                    <a:pt x="18497" y="4150"/>
                  </a:lnTo>
                  <a:cubicBezTo>
                    <a:pt x="19221" y="4150"/>
                    <a:pt x="19812" y="4740"/>
                    <a:pt x="19812" y="5465"/>
                  </a:cubicBezTo>
                  <a:cubicBezTo>
                    <a:pt x="19812" y="6189"/>
                    <a:pt x="19221" y="6783"/>
                    <a:pt x="18497" y="6783"/>
                  </a:cubicBezTo>
                  <a:lnTo>
                    <a:pt x="5465" y="6779"/>
                  </a:lnTo>
                  <a:cubicBezTo>
                    <a:pt x="2453" y="6779"/>
                    <a:pt x="0" y="9231"/>
                    <a:pt x="0" y="12243"/>
                  </a:cubicBezTo>
                  <a:cubicBezTo>
                    <a:pt x="0" y="15259"/>
                    <a:pt x="2453" y="17707"/>
                    <a:pt x="5465" y="17707"/>
                  </a:cubicBezTo>
                  <a:lnTo>
                    <a:pt x="18497" y="17707"/>
                  </a:lnTo>
                  <a:cubicBezTo>
                    <a:pt x="19221" y="17707"/>
                    <a:pt x="19812" y="18298"/>
                    <a:pt x="19812" y="19025"/>
                  </a:cubicBezTo>
                  <a:cubicBezTo>
                    <a:pt x="19812" y="19750"/>
                    <a:pt x="19221" y="20340"/>
                    <a:pt x="18497" y="20340"/>
                  </a:cubicBezTo>
                  <a:lnTo>
                    <a:pt x="526" y="20340"/>
                  </a:lnTo>
                  <a:lnTo>
                    <a:pt x="526" y="24490"/>
                  </a:lnTo>
                  <a:lnTo>
                    <a:pt x="18497" y="24490"/>
                  </a:lnTo>
                  <a:cubicBezTo>
                    <a:pt x="21509" y="24490"/>
                    <a:pt x="23961" y="22037"/>
                    <a:pt x="23961" y="19025"/>
                  </a:cubicBezTo>
                  <a:cubicBezTo>
                    <a:pt x="23961" y="16013"/>
                    <a:pt x="21509" y="13562"/>
                    <a:pt x="18497" y="13562"/>
                  </a:cubicBezTo>
                  <a:lnTo>
                    <a:pt x="5465" y="13562"/>
                  </a:lnTo>
                  <a:cubicBezTo>
                    <a:pt x="4740" y="13562"/>
                    <a:pt x="4151" y="12971"/>
                    <a:pt x="4151" y="12243"/>
                  </a:cubicBezTo>
                  <a:cubicBezTo>
                    <a:pt x="4151" y="11519"/>
                    <a:pt x="4740" y="10929"/>
                    <a:pt x="5465" y="10929"/>
                  </a:cubicBezTo>
                  <a:lnTo>
                    <a:pt x="18497" y="10929"/>
                  </a:lnTo>
                  <a:cubicBezTo>
                    <a:pt x="21509" y="10929"/>
                    <a:pt x="23961" y="8477"/>
                    <a:pt x="23961" y="5465"/>
                  </a:cubicBezTo>
                  <a:cubicBezTo>
                    <a:pt x="23961" y="2453"/>
                    <a:pt x="21509" y="0"/>
                    <a:pt x="18497" y="0"/>
                  </a:cubicBezTo>
                  <a:close/>
                </a:path>
              </a:pathLst>
            </a:custGeom>
            <a:solidFill>
              <a:srgbClr val="5867C9">
                <a:alpha val="6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48" name="Google Shape;10348;p72"/>
            <p:cNvSpPr/>
            <p:nvPr/>
          </p:nvSpPr>
          <p:spPr>
            <a:xfrm>
              <a:off x="3100198" y="3357906"/>
              <a:ext cx="30845" cy="9330"/>
            </a:xfrm>
            <a:custGeom>
              <a:avLst/>
              <a:gdLst/>
              <a:ahLst/>
              <a:cxnLst/>
              <a:rect l="l" t="t" r="r" b="b"/>
              <a:pathLst>
                <a:path w="648" h="196" extrusionOk="0">
                  <a:moveTo>
                    <a:pt x="625" y="0"/>
                  </a:moveTo>
                  <a:cubicBezTo>
                    <a:pt x="464" y="27"/>
                    <a:pt x="299" y="38"/>
                    <a:pt x="138" y="38"/>
                  </a:cubicBezTo>
                  <a:lnTo>
                    <a:pt x="1" y="38"/>
                  </a:lnTo>
                  <a:lnTo>
                    <a:pt x="1" y="195"/>
                  </a:lnTo>
                  <a:lnTo>
                    <a:pt x="138" y="195"/>
                  </a:lnTo>
                  <a:cubicBezTo>
                    <a:pt x="307" y="195"/>
                    <a:pt x="479" y="184"/>
                    <a:pt x="648" y="161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49" name="Google Shape;10349;p72"/>
            <p:cNvSpPr/>
            <p:nvPr/>
          </p:nvSpPr>
          <p:spPr>
            <a:xfrm>
              <a:off x="3039272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50" name="Google Shape;10350;p72"/>
            <p:cNvSpPr/>
            <p:nvPr/>
          </p:nvSpPr>
          <p:spPr>
            <a:xfrm>
              <a:off x="2978488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51" name="Google Shape;10351;p72"/>
            <p:cNvSpPr/>
            <p:nvPr/>
          </p:nvSpPr>
          <p:spPr>
            <a:xfrm>
              <a:off x="3158555" y="3338533"/>
              <a:ext cx="30845" cy="19611"/>
            </a:xfrm>
            <a:custGeom>
              <a:avLst/>
              <a:gdLst/>
              <a:ahLst/>
              <a:cxnLst/>
              <a:rect l="l" t="t" r="r" b="b"/>
              <a:pathLst>
                <a:path w="648" h="412" extrusionOk="0">
                  <a:moveTo>
                    <a:pt x="568" y="1"/>
                  </a:moveTo>
                  <a:cubicBezTo>
                    <a:pt x="388" y="105"/>
                    <a:pt x="195" y="192"/>
                    <a:pt x="0" y="261"/>
                  </a:cubicBezTo>
                  <a:lnTo>
                    <a:pt x="54" y="411"/>
                  </a:lnTo>
                  <a:cubicBezTo>
                    <a:pt x="257" y="338"/>
                    <a:pt x="457" y="250"/>
                    <a:pt x="648" y="139"/>
                  </a:cubicBez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52" name="Google Shape;10352;p72"/>
            <p:cNvSpPr/>
            <p:nvPr/>
          </p:nvSpPr>
          <p:spPr>
            <a:xfrm>
              <a:off x="3209629" y="3300073"/>
              <a:ext cx="26513" cy="27227"/>
            </a:xfrm>
            <a:custGeom>
              <a:avLst/>
              <a:gdLst/>
              <a:ahLst/>
              <a:cxnLst/>
              <a:rect l="l" t="t" r="r" b="b"/>
              <a:pathLst>
                <a:path w="557" h="572" extrusionOk="0">
                  <a:moveTo>
                    <a:pt x="429" y="1"/>
                  </a:moveTo>
                  <a:cubicBezTo>
                    <a:pt x="303" y="161"/>
                    <a:pt x="157" y="315"/>
                    <a:pt x="1" y="448"/>
                  </a:cubicBezTo>
                  <a:lnTo>
                    <a:pt x="104" y="572"/>
                  </a:lnTo>
                  <a:cubicBezTo>
                    <a:pt x="268" y="425"/>
                    <a:pt x="422" y="269"/>
                    <a:pt x="556" y="100"/>
                  </a:cubicBezTo>
                  <a:lnTo>
                    <a:pt x="4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53" name="Google Shape;10353;p72"/>
            <p:cNvSpPr/>
            <p:nvPr/>
          </p:nvSpPr>
          <p:spPr>
            <a:xfrm>
              <a:off x="3246280" y="3247904"/>
              <a:ext cx="18469" cy="30845"/>
            </a:xfrm>
            <a:custGeom>
              <a:avLst/>
              <a:gdLst/>
              <a:ahLst/>
              <a:cxnLst/>
              <a:rect l="l" t="t" r="r" b="b"/>
              <a:pathLst>
                <a:path w="388" h="648" extrusionOk="0">
                  <a:moveTo>
                    <a:pt x="238" y="0"/>
                  </a:moveTo>
                  <a:cubicBezTo>
                    <a:pt x="177" y="196"/>
                    <a:pt x="96" y="391"/>
                    <a:pt x="0" y="575"/>
                  </a:cubicBezTo>
                  <a:lnTo>
                    <a:pt x="142" y="648"/>
                  </a:lnTo>
                  <a:cubicBezTo>
                    <a:pt x="242" y="456"/>
                    <a:pt x="326" y="253"/>
                    <a:pt x="388" y="46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54" name="Google Shape;10354;p72"/>
            <p:cNvSpPr/>
            <p:nvPr/>
          </p:nvSpPr>
          <p:spPr>
            <a:xfrm>
              <a:off x="3263416" y="3188643"/>
              <a:ext cx="8425" cy="31035"/>
            </a:xfrm>
            <a:custGeom>
              <a:avLst/>
              <a:gdLst/>
              <a:ahLst/>
              <a:cxnLst/>
              <a:rect l="l" t="t" r="r" b="b"/>
              <a:pathLst>
                <a:path w="177" h="652" extrusionOk="0">
                  <a:moveTo>
                    <a:pt x="166" y="0"/>
                  </a:moveTo>
                  <a:lnTo>
                    <a:pt x="8" y="12"/>
                  </a:lnTo>
                  <a:cubicBezTo>
                    <a:pt x="16" y="104"/>
                    <a:pt x="20" y="191"/>
                    <a:pt x="20" y="283"/>
                  </a:cubicBezTo>
                  <a:cubicBezTo>
                    <a:pt x="20" y="398"/>
                    <a:pt x="12" y="518"/>
                    <a:pt x="1" y="636"/>
                  </a:cubicBezTo>
                  <a:lnTo>
                    <a:pt x="158" y="651"/>
                  </a:lnTo>
                  <a:cubicBezTo>
                    <a:pt x="173" y="529"/>
                    <a:pt x="177" y="407"/>
                    <a:pt x="177" y="283"/>
                  </a:cubicBezTo>
                  <a:cubicBezTo>
                    <a:pt x="177" y="188"/>
                    <a:pt x="173" y="92"/>
                    <a:pt x="1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55" name="Google Shape;10355;p72"/>
            <p:cNvSpPr/>
            <p:nvPr/>
          </p:nvSpPr>
          <p:spPr>
            <a:xfrm>
              <a:off x="3248137" y="3129002"/>
              <a:ext cx="17898" cy="31035"/>
            </a:xfrm>
            <a:custGeom>
              <a:avLst/>
              <a:gdLst/>
              <a:ahLst/>
              <a:cxnLst/>
              <a:rect l="l" t="t" r="r" b="b"/>
              <a:pathLst>
                <a:path w="376" h="652" extrusionOk="0">
                  <a:moveTo>
                    <a:pt x="142" y="0"/>
                  </a:moveTo>
                  <a:lnTo>
                    <a:pt x="0" y="73"/>
                  </a:lnTo>
                  <a:cubicBezTo>
                    <a:pt x="92" y="257"/>
                    <a:pt x="165" y="452"/>
                    <a:pt x="222" y="652"/>
                  </a:cubicBezTo>
                  <a:lnTo>
                    <a:pt x="375" y="609"/>
                  </a:lnTo>
                  <a:cubicBezTo>
                    <a:pt x="318" y="402"/>
                    <a:pt x="237" y="195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56" name="Google Shape;10356;p72"/>
            <p:cNvSpPr/>
            <p:nvPr/>
          </p:nvSpPr>
          <p:spPr>
            <a:xfrm>
              <a:off x="3212532" y="3079737"/>
              <a:ext cx="26132" cy="27608"/>
            </a:xfrm>
            <a:custGeom>
              <a:avLst/>
              <a:gdLst/>
              <a:ahLst/>
              <a:cxnLst/>
              <a:rect l="l" t="t" r="r" b="b"/>
              <a:pathLst>
                <a:path w="549" h="580" extrusionOk="0">
                  <a:moveTo>
                    <a:pt x="108" y="1"/>
                  </a:moveTo>
                  <a:lnTo>
                    <a:pt x="0" y="120"/>
                  </a:lnTo>
                  <a:cubicBezTo>
                    <a:pt x="154" y="257"/>
                    <a:pt x="296" y="410"/>
                    <a:pt x="418" y="579"/>
                  </a:cubicBezTo>
                  <a:lnTo>
                    <a:pt x="549" y="479"/>
                  </a:lnTo>
                  <a:cubicBezTo>
                    <a:pt x="414" y="307"/>
                    <a:pt x="269" y="146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57" name="Google Shape;10357;p72"/>
            <p:cNvSpPr/>
            <p:nvPr/>
          </p:nvSpPr>
          <p:spPr>
            <a:xfrm>
              <a:off x="3162173" y="3047465"/>
              <a:ext cx="30702" cy="20087"/>
            </a:xfrm>
            <a:custGeom>
              <a:avLst/>
              <a:gdLst/>
              <a:ahLst/>
              <a:cxnLst/>
              <a:rect l="l" t="t" r="r" b="b"/>
              <a:pathLst>
                <a:path w="645" h="422" extrusionOk="0">
                  <a:moveTo>
                    <a:pt x="59" y="0"/>
                  </a:moveTo>
                  <a:lnTo>
                    <a:pt x="1" y="150"/>
                  </a:lnTo>
                  <a:cubicBezTo>
                    <a:pt x="197" y="223"/>
                    <a:pt x="384" y="315"/>
                    <a:pt x="561" y="421"/>
                  </a:cubicBezTo>
                  <a:lnTo>
                    <a:pt x="645" y="288"/>
                  </a:lnTo>
                  <a:cubicBezTo>
                    <a:pt x="457" y="173"/>
                    <a:pt x="262" y="77"/>
                    <a:pt x="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58" name="Google Shape;10358;p72"/>
            <p:cNvSpPr/>
            <p:nvPr/>
          </p:nvSpPr>
          <p:spPr>
            <a:xfrm>
              <a:off x="3104006" y="3036850"/>
              <a:ext cx="31035" cy="9901"/>
            </a:xfrm>
            <a:custGeom>
              <a:avLst/>
              <a:gdLst/>
              <a:ahLst/>
              <a:cxnLst/>
              <a:rect l="l" t="t" r="r" b="b"/>
              <a:pathLst>
                <a:path w="652" h="208" extrusionOk="0">
                  <a:moveTo>
                    <a:pt x="1" y="1"/>
                  </a:moveTo>
                  <a:lnTo>
                    <a:pt x="1" y="162"/>
                  </a:lnTo>
                  <a:lnTo>
                    <a:pt x="58" y="162"/>
                  </a:lnTo>
                  <a:cubicBezTo>
                    <a:pt x="246" y="162"/>
                    <a:pt x="437" y="177"/>
                    <a:pt x="621" y="208"/>
                  </a:cubicBezTo>
                  <a:lnTo>
                    <a:pt x="652" y="51"/>
                  </a:lnTo>
                  <a:cubicBezTo>
                    <a:pt x="457" y="20"/>
                    <a:pt x="257" y="1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59" name="Google Shape;10359;p72"/>
            <p:cNvSpPr/>
            <p:nvPr/>
          </p:nvSpPr>
          <p:spPr>
            <a:xfrm>
              <a:off x="3043270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60" name="Google Shape;10360;p72"/>
            <p:cNvSpPr/>
            <p:nvPr/>
          </p:nvSpPr>
          <p:spPr>
            <a:xfrm>
              <a:off x="2982533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61" name="Google Shape;10361;p72"/>
            <p:cNvSpPr/>
            <p:nvPr/>
          </p:nvSpPr>
          <p:spPr>
            <a:xfrm>
              <a:off x="2921797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0" y="16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62" name="Google Shape;10362;p72"/>
            <p:cNvSpPr/>
            <p:nvPr/>
          </p:nvSpPr>
          <p:spPr>
            <a:xfrm>
              <a:off x="2861061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63" name="Google Shape;10363;p72"/>
            <p:cNvSpPr/>
            <p:nvPr/>
          </p:nvSpPr>
          <p:spPr>
            <a:xfrm>
              <a:off x="2800324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64" name="Google Shape;10364;p72"/>
            <p:cNvSpPr/>
            <p:nvPr/>
          </p:nvSpPr>
          <p:spPr>
            <a:xfrm>
              <a:off x="2739588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65" name="Google Shape;10365;p72"/>
            <p:cNvSpPr/>
            <p:nvPr/>
          </p:nvSpPr>
          <p:spPr>
            <a:xfrm>
              <a:off x="2678851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66" name="Google Shape;10366;p72"/>
            <p:cNvSpPr/>
            <p:nvPr/>
          </p:nvSpPr>
          <p:spPr>
            <a:xfrm>
              <a:off x="2618115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67" name="Google Shape;10367;p72"/>
            <p:cNvSpPr/>
            <p:nvPr/>
          </p:nvSpPr>
          <p:spPr>
            <a:xfrm>
              <a:off x="2557378" y="3036850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36" y="16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68" name="Google Shape;10368;p72"/>
            <p:cNvSpPr/>
            <p:nvPr/>
          </p:nvSpPr>
          <p:spPr>
            <a:xfrm>
              <a:off x="2496451" y="3036850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69" name="Google Shape;10369;p72"/>
            <p:cNvSpPr/>
            <p:nvPr/>
          </p:nvSpPr>
          <p:spPr>
            <a:xfrm>
              <a:off x="2435524" y="3029186"/>
              <a:ext cx="31273" cy="14090"/>
            </a:xfrm>
            <a:custGeom>
              <a:avLst/>
              <a:gdLst/>
              <a:ahLst/>
              <a:cxnLst/>
              <a:rect l="l" t="t" r="r" b="b"/>
              <a:pathLst>
                <a:path w="657" h="296" extrusionOk="0">
                  <a:moveTo>
                    <a:pt x="46" y="1"/>
                  </a:moveTo>
                  <a:lnTo>
                    <a:pt x="0" y="154"/>
                  </a:lnTo>
                  <a:cubicBezTo>
                    <a:pt x="204" y="220"/>
                    <a:pt x="418" y="269"/>
                    <a:pt x="637" y="296"/>
                  </a:cubicBezTo>
                  <a:lnTo>
                    <a:pt x="656" y="135"/>
                  </a:lnTo>
                  <a:cubicBezTo>
                    <a:pt x="449" y="112"/>
                    <a:pt x="246" y="66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70" name="Google Shape;10370;p72"/>
            <p:cNvSpPr/>
            <p:nvPr/>
          </p:nvSpPr>
          <p:spPr>
            <a:xfrm>
              <a:off x="2381357" y="3000960"/>
              <a:ext cx="29226" cy="23181"/>
            </a:xfrm>
            <a:custGeom>
              <a:avLst/>
              <a:gdLst/>
              <a:ahLst/>
              <a:cxnLst/>
              <a:rect l="l" t="t" r="r" b="b"/>
              <a:pathLst>
                <a:path w="614" h="487" extrusionOk="0">
                  <a:moveTo>
                    <a:pt x="100" y="0"/>
                  </a:moveTo>
                  <a:lnTo>
                    <a:pt x="1" y="123"/>
                  </a:lnTo>
                  <a:cubicBezTo>
                    <a:pt x="165" y="261"/>
                    <a:pt x="349" y="383"/>
                    <a:pt x="537" y="487"/>
                  </a:cubicBezTo>
                  <a:lnTo>
                    <a:pt x="613" y="349"/>
                  </a:lnTo>
                  <a:cubicBezTo>
                    <a:pt x="434" y="249"/>
                    <a:pt x="261" y="130"/>
                    <a:pt x="1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71" name="Google Shape;10371;p72"/>
            <p:cNvSpPr/>
            <p:nvPr/>
          </p:nvSpPr>
          <p:spPr>
            <a:xfrm>
              <a:off x="2341802" y="2955503"/>
              <a:ext cx="23372" cy="29274"/>
            </a:xfrm>
            <a:custGeom>
              <a:avLst/>
              <a:gdLst/>
              <a:ahLst/>
              <a:cxnLst/>
              <a:rect l="l" t="t" r="r" b="b"/>
              <a:pathLst>
                <a:path w="491" h="615" extrusionOk="0">
                  <a:moveTo>
                    <a:pt x="142" y="1"/>
                  </a:moveTo>
                  <a:lnTo>
                    <a:pt x="1" y="77"/>
                  </a:lnTo>
                  <a:cubicBezTo>
                    <a:pt x="107" y="266"/>
                    <a:pt x="230" y="450"/>
                    <a:pt x="368" y="614"/>
                  </a:cubicBezTo>
                  <a:lnTo>
                    <a:pt x="491" y="514"/>
                  </a:lnTo>
                  <a:cubicBezTo>
                    <a:pt x="360" y="353"/>
                    <a:pt x="241" y="181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72" name="Google Shape;10372;p72"/>
            <p:cNvSpPr/>
            <p:nvPr/>
          </p:nvSpPr>
          <p:spPr>
            <a:xfrm>
              <a:off x="2322619" y="2899527"/>
              <a:ext cx="14090" cy="31226"/>
            </a:xfrm>
            <a:custGeom>
              <a:avLst/>
              <a:gdLst/>
              <a:ahLst/>
              <a:cxnLst/>
              <a:rect l="l" t="t" r="r" b="b"/>
              <a:pathLst>
                <a:path w="296" h="656" extrusionOk="0">
                  <a:moveTo>
                    <a:pt x="158" y="1"/>
                  </a:moveTo>
                  <a:lnTo>
                    <a:pt x="1" y="20"/>
                  </a:lnTo>
                  <a:cubicBezTo>
                    <a:pt x="27" y="234"/>
                    <a:pt x="77" y="449"/>
                    <a:pt x="142" y="655"/>
                  </a:cubicBezTo>
                  <a:lnTo>
                    <a:pt x="296" y="606"/>
                  </a:lnTo>
                  <a:cubicBezTo>
                    <a:pt x="231" y="411"/>
                    <a:pt x="185" y="204"/>
                    <a:pt x="1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73" name="Google Shape;10373;p72"/>
            <p:cNvSpPr/>
            <p:nvPr/>
          </p:nvSpPr>
          <p:spPr>
            <a:xfrm>
              <a:off x="2321525" y="2838790"/>
              <a:ext cx="12281" cy="31083"/>
            </a:xfrm>
            <a:custGeom>
              <a:avLst/>
              <a:gdLst/>
              <a:ahLst/>
              <a:cxnLst/>
              <a:rect l="l" t="t" r="r" b="b"/>
              <a:pathLst>
                <a:path w="258" h="653" extrusionOk="0">
                  <a:moveTo>
                    <a:pt x="100" y="0"/>
                  </a:moveTo>
                  <a:cubicBezTo>
                    <a:pt x="47" y="212"/>
                    <a:pt x="16" y="426"/>
                    <a:pt x="1" y="644"/>
                  </a:cubicBezTo>
                  <a:lnTo>
                    <a:pt x="162" y="652"/>
                  </a:lnTo>
                  <a:cubicBezTo>
                    <a:pt x="174" y="445"/>
                    <a:pt x="204" y="238"/>
                    <a:pt x="257" y="39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74" name="Google Shape;10374;p72"/>
            <p:cNvSpPr/>
            <p:nvPr/>
          </p:nvSpPr>
          <p:spPr>
            <a:xfrm>
              <a:off x="2336661" y="2782766"/>
              <a:ext cx="21944" cy="29988"/>
            </a:xfrm>
            <a:custGeom>
              <a:avLst/>
              <a:gdLst/>
              <a:ahLst/>
              <a:cxnLst/>
              <a:rect l="l" t="t" r="r" b="b"/>
              <a:pathLst>
                <a:path w="461" h="630" extrusionOk="0">
                  <a:moveTo>
                    <a:pt x="334" y="1"/>
                  </a:moveTo>
                  <a:cubicBezTo>
                    <a:pt x="204" y="177"/>
                    <a:pt x="93" y="365"/>
                    <a:pt x="1" y="561"/>
                  </a:cubicBezTo>
                  <a:lnTo>
                    <a:pt x="146" y="630"/>
                  </a:lnTo>
                  <a:cubicBezTo>
                    <a:pt x="234" y="441"/>
                    <a:pt x="342" y="262"/>
                    <a:pt x="461" y="93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75" name="Google Shape;10375;p72"/>
            <p:cNvSpPr/>
            <p:nvPr/>
          </p:nvSpPr>
          <p:spPr>
            <a:xfrm>
              <a:off x="2372979" y="2740260"/>
              <a:ext cx="28512" cy="24704"/>
            </a:xfrm>
            <a:custGeom>
              <a:avLst/>
              <a:gdLst/>
              <a:ahLst/>
              <a:cxnLst/>
              <a:rect l="l" t="t" r="r" b="b"/>
              <a:pathLst>
                <a:path w="599" h="519" extrusionOk="0">
                  <a:moveTo>
                    <a:pt x="513" y="1"/>
                  </a:moveTo>
                  <a:cubicBezTo>
                    <a:pt x="330" y="116"/>
                    <a:pt x="158" y="254"/>
                    <a:pt x="0" y="404"/>
                  </a:cubicBezTo>
                  <a:lnTo>
                    <a:pt x="108" y="519"/>
                  </a:lnTo>
                  <a:cubicBezTo>
                    <a:pt x="261" y="377"/>
                    <a:pt x="426" y="246"/>
                    <a:pt x="598" y="135"/>
                  </a:cubicBezTo>
                  <a:lnTo>
                    <a:pt x="5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76" name="Google Shape;10376;p72"/>
            <p:cNvSpPr/>
            <p:nvPr/>
          </p:nvSpPr>
          <p:spPr>
            <a:xfrm>
              <a:off x="2424957" y="2717127"/>
              <a:ext cx="31226" cy="15946"/>
            </a:xfrm>
            <a:custGeom>
              <a:avLst/>
              <a:gdLst/>
              <a:ahLst/>
              <a:cxnLst/>
              <a:rect l="l" t="t" r="r" b="b"/>
              <a:pathLst>
                <a:path w="656" h="335" extrusionOk="0">
                  <a:moveTo>
                    <a:pt x="625" y="0"/>
                  </a:moveTo>
                  <a:cubicBezTo>
                    <a:pt x="410" y="43"/>
                    <a:pt x="199" y="108"/>
                    <a:pt x="1" y="188"/>
                  </a:cubicBezTo>
                  <a:lnTo>
                    <a:pt x="58" y="334"/>
                  </a:lnTo>
                  <a:cubicBezTo>
                    <a:pt x="254" y="257"/>
                    <a:pt x="452" y="200"/>
                    <a:pt x="656" y="158"/>
                  </a:cubicBezTo>
                  <a:lnTo>
                    <a:pt x="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77" name="Google Shape;10377;p72"/>
            <p:cNvSpPr/>
            <p:nvPr/>
          </p:nvSpPr>
          <p:spPr>
            <a:xfrm>
              <a:off x="3093059" y="2713319"/>
              <a:ext cx="30892" cy="8616"/>
            </a:xfrm>
            <a:custGeom>
              <a:avLst/>
              <a:gdLst/>
              <a:ahLst/>
              <a:cxnLst/>
              <a:rect l="l" t="t" r="r" b="b"/>
              <a:pathLst>
                <a:path w="649" h="181" extrusionOk="0">
                  <a:moveTo>
                    <a:pt x="629" y="0"/>
                  </a:moveTo>
                  <a:cubicBezTo>
                    <a:pt x="518" y="11"/>
                    <a:pt x="403" y="20"/>
                    <a:pt x="288" y="20"/>
                  </a:cubicBezTo>
                  <a:lnTo>
                    <a:pt x="1" y="20"/>
                  </a:lnTo>
                  <a:lnTo>
                    <a:pt x="1" y="181"/>
                  </a:lnTo>
                  <a:lnTo>
                    <a:pt x="288" y="181"/>
                  </a:lnTo>
                  <a:cubicBezTo>
                    <a:pt x="407" y="181"/>
                    <a:pt x="529" y="172"/>
                    <a:pt x="648" y="161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78" name="Google Shape;10378;p72"/>
            <p:cNvSpPr/>
            <p:nvPr/>
          </p:nvSpPr>
          <p:spPr>
            <a:xfrm>
              <a:off x="3032370" y="2714223"/>
              <a:ext cx="30464" cy="7711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9" y="162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79" name="Google Shape;10379;p72"/>
            <p:cNvSpPr/>
            <p:nvPr/>
          </p:nvSpPr>
          <p:spPr>
            <a:xfrm>
              <a:off x="2971586" y="2714223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1"/>
                  </a:moveTo>
                  <a:lnTo>
                    <a:pt x="1" y="162"/>
                  </a:lnTo>
                  <a:lnTo>
                    <a:pt x="641" y="16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80" name="Google Shape;10380;p72"/>
            <p:cNvSpPr/>
            <p:nvPr/>
          </p:nvSpPr>
          <p:spPr>
            <a:xfrm>
              <a:off x="2910897" y="2714223"/>
              <a:ext cx="30464" cy="7711"/>
            </a:xfrm>
            <a:custGeom>
              <a:avLst/>
              <a:gdLst/>
              <a:ahLst/>
              <a:cxnLst/>
              <a:rect l="l" t="t" r="r" b="b"/>
              <a:pathLst>
                <a:path w="640" h="162" extrusionOk="0">
                  <a:moveTo>
                    <a:pt x="0" y="1"/>
                  </a:moveTo>
                  <a:lnTo>
                    <a:pt x="0" y="162"/>
                  </a:lnTo>
                  <a:lnTo>
                    <a:pt x="639" y="162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81" name="Google Shape;10381;p72"/>
            <p:cNvSpPr/>
            <p:nvPr/>
          </p:nvSpPr>
          <p:spPr>
            <a:xfrm>
              <a:off x="2850113" y="2714223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1"/>
                  </a:moveTo>
                  <a:lnTo>
                    <a:pt x="1" y="157"/>
                  </a:lnTo>
                  <a:lnTo>
                    <a:pt x="637" y="16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82" name="Google Shape;10382;p72"/>
            <p:cNvSpPr/>
            <p:nvPr/>
          </p:nvSpPr>
          <p:spPr>
            <a:xfrm>
              <a:off x="2789376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83" name="Google Shape;10383;p72"/>
            <p:cNvSpPr/>
            <p:nvPr/>
          </p:nvSpPr>
          <p:spPr>
            <a:xfrm>
              <a:off x="2728640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84" name="Google Shape;10384;p72"/>
            <p:cNvSpPr/>
            <p:nvPr/>
          </p:nvSpPr>
          <p:spPr>
            <a:xfrm>
              <a:off x="2667903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85" name="Google Shape;10385;p72"/>
            <p:cNvSpPr/>
            <p:nvPr/>
          </p:nvSpPr>
          <p:spPr>
            <a:xfrm>
              <a:off x="2607167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637" y="157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86" name="Google Shape;10386;p72"/>
            <p:cNvSpPr/>
            <p:nvPr/>
          </p:nvSpPr>
          <p:spPr>
            <a:xfrm>
              <a:off x="2546430" y="2714223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1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87" name="Google Shape;10387;p72"/>
            <p:cNvSpPr/>
            <p:nvPr/>
          </p:nvSpPr>
          <p:spPr>
            <a:xfrm>
              <a:off x="2485503" y="2714223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1"/>
                  </a:moveTo>
                  <a:lnTo>
                    <a:pt x="4" y="157"/>
                  </a:lnTo>
                  <a:lnTo>
                    <a:pt x="641" y="157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88" name="Google Shape;10388;p72"/>
            <p:cNvSpPr/>
            <p:nvPr/>
          </p:nvSpPr>
          <p:spPr>
            <a:xfrm>
              <a:off x="3152177" y="2696326"/>
              <a:ext cx="30845" cy="18469"/>
            </a:xfrm>
            <a:custGeom>
              <a:avLst/>
              <a:gdLst/>
              <a:ahLst/>
              <a:cxnLst/>
              <a:rect l="l" t="t" r="r" b="b"/>
              <a:pathLst>
                <a:path w="648" h="388" extrusionOk="0">
                  <a:moveTo>
                    <a:pt x="575" y="1"/>
                  </a:moveTo>
                  <a:cubicBezTo>
                    <a:pt x="391" y="96"/>
                    <a:pt x="196" y="177"/>
                    <a:pt x="0" y="239"/>
                  </a:cubicBezTo>
                  <a:lnTo>
                    <a:pt x="46" y="388"/>
                  </a:lnTo>
                  <a:cubicBezTo>
                    <a:pt x="253" y="326"/>
                    <a:pt x="456" y="246"/>
                    <a:pt x="648" y="142"/>
                  </a:cubicBezTo>
                  <a:lnTo>
                    <a:pt x="5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89" name="Google Shape;10389;p72"/>
            <p:cNvSpPr/>
            <p:nvPr/>
          </p:nvSpPr>
          <p:spPr>
            <a:xfrm>
              <a:off x="3204345" y="2659865"/>
              <a:ext cx="27227" cy="26466"/>
            </a:xfrm>
            <a:custGeom>
              <a:avLst/>
              <a:gdLst/>
              <a:ahLst/>
              <a:cxnLst/>
              <a:rect l="l" t="t" r="r" b="b"/>
              <a:pathLst>
                <a:path w="572" h="556" extrusionOk="0">
                  <a:moveTo>
                    <a:pt x="452" y="1"/>
                  </a:moveTo>
                  <a:cubicBezTo>
                    <a:pt x="314" y="158"/>
                    <a:pt x="165" y="299"/>
                    <a:pt x="0" y="430"/>
                  </a:cubicBezTo>
                  <a:lnTo>
                    <a:pt x="100" y="556"/>
                  </a:lnTo>
                  <a:cubicBezTo>
                    <a:pt x="268" y="418"/>
                    <a:pt x="429" y="269"/>
                    <a:pt x="572" y="104"/>
                  </a:cubicBezTo>
                  <a:lnTo>
                    <a:pt x="4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90" name="Google Shape;10390;p72"/>
            <p:cNvSpPr/>
            <p:nvPr/>
          </p:nvSpPr>
          <p:spPr>
            <a:xfrm>
              <a:off x="3242996" y="2608792"/>
              <a:ext cx="19564" cy="30845"/>
            </a:xfrm>
            <a:custGeom>
              <a:avLst/>
              <a:gdLst/>
              <a:ahLst/>
              <a:cxnLst/>
              <a:rect l="l" t="t" r="r" b="b"/>
              <a:pathLst>
                <a:path w="411" h="648" extrusionOk="0">
                  <a:moveTo>
                    <a:pt x="261" y="0"/>
                  </a:moveTo>
                  <a:cubicBezTo>
                    <a:pt x="192" y="196"/>
                    <a:pt x="104" y="387"/>
                    <a:pt x="0" y="568"/>
                  </a:cubicBezTo>
                  <a:lnTo>
                    <a:pt x="138" y="648"/>
                  </a:lnTo>
                  <a:cubicBezTo>
                    <a:pt x="250" y="460"/>
                    <a:pt x="342" y="261"/>
                    <a:pt x="411" y="55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91" name="Google Shape;10391;p72"/>
            <p:cNvSpPr/>
            <p:nvPr/>
          </p:nvSpPr>
          <p:spPr>
            <a:xfrm>
              <a:off x="3262511" y="2550245"/>
              <a:ext cx="9330" cy="31035"/>
            </a:xfrm>
            <a:custGeom>
              <a:avLst/>
              <a:gdLst/>
              <a:ahLst/>
              <a:cxnLst/>
              <a:rect l="l" t="t" r="r" b="b"/>
              <a:pathLst>
                <a:path w="196" h="652" extrusionOk="0">
                  <a:moveTo>
                    <a:pt x="196" y="1"/>
                  </a:moveTo>
                  <a:lnTo>
                    <a:pt x="35" y="8"/>
                  </a:lnTo>
                  <a:cubicBezTo>
                    <a:pt x="35" y="50"/>
                    <a:pt x="39" y="93"/>
                    <a:pt x="39" y="135"/>
                  </a:cubicBezTo>
                  <a:cubicBezTo>
                    <a:pt x="39" y="300"/>
                    <a:pt x="24" y="468"/>
                    <a:pt x="1" y="629"/>
                  </a:cubicBezTo>
                  <a:lnTo>
                    <a:pt x="158" y="652"/>
                  </a:lnTo>
                  <a:cubicBezTo>
                    <a:pt x="185" y="483"/>
                    <a:pt x="196" y="307"/>
                    <a:pt x="196" y="135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92" name="Google Shape;10392;p72"/>
            <p:cNvSpPr/>
            <p:nvPr/>
          </p:nvSpPr>
          <p:spPr>
            <a:xfrm>
              <a:off x="3250992" y="2490079"/>
              <a:ext cx="16708" cy="31178"/>
            </a:xfrm>
            <a:custGeom>
              <a:avLst/>
              <a:gdLst/>
              <a:ahLst/>
              <a:cxnLst/>
              <a:rect l="l" t="t" r="r" b="b"/>
              <a:pathLst>
                <a:path w="351" h="655" extrusionOk="0">
                  <a:moveTo>
                    <a:pt x="147" y="0"/>
                  </a:moveTo>
                  <a:lnTo>
                    <a:pt x="1" y="65"/>
                  </a:lnTo>
                  <a:cubicBezTo>
                    <a:pt x="82" y="253"/>
                    <a:pt x="151" y="452"/>
                    <a:pt x="197" y="655"/>
                  </a:cubicBezTo>
                  <a:lnTo>
                    <a:pt x="350" y="617"/>
                  </a:lnTo>
                  <a:cubicBezTo>
                    <a:pt x="304" y="406"/>
                    <a:pt x="235" y="199"/>
                    <a:pt x="1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93" name="Google Shape;10393;p72"/>
            <p:cNvSpPr/>
            <p:nvPr/>
          </p:nvSpPr>
          <p:spPr>
            <a:xfrm>
              <a:off x="3217483" y="2439148"/>
              <a:ext cx="25371" cy="28132"/>
            </a:xfrm>
            <a:custGeom>
              <a:avLst/>
              <a:gdLst/>
              <a:ahLst/>
              <a:cxnLst/>
              <a:rect l="l" t="t" r="r" b="b"/>
              <a:pathLst>
                <a:path w="533" h="591" extrusionOk="0">
                  <a:moveTo>
                    <a:pt x="112" y="1"/>
                  </a:moveTo>
                  <a:lnTo>
                    <a:pt x="0" y="116"/>
                  </a:lnTo>
                  <a:cubicBezTo>
                    <a:pt x="146" y="262"/>
                    <a:pt x="284" y="423"/>
                    <a:pt x="399" y="591"/>
                  </a:cubicBezTo>
                  <a:lnTo>
                    <a:pt x="533" y="499"/>
                  </a:lnTo>
                  <a:cubicBezTo>
                    <a:pt x="406" y="322"/>
                    <a:pt x="268" y="154"/>
                    <a:pt x="1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94" name="Google Shape;10394;p72"/>
            <p:cNvSpPr/>
            <p:nvPr/>
          </p:nvSpPr>
          <p:spPr>
            <a:xfrm>
              <a:off x="3168598" y="2404687"/>
              <a:ext cx="30321" cy="21182"/>
            </a:xfrm>
            <a:custGeom>
              <a:avLst/>
              <a:gdLst/>
              <a:ahLst/>
              <a:cxnLst/>
              <a:rect l="l" t="t" r="r" b="b"/>
              <a:pathLst>
                <a:path w="637" h="445" extrusionOk="0">
                  <a:moveTo>
                    <a:pt x="62" y="1"/>
                  </a:moveTo>
                  <a:lnTo>
                    <a:pt x="0" y="146"/>
                  </a:lnTo>
                  <a:cubicBezTo>
                    <a:pt x="188" y="227"/>
                    <a:pt x="372" y="326"/>
                    <a:pt x="544" y="445"/>
                  </a:cubicBezTo>
                  <a:lnTo>
                    <a:pt x="636" y="311"/>
                  </a:lnTo>
                  <a:cubicBezTo>
                    <a:pt x="453" y="188"/>
                    <a:pt x="260" y="84"/>
                    <a:pt x="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95" name="Google Shape;10395;p72"/>
            <p:cNvSpPr/>
            <p:nvPr/>
          </p:nvSpPr>
          <p:spPr>
            <a:xfrm>
              <a:off x="3110908" y="2391549"/>
              <a:ext cx="31083" cy="11186"/>
            </a:xfrm>
            <a:custGeom>
              <a:avLst/>
              <a:gdLst/>
              <a:ahLst/>
              <a:cxnLst/>
              <a:rect l="l" t="t" r="r" b="b"/>
              <a:pathLst>
                <a:path w="653" h="235" extrusionOk="0">
                  <a:moveTo>
                    <a:pt x="5" y="1"/>
                  </a:moveTo>
                  <a:lnTo>
                    <a:pt x="1" y="158"/>
                  </a:lnTo>
                  <a:cubicBezTo>
                    <a:pt x="208" y="166"/>
                    <a:pt x="415" y="189"/>
                    <a:pt x="618" y="234"/>
                  </a:cubicBezTo>
                  <a:lnTo>
                    <a:pt x="653" y="77"/>
                  </a:lnTo>
                  <a:cubicBezTo>
                    <a:pt x="442" y="31"/>
                    <a:pt x="223" y="5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96" name="Google Shape;10396;p72"/>
            <p:cNvSpPr/>
            <p:nvPr/>
          </p:nvSpPr>
          <p:spPr>
            <a:xfrm>
              <a:off x="3050219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97" name="Google Shape;10397;p72"/>
            <p:cNvSpPr/>
            <p:nvPr/>
          </p:nvSpPr>
          <p:spPr>
            <a:xfrm>
              <a:off x="2989435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98" name="Google Shape;10398;p72"/>
            <p:cNvSpPr/>
            <p:nvPr/>
          </p:nvSpPr>
          <p:spPr>
            <a:xfrm>
              <a:off x="2928746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399" name="Google Shape;10399;p72"/>
            <p:cNvSpPr/>
            <p:nvPr/>
          </p:nvSpPr>
          <p:spPr>
            <a:xfrm>
              <a:off x="2867962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00" name="Google Shape;10400;p72"/>
            <p:cNvSpPr/>
            <p:nvPr/>
          </p:nvSpPr>
          <p:spPr>
            <a:xfrm>
              <a:off x="2807274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01" name="Google Shape;10401;p72"/>
            <p:cNvSpPr/>
            <p:nvPr/>
          </p:nvSpPr>
          <p:spPr>
            <a:xfrm>
              <a:off x="2746489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41" y="16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02" name="Google Shape;10402;p72"/>
            <p:cNvSpPr/>
            <p:nvPr/>
          </p:nvSpPr>
          <p:spPr>
            <a:xfrm>
              <a:off x="2685801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03" name="Google Shape;10403;p72"/>
            <p:cNvSpPr/>
            <p:nvPr/>
          </p:nvSpPr>
          <p:spPr>
            <a:xfrm>
              <a:off x="2625016" y="2391407"/>
              <a:ext cx="30369" cy="7711"/>
            </a:xfrm>
            <a:custGeom>
              <a:avLst/>
              <a:gdLst/>
              <a:ahLst/>
              <a:cxnLst/>
              <a:rect l="l" t="t" r="r" b="b"/>
              <a:pathLst>
                <a:path w="638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04" name="Google Shape;10404;p72"/>
            <p:cNvSpPr/>
            <p:nvPr/>
          </p:nvSpPr>
          <p:spPr>
            <a:xfrm>
              <a:off x="2564328" y="2391407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05" name="Google Shape;10405;p72"/>
            <p:cNvSpPr/>
            <p:nvPr/>
          </p:nvSpPr>
          <p:spPr>
            <a:xfrm>
              <a:off x="2503544" y="2391407"/>
              <a:ext cx="30369" cy="7711"/>
            </a:xfrm>
            <a:custGeom>
              <a:avLst/>
              <a:gdLst/>
              <a:ahLst/>
              <a:cxnLst/>
              <a:rect l="l" t="t" r="r" b="b"/>
              <a:pathLst>
                <a:path w="638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06" name="Google Shape;10406;p72"/>
            <p:cNvSpPr/>
            <p:nvPr/>
          </p:nvSpPr>
          <p:spPr>
            <a:xfrm>
              <a:off x="2442855" y="2391407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36" y="161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07" name="Google Shape;10407;p72"/>
            <p:cNvSpPr/>
            <p:nvPr/>
          </p:nvSpPr>
          <p:spPr>
            <a:xfrm>
              <a:off x="2382071" y="2391407"/>
              <a:ext cx="30321" cy="7711"/>
            </a:xfrm>
            <a:custGeom>
              <a:avLst/>
              <a:gdLst/>
              <a:ahLst/>
              <a:cxnLst/>
              <a:rect l="l" t="t" r="r" b="b"/>
              <a:pathLst>
                <a:path w="637" h="162" extrusionOk="0">
                  <a:moveTo>
                    <a:pt x="1" y="0"/>
                  </a:moveTo>
                  <a:lnTo>
                    <a:pt x="1" y="161"/>
                  </a:lnTo>
                  <a:lnTo>
                    <a:pt x="637" y="161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08" name="Google Shape;10408;p72"/>
            <p:cNvSpPr/>
            <p:nvPr/>
          </p:nvSpPr>
          <p:spPr>
            <a:xfrm>
              <a:off x="2321191" y="2391407"/>
              <a:ext cx="30512" cy="7711"/>
            </a:xfrm>
            <a:custGeom>
              <a:avLst/>
              <a:gdLst/>
              <a:ahLst/>
              <a:cxnLst/>
              <a:rect l="l" t="t" r="r" b="b"/>
              <a:pathLst>
                <a:path w="641" h="162" extrusionOk="0">
                  <a:moveTo>
                    <a:pt x="0" y="0"/>
                  </a:moveTo>
                  <a:lnTo>
                    <a:pt x="0" y="161"/>
                  </a:lnTo>
                  <a:lnTo>
                    <a:pt x="640" y="16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09" name="Google Shape;10409;p72"/>
            <p:cNvSpPr/>
            <p:nvPr/>
          </p:nvSpPr>
          <p:spPr>
            <a:xfrm>
              <a:off x="2279970" y="2391407"/>
              <a:ext cx="10948" cy="7711"/>
            </a:xfrm>
            <a:custGeom>
              <a:avLst/>
              <a:gdLst/>
              <a:ahLst/>
              <a:cxnLst/>
              <a:rect l="l" t="t" r="r" b="b"/>
              <a:pathLst>
                <a:path w="230" h="162" extrusionOk="0">
                  <a:moveTo>
                    <a:pt x="0" y="0"/>
                  </a:moveTo>
                  <a:lnTo>
                    <a:pt x="0" y="161"/>
                  </a:lnTo>
                  <a:lnTo>
                    <a:pt x="230" y="161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10" name="Google Shape;10410;p72"/>
            <p:cNvSpPr/>
            <p:nvPr/>
          </p:nvSpPr>
          <p:spPr>
            <a:xfrm>
              <a:off x="2919227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11" name="Google Shape;10411;p72"/>
            <p:cNvSpPr/>
            <p:nvPr/>
          </p:nvSpPr>
          <p:spPr>
            <a:xfrm>
              <a:off x="2858538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12" name="Google Shape;10412;p72"/>
            <p:cNvSpPr/>
            <p:nvPr/>
          </p:nvSpPr>
          <p:spPr>
            <a:xfrm>
              <a:off x="2797754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13" name="Google Shape;10413;p72"/>
            <p:cNvSpPr/>
            <p:nvPr/>
          </p:nvSpPr>
          <p:spPr>
            <a:xfrm>
              <a:off x="2737065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40" y="15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14" name="Google Shape;10414;p72"/>
            <p:cNvSpPr/>
            <p:nvPr/>
          </p:nvSpPr>
          <p:spPr>
            <a:xfrm>
              <a:off x="2676281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15" name="Google Shape;10415;p72"/>
            <p:cNvSpPr/>
            <p:nvPr/>
          </p:nvSpPr>
          <p:spPr>
            <a:xfrm>
              <a:off x="2615592" y="3359714"/>
              <a:ext cx="30274" cy="7521"/>
            </a:xfrm>
            <a:custGeom>
              <a:avLst/>
              <a:gdLst/>
              <a:ahLst/>
              <a:cxnLst/>
              <a:rect l="l" t="t" r="r" b="b"/>
              <a:pathLst>
                <a:path w="636" h="158" extrusionOk="0">
                  <a:moveTo>
                    <a:pt x="0" y="0"/>
                  </a:moveTo>
                  <a:lnTo>
                    <a:pt x="0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16" name="Google Shape;10416;p72"/>
            <p:cNvSpPr/>
            <p:nvPr/>
          </p:nvSpPr>
          <p:spPr>
            <a:xfrm>
              <a:off x="2554808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17" name="Google Shape;10417;p72"/>
            <p:cNvSpPr/>
            <p:nvPr/>
          </p:nvSpPr>
          <p:spPr>
            <a:xfrm>
              <a:off x="2494071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18" name="Google Shape;10418;p72"/>
            <p:cNvSpPr/>
            <p:nvPr/>
          </p:nvSpPr>
          <p:spPr>
            <a:xfrm>
              <a:off x="2433335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7" y="157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19" name="Google Shape;10419;p72"/>
            <p:cNvSpPr/>
            <p:nvPr/>
          </p:nvSpPr>
          <p:spPr>
            <a:xfrm>
              <a:off x="2372598" y="3359714"/>
              <a:ext cx="30321" cy="7521"/>
            </a:xfrm>
            <a:custGeom>
              <a:avLst/>
              <a:gdLst/>
              <a:ahLst/>
              <a:cxnLst/>
              <a:rect l="l" t="t" r="r" b="b"/>
              <a:pathLst>
                <a:path w="637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36" y="157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20" name="Google Shape;10420;p72"/>
            <p:cNvSpPr/>
            <p:nvPr/>
          </p:nvSpPr>
          <p:spPr>
            <a:xfrm>
              <a:off x="2311671" y="3359714"/>
              <a:ext cx="30512" cy="7521"/>
            </a:xfrm>
            <a:custGeom>
              <a:avLst/>
              <a:gdLst/>
              <a:ahLst/>
              <a:cxnLst/>
              <a:rect l="l" t="t" r="r" b="b"/>
              <a:pathLst>
                <a:path w="641" h="158" extrusionOk="0">
                  <a:moveTo>
                    <a:pt x="1" y="0"/>
                  </a:moveTo>
                  <a:lnTo>
                    <a:pt x="1" y="157"/>
                  </a:lnTo>
                  <a:lnTo>
                    <a:pt x="641" y="157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  <p:sp>
          <p:nvSpPr>
            <p:cNvPr id="10421" name="Google Shape;10421;p72"/>
            <p:cNvSpPr/>
            <p:nvPr/>
          </p:nvSpPr>
          <p:spPr>
            <a:xfrm>
              <a:off x="2270451" y="3359714"/>
              <a:ext cx="10996" cy="7521"/>
            </a:xfrm>
            <a:custGeom>
              <a:avLst/>
              <a:gdLst/>
              <a:ahLst/>
              <a:cxnLst/>
              <a:rect l="l" t="t" r="r" b="b"/>
              <a:pathLst>
                <a:path w="231" h="158" extrusionOk="0">
                  <a:moveTo>
                    <a:pt x="0" y="0"/>
                  </a:moveTo>
                  <a:lnTo>
                    <a:pt x="0" y="157"/>
                  </a:lnTo>
                  <a:lnTo>
                    <a:pt x="230" y="157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it-IT" noProof="0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0C518CE-0A5A-585E-F5BD-1C814B6165A9}"/>
              </a:ext>
            </a:extLst>
          </p:cNvPr>
          <p:cNvSpPr/>
          <p:nvPr/>
        </p:nvSpPr>
        <p:spPr>
          <a:xfrm>
            <a:off x="2764140" y="3357453"/>
            <a:ext cx="3733860" cy="96326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A5AB2-27FD-92C1-4CF6-84DA40764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917" y="2428113"/>
            <a:ext cx="2052165" cy="2052165"/>
          </a:xfrm>
          <a:prstGeom prst="rect">
            <a:avLst/>
          </a:prstGeom>
        </p:spPr>
      </p:pic>
      <p:pic>
        <p:nvPicPr>
          <p:cNvPr id="6" name="Picture 5">
            <a:hlinkClick r:id="rId5"/>
            <a:extLst>
              <a:ext uri="{FF2B5EF4-FFF2-40B4-BE49-F238E27FC236}">
                <a16:creationId xmlns:a16="http://schemas.microsoft.com/office/drawing/2014/main" id="{0FE11817-153B-BB50-AA45-887349248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0368" y="2972564"/>
            <a:ext cx="963262" cy="96326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EC19C4C-0188-CF67-3BAD-C9F87D55AC78}"/>
              </a:ext>
            </a:extLst>
          </p:cNvPr>
          <p:cNvGrpSpPr/>
          <p:nvPr/>
        </p:nvGrpSpPr>
        <p:grpSpPr>
          <a:xfrm>
            <a:off x="8709480" y="4813236"/>
            <a:ext cx="303288" cy="274320"/>
            <a:chOff x="8724848" y="4813236"/>
            <a:chExt cx="303288" cy="27432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B69D21D-8C5E-17A2-8D15-79EEC8F4A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9332" y="4813236"/>
              <a:ext cx="274320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F12FF2-3436-54C8-2434-ED52E3E958F5}"/>
                </a:ext>
              </a:extLst>
            </p:cNvPr>
            <p:cNvSpPr txBox="1"/>
            <p:nvPr/>
          </p:nvSpPr>
          <p:spPr>
            <a:xfrm>
              <a:off x="8724848" y="4842674"/>
              <a:ext cx="3032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ll About Street Vehicles by Slidesgo">
  <a:themeElements>
    <a:clrScheme name="Simple Light">
      <a:dk1>
        <a:srgbClr val="233286"/>
      </a:dk1>
      <a:lt1>
        <a:srgbClr val="00BDA5"/>
      </a:lt1>
      <a:dk2>
        <a:srgbClr val="F4F8FF"/>
      </a:dk2>
      <a:lt2>
        <a:srgbClr val="372031"/>
      </a:lt2>
      <a:accent1>
        <a:srgbClr val="3D44A8"/>
      </a:accent1>
      <a:accent2>
        <a:srgbClr val="5867C9"/>
      </a:accent2>
      <a:accent3>
        <a:srgbClr val="FFA400"/>
      </a:accent3>
      <a:accent4>
        <a:srgbClr val="FFD336"/>
      </a:accent4>
      <a:accent5>
        <a:srgbClr val="B73049"/>
      </a:accent5>
      <a:accent6>
        <a:srgbClr val="F86F87"/>
      </a:accent6>
      <a:hlink>
        <a:srgbClr val="2332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161848C46D05241BBC25C912DA3F2DE" ma:contentTypeVersion="15" ma:contentTypeDescription="Creare un nuovo documento." ma:contentTypeScope="" ma:versionID="cdfe59259ad4e6a2e936a562141d927c">
  <xsd:schema xmlns:xsd="http://www.w3.org/2001/XMLSchema" xmlns:xs="http://www.w3.org/2001/XMLSchema" xmlns:p="http://schemas.microsoft.com/office/2006/metadata/properties" xmlns:ns3="71b96f16-c53f-45b3-a7e2-3b0b0006d568" xmlns:ns4="0b0942f4-1cab-469d-a41c-5d2b4c0ab7dc" targetNamespace="http://schemas.microsoft.com/office/2006/metadata/properties" ma:root="true" ma:fieldsID="efa89f886a90a2b05f6c3482724436ff" ns3:_="" ns4:_="">
    <xsd:import namespace="71b96f16-c53f-45b3-a7e2-3b0b0006d568"/>
    <xsd:import namespace="0b0942f4-1cab-469d-a41c-5d2b4c0ab7d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96f16-c53f-45b3-a7e2-3b0b0006d5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0942f4-1cab-469d-a41c-5d2b4c0ab7d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b96f16-c53f-45b3-a7e2-3b0b0006d568" xsi:nil="true"/>
  </documentManagement>
</p:properties>
</file>

<file path=customXml/itemProps1.xml><?xml version="1.0" encoding="utf-8"?>
<ds:datastoreItem xmlns:ds="http://schemas.openxmlformats.org/officeDocument/2006/customXml" ds:itemID="{BEBB4541-9389-49CA-96FB-BE7569AC0C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b96f16-c53f-45b3-a7e2-3b0b0006d568"/>
    <ds:schemaRef ds:uri="0b0942f4-1cab-469d-a41c-5d2b4c0ab7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5AD41E-A437-42F0-BD8E-19DBC9B900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17FEE7-9944-48B1-8623-E0C4C1353B62}">
  <ds:schemaRefs>
    <ds:schemaRef ds:uri="71b96f16-c53f-45b3-a7e2-3b0b0006d568"/>
    <ds:schemaRef ds:uri="http://purl.org/dc/dcmitype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0b0942f4-1cab-469d-a41c-5d2b4c0ab7dc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1571</TotalTime>
  <Words>1259</Words>
  <Application>Microsoft Office PowerPoint</Application>
  <PresentationFormat>On-screen Show (16:9)</PresentationFormat>
  <Paragraphs>301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Lato</vt:lpstr>
      <vt:lpstr>Roboto</vt:lpstr>
      <vt:lpstr>Arial</vt:lpstr>
      <vt:lpstr>Changa One</vt:lpstr>
      <vt:lpstr>Anton</vt:lpstr>
      <vt:lpstr>All About Street Vehicles by Slidesgo</vt:lpstr>
      <vt:lpstr>2D Semantic   Segmentation  su Cityapes</vt:lpstr>
      <vt:lpstr>Perché la Segmentazione Semantica?</vt:lpstr>
      <vt:lpstr>Cos’è la Segmentazione Semantica?</vt:lpstr>
      <vt:lpstr>19 Classi su Cityscapes</vt:lpstr>
      <vt:lpstr>Perché la Segmentazione Semantica?</vt:lpstr>
      <vt:lpstr>Il Dataset</vt:lpstr>
      <vt:lpstr>Il Problema dello Sbilanciamento</vt:lpstr>
      <vt:lpstr>Architettura U-Net from Scratch</vt:lpstr>
      <vt:lpstr>Architettura  DeepLabV3+ (ResNet50)</vt:lpstr>
      <vt:lpstr>Tre Strategie a Confronto</vt:lpstr>
      <vt:lpstr>Dettagli del Training</vt:lpstr>
      <vt:lpstr>Dettagli del Training</vt:lpstr>
      <vt:lpstr>Setup HPC</vt:lpstr>
      <vt:lpstr> Robusta allo sbilanciamento: ogni classe pesa uguale  Pixel Accuracy: metrica secondaria (favorisce classi dominanti)   ignore_index=255: bordi e void esclusi dal calcolo  </vt:lpstr>
      <vt:lpstr>Convergenza Durante il Training</vt:lpstr>
      <vt:lpstr>Convergenza Durante il Training</vt:lpstr>
      <vt:lpstr>Confronto mIoU</vt:lpstr>
      <vt:lpstr>Risultati qualitativi</vt:lpstr>
      <vt:lpstr>Risultati qualitativi</vt:lpstr>
      <vt:lpstr>Trade-off Complessità-Performance</vt:lpstr>
      <vt:lpstr>Conclusioni</vt:lpstr>
      <vt:lpstr>Limitazioni e Sviluppi Futuri</vt:lpstr>
      <vt:lpstr>Grazie!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Aurora Felisari</dc:creator>
  <cp:lastModifiedBy>Aurora FELISARI</cp:lastModifiedBy>
  <cp:revision>5</cp:revision>
  <dcterms:modified xsi:type="dcterms:W3CDTF">2026-02-25T14:34:51Z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0x010100C161848C46D05241BBC25C912DA3F2DE</vt:lpwstr>
  </property>
</Properties>
</file>